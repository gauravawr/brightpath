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Assess learning and plan next steps.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I do.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You do. Pause before clicking. Let pupils try independently, then reveal and discuss every step.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I do.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You do. Pause before clicking. Let pupils try independently, then reveal and discuss every step.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Assess learning and plan next steps.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2595EB18-793C-439A-BB1B-0655D1129FAB}"/>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Assess learning and plan next steps</a:t>
            </a:r>
          </a:p>
        </p:txBody>
      </p:sp>
      <p:sp>
        <p:nvSpPr>
          <p:cNvPr id="2" name="object-2">
            <a:extLst>
              <a:ext uri="{FF2B5EF4-FFF2-40B4-BE49-F238E27FC236}">
                <a16:creationId xmlns:a16="http://schemas.microsoft.com/office/drawing/2014/main" id="{77B2141B-90A3-4366-BEDC-134DB4C1A564}"/>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CB846EFC-12D4-4A1D-88E1-B829FED79C8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997103B-B4E2-42C8-BA4A-1783DAB46A9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5" name="object-5">
            <a:extLst>
              <a:ext uri="{FF2B5EF4-FFF2-40B4-BE49-F238E27FC236}">
                <a16:creationId xmlns:a16="http://schemas.microsoft.com/office/drawing/2014/main" id="{357A17C9-09E8-4195-B6AB-2767B1648FD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8D2D4892-21E0-46EC-9608-EAB1E5CEBA86}"/>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demonstrate spring learning and identify a precise next step.</a:t>
            </a:r>
          </a:p>
        </p:txBody>
      </p:sp>
    </p:spTree>
    <p:extLst>
      <p:ext uri="{BB962C8B-B14F-4D97-AF65-F5344CB8AC3E}">
        <p14:creationId xmlns:p14="http://schemas.microsoft.com/office/powerpoint/2010/main" val="607015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3" name="object-1">
            <a:extLst>
              <a:ext uri="{FF2B5EF4-FFF2-40B4-BE49-F238E27FC236}">
                <a16:creationId xmlns:a16="http://schemas.microsoft.com/office/drawing/2014/main" id="{AA8BFB4D-5975-464A-B5A2-30FC337171C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9E28CFA9-2466-4CC4-B99C-6770C04DEF1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0.72, 7/10, 73% from smallest to greatest.</a:t>
            </a:r>
          </a:p>
        </p:txBody>
      </p:sp>
      <p:sp>
        <p:nvSpPr>
          <p:cNvPr id="3" name="object-3">
            <a:extLst>
              <a:ext uri="{FF2B5EF4-FFF2-40B4-BE49-F238E27FC236}">
                <a16:creationId xmlns:a16="http://schemas.microsoft.com/office/drawing/2014/main" id="{0965A4B1-5D62-4A63-AFA8-FF04A13F630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65281F4-2483-423F-8E01-F196C620965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5" name="object-5">
            <a:extLst>
              <a:ext uri="{FF2B5EF4-FFF2-40B4-BE49-F238E27FC236}">
                <a16:creationId xmlns:a16="http://schemas.microsoft.com/office/drawing/2014/main" id="{0F2D52E1-79B3-4E80-88F3-1A5DB6529E5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A3395F2E-9377-4372-A18C-93C63E8F2ACB}"/>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0.72</a:t>
            </a:r>
          </a:p>
        </p:txBody>
      </p:sp>
      <p:sp>
        <p:nvSpPr>
          <p:cNvPr id="7" name="object-7">
            <a:extLst>
              <a:ext uri="{FF2B5EF4-FFF2-40B4-BE49-F238E27FC236}">
                <a16:creationId xmlns:a16="http://schemas.microsoft.com/office/drawing/2014/main" id="{12163359-9A2D-4E54-8739-EC6128543450}"/>
              </a:ext>
            </a:extLst>
          </p:cNvPr>
          <p:cNvSpPr>
            <a:spLocks noGrp="1"/>
          </p:cNvSpPr>
          <p:nvPr/>
        </p:nvSpPr>
        <p:spPr>
          <a:xfrm>
            <a:off x="2976563" y="2857500"/>
            <a:ext cx="104775" cy="547688"/>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865FDB0E-E9B9-4F87-BBB5-7FDAF3D37E51}"/>
              </a:ext>
            </a:extLst>
          </p:cNvPr>
          <p:cNvSpPr>
            <a:spLocks noGrp="1"/>
          </p:cNvSpPr>
          <p:nvPr/>
        </p:nvSpPr>
        <p:spPr>
          <a:xfrm>
            <a:off x="3081338" y="2857500"/>
            <a:ext cx="104775"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439E404E-9B07-462B-BFE6-0D32BD975A98}"/>
              </a:ext>
            </a:extLst>
          </p:cNvPr>
          <p:cNvSpPr>
            <a:spLocks noGrp="1"/>
          </p:cNvSpPr>
          <p:nvPr/>
        </p:nvSpPr>
        <p:spPr>
          <a:xfrm>
            <a:off x="3186113" y="2857500"/>
            <a:ext cx="104775"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783EA93D-2567-4BCB-9DAD-F96187CB09D5}"/>
              </a:ext>
            </a:extLst>
          </p:cNvPr>
          <p:cNvSpPr>
            <a:spLocks noGrp="1"/>
          </p:cNvSpPr>
          <p:nvPr/>
        </p:nvSpPr>
        <p:spPr>
          <a:xfrm>
            <a:off x="3290888" y="2857500"/>
            <a:ext cx="104775"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00E69647-401C-4887-BA3A-E30689C9736D}"/>
              </a:ext>
            </a:extLst>
          </p:cNvPr>
          <p:cNvSpPr>
            <a:spLocks noGrp="1"/>
          </p:cNvSpPr>
          <p:nvPr/>
        </p:nvSpPr>
        <p:spPr>
          <a:xfrm>
            <a:off x="3395663" y="2857500"/>
            <a:ext cx="104775"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1EF37FB5-93A1-46C4-80C2-2937366365AA}"/>
              </a:ext>
            </a:extLst>
          </p:cNvPr>
          <p:cNvSpPr>
            <a:spLocks noGrp="1"/>
          </p:cNvSpPr>
          <p:nvPr/>
        </p:nvSpPr>
        <p:spPr>
          <a:xfrm>
            <a:off x="3500438" y="2857500"/>
            <a:ext cx="104775"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302F13BF-62C6-4C05-B0D5-B33C58421407}"/>
              </a:ext>
            </a:extLst>
          </p:cNvPr>
          <p:cNvSpPr>
            <a:spLocks noGrp="1"/>
          </p:cNvSpPr>
          <p:nvPr/>
        </p:nvSpPr>
        <p:spPr>
          <a:xfrm>
            <a:off x="3605213" y="2857500"/>
            <a:ext cx="104775"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D5AA8796-2DFF-4FCC-ADBD-7DEA4E9DC786}"/>
              </a:ext>
            </a:extLst>
          </p:cNvPr>
          <p:cNvSpPr>
            <a:spLocks noGrp="1"/>
          </p:cNvSpPr>
          <p:nvPr/>
        </p:nvSpPr>
        <p:spPr>
          <a:xfrm>
            <a:off x="3709988" y="2857500"/>
            <a:ext cx="104775"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8519EFF0-DBDE-4F4D-AE43-9E249BF6F905}"/>
              </a:ext>
            </a:extLst>
          </p:cNvPr>
          <p:cNvSpPr>
            <a:spLocks noGrp="1"/>
          </p:cNvSpPr>
          <p:nvPr/>
        </p:nvSpPr>
        <p:spPr>
          <a:xfrm>
            <a:off x="3814763" y="2857500"/>
            <a:ext cx="104775"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E2B8586B-B827-462D-9E05-0FA5FFB6910A}"/>
              </a:ext>
            </a:extLst>
          </p:cNvPr>
          <p:cNvSpPr>
            <a:spLocks noGrp="1"/>
          </p:cNvSpPr>
          <p:nvPr/>
        </p:nvSpPr>
        <p:spPr>
          <a:xfrm>
            <a:off x="3919538" y="2857500"/>
            <a:ext cx="104775"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72CDB0A3-DA9A-470D-800D-666524221A16}"/>
              </a:ext>
            </a:extLst>
          </p:cNvPr>
          <p:cNvSpPr>
            <a:spLocks noGrp="1"/>
          </p:cNvSpPr>
          <p:nvPr/>
        </p:nvSpPr>
        <p:spPr>
          <a:xfrm>
            <a:off x="4024313" y="2857500"/>
            <a:ext cx="104775"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1DF860BB-9EBB-4783-81D1-82B8F0BD956D}"/>
              </a:ext>
            </a:extLst>
          </p:cNvPr>
          <p:cNvSpPr>
            <a:spLocks noGrp="1"/>
          </p:cNvSpPr>
          <p:nvPr/>
        </p:nvSpPr>
        <p:spPr>
          <a:xfrm>
            <a:off x="4129088" y="2857500"/>
            <a:ext cx="104775"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3721C744-3617-4483-872D-CF42F843B501}"/>
              </a:ext>
            </a:extLst>
          </p:cNvPr>
          <p:cNvSpPr>
            <a:spLocks noGrp="1"/>
          </p:cNvSpPr>
          <p:nvPr/>
        </p:nvSpPr>
        <p:spPr>
          <a:xfrm>
            <a:off x="4233863" y="2857500"/>
            <a:ext cx="104775"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146551FB-918E-4306-B20F-B563F15BDE25}"/>
              </a:ext>
            </a:extLst>
          </p:cNvPr>
          <p:cNvSpPr>
            <a:spLocks noGrp="1"/>
          </p:cNvSpPr>
          <p:nvPr/>
        </p:nvSpPr>
        <p:spPr>
          <a:xfrm>
            <a:off x="4338638" y="2857500"/>
            <a:ext cx="104775"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37961029-79EB-4C17-8650-7CE203478D5B}"/>
              </a:ext>
            </a:extLst>
          </p:cNvPr>
          <p:cNvSpPr>
            <a:spLocks noGrp="1"/>
          </p:cNvSpPr>
          <p:nvPr/>
        </p:nvSpPr>
        <p:spPr>
          <a:xfrm>
            <a:off x="4443413" y="2857500"/>
            <a:ext cx="104775"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EE4D52AD-3DC0-49B8-978D-18FCFBD2E923}"/>
              </a:ext>
            </a:extLst>
          </p:cNvPr>
          <p:cNvSpPr>
            <a:spLocks noGrp="1"/>
          </p:cNvSpPr>
          <p:nvPr/>
        </p:nvSpPr>
        <p:spPr>
          <a:xfrm>
            <a:off x="4548188" y="2857500"/>
            <a:ext cx="104775"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426CF624-66E0-4D37-8AEE-C9B8E7D382D0}"/>
              </a:ext>
            </a:extLst>
          </p:cNvPr>
          <p:cNvSpPr>
            <a:spLocks noGrp="1"/>
          </p:cNvSpPr>
          <p:nvPr/>
        </p:nvSpPr>
        <p:spPr>
          <a:xfrm>
            <a:off x="4652963" y="2857500"/>
            <a:ext cx="104775"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3A2C3B3D-9F11-46F5-9249-8D45B5250C93}"/>
              </a:ext>
            </a:extLst>
          </p:cNvPr>
          <p:cNvSpPr>
            <a:spLocks noGrp="1"/>
          </p:cNvSpPr>
          <p:nvPr/>
        </p:nvSpPr>
        <p:spPr>
          <a:xfrm>
            <a:off x="4757738" y="2857500"/>
            <a:ext cx="104775"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46140CA8-535C-49E8-9D96-DFA14AFD258A}"/>
              </a:ext>
            </a:extLst>
          </p:cNvPr>
          <p:cNvSpPr>
            <a:spLocks noGrp="1"/>
          </p:cNvSpPr>
          <p:nvPr/>
        </p:nvSpPr>
        <p:spPr>
          <a:xfrm>
            <a:off x="4862513" y="2857500"/>
            <a:ext cx="104775"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E100B171-8775-448F-BD48-10811B70478D}"/>
              </a:ext>
            </a:extLst>
          </p:cNvPr>
          <p:cNvSpPr>
            <a:spLocks noGrp="1"/>
          </p:cNvSpPr>
          <p:nvPr/>
        </p:nvSpPr>
        <p:spPr>
          <a:xfrm>
            <a:off x="4967288" y="2857500"/>
            <a:ext cx="104775"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7F40960B-FF9B-4098-A6EF-671E981F5210}"/>
              </a:ext>
            </a:extLst>
          </p:cNvPr>
          <p:cNvSpPr>
            <a:spLocks noGrp="1"/>
          </p:cNvSpPr>
          <p:nvPr/>
        </p:nvSpPr>
        <p:spPr>
          <a:xfrm>
            <a:off x="5072063" y="2857500"/>
            <a:ext cx="104775"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520B0206-5206-4CC3-AC32-700C7F7B26F2}"/>
              </a:ext>
            </a:extLst>
          </p:cNvPr>
          <p:cNvSpPr>
            <a:spLocks noGrp="1"/>
          </p:cNvSpPr>
          <p:nvPr/>
        </p:nvSpPr>
        <p:spPr>
          <a:xfrm>
            <a:off x="5176838" y="2857500"/>
            <a:ext cx="104775"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6DAA77C4-1B2B-4EE0-A9AC-1B8E3E543198}"/>
              </a:ext>
            </a:extLst>
          </p:cNvPr>
          <p:cNvSpPr>
            <a:spLocks noGrp="1"/>
          </p:cNvSpPr>
          <p:nvPr/>
        </p:nvSpPr>
        <p:spPr>
          <a:xfrm>
            <a:off x="5281613" y="2857500"/>
            <a:ext cx="104775"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B6291F11-2B97-484F-8928-F01CAA49CD90}"/>
              </a:ext>
            </a:extLst>
          </p:cNvPr>
          <p:cNvSpPr>
            <a:spLocks noGrp="1"/>
          </p:cNvSpPr>
          <p:nvPr/>
        </p:nvSpPr>
        <p:spPr>
          <a:xfrm>
            <a:off x="5386388" y="2857500"/>
            <a:ext cx="104775"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175F05DF-8594-482B-B440-8CBE9F407E99}"/>
              </a:ext>
            </a:extLst>
          </p:cNvPr>
          <p:cNvSpPr>
            <a:spLocks noGrp="1"/>
          </p:cNvSpPr>
          <p:nvPr/>
        </p:nvSpPr>
        <p:spPr>
          <a:xfrm>
            <a:off x="5491163" y="2857500"/>
            <a:ext cx="104775"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21A17B61-0707-4356-9CE6-F8A7E5AC029F}"/>
              </a:ext>
            </a:extLst>
          </p:cNvPr>
          <p:cNvSpPr>
            <a:spLocks noGrp="1"/>
          </p:cNvSpPr>
          <p:nvPr/>
        </p:nvSpPr>
        <p:spPr>
          <a:xfrm>
            <a:off x="5595938" y="2857500"/>
            <a:ext cx="104775"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A6463180-13D9-4F17-B336-AAC191D1F3F2}"/>
              </a:ext>
            </a:extLst>
          </p:cNvPr>
          <p:cNvSpPr>
            <a:spLocks noGrp="1"/>
          </p:cNvSpPr>
          <p:nvPr/>
        </p:nvSpPr>
        <p:spPr>
          <a:xfrm>
            <a:off x="5700713" y="2857500"/>
            <a:ext cx="104775"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CF857979-D569-4267-AC0D-F64CA843E8DA}"/>
              </a:ext>
            </a:extLst>
          </p:cNvPr>
          <p:cNvSpPr>
            <a:spLocks noGrp="1"/>
          </p:cNvSpPr>
          <p:nvPr/>
        </p:nvSpPr>
        <p:spPr>
          <a:xfrm>
            <a:off x="5805488" y="2857500"/>
            <a:ext cx="104775"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B67B2696-9D74-4D14-9D36-1E24A9278F84}"/>
              </a:ext>
            </a:extLst>
          </p:cNvPr>
          <p:cNvSpPr>
            <a:spLocks noGrp="1"/>
          </p:cNvSpPr>
          <p:nvPr/>
        </p:nvSpPr>
        <p:spPr>
          <a:xfrm>
            <a:off x="5910263" y="2857500"/>
            <a:ext cx="104775"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DCCCD619-DFD4-46A3-9D4B-556D76BFD44F}"/>
              </a:ext>
            </a:extLst>
          </p:cNvPr>
          <p:cNvSpPr>
            <a:spLocks noGrp="1"/>
          </p:cNvSpPr>
          <p:nvPr/>
        </p:nvSpPr>
        <p:spPr>
          <a:xfrm>
            <a:off x="6015038" y="2857500"/>
            <a:ext cx="104775"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CBA6CA63-94A0-4521-BDAF-B670040E83B2}"/>
              </a:ext>
            </a:extLst>
          </p:cNvPr>
          <p:cNvSpPr>
            <a:spLocks noGrp="1"/>
          </p:cNvSpPr>
          <p:nvPr/>
        </p:nvSpPr>
        <p:spPr>
          <a:xfrm>
            <a:off x="6119813" y="2857500"/>
            <a:ext cx="104775"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71EF2396-E781-4205-BF0C-07102CBD92BC}"/>
              </a:ext>
            </a:extLst>
          </p:cNvPr>
          <p:cNvSpPr>
            <a:spLocks noGrp="1"/>
          </p:cNvSpPr>
          <p:nvPr/>
        </p:nvSpPr>
        <p:spPr>
          <a:xfrm>
            <a:off x="6224588" y="2857500"/>
            <a:ext cx="104775"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3FF2DE69-4943-4A51-AE3F-40D1DC610F5A}"/>
              </a:ext>
            </a:extLst>
          </p:cNvPr>
          <p:cNvSpPr>
            <a:spLocks noGrp="1"/>
          </p:cNvSpPr>
          <p:nvPr/>
        </p:nvSpPr>
        <p:spPr>
          <a:xfrm>
            <a:off x="6329363" y="2857500"/>
            <a:ext cx="104775"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B1554599-79C8-46CB-9195-AA8B8969C71F}"/>
              </a:ext>
            </a:extLst>
          </p:cNvPr>
          <p:cNvSpPr>
            <a:spLocks noGrp="1"/>
          </p:cNvSpPr>
          <p:nvPr/>
        </p:nvSpPr>
        <p:spPr>
          <a:xfrm>
            <a:off x="6434138" y="2857500"/>
            <a:ext cx="104775"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B343F19B-BCB6-4351-ABF2-6C8431E3066D}"/>
              </a:ext>
            </a:extLst>
          </p:cNvPr>
          <p:cNvSpPr>
            <a:spLocks noGrp="1"/>
          </p:cNvSpPr>
          <p:nvPr/>
        </p:nvSpPr>
        <p:spPr>
          <a:xfrm>
            <a:off x="6538913" y="2857500"/>
            <a:ext cx="104775"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0F196A3D-8DD5-4A77-9E89-54F059594ADD}"/>
              </a:ext>
            </a:extLst>
          </p:cNvPr>
          <p:cNvSpPr>
            <a:spLocks noGrp="1"/>
          </p:cNvSpPr>
          <p:nvPr/>
        </p:nvSpPr>
        <p:spPr>
          <a:xfrm>
            <a:off x="6643688" y="2857500"/>
            <a:ext cx="104775"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AD945D38-166D-4BFC-8FE0-77F9186324D7}"/>
              </a:ext>
            </a:extLst>
          </p:cNvPr>
          <p:cNvSpPr>
            <a:spLocks noGrp="1"/>
          </p:cNvSpPr>
          <p:nvPr/>
        </p:nvSpPr>
        <p:spPr>
          <a:xfrm>
            <a:off x="6748463" y="2857500"/>
            <a:ext cx="104775"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A6CDEAF0-1178-4AC6-B42E-9A2BB4F8431C}"/>
              </a:ext>
            </a:extLst>
          </p:cNvPr>
          <p:cNvSpPr>
            <a:spLocks noGrp="1"/>
          </p:cNvSpPr>
          <p:nvPr/>
        </p:nvSpPr>
        <p:spPr>
          <a:xfrm>
            <a:off x="6853238" y="2857500"/>
            <a:ext cx="104775"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5A84BB87-7EBA-49A2-91FC-9574D1078C6A}"/>
              </a:ext>
            </a:extLst>
          </p:cNvPr>
          <p:cNvSpPr>
            <a:spLocks noGrp="1"/>
          </p:cNvSpPr>
          <p:nvPr/>
        </p:nvSpPr>
        <p:spPr>
          <a:xfrm>
            <a:off x="6958013" y="2857500"/>
            <a:ext cx="104775"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C83F86E3-10FE-455C-B8E6-089AECABDE8C}"/>
              </a:ext>
            </a:extLst>
          </p:cNvPr>
          <p:cNvSpPr>
            <a:spLocks noGrp="1"/>
          </p:cNvSpPr>
          <p:nvPr/>
        </p:nvSpPr>
        <p:spPr>
          <a:xfrm>
            <a:off x="7062788" y="2857500"/>
            <a:ext cx="104775"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453322DB-5D22-492C-A7ED-2B0EEFBD14B1}"/>
              </a:ext>
            </a:extLst>
          </p:cNvPr>
          <p:cNvSpPr>
            <a:spLocks noGrp="1"/>
          </p:cNvSpPr>
          <p:nvPr/>
        </p:nvSpPr>
        <p:spPr>
          <a:xfrm>
            <a:off x="7167563" y="2857500"/>
            <a:ext cx="104775"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CD6A976A-1C1D-489C-AD01-62D64AE826DC}"/>
              </a:ext>
            </a:extLst>
          </p:cNvPr>
          <p:cNvSpPr>
            <a:spLocks noGrp="1"/>
          </p:cNvSpPr>
          <p:nvPr/>
        </p:nvSpPr>
        <p:spPr>
          <a:xfrm>
            <a:off x="7272338" y="2857500"/>
            <a:ext cx="104775"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228C4E64-7240-4129-9AE1-D72189B96413}"/>
              </a:ext>
            </a:extLst>
          </p:cNvPr>
          <p:cNvSpPr>
            <a:spLocks noGrp="1"/>
          </p:cNvSpPr>
          <p:nvPr/>
        </p:nvSpPr>
        <p:spPr>
          <a:xfrm>
            <a:off x="7377113" y="2857500"/>
            <a:ext cx="104775"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A93A1A9E-F928-4AD6-8F32-E500DC4D8D60}"/>
              </a:ext>
            </a:extLst>
          </p:cNvPr>
          <p:cNvSpPr>
            <a:spLocks noGrp="1"/>
          </p:cNvSpPr>
          <p:nvPr/>
        </p:nvSpPr>
        <p:spPr>
          <a:xfrm>
            <a:off x="7481888" y="2857500"/>
            <a:ext cx="104775"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BDC746DD-0764-4C43-B8E4-6D6B5AF5D62D}"/>
              </a:ext>
            </a:extLst>
          </p:cNvPr>
          <p:cNvSpPr>
            <a:spLocks noGrp="1"/>
          </p:cNvSpPr>
          <p:nvPr/>
        </p:nvSpPr>
        <p:spPr>
          <a:xfrm>
            <a:off x="7586663" y="2857500"/>
            <a:ext cx="104775"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F6E67712-7E81-44C5-94F9-A4CE355CA9DB}"/>
              </a:ext>
            </a:extLst>
          </p:cNvPr>
          <p:cNvSpPr>
            <a:spLocks noGrp="1"/>
          </p:cNvSpPr>
          <p:nvPr/>
        </p:nvSpPr>
        <p:spPr>
          <a:xfrm>
            <a:off x="7691438" y="2857500"/>
            <a:ext cx="104775"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1F165300-CDDC-46A7-8686-C28AC78B3693}"/>
              </a:ext>
            </a:extLst>
          </p:cNvPr>
          <p:cNvSpPr>
            <a:spLocks noGrp="1"/>
          </p:cNvSpPr>
          <p:nvPr/>
        </p:nvSpPr>
        <p:spPr>
          <a:xfrm>
            <a:off x="7796213" y="2857500"/>
            <a:ext cx="104775"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EDF5C37D-23A2-42AA-A496-9C784628F8D0}"/>
              </a:ext>
            </a:extLst>
          </p:cNvPr>
          <p:cNvSpPr>
            <a:spLocks noGrp="1"/>
          </p:cNvSpPr>
          <p:nvPr/>
        </p:nvSpPr>
        <p:spPr>
          <a:xfrm>
            <a:off x="7900988" y="2857500"/>
            <a:ext cx="104775"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D73D59C0-FADA-4149-9B1D-15DD5BEEC136}"/>
              </a:ext>
            </a:extLst>
          </p:cNvPr>
          <p:cNvSpPr>
            <a:spLocks noGrp="1"/>
          </p:cNvSpPr>
          <p:nvPr/>
        </p:nvSpPr>
        <p:spPr>
          <a:xfrm>
            <a:off x="8005763" y="2857500"/>
            <a:ext cx="104775"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273166D4-FCF5-42E1-A8E3-971749534544}"/>
              </a:ext>
            </a:extLst>
          </p:cNvPr>
          <p:cNvSpPr>
            <a:spLocks noGrp="1"/>
          </p:cNvSpPr>
          <p:nvPr/>
        </p:nvSpPr>
        <p:spPr>
          <a:xfrm>
            <a:off x="8110538" y="2857500"/>
            <a:ext cx="104775"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C7F27C55-5CEF-478E-9185-3D26193B061D}"/>
              </a:ext>
            </a:extLst>
          </p:cNvPr>
          <p:cNvSpPr>
            <a:spLocks noGrp="1"/>
          </p:cNvSpPr>
          <p:nvPr/>
        </p:nvSpPr>
        <p:spPr>
          <a:xfrm>
            <a:off x="8215313" y="2857500"/>
            <a:ext cx="104775"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279182E2-97BF-4FE6-B284-D998C3B1BCB4}"/>
              </a:ext>
            </a:extLst>
          </p:cNvPr>
          <p:cNvSpPr>
            <a:spLocks noGrp="1"/>
          </p:cNvSpPr>
          <p:nvPr/>
        </p:nvSpPr>
        <p:spPr>
          <a:xfrm>
            <a:off x="8320088" y="2857500"/>
            <a:ext cx="104775"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AE3A7C90-2890-46DD-8699-54C6FFEBB4E6}"/>
              </a:ext>
            </a:extLst>
          </p:cNvPr>
          <p:cNvSpPr>
            <a:spLocks noGrp="1"/>
          </p:cNvSpPr>
          <p:nvPr/>
        </p:nvSpPr>
        <p:spPr>
          <a:xfrm>
            <a:off x="8424863" y="2857500"/>
            <a:ext cx="104775"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7565A257-440F-4AF1-AF22-661C1EA2EA8B}"/>
              </a:ext>
            </a:extLst>
          </p:cNvPr>
          <p:cNvSpPr>
            <a:spLocks noGrp="1"/>
          </p:cNvSpPr>
          <p:nvPr/>
        </p:nvSpPr>
        <p:spPr>
          <a:xfrm>
            <a:off x="8529638" y="2857500"/>
            <a:ext cx="104775"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BF992B71-155C-4E4D-9F00-4CE7246A9061}"/>
              </a:ext>
            </a:extLst>
          </p:cNvPr>
          <p:cNvSpPr>
            <a:spLocks noGrp="1"/>
          </p:cNvSpPr>
          <p:nvPr/>
        </p:nvSpPr>
        <p:spPr>
          <a:xfrm>
            <a:off x="8634413" y="2857500"/>
            <a:ext cx="104775"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27197F33-988E-4E3F-9DDA-369C5652F7F2}"/>
              </a:ext>
            </a:extLst>
          </p:cNvPr>
          <p:cNvSpPr>
            <a:spLocks noGrp="1"/>
          </p:cNvSpPr>
          <p:nvPr/>
        </p:nvSpPr>
        <p:spPr>
          <a:xfrm>
            <a:off x="8739188" y="2857500"/>
            <a:ext cx="104775"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48DB3D24-22DB-454D-B6BD-F9EC3D6F2B0E}"/>
              </a:ext>
            </a:extLst>
          </p:cNvPr>
          <p:cNvSpPr>
            <a:spLocks noGrp="1"/>
          </p:cNvSpPr>
          <p:nvPr/>
        </p:nvSpPr>
        <p:spPr>
          <a:xfrm>
            <a:off x="8843963" y="2857500"/>
            <a:ext cx="104775"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55695B02-5000-4131-BA6C-A13DBEF719F2}"/>
              </a:ext>
            </a:extLst>
          </p:cNvPr>
          <p:cNvSpPr>
            <a:spLocks noGrp="1"/>
          </p:cNvSpPr>
          <p:nvPr/>
        </p:nvSpPr>
        <p:spPr>
          <a:xfrm>
            <a:off x="8948738" y="2857500"/>
            <a:ext cx="104775"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D0BDCF48-7268-432B-927F-43C3196560F0}"/>
              </a:ext>
            </a:extLst>
          </p:cNvPr>
          <p:cNvSpPr>
            <a:spLocks noGrp="1"/>
          </p:cNvSpPr>
          <p:nvPr/>
        </p:nvSpPr>
        <p:spPr>
          <a:xfrm>
            <a:off x="9053513" y="2857500"/>
            <a:ext cx="104775"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FC7EE868-315D-4953-8DA1-13E8ACFF87C4}"/>
              </a:ext>
            </a:extLst>
          </p:cNvPr>
          <p:cNvSpPr>
            <a:spLocks noGrp="1"/>
          </p:cNvSpPr>
          <p:nvPr/>
        </p:nvSpPr>
        <p:spPr>
          <a:xfrm>
            <a:off x="9158288" y="2857500"/>
            <a:ext cx="104775"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FA1D95CC-111F-472B-8358-BBA67B7D3400}"/>
              </a:ext>
            </a:extLst>
          </p:cNvPr>
          <p:cNvSpPr>
            <a:spLocks noGrp="1"/>
          </p:cNvSpPr>
          <p:nvPr/>
        </p:nvSpPr>
        <p:spPr>
          <a:xfrm>
            <a:off x="9263063" y="2857500"/>
            <a:ext cx="104775"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2641948D-044B-4E2E-9D50-03C559724C74}"/>
              </a:ext>
            </a:extLst>
          </p:cNvPr>
          <p:cNvSpPr>
            <a:spLocks noGrp="1"/>
          </p:cNvSpPr>
          <p:nvPr/>
        </p:nvSpPr>
        <p:spPr>
          <a:xfrm>
            <a:off x="9367838" y="2857500"/>
            <a:ext cx="104775"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54C66BBD-153F-4245-A63B-0253B1320ED6}"/>
              </a:ext>
            </a:extLst>
          </p:cNvPr>
          <p:cNvSpPr>
            <a:spLocks noGrp="1"/>
          </p:cNvSpPr>
          <p:nvPr/>
        </p:nvSpPr>
        <p:spPr>
          <a:xfrm>
            <a:off x="9472613" y="2857500"/>
            <a:ext cx="104775"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B77BD1E6-40A8-49B0-BA5C-4FBCCFF17732}"/>
              </a:ext>
            </a:extLst>
          </p:cNvPr>
          <p:cNvSpPr>
            <a:spLocks noGrp="1"/>
          </p:cNvSpPr>
          <p:nvPr/>
        </p:nvSpPr>
        <p:spPr>
          <a:xfrm>
            <a:off x="9577388" y="2857500"/>
            <a:ext cx="104775"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88A8EC2C-F76E-4308-98F1-A625E2380B82}"/>
              </a:ext>
            </a:extLst>
          </p:cNvPr>
          <p:cNvSpPr>
            <a:spLocks noGrp="1"/>
          </p:cNvSpPr>
          <p:nvPr/>
        </p:nvSpPr>
        <p:spPr>
          <a:xfrm>
            <a:off x="9682163" y="2857500"/>
            <a:ext cx="104775"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DAF83373-B2E9-47EB-AB62-A1E862260BC0}"/>
              </a:ext>
            </a:extLst>
          </p:cNvPr>
          <p:cNvSpPr>
            <a:spLocks noGrp="1"/>
          </p:cNvSpPr>
          <p:nvPr/>
        </p:nvSpPr>
        <p:spPr>
          <a:xfrm>
            <a:off x="9786938" y="2857500"/>
            <a:ext cx="104775"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0D037892-B638-4DB6-885D-1F0FA5585481}"/>
              </a:ext>
            </a:extLst>
          </p:cNvPr>
          <p:cNvSpPr>
            <a:spLocks noGrp="1"/>
          </p:cNvSpPr>
          <p:nvPr/>
        </p:nvSpPr>
        <p:spPr>
          <a:xfrm>
            <a:off x="9891713" y="2857500"/>
            <a:ext cx="104775"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D2EC3557-A9E8-44B8-90B6-AF1CD52B066F}"/>
              </a:ext>
            </a:extLst>
          </p:cNvPr>
          <p:cNvSpPr>
            <a:spLocks noGrp="1"/>
          </p:cNvSpPr>
          <p:nvPr/>
        </p:nvSpPr>
        <p:spPr>
          <a:xfrm>
            <a:off x="9996488" y="2857500"/>
            <a:ext cx="104775"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B13B3C6F-8D78-45CE-B477-4D6C66F87CF6}"/>
              </a:ext>
            </a:extLst>
          </p:cNvPr>
          <p:cNvSpPr>
            <a:spLocks noGrp="1"/>
          </p:cNvSpPr>
          <p:nvPr/>
        </p:nvSpPr>
        <p:spPr>
          <a:xfrm>
            <a:off x="10101263" y="2857500"/>
            <a:ext cx="104775"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8869E5F2-AFFC-4E92-B3AB-2E4EDDDCA6BA}"/>
              </a:ext>
            </a:extLst>
          </p:cNvPr>
          <p:cNvSpPr>
            <a:spLocks noGrp="1"/>
          </p:cNvSpPr>
          <p:nvPr/>
        </p:nvSpPr>
        <p:spPr>
          <a:xfrm>
            <a:off x="10206038" y="2857500"/>
            <a:ext cx="104775"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45930618-22BF-42CB-ABF8-F238438F3F28}"/>
              </a:ext>
            </a:extLst>
          </p:cNvPr>
          <p:cNvSpPr>
            <a:spLocks noGrp="1"/>
          </p:cNvSpPr>
          <p:nvPr/>
        </p:nvSpPr>
        <p:spPr>
          <a:xfrm>
            <a:off x="10310813" y="2857500"/>
            <a:ext cx="104775"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354A3FC4-1E35-4AC1-8A96-47526BFE903B}"/>
              </a:ext>
            </a:extLst>
          </p:cNvPr>
          <p:cNvSpPr>
            <a:spLocks noGrp="1"/>
          </p:cNvSpPr>
          <p:nvPr/>
        </p:nvSpPr>
        <p:spPr>
          <a:xfrm>
            <a:off x="10415588" y="2857500"/>
            <a:ext cx="104775"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A1A3B77B-D064-48F1-A587-0FC182A1B296}"/>
              </a:ext>
            </a:extLst>
          </p:cNvPr>
          <p:cNvSpPr>
            <a:spLocks noGrp="1"/>
          </p:cNvSpPr>
          <p:nvPr/>
        </p:nvSpPr>
        <p:spPr>
          <a:xfrm>
            <a:off x="10520363" y="2857500"/>
            <a:ext cx="104775" cy="547688"/>
          </a:xfrm>
          <a:prstGeom prst="rect">
            <a:avLst/>
          </a:prstGeom>
          <a:solidFill>
            <a:srgbClr val="FFFFFF"/>
          </a:solidFill>
          <a:ln w="13097">
            <a:solidFill>
              <a:srgbClr val="172B4D"/>
            </a:solidFill>
          </a:ln>
        </p:spPr>
      </p:sp>
      <p:sp>
        <p:nvSpPr>
          <p:cNvPr id="80" name="object-80">
            <a:extLst>
              <a:ext uri="{FF2B5EF4-FFF2-40B4-BE49-F238E27FC236}">
                <a16:creationId xmlns:a16="http://schemas.microsoft.com/office/drawing/2014/main" id="{645E3B0C-46C2-4154-AF20-A2319D444849}"/>
              </a:ext>
            </a:extLst>
          </p:cNvPr>
          <p:cNvSpPr>
            <a:spLocks noGrp="1"/>
          </p:cNvSpPr>
          <p:nvPr/>
        </p:nvSpPr>
        <p:spPr>
          <a:xfrm>
            <a:off x="10625138" y="2857500"/>
            <a:ext cx="104775" cy="547688"/>
          </a:xfrm>
          <a:prstGeom prst="rect">
            <a:avLst/>
          </a:prstGeom>
          <a:solidFill>
            <a:srgbClr val="FFFFFF"/>
          </a:solidFill>
          <a:ln w="13097">
            <a:solidFill>
              <a:srgbClr val="172B4D"/>
            </a:solidFill>
          </a:ln>
        </p:spPr>
      </p:sp>
      <p:sp>
        <p:nvSpPr>
          <p:cNvPr id="81" name="object-81">
            <a:extLst>
              <a:ext uri="{FF2B5EF4-FFF2-40B4-BE49-F238E27FC236}">
                <a16:creationId xmlns:a16="http://schemas.microsoft.com/office/drawing/2014/main" id="{4140FAB5-575B-4DFB-BCB9-464FF1CEA3B6}"/>
              </a:ext>
            </a:extLst>
          </p:cNvPr>
          <p:cNvSpPr>
            <a:spLocks noGrp="1"/>
          </p:cNvSpPr>
          <p:nvPr/>
        </p:nvSpPr>
        <p:spPr>
          <a:xfrm>
            <a:off x="10729913" y="2857500"/>
            <a:ext cx="104775" cy="547688"/>
          </a:xfrm>
          <a:prstGeom prst="rect">
            <a:avLst/>
          </a:prstGeom>
          <a:solidFill>
            <a:srgbClr val="FFFFFF"/>
          </a:solidFill>
          <a:ln w="13097">
            <a:solidFill>
              <a:srgbClr val="172B4D"/>
            </a:solidFill>
          </a:ln>
        </p:spPr>
      </p:sp>
      <p:sp>
        <p:nvSpPr>
          <p:cNvPr id="82" name="object-82">
            <a:extLst>
              <a:ext uri="{FF2B5EF4-FFF2-40B4-BE49-F238E27FC236}">
                <a16:creationId xmlns:a16="http://schemas.microsoft.com/office/drawing/2014/main" id="{259BE725-3EC1-4D1C-A53F-73962FA459E8}"/>
              </a:ext>
            </a:extLst>
          </p:cNvPr>
          <p:cNvSpPr>
            <a:spLocks noGrp="1"/>
          </p:cNvSpPr>
          <p:nvPr/>
        </p:nvSpPr>
        <p:spPr>
          <a:xfrm>
            <a:off x="10834688" y="2857500"/>
            <a:ext cx="104775" cy="547688"/>
          </a:xfrm>
          <a:prstGeom prst="rect">
            <a:avLst/>
          </a:prstGeom>
          <a:solidFill>
            <a:srgbClr val="FFFFFF"/>
          </a:solidFill>
          <a:ln w="13097">
            <a:solidFill>
              <a:srgbClr val="172B4D"/>
            </a:solidFill>
          </a:ln>
        </p:spPr>
      </p:sp>
      <p:sp>
        <p:nvSpPr>
          <p:cNvPr id="83" name="object-83">
            <a:extLst>
              <a:ext uri="{FF2B5EF4-FFF2-40B4-BE49-F238E27FC236}">
                <a16:creationId xmlns:a16="http://schemas.microsoft.com/office/drawing/2014/main" id="{930562C7-3086-4D02-8A0C-4B209BB31ADE}"/>
              </a:ext>
            </a:extLst>
          </p:cNvPr>
          <p:cNvSpPr>
            <a:spLocks noGrp="1"/>
          </p:cNvSpPr>
          <p:nvPr/>
        </p:nvSpPr>
        <p:spPr>
          <a:xfrm>
            <a:off x="10939463" y="2857500"/>
            <a:ext cx="104775" cy="547688"/>
          </a:xfrm>
          <a:prstGeom prst="rect">
            <a:avLst/>
          </a:prstGeom>
          <a:solidFill>
            <a:srgbClr val="FFFFFF"/>
          </a:solidFill>
          <a:ln w="13097">
            <a:solidFill>
              <a:srgbClr val="172B4D"/>
            </a:solidFill>
          </a:ln>
        </p:spPr>
      </p:sp>
      <p:sp>
        <p:nvSpPr>
          <p:cNvPr id="84" name="object-84">
            <a:extLst>
              <a:ext uri="{FF2B5EF4-FFF2-40B4-BE49-F238E27FC236}">
                <a16:creationId xmlns:a16="http://schemas.microsoft.com/office/drawing/2014/main" id="{37FB0FBC-F2CB-44FD-88AB-80FB2D07D646}"/>
              </a:ext>
            </a:extLst>
          </p:cNvPr>
          <p:cNvSpPr>
            <a:spLocks noGrp="1"/>
          </p:cNvSpPr>
          <p:nvPr/>
        </p:nvSpPr>
        <p:spPr>
          <a:xfrm>
            <a:off x="11044238" y="2857500"/>
            <a:ext cx="104775" cy="547688"/>
          </a:xfrm>
          <a:prstGeom prst="rect">
            <a:avLst/>
          </a:prstGeom>
          <a:solidFill>
            <a:srgbClr val="FFFFFF"/>
          </a:solidFill>
          <a:ln w="13097">
            <a:solidFill>
              <a:srgbClr val="172B4D"/>
            </a:solidFill>
          </a:ln>
        </p:spPr>
      </p:sp>
      <p:sp>
        <p:nvSpPr>
          <p:cNvPr id="85" name="object-85">
            <a:extLst>
              <a:ext uri="{FF2B5EF4-FFF2-40B4-BE49-F238E27FC236}">
                <a16:creationId xmlns:a16="http://schemas.microsoft.com/office/drawing/2014/main" id="{36D1071F-7334-4A29-AC4A-C7FE89B20612}"/>
              </a:ext>
            </a:extLst>
          </p:cNvPr>
          <p:cNvSpPr>
            <a:spLocks noGrp="1"/>
          </p:cNvSpPr>
          <p:nvPr/>
        </p:nvSpPr>
        <p:spPr>
          <a:xfrm>
            <a:off x="11149013" y="2857500"/>
            <a:ext cx="104775" cy="547688"/>
          </a:xfrm>
          <a:prstGeom prst="rect">
            <a:avLst/>
          </a:prstGeom>
          <a:solidFill>
            <a:srgbClr val="FFFFFF"/>
          </a:solidFill>
          <a:ln w="13097">
            <a:solidFill>
              <a:srgbClr val="172B4D"/>
            </a:solidFill>
          </a:ln>
        </p:spPr>
      </p:sp>
      <p:sp>
        <p:nvSpPr>
          <p:cNvPr id="86" name="object-86">
            <a:extLst>
              <a:ext uri="{FF2B5EF4-FFF2-40B4-BE49-F238E27FC236}">
                <a16:creationId xmlns:a16="http://schemas.microsoft.com/office/drawing/2014/main" id="{6B414949-8594-41CA-AAC2-5A7F67D2A5C6}"/>
              </a:ext>
            </a:extLst>
          </p:cNvPr>
          <p:cNvSpPr>
            <a:spLocks noGrp="1"/>
          </p:cNvSpPr>
          <p:nvPr/>
        </p:nvSpPr>
        <p:spPr>
          <a:xfrm>
            <a:off x="11253788" y="2857500"/>
            <a:ext cx="104775" cy="547688"/>
          </a:xfrm>
          <a:prstGeom prst="rect">
            <a:avLst/>
          </a:prstGeom>
          <a:solidFill>
            <a:srgbClr val="FFFFFF"/>
          </a:solidFill>
          <a:ln w="13097">
            <a:solidFill>
              <a:srgbClr val="172B4D"/>
            </a:solidFill>
          </a:ln>
        </p:spPr>
      </p:sp>
      <p:sp>
        <p:nvSpPr>
          <p:cNvPr id="87" name="object-87">
            <a:extLst>
              <a:ext uri="{FF2B5EF4-FFF2-40B4-BE49-F238E27FC236}">
                <a16:creationId xmlns:a16="http://schemas.microsoft.com/office/drawing/2014/main" id="{B776BED7-43D9-4AB7-9D21-D0725B9038CF}"/>
              </a:ext>
            </a:extLst>
          </p:cNvPr>
          <p:cNvSpPr>
            <a:spLocks noGrp="1"/>
          </p:cNvSpPr>
          <p:nvPr/>
        </p:nvSpPr>
        <p:spPr>
          <a:xfrm>
            <a:off x="11358563" y="2857500"/>
            <a:ext cx="104775" cy="547688"/>
          </a:xfrm>
          <a:prstGeom prst="rect">
            <a:avLst/>
          </a:prstGeom>
          <a:solidFill>
            <a:srgbClr val="FFFFFF"/>
          </a:solidFill>
          <a:ln w="13097">
            <a:solidFill>
              <a:srgbClr val="172B4D"/>
            </a:solidFill>
          </a:ln>
        </p:spPr>
      </p:sp>
      <p:sp>
        <p:nvSpPr>
          <p:cNvPr id="88" name="object-88">
            <a:extLst>
              <a:ext uri="{FF2B5EF4-FFF2-40B4-BE49-F238E27FC236}">
                <a16:creationId xmlns:a16="http://schemas.microsoft.com/office/drawing/2014/main" id="{24CC2F51-F706-4E8C-8EC1-7B6F4B3F9F13}"/>
              </a:ext>
            </a:extLst>
          </p:cNvPr>
          <p:cNvSpPr>
            <a:spLocks noGrp="1"/>
          </p:cNvSpPr>
          <p:nvPr/>
        </p:nvSpPr>
        <p:spPr>
          <a:xfrm>
            <a:off x="11463338" y="2857500"/>
            <a:ext cx="104775" cy="547688"/>
          </a:xfrm>
          <a:prstGeom prst="rect">
            <a:avLst/>
          </a:prstGeom>
          <a:solidFill>
            <a:srgbClr val="FFFFFF"/>
          </a:solidFill>
          <a:ln w="13097">
            <a:solidFill>
              <a:srgbClr val="172B4D"/>
            </a:solidFill>
          </a:ln>
        </p:spPr>
      </p:sp>
      <p:sp>
        <p:nvSpPr>
          <p:cNvPr id="89" name="object-89">
            <a:extLst>
              <a:ext uri="{FF2B5EF4-FFF2-40B4-BE49-F238E27FC236}">
                <a16:creationId xmlns:a16="http://schemas.microsoft.com/office/drawing/2014/main" id="{F9B56DFE-895E-49F4-9D23-19AF8A390BCB}"/>
              </a:ext>
            </a:extLst>
          </p:cNvPr>
          <p:cNvSpPr>
            <a:spLocks noGrp="1"/>
          </p:cNvSpPr>
          <p:nvPr/>
        </p:nvSpPr>
        <p:spPr>
          <a:xfrm>
            <a:off x="11568113" y="2857500"/>
            <a:ext cx="104775" cy="547688"/>
          </a:xfrm>
          <a:prstGeom prst="rect">
            <a:avLst/>
          </a:prstGeom>
          <a:solidFill>
            <a:srgbClr val="FFFFFF"/>
          </a:solidFill>
          <a:ln w="13097">
            <a:solidFill>
              <a:srgbClr val="172B4D"/>
            </a:solidFill>
          </a:ln>
        </p:spPr>
      </p:sp>
      <p:sp>
        <p:nvSpPr>
          <p:cNvPr id="90" name="object-90">
            <a:extLst>
              <a:ext uri="{FF2B5EF4-FFF2-40B4-BE49-F238E27FC236}">
                <a16:creationId xmlns:a16="http://schemas.microsoft.com/office/drawing/2014/main" id="{FB4B367B-8460-43F3-847C-84F829856541}"/>
              </a:ext>
            </a:extLst>
          </p:cNvPr>
          <p:cNvSpPr>
            <a:spLocks noGrp="1"/>
          </p:cNvSpPr>
          <p:nvPr/>
        </p:nvSpPr>
        <p:spPr>
          <a:xfrm>
            <a:off x="11672888" y="2857500"/>
            <a:ext cx="104775" cy="547688"/>
          </a:xfrm>
          <a:prstGeom prst="rect">
            <a:avLst/>
          </a:prstGeom>
          <a:solidFill>
            <a:srgbClr val="FFFFFF"/>
          </a:solidFill>
          <a:ln w="13097">
            <a:solidFill>
              <a:srgbClr val="172B4D"/>
            </a:solidFill>
          </a:ln>
        </p:spPr>
      </p:sp>
      <p:sp>
        <p:nvSpPr>
          <p:cNvPr id="91" name="object-91">
            <a:extLst>
              <a:ext uri="{FF2B5EF4-FFF2-40B4-BE49-F238E27FC236}">
                <a16:creationId xmlns:a16="http://schemas.microsoft.com/office/drawing/2014/main" id="{CF0D98C0-A84C-41D9-A9D5-A9551085B47C}"/>
              </a:ext>
            </a:extLst>
          </p:cNvPr>
          <p:cNvSpPr>
            <a:spLocks noGrp="1"/>
          </p:cNvSpPr>
          <p:nvPr/>
        </p:nvSpPr>
        <p:spPr>
          <a:xfrm>
            <a:off x="11777663" y="2857500"/>
            <a:ext cx="104775" cy="547688"/>
          </a:xfrm>
          <a:prstGeom prst="rect">
            <a:avLst/>
          </a:prstGeom>
          <a:solidFill>
            <a:srgbClr val="FFFFFF"/>
          </a:solidFill>
          <a:ln w="13097">
            <a:solidFill>
              <a:srgbClr val="172B4D"/>
            </a:solidFill>
          </a:ln>
        </p:spPr>
      </p:sp>
      <p:sp>
        <p:nvSpPr>
          <p:cNvPr id="92" name="object-92">
            <a:extLst>
              <a:ext uri="{FF2B5EF4-FFF2-40B4-BE49-F238E27FC236}">
                <a16:creationId xmlns:a16="http://schemas.microsoft.com/office/drawing/2014/main" id="{44BF8867-4D1E-4361-9DC2-28C1E649B257}"/>
              </a:ext>
            </a:extLst>
          </p:cNvPr>
          <p:cNvSpPr>
            <a:spLocks noGrp="1"/>
          </p:cNvSpPr>
          <p:nvPr/>
        </p:nvSpPr>
        <p:spPr>
          <a:xfrm>
            <a:off x="11882438" y="2857500"/>
            <a:ext cx="104775" cy="547688"/>
          </a:xfrm>
          <a:prstGeom prst="rect">
            <a:avLst/>
          </a:prstGeom>
          <a:solidFill>
            <a:srgbClr val="FFFFFF"/>
          </a:solidFill>
          <a:ln w="13097">
            <a:solidFill>
              <a:srgbClr val="172B4D"/>
            </a:solidFill>
          </a:ln>
        </p:spPr>
      </p:sp>
      <p:sp>
        <p:nvSpPr>
          <p:cNvPr id="93" name="object-93">
            <a:extLst>
              <a:ext uri="{FF2B5EF4-FFF2-40B4-BE49-F238E27FC236}">
                <a16:creationId xmlns:a16="http://schemas.microsoft.com/office/drawing/2014/main" id="{E0EB0871-33EE-40FD-9D55-63D249A38C23}"/>
              </a:ext>
            </a:extLst>
          </p:cNvPr>
          <p:cNvSpPr>
            <a:spLocks noGrp="1"/>
          </p:cNvSpPr>
          <p:nvPr/>
        </p:nvSpPr>
        <p:spPr>
          <a:xfrm>
            <a:off x="11987213" y="2857500"/>
            <a:ext cx="104775" cy="547688"/>
          </a:xfrm>
          <a:prstGeom prst="rect">
            <a:avLst/>
          </a:prstGeom>
          <a:solidFill>
            <a:srgbClr val="FFFFFF"/>
          </a:solidFill>
          <a:ln w="13097">
            <a:solidFill>
              <a:srgbClr val="172B4D"/>
            </a:solidFill>
          </a:ln>
        </p:spPr>
      </p:sp>
      <p:sp>
        <p:nvSpPr>
          <p:cNvPr id="94" name="object-94">
            <a:extLst>
              <a:ext uri="{FF2B5EF4-FFF2-40B4-BE49-F238E27FC236}">
                <a16:creationId xmlns:a16="http://schemas.microsoft.com/office/drawing/2014/main" id="{80115C11-F04C-4DB0-BF94-2ED163AE697C}"/>
              </a:ext>
            </a:extLst>
          </p:cNvPr>
          <p:cNvSpPr>
            <a:spLocks noGrp="1"/>
          </p:cNvSpPr>
          <p:nvPr/>
        </p:nvSpPr>
        <p:spPr>
          <a:xfrm>
            <a:off x="12091988" y="2857500"/>
            <a:ext cx="104775" cy="547688"/>
          </a:xfrm>
          <a:prstGeom prst="rect">
            <a:avLst/>
          </a:prstGeom>
          <a:solidFill>
            <a:srgbClr val="FFFFFF"/>
          </a:solidFill>
          <a:ln w="13097">
            <a:solidFill>
              <a:srgbClr val="172B4D"/>
            </a:solidFill>
          </a:ln>
        </p:spPr>
      </p:sp>
      <p:sp>
        <p:nvSpPr>
          <p:cNvPr id="95" name="object-95">
            <a:extLst>
              <a:ext uri="{FF2B5EF4-FFF2-40B4-BE49-F238E27FC236}">
                <a16:creationId xmlns:a16="http://schemas.microsoft.com/office/drawing/2014/main" id="{4D5C429F-2E69-4BD5-B942-4888E61536CB}"/>
              </a:ext>
            </a:extLst>
          </p:cNvPr>
          <p:cNvSpPr>
            <a:spLocks noGrp="1"/>
          </p:cNvSpPr>
          <p:nvPr/>
        </p:nvSpPr>
        <p:spPr>
          <a:xfrm>
            <a:off x="12196763" y="2857500"/>
            <a:ext cx="104775" cy="547688"/>
          </a:xfrm>
          <a:prstGeom prst="rect">
            <a:avLst/>
          </a:prstGeom>
          <a:solidFill>
            <a:srgbClr val="FFFFFF"/>
          </a:solidFill>
          <a:ln w="13097">
            <a:solidFill>
              <a:srgbClr val="172B4D"/>
            </a:solidFill>
          </a:ln>
        </p:spPr>
      </p:sp>
      <p:sp>
        <p:nvSpPr>
          <p:cNvPr id="96" name="object-96">
            <a:extLst>
              <a:ext uri="{FF2B5EF4-FFF2-40B4-BE49-F238E27FC236}">
                <a16:creationId xmlns:a16="http://schemas.microsoft.com/office/drawing/2014/main" id="{7FD416C0-D0FF-47AC-AFCB-D52564B840AD}"/>
              </a:ext>
            </a:extLst>
          </p:cNvPr>
          <p:cNvSpPr>
            <a:spLocks noGrp="1"/>
          </p:cNvSpPr>
          <p:nvPr/>
        </p:nvSpPr>
        <p:spPr>
          <a:xfrm>
            <a:off x="12301538" y="2857500"/>
            <a:ext cx="104775" cy="547688"/>
          </a:xfrm>
          <a:prstGeom prst="rect">
            <a:avLst/>
          </a:prstGeom>
          <a:solidFill>
            <a:srgbClr val="FFFFFF"/>
          </a:solidFill>
          <a:ln w="13097">
            <a:solidFill>
              <a:srgbClr val="172B4D"/>
            </a:solidFill>
          </a:ln>
        </p:spPr>
      </p:sp>
      <p:sp>
        <p:nvSpPr>
          <p:cNvPr id="97" name="object-97">
            <a:extLst>
              <a:ext uri="{FF2B5EF4-FFF2-40B4-BE49-F238E27FC236}">
                <a16:creationId xmlns:a16="http://schemas.microsoft.com/office/drawing/2014/main" id="{DF667C30-B50A-4B7F-82CF-1E37090A4F73}"/>
              </a:ext>
            </a:extLst>
          </p:cNvPr>
          <p:cNvSpPr>
            <a:spLocks noGrp="1"/>
          </p:cNvSpPr>
          <p:nvPr/>
        </p:nvSpPr>
        <p:spPr>
          <a:xfrm>
            <a:off x="12406313" y="2857500"/>
            <a:ext cx="104775" cy="547688"/>
          </a:xfrm>
          <a:prstGeom prst="rect">
            <a:avLst/>
          </a:prstGeom>
          <a:solidFill>
            <a:srgbClr val="FFFFFF"/>
          </a:solidFill>
          <a:ln w="13097">
            <a:solidFill>
              <a:srgbClr val="172B4D"/>
            </a:solidFill>
          </a:ln>
        </p:spPr>
      </p:sp>
      <p:sp>
        <p:nvSpPr>
          <p:cNvPr id="98" name="object-98">
            <a:extLst>
              <a:ext uri="{FF2B5EF4-FFF2-40B4-BE49-F238E27FC236}">
                <a16:creationId xmlns:a16="http://schemas.microsoft.com/office/drawing/2014/main" id="{30213890-A892-4F53-AA70-DEF2F6155917}"/>
              </a:ext>
            </a:extLst>
          </p:cNvPr>
          <p:cNvSpPr>
            <a:spLocks noGrp="1"/>
          </p:cNvSpPr>
          <p:nvPr/>
        </p:nvSpPr>
        <p:spPr>
          <a:xfrm>
            <a:off x="12511088" y="2857500"/>
            <a:ext cx="104775" cy="547688"/>
          </a:xfrm>
          <a:prstGeom prst="rect">
            <a:avLst/>
          </a:prstGeom>
          <a:solidFill>
            <a:srgbClr val="FFFFFF"/>
          </a:solidFill>
          <a:ln w="13097">
            <a:solidFill>
              <a:srgbClr val="172B4D"/>
            </a:solidFill>
          </a:ln>
        </p:spPr>
      </p:sp>
      <p:sp>
        <p:nvSpPr>
          <p:cNvPr id="99" name="object-99">
            <a:extLst>
              <a:ext uri="{FF2B5EF4-FFF2-40B4-BE49-F238E27FC236}">
                <a16:creationId xmlns:a16="http://schemas.microsoft.com/office/drawing/2014/main" id="{0C356F64-E451-41CE-B6A0-42165D75A4A3}"/>
              </a:ext>
            </a:extLst>
          </p:cNvPr>
          <p:cNvSpPr>
            <a:spLocks noGrp="1"/>
          </p:cNvSpPr>
          <p:nvPr/>
        </p:nvSpPr>
        <p:spPr>
          <a:xfrm>
            <a:off x="12615863" y="2857500"/>
            <a:ext cx="104775" cy="547688"/>
          </a:xfrm>
          <a:prstGeom prst="rect">
            <a:avLst/>
          </a:prstGeom>
          <a:solidFill>
            <a:srgbClr val="FFFFFF"/>
          </a:solidFill>
          <a:ln w="13097">
            <a:solidFill>
              <a:srgbClr val="172B4D"/>
            </a:solidFill>
          </a:ln>
        </p:spPr>
      </p:sp>
      <p:sp>
        <p:nvSpPr>
          <p:cNvPr id="100" name="object-100">
            <a:extLst>
              <a:ext uri="{FF2B5EF4-FFF2-40B4-BE49-F238E27FC236}">
                <a16:creationId xmlns:a16="http://schemas.microsoft.com/office/drawing/2014/main" id="{7E9F07E1-46B3-4FD3-979E-B19F5C10E342}"/>
              </a:ext>
            </a:extLst>
          </p:cNvPr>
          <p:cNvSpPr>
            <a:spLocks noGrp="1"/>
          </p:cNvSpPr>
          <p:nvPr/>
        </p:nvSpPr>
        <p:spPr>
          <a:xfrm>
            <a:off x="12720638" y="2857500"/>
            <a:ext cx="104775" cy="547688"/>
          </a:xfrm>
          <a:prstGeom prst="rect">
            <a:avLst/>
          </a:prstGeom>
          <a:solidFill>
            <a:srgbClr val="FFFFFF"/>
          </a:solidFill>
          <a:ln w="13097">
            <a:solidFill>
              <a:srgbClr val="172B4D"/>
            </a:solidFill>
          </a:ln>
        </p:spPr>
      </p:sp>
      <p:sp>
        <p:nvSpPr>
          <p:cNvPr id="101" name="object-101">
            <a:extLst>
              <a:ext uri="{FF2B5EF4-FFF2-40B4-BE49-F238E27FC236}">
                <a16:creationId xmlns:a16="http://schemas.microsoft.com/office/drawing/2014/main" id="{867DED07-C651-407A-952B-21EEB4BD956F}"/>
              </a:ext>
            </a:extLst>
          </p:cNvPr>
          <p:cNvSpPr>
            <a:spLocks noGrp="1"/>
          </p:cNvSpPr>
          <p:nvPr/>
        </p:nvSpPr>
        <p:spPr>
          <a:xfrm>
            <a:off x="12825413" y="2857500"/>
            <a:ext cx="104775" cy="547688"/>
          </a:xfrm>
          <a:prstGeom prst="rect">
            <a:avLst/>
          </a:prstGeom>
          <a:solidFill>
            <a:srgbClr val="FFFFFF"/>
          </a:solidFill>
          <a:ln w="13097">
            <a:solidFill>
              <a:srgbClr val="172B4D"/>
            </a:solidFill>
          </a:ln>
        </p:spPr>
      </p:sp>
      <p:sp>
        <p:nvSpPr>
          <p:cNvPr id="102" name="object-102">
            <a:extLst>
              <a:ext uri="{FF2B5EF4-FFF2-40B4-BE49-F238E27FC236}">
                <a16:creationId xmlns:a16="http://schemas.microsoft.com/office/drawing/2014/main" id="{0C3CE0FB-C110-4FA6-ABDC-9F231C4D4100}"/>
              </a:ext>
            </a:extLst>
          </p:cNvPr>
          <p:cNvSpPr>
            <a:spLocks noGrp="1"/>
          </p:cNvSpPr>
          <p:nvPr/>
        </p:nvSpPr>
        <p:spPr>
          <a:xfrm>
            <a:off x="12930188" y="2857500"/>
            <a:ext cx="104775" cy="547688"/>
          </a:xfrm>
          <a:prstGeom prst="rect">
            <a:avLst/>
          </a:prstGeom>
          <a:solidFill>
            <a:srgbClr val="FFFFFF"/>
          </a:solidFill>
          <a:ln w="13097">
            <a:solidFill>
              <a:srgbClr val="172B4D"/>
            </a:solidFill>
          </a:ln>
        </p:spPr>
      </p:sp>
      <p:sp>
        <p:nvSpPr>
          <p:cNvPr id="103" name="object-103">
            <a:extLst>
              <a:ext uri="{FF2B5EF4-FFF2-40B4-BE49-F238E27FC236}">
                <a16:creationId xmlns:a16="http://schemas.microsoft.com/office/drawing/2014/main" id="{090B7284-E090-40E1-BF1B-1B9FB5FD4097}"/>
              </a:ext>
            </a:extLst>
          </p:cNvPr>
          <p:cNvSpPr>
            <a:spLocks noGrp="1"/>
          </p:cNvSpPr>
          <p:nvPr/>
        </p:nvSpPr>
        <p:spPr>
          <a:xfrm>
            <a:off x="13034963" y="2857500"/>
            <a:ext cx="104775" cy="547688"/>
          </a:xfrm>
          <a:prstGeom prst="rect">
            <a:avLst/>
          </a:prstGeom>
          <a:solidFill>
            <a:srgbClr val="FFFFFF"/>
          </a:solidFill>
          <a:ln w="13097">
            <a:solidFill>
              <a:srgbClr val="172B4D"/>
            </a:solidFill>
          </a:ln>
        </p:spPr>
      </p:sp>
      <p:sp>
        <p:nvSpPr>
          <p:cNvPr id="104" name="object-104">
            <a:extLst>
              <a:ext uri="{FF2B5EF4-FFF2-40B4-BE49-F238E27FC236}">
                <a16:creationId xmlns:a16="http://schemas.microsoft.com/office/drawing/2014/main" id="{CE883673-5EF0-4FBA-AB11-BC76685E5C03}"/>
              </a:ext>
            </a:extLst>
          </p:cNvPr>
          <p:cNvSpPr>
            <a:spLocks noGrp="1"/>
          </p:cNvSpPr>
          <p:nvPr/>
        </p:nvSpPr>
        <p:spPr>
          <a:xfrm>
            <a:off x="13139738" y="2857500"/>
            <a:ext cx="104775" cy="547688"/>
          </a:xfrm>
          <a:prstGeom prst="rect">
            <a:avLst/>
          </a:prstGeom>
          <a:solidFill>
            <a:srgbClr val="FFFFFF"/>
          </a:solidFill>
          <a:ln w="13097">
            <a:solidFill>
              <a:srgbClr val="172B4D"/>
            </a:solidFill>
          </a:ln>
        </p:spPr>
      </p:sp>
      <p:sp>
        <p:nvSpPr>
          <p:cNvPr id="105" name="object-105">
            <a:extLst>
              <a:ext uri="{FF2B5EF4-FFF2-40B4-BE49-F238E27FC236}">
                <a16:creationId xmlns:a16="http://schemas.microsoft.com/office/drawing/2014/main" id="{1A78D939-6FA0-4F16-88C2-A73E203D311D}"/>
              </a:ext>
            </a:extLst>
          </p:cNvPr>
          <p:cNvSpPr>
            <a:spLocks noGrp="1"/>
          </p:cNvSpPr>
          <p:nvPr/>
        </p:nvSpPr>
        <p:spPr>
          <a:xfrm>
            <a:off x="13244513" y="2857500"/>
            <a:ext cx="104775" cy="547688"/>
          </a:xfrm>
          <a:prstGeom prst="rect">
            <a:avLst/>
          </a:prstGeom>
          <a:solidFill>
            <a:srgbClr val="FFFFFF"/>
          </a:solidFill>
          <a:ln w="13097">
            <a:solidFill>
              <a:srgbClr val="172B4D"/>
            </a:solidFill>
          </a:ln>
        </p:spPr>
      </p:sp>
      <p:sp>
        <p:nvSpPr>
          <p:cNvPr id="106" name="object-106">
            <a:extLst>
              <a:ext uri="{FF2B5EF4-FFF2-40B4-BE49-F238E27FC236}">
                <a16:creationId xmlns:a16="http://schemas.microsoft.com/office/drawing/2014/main" id="{E2B6ADE1-BA95-4B2D-930F-CEDB1BAA6766}"/>
              </a:ext>
            </a:extLst>
          </p:cNvPr>
          <p:cNvSpPr>
            <a:spLocks noGrp="1"/>
          </p:cNvSpPr>
          <p:nvPr/>
        </p:nvSpPr>
        <p:spPr>
          <a:xfrm>
            <a:off x="13349288" y="2857500"/>
            <a:ext cx="104775" cy="547688"/>
          </a:xfrm>
          <a:prstGeom prst="rect">
            <a:avLst/>
          </a:prstGeom>
          <a:solidFill>
            <a:srgbClr val="FFFFFF"/>
          </a:solidFill>
          <a:ln w="13097">
            <a:solidFill>
              <a:srgbClr val="172B4D"/>
            </a:solidFill>
          </a:ln>
        </p:spPr>
      </p:sp>
      <p:sp>
        <p:nvSpPr>
          <p:cNvPr id="107" name="object-107">
            <a:extLst>
              <a:ext uri="{FF2B5EF4-FFF2-40B4-BE49-F238E27FC236}">
                <a16:creationId xmlns:a16="http://schemas.microsoft.com/office/drawing/2014/main" id="{912E9542-04BE-452C-BBCB-B22128EBC381}"/>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72/100</a:t>
            </a:r>
          </a:p>
        </p:txBody>
      </p:sp>
      <p:sp>
        <p:nvSpPr>
          <p:cNvPr id="108" name="object-108">
            <a:extLst>
              <a:ext uri="{FF2B5EF4-FFF2-40B4-BE49-F238E27FC236}">
                <a16:creationId xmlns:a16="http://schemas.microsoft.com/office/drawing/2014/main" id="{6206C06A-3BBC-47B6-A22E-7E047CDB7973}"/>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7/10</a:t>
            </a:r>
          </a:p>
        </p:txBody>
      </p:sp>
      <p:sp>
        <p:nvSpPr>
          <p:cNvPr id="109" name="object-109">
            <a:extLst>
              <a:ext uri="{FF2B5EF4-FFF2-40B4-BE49-F238E27FC236}">
                <a16:creationId xmlns:a16="http://schemas.microsoft.com/office/drawing/2014/main" id="{6083F113-092D-4C39-8255-DCC109865839}"/>
              </a:ext>
            </a:extLst>
          </p:cNvPr>
          <p:cNvSpPr>
            <a:spLocks noGrp="1"/>
          </p:cNvSpPr>
          <p:nvPr/>
        </p:nvSpPr>
        <p:spPr>
          <a:xfrm>
            <a:off x="2976563" y="4048125"/>
            <a:ext cx="104775"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49B4D0B2-4A41-4F6C-AADA-0DAE59D8494F}"/>
              </a:ext>
            </a:extLst>
          </p:cNvPr>
          <p:cNvSpPr>
            <a:spLocks noGrp="1"/>
          </p:cNvSpPr>
          <p:nvPr/>
        </p:nvSpPr>
        <p:spPr>
          <a:xfrm>
            <a:off x="3081338" y="4048125"/>
            <a:ext cx="104775"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AF7EC629-2A4C-4898-AAA4-F452B1930B98}"/>
              </a:ext>
            </a:extLst>
          </p:cNvPr>
          <p:cNvSpPr>
            <a:spLocks noGrp="1"/>
          </p:cNvSpPr>
          <p:nvPr/>
        </p:nvSpPr>
        <p:spPr>
          <a:xfrm>
            <a:off x="3186113" y="4048125"/>
            <a:ext cx="104775"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F9AD421D-7907-4A50-8D4D-A5CBC35A7B7E}"/>
              </a:ext>
            </a:extLst>
          </p:cNvPr>
          <p:cNvSpPr>
            <a:spLocks noGrp="1"/>
          </p:cNvSpPr>
          <p:nvPr/>
        </p:nvSpPr>
        <p:spPr>
          <a:xfrm>
            <a:off x="3290888" y="4048125"/>
            <a:ext cx="104775"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4B1C11E6-A75B-43E0-985B-EA3E7546A499}"/>
              </a:ext>
            </a:extLst>
          </p:cNvPr>
          <p:cNvSpPr>
            <a:spLocks noGrp="1"/>
          </p:cNvSpPr>
          <p:nvPr/>
        </p:nvSpPr>
        <p:spPr>
          <a:xfrm>
            <a:off x="3395663" y="4048125"/>
            <a:ext cx="104775"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2A370188-9F59-4EBA-9A0D-93E6303BC7E1}"/>
              </a:ext>
            </a:extLst>
          </p:cNvPr>
          <p:cNvSpPr>
            <a:spLocks noGrp="1"/>
          </p:cNvSpPr>
          <p:nvPr/>
        </p:nvSpPr>
        <p:spPr>
          <a:xfrm>
            <a:off x="3500438" y="4048125"/>
            <a:ext cx="104775"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F5181AA4-99CC-4E1A-BCC5-E3E235052033}"/>
              </a:ext>
            </a:extLst>
          </p:cNvPr>
          <p:cNvSpPr>
            <a:spLocks noGrp="1"/>
          </p:cNvSpPr>
          <p:nvPr/>
        </p:nvSpPr>
        <p:spPr>
          <a:xfrm>
            <a:off x="3605213" y="4048125"/>
            <a:ext cx="104775"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209439F2-268E-49C6-8BAA-2E75F4576A7C}"/>
              </a:ext>
            </a:extLst>
          </p:cNvPr>
          <p:cNvSpPr>
            <a:spLocks noGrp="1"/>
          </p:cNvSpPr>
          <p:nvPr/>
        </p:nvSpPr>
        <p:spPr>
          <a:xfrm>
            <a:off x="3709988" y="4048125"/>
            <a:ext cx="104775"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B52CD621-7007-41EC-95E1-C1A521A3CC1A}"/>
              </a:ext>
            </a:extLst>
          </p:cNvPr>
          <p:cNvSpPr>
            <a:spLocks noGrp="1"/>
          </p:cNvSpPr>
          <p:nvPr/>
        </p:nvSpPr>
        <p:spPr>
          <a:xfrm>
            <a:off x="3814763" y="4048125"/>
            <a:ext cx="104775"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2B66A5F2-45BC-4C59-A97E-737DDE06EBDA}"/>
              </a:ext>
            </a:extLst>
          </p:cNvPr>
          <p:cNvSpPr>
            <a:spLocks noGrp="1"/>
          </p:cNvSpPr>
          <p:nvPr/>
        </p:nvSpPr>
        <p:spPr>
          <a:xfrm>
            <a:off x="3919538" y="4048125"/>
            <a:ext cx="104775"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0C2BFDA2-2853-40E5-AF2D-0B916718DCFD}"/>
              </a:ext>
            </a:extLst>
          </p:cNvPr>
          <p:cNvSpPr>
            <a:spLocks noGrp="1"/>
          </p:cNvSpPr>
          <p:nvPr/>
        </p:nvSpPr>
        <p:spPr>
          <a:xfrm>
            <a:off x="4024313" y="4048125"/>
            <a:ext cx="104775"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E1D01B83-F92C-4B3E-A9EF-3BDAC7361E16}"/>
              </a:ext>
            </a:extLst>
          </p:cNvPr>
          <p:cNvSpPr>
            <a:spLocks noGrp="1"/>
          </p:cNvSpPr>
          <p:nvPr/>
        </p:nvSpPr>
        <p:spPr>
          <a:xfrm>
            <a:off x="4129088" y="4048125"/>
            <a:ext cx="104775"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72307018-2487-4566-A973-570969096422}"/>
              </a:ext>
            </a:extLst>
          </p:cNvPr>
          <p:cNvSpPr>
            <a:spLocks noGrp="1"/>
          </p:cNvSpPr>
          <p:nvPr/>
        </p:nvSpPr>
        <p:spPr>
          <a:xfrm>
            <a:off x="4233863" y="4048125"/>
            <a:ext cx="104775"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C3DBD9C2-7674-466D-8AD6-D0D98FD4FC0A}"/>
              </a:ext>
            </a:extLst>
          </p:cNvPr>
          <p:cNvSpPr>
            <a:spLocks noGrp="1"/>
          </p:cNvSpPr>
          <p:nvPr/>
        </p:nvSpPr>
        <p:spPr>
          <a:xfrm>
            <a:off x="4338638" y="4048125"/>
            <a:ext cx="104775"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FF13B2E2-D609-462F-954F-320F4C2EF371}"/>
              </a:ext>
            </a:extLst>
          </p:cNvPr>
          <p:cNvSpPr>
            <a:spLocks noGrp="1"/>
          </p:cNvSpPr>
          <p:nvPr/>
        </p:nvSpPr>
        <p:spPr>
          <a:xfrm>
            <a:off x="4443413" y="4048125"/>
            <a:ext cx="104775"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150D677D-2022-4B00-84D3-68F734A681D8}"/>
              </a:ext>
            </a:extLst>
          </p:cNvPr>
          <p:cNvSpPr>
            <a:spLocks noGrp="1"/>
          </p:cNvSpPr>
          <p:nvPr/>
        </p:nvSpPr>
        <p:spPr>
          <a:xfrm>
            <a:off x="4548188" y="4048125"/>
            <a:ext cx="104775"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D677B468-8532-47C2-8320-94AE609D24B4}"/>
              </a:ext>
            </a:extLst>
          </p:cNvPr>
          <p:cNvSpPr>
            <a:spLocks noGrp="1"/>
          </p:cNvSpPr>
          <p:nvPr/>
        </p:nvSpPr>
        <p:spPr>
          <a:xfrm>
            <a:off x="4652963" y="4048125"/>
            <a:ext cx="104775"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7339E485-C6A9-406F-9AB2-3CD39412FD79}"/>
              </a:ext>
            </a:extLst>
          </p:cNvPr>
          <p:cNvSpPr>
            <a:spLocks noGrp="1"/>
          </p:cNvSpPr>
          <p:nvPr/>
        </p:nvSpPr>
        <p:spPr>
          <a:xfrm>
            <a:off x="4757738" y="4048125"/>
            <a:ext cx="104775"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6756B49B-AACE-4E1D-8C88-C885021BC162}"/>
              </a:ext>
            </a:extLst>
          </p:cNvPr>
          <p:cNvSpPr>
            <a:spLocks noGrp="1"/>
          </p:cNvSpPr>
          <p:nvPr/>
        </p:nvSpPr>
        <p:spPr>
          <a:xfrm>
            <a:off x="4862513" y="4048125"/>
            <a:ext cx="104775"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F006C3D9-084B-4413-9A2F-5EEF11CDD139}"/>
              </a:ext>
            </a:extLst>
          </p:cNvPr>
          <p:cNvSpPr>
            <a:spLocks noGrp="1"/>
          </p:cNvSpPr>
          <p:nvPr/>
        </p:nvSpPr>
        <p:spPr>
          <a:xfrm>
            <a:off x="4967288" y="4048125"/>
            <a:ext cx="104775"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7E5D1DE6-A25F-41D8-BEAE-E53882660BDB}"/>
              </a:ext>
            </a:extLst>
          </p:cNvPr>
          <p:cNvSpPr>
            <a:spLocks noGrp="1"/>
          </p:cNvSpPr>
          <p:nvPr/>
        </p:nvSpPr>
        <p:spPr>
          <a:xfrm>
            <a:off x="5072063" y="4048125"/>
            <a:ext cx="104775"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07E457BD-5FD4-4BA4-835F-A725A9BD40C1}"/>
              </a:ext>
            </a:extLst>
          </p:cNvPr>
          <p:cNvSpPr>
            <a:spLocks noGrp="1"/>
          </p:cNvSpPr>
          <p:nvPr/>
        </p:nvSpPr>
        <p:spPr>
          <a:xfrm>
            <a:off x="5176838" y="4048125"/>
            <a:ext cx="104775"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0D7EDBC4-BB4D-4B76-9C1C-B77A54466C0F}"/>
              </a:ext>
            </a:extLst>
          </p:cNvPr>
          <p:cNvSpPr>
            <a:spLocks noGrp="1"/>
          </p:cNvSpPr>
          <p:nvPr/>
        </p:nvSpPr>
        <p:spPr>
          <a:xfrm>
            <a:off x="5281613" y="4048125"/>
            <a:ext cx="104775"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EB979E58-7275-4D5B-A9FC-8240A4F222AF}"/>
              </a:ext>
            </a:extLst>
          </p:cNvPr>
          <p:cNvSpPr>
            <a:spLocks noGrp="1"/>
          </p:cNvSpPr>
          <p:nvPr/>
        </p:nvSpPr>
        <p:spPr>
          <a:xfrm>
            <a:off x="5386388" y="4048125"/>
            <a:ext cx="104775"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CC035D76-207E-4311-B85B-E4B6A729CE08}"/>
              </a:ext>
            </a:extLst>
          </p:cNvPr>
          <p:cNvSpPr>
            <a:spLocks noGrp="1"/>
          </p:cNvSpPr>
          <p:nvPr/>
        </p:nvSpPr>
        <p:spPr>
          <a:xfrm>
            <a:off x="5491163" y="4048125"/>
            <a:ext cx="104775"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6FBD56DB-CE1F-43F1-954E-54F91C9C1F77}"/>
              </a:ext>
            </a:extLst>
          </p:cNvPr>
          <p:cNvSpPr>
            <a:spLocks noGrp="1"/>
          </p:cNvSpPr>
          <p:nvPr/>
        </p:nvSpPr>
        <p:spPr>
          <a:xfrm>
            <a:off x="5595938" y="4048125"/>
            <a:ext cx="104775"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3FE0F3CB-5F90-404D-9775-FD5332CB22AD}"/>
              </a:ext>
            </a:extLst>
          </p:cNvPr>
          <p:cNvSpPr>
            <a:spLocks noGrp="1"/>
          </p:cNvSpPr>
          <p:nvPr/>
        </p:nvSpPr>
        <p:spPr>
          <a:xfrm>
            <a:off x="5700713" y="4048125"/>
            <a:ext cx="104775"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978F3FCC-7C6C-475E-883C-ED733A732A5F}"/>
              </a:ext>
            </a:extLst>
          </p:cNvPr>
          <p:cNvSpPr>
            <a:spLocks noGrp="1"/>
          </p:cNvSpPr>
          <p:nvPr/>
        </p:nvSpPr>
        <p:spPr>
          <a:xfrm>
            <a:off x="5805488" y="4048125"/>
            <a:ext cx="104775"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C4FF1C13-0EDC-48FB-8569-4E758F1FCB21}"/>
              </a:ext>
            </a:extLst>
          </p:cNvPr>
          <p:cNvSpPr>
            <a:spLocks noGrp="1"/>
          </p:cNvSpPr>
          <p:nvPr/>
        </p:nvSpPr>
        <p:spPr>
          <a:xfrm>
            <a:off x="5910263" y="4048125"/>
            <a:ext cx="104775"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DED113ED-0489-45E4-B5B5-8E84A6AED881}"/>
              </a:ext>
            </a:extLst>
          </p:cNvPr>
          <p:cNvSpPr>
            <a:spLocks noGrp="1"/>
          </p:cNvSpPr>
          <p:nvPr/>
        </p:nvSpPr>
        <p:spPr>
          <a:xfrm>
            <a:off x="6015038" y="4048125"/>
            <a:ext cx="104775"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3FCA8EFE-27E7-4025-A6F7-DC575F9F9C97}"/>
              </a:ext>
            </a:extLst>
          </p:cNvPr>
          <p:cNvSpPr>
            <a:spLocks noGrp="1"/>
          </p:cNvSpPr>
          <p:nvPr/>
        </p:nvSpPr>
        <p:spPr>
          <a:xfrm>
            <a:off x="6119813" y="4048125"/>
            <a:ext cx="104775"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5CC199AC-CE6A-4A16-93AA-933412019015}"/>
              </a:ext>
            </a:extLst>
          </p:cNvPr>
          <p:cNvSpPr>
            <a:spLocks noGrp="1"/>
          </p:cNvSpPr>
          <p:nvPr/>
        </p:nvSpPr>
        <p:spPr>
          <a:xfrm>
            <a:off x="6224588" y="4048125"/>
            <a:ext cx="104775"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33381132-51CE-4F1A-B816-277AD87A2610}"/>
              </a:ext>
            </a:extLst>
          </p:cNvPr>
          <p:cNvSpPr>
            <a:spLocks noGrp="1"/>
          </p:cNvSpPr>
          <p:nvPr/>
        </p:nvSpPr>
        <p:spPr>
          <a:xfrm>
            <a:off x="6329363" y="4048125"/>
            <a:ext cx="104775"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D27A3463-801E-4924-B2FF-9F5E2C347373}"/>
              </a:ext>
            </a:extLst>
          </p:cNvPr>
          <p:cNvSpPr>
            <a:spLocks noGrp="1"/>
          </p:cNvSpPr>
          <p:nvPr/>
        </p:nvSpPr>
        <p:spPr>
          <a:xfrm>
            <a:off x="6434138" y="4048125"/>
            <a:ext cx="104775"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D0EAAF46-5D78-4167-975A-B83FDEF2CC96}"/>
              </a:ext>
            </a:extLst>
          </p:cNvPr>
          <p:cNvSpPr>
            <a:spLocks noGrp="1"/>
          </p:cNvSpPr>
          <p:nvPr/>
        </p:nvSpPr>
        <p:spPr>
          <a:xfrm>
            <a:off x="6538913" y="4048125"/>
            <a:ext cx="104775"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B9128D56-EFCD-42AB-83E6-863A1228D66F}"/>
              </a:ext>
            </a:extLst>
          </p:cNvPr>
          <p:cNvSpPr>
            <a:spLocks noGrp="1"/>
          </p:cNvSpPr>
          <p:nvPr/>
        </p:nvSpPr>
        <p:spPr>
          <a:xfrm>
            <a:off x="6643688" y="4048125"/>
            <a:ext cx="104775"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4A594E8E-8B80-47CB-A6D6-103368B111BE}"/>
              </a:ext>
            </a:extLst>
          </p:cNvPr>
          <p:cNvSpPr>
            <a:spLocks noGrp="1"/>
          </p:cNvSpPr>
          <p:nvPr/>
        </p:nvSpPr>
        <p:spPr>
          <a:xfrm>
            <a:off x="6748463" y="4048125"/>
            <a:ext cx="104775"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83C9A243-771E-4818-BB70-54B3ADB8B418}"/>
              </a:ext>
            </a:extLst>
          </p:cNvPr>
          <p:cNvSpPr>
            <a:spLocks noGrp="1"/>
          </p:cNvSpPr>
          <p:nvPr/>
        </p:nvSpPr>
        <p:spPr>
          <a:xfrm>
            <a:off x="6853238" y="4048125"/>
            <a:ext cx="104775"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9235A4CD-DB9D-46EE-8E23-BB30527201D2}"/>
              </a:ext>
            </a:extLst>
          </p:cNvPr>
          <p:cNvSpPr>
            <a:spLocks noGrp="1"/>
          </p:cNvSpPr>
          <p:nvPr/>
        </p:nvSpPr>
        <p:spPr>
          <a:xfrm>
            <a:off x="6958013" y="4048125"/>
            <a:ext cx="104775"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39CB1C85-75F7-4305-949A-E551CA52602F}"/>
              </a:ext>
            </a:extLst>
          </p:cNvPr>
          <p:cNvSpPr>
            <a:spLocks noGrp="1"/>
          </p:cNvSpPr>
          <p:nvPr/>
        </p:nvSpPr>
        <p:spPr>
          <a:xfrm>
            <a:off x="7062788" y="4048125"/>
            <a:ext cx="104775"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CB1314AD-C750-4C40-9BB2-33F12E2EBEA2}"/>
              </a:ext>
            </a:extLst>
          </p:cNvPr>
          <p:cNvSpPr>
            <a:spLocks noGrp="1"/>
          </p:cNvSpPr>
          <p:nvPr/>
        </p:nvSpPr>
        <p:spPr>
          <a:xfrm>
            <a:off x="7167563" y="4048125"/>
            <a:ext cx="104775"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DDF7ADDD-DFE3-4888-95B6-49522446513A}"/>
              </a:ext>
            </a:extLst>
          </p:cNvPr>
          <p:cNvSpPr>
            <a:spLocks noGrp="1"/>
          </p:cNvSpPr>
          <p:nvPr/>
        </p:nvSpPr>
        <p:spPr>
          <a:xfrm>
            <a:off x="7272338" y="4048125"/>
            <a:ext cx="104775"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1BEBE69C-1A4E-4CD2-AA02-B1F167B5B4EC}"/>
              </a:ext>
            </a:extLst>
          </p:cNvPr>
          <p:cNvSpPr>
            <a:spLocks noGrp="1"/>
          </p:cNvSpPr>
          <p:nvPr/>
        </p:nvSpPr>
        <p:spPr>
          <a:xfrm>
            <a:off x="7377113" y="4048125"/>
            <a:ext cx="104775"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C52D5236-E3CA-4D98-812D-1A848ECDF5C1}"/>
              </a:ext>
            </a:extLst>
          </p:cNvPr>
          <p:cNvSpPr>
            <a:spLocks noGrp="1"/>
          </p:cNvSpPr>
          <p:nvPr/>
        </p:nvSpPr>
        <p:spPr>
          <a:xfrm>
            <a:off x="7481888" y="4048125"/>
            <a:ext cx="104775"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BC801A41-E2D8-4848-A7EF-7D2DC1A9FA6D}"/>
              </a:ext>
            </a:extLst>
          </p:cNvPr>
          <p:cNvSpPr>
            <a:spLocks noGrp="1"/>
          </p:cNvSpPr>
          <p:nvPr/>
        </p:nvSpPr>
        <p:spPr>
          <a:xfrm>
            <a:off x="7586663" y="4048125"/>
            <a:ext cx="104775"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94CA6FE0-ABF6-4E13-9812-E813880EC73D}"/>
              </a:ext>
            </a:extLst>
          </p:cNvPr>
          <p:cNvSpPr>
            <a:spLocks noGrp="1"/>
          </p:cNvSpPr>
          <p:nvPr/>
        </p:nvSpPr>
        <p:spPr>
          <a:xfrm>
            <a:off x="7691438" y="4048125"/>
            <a:ext cx="104775"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A1B5EE88-5C37-49D7-8334-82907F93DE60}"/>
              </a:ext>
            </a:extLst>
          </p:cNvPr>
          <p:cNvSpPr>
            <a:spLocks noGrp="1"/>
          </p:cNvSpPr>
          <p:nvPr/>
        </p:nvSpPr>
        <p:spPr>
          <a:xfrm>
            <a:off x="7796213" y="4048125"/>
            <a:ext cx="104775"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390192AD-ED16-4A42-A3AB-0F1C65DD8F4E}"/>
              </a:ext>
            </a:extLst>
          </p:cNvPr>
          <p:cNvSpPr>
            <a:spLocks noGrp="1"/>
          </p:cNvSpPr>
          <p:nvPr/>
        </p:nvSpPr>
        <p:spPr>
          <a:xfrm>
            <a:off x="7900988" y="4048125"/>
            <a:ext cx="104775"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3C42CB5A-2A0C-42F9-9AA2-79AD31064391}"/>
              </a:ext>
            </a:extLst>
          </p:cNvPr>
          <p:cNvSpPr>
            <a:spLocks noGrp="1"/>
          </p:cNvSpPr>
          <p:nvPr/>
        </p:nvSpPr>
        <p:spPr>
          <a:xfrm>
            <a:off x="8005763" y="4048125"/>
            <a:ext cx="104775"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705B8DCB-DBC8-41FC-AF35-DC0079BC694D}"/>
              </a:ext>
            </a:extLst>
          </p:cNvPr>
          <p:cNvSpPr>
            <a:spLocks noGrp="1"/>
          </p:cNvSpPr>
          <p:nvPr/>
        </p:nvSpPr>
        <p:spPr>
          <a:xfrm>
            <a:off x="8110538" y="4048125"/>
            <a:ext cx="104775"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6FD1DC38-1052-4FD2-868E-47829244C82F}"/>
              </a:ext>
            </a:extLst>
          </p:cNvPr>
          <p:cNvSpPr>
            <a:spLocks noGrp="1"/>
          </p:cNvSpPr>
          <p:nvPr/>
        </p:nvSpPr>
        <p:spPr>
          <a:xfrm>
            <a:off x="8215313" y="4048125"/>
            <a:ext cx="104775"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CC3B5552-4EA0-4B80-A60D-D1D9C0B5377B}"/>
              </a:ext>
            </a:extLst>
          </p:cNvPr>
          <p:cNvSpPr>
            <a:spLocks noGrp="1"/>
          </p:cNvSpPr>
          <p:nvPr/>
        </p:nvSpPr>
        <p:spPr>
          <a:xfrm>
            <a:off x="8320088" y="4048125"/>
            <a:ext cx="104775"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BCDE1A5B-EDFE-4522-B1F2-A853F1074B9C}"/>
              </a:ext>
            </a:extLst>
          </p:cNvPr>
          <p:cNvSpPr>
            <a:spLocks noGrp="1"/>
          </p:cNvSpPr>
          <p:nvPr/>
        </p:nvSpPr>
        <p:spPr>
          <a:xfrm>
            <a:off x="8424863" y="4048125"/>
            <a:ext cx="104775"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90D9E77C-7CFF-4B72-BB97-8B060BE1709F}"/>
              </a:ext>
            </a:extLst>
          </p:cNvPr>
          <p:cNvSpPr>
            <a:spLocks noGrp="1"/>
          </p:cNvSpPr>
          <p:nvPr/>
        </p:nvSpPr>
        <p:spPr>
          <a:xfrm>
            <a:off x="8529638" y="4048125"/>
            <a:ext cx="104775"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DC1F92B3-F038-4AF4-ACE1-58BD3228D5A9}"/>
              </a:ext>
            </a:extLst>
          </p:cNvPr>
          <p:cNvSpPr>
            <a:spLocks noGrp="1"/>
          </p:cNvSpPr>
          <p:nvPr/>
        </p:nvSpPr>
        <p:spPr>
          <a:xfrm>
            <a:off x="8634413" y="4048125"/>
            <a:ext cx="104775"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44F7B4EF-8FEE-4D26-BD7D-985B8615836B}"/>
              </a:ext>
            </a:extLst>
          </p:cNvPr>
          <p:cNvSpPr>
            <a:spLocks noGrp="1"/>
          </p:cNvSpPr>
          <p:nvPr/>
        </p:nvSpPr>
        <p:spPr>
          <a:xfrm>
            <a:off x="8739188" y="4048125"/>
            <a:ext cx="104775"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C83CE3BE-9EB0-49C0-A188-E5C0D63E277C}"/>
              </a:ext>
            </a:extLst>
          </p:cNvPr>
          <p:cNvSpPr>
            <a:spLocks noGrp="1"/>
          </p:cNvSpPr>
          <p:nvPr/>
        </p:nvSpPr>
        <p:spPr>
          <a:xfrm>
            <a:off x="8843963" y="4048125"/>
            <a:ext cx="104775"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3F18CF65-547F-4EA3-A753-A7E2ACD73F57}"/>
              </a:ext>
            </a:extLst>
          </p:cNvPr>
          <p:cNvSpPr>
            <a:spLocks noGrp="1"/>
          </p:cNvSpPr>
          <p:nvPr/>
        </p:nvSpPr>
        <p:spPr>
          <a:xfrm>
            <a:off x="8948738" y="4048125"/>
            <a:ext cx="104775"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CED2A4FC-CCBA-4C45-A95F-AA02706E1F56}"/>
              </a:ext>
            </a:extLst>
          </p:cNvPr>
          <p:cNvSpPr>
            <a:spLocks noGrp="1"/>
          </p:cNvSpPr>
          <p:nvPr/>
        </p:nvSpPr>
        <p:spPr>
          <a:xfrm>
            <a:off x="9053513" y="4048125"/>
            <a:ext cx="104775"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B3BAAF3F-BBB5-48AA-8EE5-AEFD5EBF9463}"/>
              </a:ext>
            </a:extLst>
          </p:cNvPr>
          <p:cNvSpPr>
            <a:spLocks noGrp="1"/>
          </p:cNvSpPr>
          <p:nvPr/>
        </p:nvSpPr>
        <p:spPr>
          <a:xfrm>
            <a:off x="9158288" y="4048125"/>
            <a:ext cx="104775" cy="547688"/>
          </a:xfrm>
          <a:prstGeom prst="rect">
            <a:avLst/>
          </a:prstGeom>
          <a:solidFill>
            <a:srgbClr val="1D4ED8"/>
          </a:solidFill>
          <a:ln w="13097">
            <a:solidFill>
              <a:srgbClr val="172B4D"/>
            </a:solidFill>
          </a:ln>
        </p:spPr>
      </p:sp>
      <p:sp>
        <p:nvSpPr>
          <p:cNvPr id="169" name="object-169">
            <a:extLst>
              <a:ext uri="{FF2B5EF4-FFF2-40B4-BE49-F238E27FC236}">
                <a16:creationId xmlns:a16="http://schemas.microsoft.com/office/drawing/2014/main" id="{1201B9B6-265B-4AF7-9C54-53D92B6CBE4E}"/>
              </a:ext>
            </a:extLst>
          </p:cNvPr>
          <p:cNvSpPr>
            <a:spLocks noGrp="1"/>
          </p:cNvSpPr>
          <p:nvPr/>
        </p:nvSpPr>
        <p:spPr>
          <a:xfrm>
            <a:off x="9263063" y="4048125"/>
            <a:ext cx="104775" cy="547688"/>
          </a:xfrm>
          <a:prstGeom prst="rect">
            <a:avLst/>
          </a:prstGeom>
          <a:solidFill>
            <a:srgbClr val="1D4ED8"/>
          </a:solidFill>
          <a:ln w="13097">
            <a:solidFill>
              <a:srgbClr val="172B4D"/>
            </a:solidFill>
          </a:ln>
        </p:spPr>
      </p:sp>
      <p:sp>
        <p:nvSpPr>
          <p:cNvPr id="170" name="object-170">
            <a:extLst>
              <a:ext uri="{FF2B5EF4-FFF2-40B4-BE49-F238E27FC236}">
                <a16:creationId xmlns:a16="http://schemas.microsoft.com/office/drawing/2014/main" id="{6EF1FC28-08CE-4FF8-82E6-43B1815A13F1}"/>
              </a:ext>
            </a:extLst>
          </p:cNvPr>
          <p:cNvSpPr>
            <a:spLocks noGrp="1"/>
          </p:cNvSpPr>
          <p:nvPr/>
        </p:nvSpPr>
        <p:spPr>
          <a:xfrm>
            <a:off x="9367838" y="4048125"/>
            <a:ext cx="104775" cy="547688"/>
          </a:xfrm>
          <a:prstGeom prst="rect">
            <a:avLst/>
          </a:prstGeom>
          <a:solidFill>
            <a:srgbClr val="1D4ED8"/>
          </a:solidFill>
          <a:ln w="13097">
            <a:solidFill>
              <a:srgbClr val="172B4D"/>
            </a:solidFill>
          </a:ln>
        </p:spPr>
      </p:sp>
      <p:sp>
        <p:nvSpPr>
          <p:cNvPr id="171" name="object-171">
            <a:extLst>
              <a:ext uri="{FF2B5EF4-FFF2-40B4-BE49-F238E27FC236}">
                <a16:creationId xmlns:a16="http://schemas.microsoft.com/office/drawing/2014/main" id="{7C2C6CFE-7EC7-40A6-B3A3-222501C61FC8}"/>
              </a:ext>
            </a:extLst>
          </p:cNvPr>
          <p:cNvSpPr>
            <a:spLocks noGrp="1"/>
          </p:cNvSpPr>
          <p:nvPr/>
        </p:nvSpPr>
        <p:spPr>
          <a:xfrm>
            <a:off x="9472613" y="4048125"/>
            <a:ext cx="104775" cy="547688"/>
          </a:xfrm>
          <a:prstGeom prst="rect">
            <a:avLst/>
          </a:prstGeom>
          <a:solidFill>
            <a:srgbClr val="1D4ED8"/>
          </a:solidFill>
          <a:ln w="13097">
            <a:solidFill>
              <a:srgbClr val="172B4D"/>
            </a:solidFill>
          </a:ln>
        </p:spPr>
      </p:sp>
      <p:sp>
        <p:nvSpPr>
          <p:cNvPr id="172" name="object-172">
            <a:extLst>
              <a:ext uri="{FF2B5EF4-FFF2-40B4-BE49-F238E27FC236}">
                <a16:creationId xmlns:a16="http://schemas.microsoft.com/office/drawing/2014/main" id="{0338BC8B-116E-4DAF-9684-94125B53CEC2}"/>
              </a:ext>
            </a:extLst>
          </p:cNvPr>
          <p:cNvSpPr>
            <a:spLocks noGrp="1"/>
          </p:cNvSpPr>
          <p:nvPr/>
        </p:nvSpPr>
        <p:spPr>
          <a:xfrm>
            <a:off x="9577388" y="4048125"/>
            <a:ext cx="104775" cy="547688"/>
          </a:xfrm>
          <a:prstGeom prst="rect">
            <a:avLst/>
          </a:prstGeom>
          <a:solidFill>
            <a:srgbClr val="1D4ED8"/>
          </a:solidFill>
          <a:ln w="13097">
            <a:solidFill>
              <a:srgbClr val="172B4D"/>
            </a:solidFill>
          </a:ln>
        </p:spPr>
      </p:sp>
      <p:sp>
        <p:nvSpPr>
          <p:cNvPr id="173" name="object-173">
            <a:extLst>
              <a:ext uri="{FF2B5EF4-FFF2-40B4-BE49-F238E27FC236}">
                <a16:creationId xmlns:a16="http://schemas.microsoft.com/office/drawing/2014/main" id="{AAC548E4-0FA1-4F7D-8EFE-278AA065FF95}"/>
              </a:ext>
            </a:extLst>
          </p:cNvPr>
          <p:cNvSpPr>
            <a:spLocks noGrp="1"/>
          </p:cNvSpPr>
          <p:nvPr/>
        </p:nvSpPr>
        <p:spPr>
          <a:xfrm>
            <a:off x="9682163" y="4048125"/>
            <a:ext cx="104775" cy="547688"/>
          </a:xfrm>
          <a:prstGeom prst="rect">
            <a:avLst/>
          </a:prstGeom>
          <a:solidFill>
            <a:srgbClr val="1D4ED8"/>
          </a:solidFill>
          <a:ln w="13097">
            <a:solidFill>
              <a:srgbClr val="172B4D"/>
            </a:solidFill>
          </a:ln>
        </p:spPr>
      </p:sp>
      <p:sp>
        <p:nvSpPr>
          <p:cNvPr id="174" name="object-174">
            <a:extLst>
              <a:ext uri="{FF2B5EF4-FFF2-40B4-BE49-F238E27FC236}">
                <a16:creationId xmlns:a16="http://schemas.microsoft.com/office/drawing/2014/main" id="{97931A7A-7B63-4C3E-A2EE-2A7E3F04EE54}"/>
              </a:ext>
            </a:extLst>
          </p:cNvPr>
          <p:cNvSpPr>
            <a:spLocks noGrp="1"/>
          </p:cNvSpPr>
          <p:nvPr/>
        </p:nvSpPr>
        <p:spPr>
          <a:xfrm>
            <a:off x="9786938" y="4048125"/>
            <a:ext cx="104775" cy="547688"/>
          </a:xfrm>
          <a:prstGeom prst="rect">
            <a:avLst/>
          </a:prstGeom>
          <a:solidFill>
            <a:srgbClr val="1D4ED8"/>
          </a:solidFill>
          <a:ln w="13097">
            <a:solidFill>
              <a:srgbClr val="172B4D"/>
            </a:solidFill>
          </a:ln>
        </p:spPr>
      </p:sp>
      <p:sp>
        <p:nvSpPr>
          <p:cNvPr id="175" name="object-175">
            <a:extLst>
              <a:ext uri="{FF2B5EF4-FFF2-40B4-BE49-F238E27FC236}">
                <a16:creationId xmlns:a16="http://schemas.microsoft.com/office/drawing/2014/main" id="{D590117D-E26B-4ED9-BD0D-660E6FF68CE2}"/>
              </a:ext>
            </a:extLst>
          </p:cNvPr>
          <p:cNvSpPr>
            <a:spLocks noGrp="1"/>
          </p:cNvSpPr>
          <p:nvPr/>
        </p:nvSpPr>
        <p:spPr>
          <a:xfrm>
            <a:off x="9891713" y="4048125"/>
            <a:ext cx="104775" cy="547688"/>
          </a:xfrm>
          <a:prstGeom prst="rect">
            <a:avLst/>
          </a:prstGeom>
          <a:solidFill>
            <a:srgbClr val="1D4ED8"/>
          </a:solidFill>
          <a:ln w="13097">
            <a:solidFill>
              <a:srgbClr val="172B4D"/>
            </a:solidFill>
          </a:ln>
        </p:spPr>
      </p:sp>
      <p:sp>
        <p:nvSpPr>
          <p:cNvPr id="176" name="object-176">
            <a:extLst>
              <a:ext uri="{FF2B5EF4-FFF2-40B4-BE49-F238E27FC236}">
                <a16:creationId xmlns:a16="http://schemas.microsoft.com/office/drawing/2014/main" id="{7BE1D611-8FC5-42D7-9277-C52533373C8F}"/>
              </a:ext>
            </a:extLst>
          </p:cNvPr>
          <p:cNvSpPr>
            <a:spLocks noGrp="1"/>
          </p:cNvSpPr>
          <p:nvPr/>
        </p:nvSpPr>
        <p:spPr>
          <a:xfrm>
            <a:off x="9996488" y="4048125"/>
            <a:ext cx="104775" cy="547688"/>
          </a:xfrm>
          <a:prstGeom prst="rect">
            <a:avLst/>
          </a:prstGeom>
          <a:solidFill>
            <a:srgbClr val="1D4ED8"/>
          </a:solidFill>
          <a:ln w="13097">
            <a:solidFill>
              <a:srgbClr val="172B4D"/>
            </a:solidFill>
          </a:ln>
        </p:spPr>
      </p:sp>
      <p:sp>
        <p:nvSpPr>
          <p:cNvPr id="177" name="object-177">
            <a:extLst>
              <a:ext uri="{FF2B5EF4-FFF2-40B4-BE49-F238E27FC236}">
                <a16:creationId xmlns:a16="http://schemas.microsoft.com/office/drawing/2014/main" id="{E2D94EE9-7668-4A64-835B-E1A79099040F}"/>
              </a:ext>
            </a:extLst>
          </p:cNvPr>
          <p:cNvSpPr>
            <a:spLocks noGrp="1"/>
          </p:cNvSpPr>
          <p:nvPr/>
        </p:nvSpPr>
        <p:spPr>
          <a:xfrm>
            <a:off x="10101263" y="4048125"/>
            <a:ext cx="104775" cy="547688"/>
          </a:xfrm>
          <a:prstGeom prst="rect">
            <a:avLst/>
          </a:prstGeom>
          <a:solidFill>
            <a:srgbClr val="1D4ED8"/>
          </a:solidFill>
          <a:ln w="13097">
            <a:solidFill>
              <a:srgbClr val="172B4D"/>
            </a:solidFill>
          </a:ln>
        </p:spPr>
      </p:sp>
      <p:sp>
        <p:nvSpPr>
          <p:cNvPr id="178" name="object-178">
            <a:extLst>
              <a:ext uri="{FF2B5EF4-FFF2-40B4-BE49-F238E27FC236}">
                <a16:creationId xmlns:a16="http://schemas.microsoft.com/office/drawing/2014/main" id="{BB8D314C-7D97-4664-886A-3B43A34681EA}"/>
              </a:ext>
            </a:extLst>
          </p:cNvPr>
          <p:cNvSpPr>
            <a:spLocks noGrp="1"/>
          </p:cNvSpPr>
          <p:nvPr/>
        </p:nvSpPr>
        <p:spPr>
          <a:xfrm>
            <a:off x="10206038" y="4048125"/>
            <a:ext cx="104775" cy="547688"/>
          </a:xfrm>
          <a:prstGeom prst="rect">
            <a:avLst/>
          </a:prstGeom>
          <a:solidFill>
            <a:srgbClr val="1D4ED8"/>
          </a:solidFill>
          <a:ln w="13097">
            <a:solidFill>
              <a:srgbClr val="172B4D"/>
            </a:solidFill>
          </a:ln>
        </p:spPr>
      </p:sp>
      <p:sp>
        <p:nvSpPr>
          <p:cNvPr id="179" name="object-179">
            <a:extLst>
              <a:ext uri="{FF2B5EF4-FFF2-40B4-BE49-F238E27FC236}">
                <a16:creationId xmlns:a16="http://schemas.microsoft.com/office/drawing/2014/main" id="{39A3A248-00B1-437B-B7E8-A1CE74BB1A89}"/>
              </a:ext>
            </a:extLst>
          </p:cNvPr>
          <p:cNvSpPr>
            <a:spLocks noGrp="1"/>
          </p:cNvSpPr>
          <p:nvPr/>
        </p:nvSpPr>
        <p:spPr>
          <a:xfrm>
            <a:off x="10310813" y="4048125"/>
            <a:ext cx="104775" cy="547688"/>
          </a:xfrm>
          <a:prstGeom prst="rect">
            <a:avLst/>
          </a:prstGeom>
          <a:solidFill>
            <a:srgbClr val="FFFFFF"/>
          </a:solidFill>
          <a:ln w="13097">
            <a:solidFill>
              <a:srgbClr val="172B4D"/>
            </a:solidFill>
          </a:ln>
        </p:spPr>
      </p:sp>
      <p:sp>
        <p:nvSpPr>
          <p:cNvPr id="180" name="object-180">
            <a:extLst>
              <a:ext uri="{FF2B5EF4-FFF2-40B4-BE49-F238E27FC236}">
                <a16:creationId xmlns:a16="http://schemas.microsoft.com/office/drawing/2014/main" id="{03ECF922-8AD4-4028-85B5-9BE38E4AFD77}"/>
              </a:ext>
            </a:extLst>
          </p:cNvPr>
          <p:cNvSpPr>
            <a:spLocks noGrp="1"/>
          </p:cNvSpPr>
          <p:nvPr/>
        </p:nvSpPr>
        <p:spPr>
          <a:xfrm>
            <a:off x="10415588" y="4048125"/>
            <a:ext cx="104775" cy="547688"/>
          </a:xfrm>
          <a:prstGeom prst="rect">
            <a:avLst/>
          </a:prstGeom>
          <a:solidFill>
            <a:srgbClr val="FFFFFF"/>
          </a:solidFill>
          <a:ln w="13097">
            <a:solidFill>
              <a:srgbClr val="172B4D"/>
            </a:solidFill>
          </a:ln>
        </p:spPr>
      </p:sp>
      <p:sp>
        <p:nvSpPr>
          <p:cNvPr id="181" name="object-181">
            <a:extLst>
              <a:ext uri="{FF2B5EF4-FFF2-40B4-BE49-F238E27FC236}">
                <a16:creationId xmlns:a16="http://schemas.microsoft.com/office/drawing/2014/main" id="{672C4FD7-6DF0-44A2-8CE6-E09EFCCD871A}"/>
              </a:ext>
            </a:extLst>
          </p:cNvPr>
          <p:cNvSpPr>
            <a:spLocks noGrp="1"/>
          </p:cNvSpPr>
          <p:nvPr/>
        </p:nvSpPr>
        <p:spPr>
          <a:xfrm>
            <a:off x="10520363" y="4048125"/>
            <a:ext cx="104775" cy="547688"/>
          </a:xfrm>
          <a:prstGeom prst="rect">
            <a:avLst/>
          </a:prstGeom>
          <a:solidFill>
            <a:srgbClr val="FFFFFF"/>
          </a:solidFill>
          <a:ln w="13097">
            <a:solidFill>
              <a:srgbClr val="172B4D"/>
            </a:solidFill>
          </a:ln>
        </p:spPr>
      </p:sp>
      <p:sp>
        <p:nvSpPr>
          <p:cNvPr id="182" name="object-182">
            <a:extLst>
              <a:ext uri="{FF2B5EF4-FFF2-40B4-BE49-F238E27FC236}">
                <a16:creationId xmlns:a16="http://schemas.microsoft.com/office/drawing/2014/main" id="{FFB280E2-0C59-4BEB-B426-30A0C01B5736}"/>
              </a:ext>
            </a:extLst>
          </p:cNvPr>
          <p:cNvSpPr>
            <a:spLocks noGrp="1"/>
          </p:cNvSpPr>
          <p:nvPr/>
        </p:nvSpPr>
        <p:spPr>
          <a:xfrm>
            <a:off x="10625138" y="4048125"/>
            <a:ext cx="104775" cy="547688"/>
          </a:xfrm>
          <a:prstGeom prst="rect">
            <a:avLst/>
          </a:prstGeom>
          <a:solidFill>
            <a:srgbClr val="FFFFFF"/>
          </a:solidFill>
          <a:ln w="13097">
            <a:solidFill>
              <a:srgbClr val="172B4D"/>
            </a:solidFill>
          </a:ln>
        </p:spPr>
      </p:sp>
      <p:sp>
        <p:nvSpPr>
          <p:cNvPr id="183" name="object-183">
            <a:extLst>
              <a:ext uri="{FF2B5EF4-FFF2-40B4-BE49-F238E27FC236}">
                <a16:creationId xmlns:a16="http://schemas.microsoft.com/office/drawing/2014/main" id="{6E09588C-85C6-4897-87E9-FADD725C3038}"/>
              </a:ext>
            </a:extLst>
          </p:cNvPr>
          <p:cNvSpPr>
            <a:spLocks noGrp="1"/>
          </p:cNvSpPr>
          <p:nvPr/>
        </p:nvSpPr>
        <p:spPr>
          <a:xfrm>
            <a:off x="10729913" y="4048125"/>
            <a:ext cx="104775" cy="547688"/>
          </a:xfrm>
          <a:prstGeom prst="rect">
            <a:avLst/>
          </a:prstGeom>
          <a:solidFill>
            <a:srgbClr val="FFFFFF"/>
          </a:solidFill>
          <a:ln w="13097">
            <a:solidFill>
              <a:srgbClr val="172B4D"/>
            </a:solidFill>
          </a:ln>
        </p:spPr>
      </p:sp>
      <p:sp>
        <p:nvSpPr>
          <p:cNvPr id="184" name="object-184">
            <a:extLst>
              <a:ext uri="{FF2B5EF4-FFF2-40B4-BE49-F238E27FC236}">
                <a16:creationId xmlns:a16="http://schemas.microsoft.com/office/drawing/2014/main" id="{8165DA68-B619-46EC-8821-33ECF036A989}"/>
              </a:ext>
            </a:extLst>
          </p:cNvPr>
          <p:cNvSpPr>
            <a:spLocks noGrp="1"/>
          </p:cNvSpPr>
          <p:nvPr/>
        </p:nvSpPr>
        <p:spPr>
          <a:xfrm>
            <a:off x="10834688" y="4048125"/>
            <a:ext cx="104775" cy="547688"/>
          </a:xfrm>
          <a:prstGeom prst="rect">
            <a:avLst/>
          </a:prstGeom>
          <a:solidFill>
            <a:srgbClr val="FFFFFF"/>
          </a:solidFill>
          <a:ln w="13097">
            <a:solidFill>
              <a:srgbClr val="172B4D"/>
            </a:solidFill>
          </a:ln>
        </p:spPr>
      </p:sp>
      <p:sp>
        <p:nvSpPr>
          <p:cNvPr id="185" name="object-185">
            <a:extLst>
              <a:ext uri="{FF2B5EF4-FFF2-40B4-BE49-F238E27FC236}">
                <a16:creationId xmlns:a16="http://schemas.microsoft.com/office/drawing/2014/main" id="{50A57EAA-FA72-4A12-AC96-EBDA9BAAAEC0}"/>
              </a:ext>
            </a:extLst>
          </p:cNvPr>
          <p:cNvSpPr>
            <a:spLocks noGrp="1"/>
          </p:cNvSpPr>
          <p:nvPr/>
        </p:nvSpPr>
        <p:spPr>
          <a:xfrm>
            <a:off x="10939463" y="4048125"/>
            <a:ext cx="104775" cy="547688"/>
          </a:xfrm>
          <a:prstGeom prst="rect">
            <a:avLst/>
          </a:prstGeom>
          <a:solidFill>
            <a:srgbClr val="FFFFFF"/>
          </a:solidFill>
          <a:ln w="13097">
            <a:solidFill>
              <a:srgbClr val="172B4D"/>
            </a:solidFill>
          </a:ln>
        </p:spPr>
      </p:sp>
      <p:sp>
        <p:nvSpPr>
          <p:cNvPr id="186" name="object-186">
            <a:extLst>
              <a:ext uri="{FF2B5EF4-FFF2-40B4-BE49-F238E27FC236}">
                <a16:creationId xmlns:a16="http://schemas.microsoft.com/office/drawing/2014/main" id="{D0A034D6-3230-460C-99BF-855D712A510C}"/>
              </a:ext>
            </a:extLst>
          </p:cNvPr>
          <p:cNvSpPr>
            <a:spLocks noGrp="1"/>
          </p:cNvSpPr>
          <p:nvPr/>
        </p:nvSpPr>
        <p:spPr>
          <a:xfrm>
            <a:off x="11044238" y="4048125"/>
            <a:ext cx="104775" cy="547688"/>
          </a:xfrm>
          <a:prstGeom prst="rect">
            <a:avLst/>
          </a:prstGeom>
          <a:solidFill>
            <a:srgbClr val="FFFFFF"/>
          </a:solidFill>
          <a:ln w="13097">
            <a:solidFill>
              <a:srgbClr val="172B4D"/>
            </a:solidFill>
          </a:ln>
        </p:spPr>
      </p:sp>
      <p:sp>
        <p:nvSpPr>
          <p:cNvPr id="187" name="object-187">
            <a:extLst>
              <a:ext uri="{FF2B5EF4-FFF2-40B4-BE49-F238E27FC236}">
                <a16:creationId xmlns:a16="http://schemas.microsoft.com/office/drawing/2014/main" id="{6D775E4A-2BD3-4643-924A-F5B95F7933C8}"/>
              </a:ext>
            </a:extLst>
          </p:cNvPr>
          <p:cNvSpPr>
            <a:spLocks noGrp="1"/>
          </p:cNvSpPr>
          <p:nvPr/>
        </p:nvSpPr>
        <p:spPr>
          <a:xfrm>
            <a:off x="11149013" y="4048125"/>
            <a:ext cx="104775" cy="547688"/>
          </a:xfrm>
          <a:prstGeom prst="rect">
            <a:avLst/>
          </a:prstGeom>
          <a:solidFill>
            <a:srgbClr val="FFFFFF"/>
          </a:solidFill>
          <a:ln w="13097">
            <a:solidFill>
              <a:srgbClr val="172B4D"/>
            </a:solidFill>
          </a:ln>
        </p:spPr>
      </p:sp>
      <p:sp>
        <p:nvSpPr>
          <p:cNvPr id="188" name="object-188">
            <a:extLst>
              <a:ext uri="{FF2B5EF4-FFF2-40B4-BE49-F238E27FC236}">
                <a16:creationId xmlns:a16="http://schemas.microsoft.com/office/drawing/2014/main" id="{928AC4E9-9E9F-412A-98DC-7893B9529C79}"/>
              </a:ext>
            </a:extLst>
          </p:cNvPr>
          <p:cNvSpPr>
            <a:spLocks noGrp="1"/>
          </p:cNvSpPr>
          <p:nvPr/>
        </p:nvSpPr>
        <p:spPr>
          <a:xfrm>
            <a:off x="11253788" y="4048125"/>
            <a:ext cx="104775" cy="547688"/>
          </a:xfrm>
          <a:prstGeom prst="rect">
            <a:avLst/>
          </a:prstGeom>
          <a:solidFill>
            <a:srgbClr val="FFFFFF"/>
          </a:solidFill>
          <a:ln w="13097">
            <a:solidFill>
              <a:srgbClr val="172B4D"/>
            </a:solidFill>
          </a:ln>
        </p:spPr>
      </p:sp>
      <p:sp>
        <p:nvSpPr>
          <p:cNvPr id="189" name="object-189">
            <a:extLst>
              <a:ext uri="{FF2B5EF4-FFF2-40B4-BE49-F238E27FC236}">
                <a16:creationId xmlns:a16="http://schemas.microsoft.com/office/drawing/2014/main" id="{62C8C058-3124-4A51-AB06-D0D5DC3A192E}"/>
              </a:ext>
            </a:extLst>
          </p:cNvPr>
          <p:cNvSpPr>
            <a:spLocks noGrp="1"/>
          </p:cNvSpPr>
          <p:nvPr/>
        </p:nvSpPr>
        <p:spPr>
          <a:xfrm>
            <a:off x="11358563" y="4048125"/>
            <a:ext cx="104775" cy="547688"/>
          </a:xfrm>
          <a:prstGeom prst="rect">
            <a:avLst/>
          </a:prstGeom>
          <a:solidFill>
            <a:srgbClr val="FFFFFF"/>
          </a:solidFill>
          <a:ln w="13097">
            <a:solidFill>
              <a:srgbClr val="172B4D"/>
            </a:solidFill>
          </a:ln>
        </p:spPr>
      </p:sp>
      <p:sp>
        <p:nvSpPr>
          <p:cNvPr id="190" name="object-190">
            <a:extLst>
              <a:ext uri="{FF2B5EF4-FFF2-40B4-BE49-F238E27FC236}">
                <a16:creationId xmlns:a16="http://schemas.microsoft.com/office/drawing/2014/main" id="{05FF7EC5-EE5F-4B5D-8C6D-3A63B6223836}"/>
              </a:ext>
            </a:extLst>
          </p:cNvPr>
          <p:cNvSpPr>
            <a:spLocks noGrp="1"/>
          </p:cNvSpPr>
          <p:nvPr/>
        </p:nvSpPr>
        <p:spPr>
          <a:xfrm>
            <a:off x="11463338" y="4048125"/>
            <a:ext cx="104775" cy="547688"/>
          </a:xfrm>
          <a:prstGeom prst="rect">
            <a:avLst/>
          </a:prstGeom>
          <a:solidFill>
            <a:srgbClr val="FFFFFF"/>
          </a:solidFill>
          <a:ln w="13097">
            <a:solidFill>
              <a:srgbClr val="172B4D"/>
            </a:solidFill>
          </a:ln>
        </p:spPr>
      </p:sp>
      <p:sp>
        <p:nvSpPr>
          <p:cNvPr id="191" name="object-191">
            <a:extLst>
              <a:ext uri="{FF2B5EF4-FFF2-40B4-BE49-F238E27FC236}">
                <a16:creationId xmlns:a16="http://schemas.microsoft.com/office/drawing/2014/main" id="{FE228D68-073B-4D8E-A0F5-0BAC6CAFE76F}"/>
              </a:ext>
            </a:extLst>
          </p:cNvPr>
          <p:cNvSpPr>
            <a:spLocks noGrp="1"/>
          </p:cNvSpPr>
          <p:nvPr/>
        </p:nvSpPr>
        <p:spPr>
          <a:xfrm>
            <a:off x="11568113" y="4048125"/>
            <a:ext cx="104775" cy="547688"/>
          </a:xfrm>
          <a:prstGeom prst="rect">
            <a:avLst/>
          </a:prstGeom>
          <a:solidFill>
            <a:srgbClr val="FFFFFF"/>
          </a:solidFill>
          <a:ln w="13097">
            <a:solidFill>
              <a:srgbClr val="172B4D"/>
            </a:solidFill>
          </a:ln>
        </p:spPr>
      </p:sp>
      <p:sp>
        <p:nvSpPr>
          <p:cNvPr id="192" name="object-192">
            <a:extLst>
              <a:ext uri="{FF2B5EF4-FFF2-40B4-BE49-F238E27FC236}">
                <a16:creationId xmlns:a16="http://schemas.microsoft.com/office/drawing/2014/main" id="{2C4CB879-732C-40D2-B395-2860FD8B5491}"/>
              </a:ext>
            </a:extLst>
          </p:cNvPr>
          <p:cNvSpPr>
            <a:spLocks noGrp="1"/>
          </p:cNvSpPr>
          <p:nvPr/>
        </p:nvSpPr>
        <p:spPr>
          <a:xfrm>
            <a:off x="11672888" y="4048125"/>
            <a:ext cx="104775" cy="547688"/>
          </a:xfrm>
          <a:prstGeom prst="rect">
            <a:avLst/>
          </a:prstGeom>
          <a:solidFill>
            <a:srgbClr val="FFFFFF"/>
          </a:solidFill>
          <a:ln w="13097">
            <a:solidFill>
              <a:srgbClr val="172B4D"/>
            </a:solidFill>
          </a:ln>
        </p:spPr>
      </p:sp>
      <p:sp>
        <p:nvSpPr>
          <p:cNvPr id="193" name="object-193">
            <a:extLst>
              <a:ext uri="{FF2B5EF4-FFF2-40B4-BE49-F238E27FC236}">
                <a16:creationId xmlns:a16="http://schemas.microsoft.com/office/drawing/2014/main" id="{0A803857-D95B-40E8-9002-2F5BA7134518}"/>
              </a:ext>
            </a:extLst>
          </p:cNvPr>
          <p:cNvSpPr>
            <a:spLocks noGrp="1"/>
          </p:cNvSpPr>
          <p:nvPr/>
        </p:nvSpPr>
        <p:spPr>
          <a:xfrm>
            <a:off x="11777663" y="4048125"/>
            <a:ext cx="104775" cy="547688"/>
          </a:xfrm>
          <a:prstGeom prst="rect">
            <a:avLst/>
          </a:prstGeom>
          <a:solidFill>
            <a:srgbClr val="FFFFFF"/>
          </a:solidFill>
          <a:ln w="13097">
            <a:solidFill>
              <a:srgbClr val="172B4D"/>
            </a:solidFill>
          </a:ln>
        </p:spPr>
      </p:sp>
      <p:sp>
        <p:nvSpPr>
          <p:cNvPr id="194" name="object-194">
            <a:extLst>
              <a:ext uri="{FF2B5EF4-FFF2-40B4-BE49-F238E27FC236}">
                <a16:creationId xmlns:a16="http://schemas.microsoft.com/office/drawing/2014/main" id="{3CED4A98-16B4-401B-95E1-275037FF73DC}"/>
              </a:ext>
            </a:extLst>
          </p:cNvPr>
          <p:cNvSpPr>
            <a:spLocks noGrp="1"/>
          </p:cNvSpPr>
          <p:nvPr/>
        </p:nvSpPr>
        <p:spPr>
          <a:xfrm>
            <a:off x="11882438" y="4048125"/>
            <a:ext cx="104775" cy="547688"/>
          </a:xfrm>
          <a:prstGeom prst="rect">
            <a:avLst/>
          </a:prstGeom>
          <a:solidFill>
            <a:srgbClr val="FFFFFF"/>
          </a:solidFill>
          <a:ln w="13097">
            <a:solidFill>
              <a:srgbClr val="172B4D"/>
            </a:solidFill>
          </a:ln>
        </p:spPr>
      </p:sp>
      <p:sp>
        <p:nvSpPr>
          <p:cNvPr id="195" name="object-195">
            <a:extLst>
              <a:ext uri="{FF2B5EF4-FFF2-40B4-BE49-F238E27FC236}">
                <a16:creationId xmlns:a16="http://schemas.microsoft.com/office/drawing/2014/main" id="{8CD4655B-58B4-4A7C-8235-8AEDFDA060AB}"/>
              </a:ext>
            </a:extLst>
          </p:cNvPr>
          <p:cNvSpPr>
            <a:spLocks noGrp="1"/>
          </p:cNvSpPr>
          <p:nvPr/>
        </p:nvSpPr>
        <p:spPr>
          <a:xfrm>
            <a:off x="11987213" y="4048125"/>
            <a:ext cx="104775" cy="547688"/>
          </a:xfrm>
          <a:prstGeom prst="rect">
            <a:avLst/>
          </a:prstGeom>
          <a:solidFill>
            <a:srgbClr val="FFFFFF"/>
          </a:solidFill>
          <a:ln w="13097">
            <a:solidFill>
              <a:srgbClr val="172B4D"/>
            </a:solidFill>
          </a:ln>
        </p:spPr>
      </p:sp>
      <p:sp>
        <p:nvSpPr>
          <p:cNvPr id="196" name="object-196">
            <a:extLst>
              <a:ext uri="{FF2B5EF4-FFF2-40B4-BE49-F238E27FC236}">
                <a16:creationId xmlns:a16="http://schemas.microsoft.com/office/drawing/2014/main" id="{23085D39-36F2-44C3-9358-E9FE42AECD86}"/>
              </a:ext>
            </a:extLst>
          </p:cNvPr>
          <p:cNvSpPr>
            <a:spLocks noGrp="1"/>
          </p:cNvSpPr>
          <p:nvPr/>
        </p:nvSpPr>
        <p:spPr>
          <a:xfrm>
            <a:off x="12091988" y="4048125"/>
            <a:ext cx="104775" cy="547688"/>
          </a:xfrm>
          <a:prstGeom prst="rect">
            <a:avLst/>
          </a:prstGeom>
          <a:solidFill>
            <a:srgbClr val="FFFFFF"/>
          </a:solidFill>
          <a:ln w="13097">
            <a:solidFill>
              <a:srgbClr val="172B4D"/>
            </a:solidFill>
          </a:ln>
        </p:spPr>
      </p:sp>
      <p:sp>
        <p:nvSpPr>
          <p:cNvPr id="197" name="object-197">
            <a:extLst>
              <a:ext uri="{FF2B5EF4-FFF2-40B4-BE49-F238E27FC236}">
                <a16:creationId xmlns:a16="http://schemas.microsoft.com/office/drawing/2014/main" id="{FB01F169-64A8-4F46-8086-610E62905300}"/>
              </a:ext>
            </a:extLst>
          </p:cNvPr>
          <p:cNvSpPr>
            <a:spLocks noGrp="1"/>
          </p:cNvSpPr>
          <p:nvPr/>
        </p:nvSpPr>
        <p:spPr>
          <a:xfrm>
            <a:off x="12196763" y="4048125"/>
            <a:ext cx="104775" cy="547688"/>
          </a:xfrm>
          <a:prstGeom prst="rect">
            <a:avLst/>
          </a:prstGeom>
          <a:solidFill>
            <a:srgbClr val="FFFFFF"/>
          </a:solidFill>
          <a:ln w="13097">
            <a:solidFill>
              <a:srgbClr val="172B4D"/>
            </a:solidFill>
          </a:ln>
        </p:spPr>
      </p:sp>
      <p:sp>
        <p:nvSpPr>
          <p:cNvPr id="198" name="object-198">
            <a:extLst>
              <a:ext uri="{FF2B5EF4-FFF2-40B4-BE49-F238E27FC236}">
                <a16:creationId xmlns:a16="http://schemas.microsoft.com/office/drawing/2014/main" id="{63C26F92-9CD9-4A23-BD63-35A242F1D860}"/>
              </a:ext>
            </a:extLst>
          </p:cNvPr>
          <p:cNvSpPr>
            <a:spLocks noGrp="1"/>
          </p:cNvSpPr>
          <p:nvPr/>
        </p:nvSpPr>
        <p:spPr>
          <a:xfrm>
            <a:off x="12301538" y="4048125"/>
            <a:ext cx="104775" cy="547688"/>
          </a:xfrm>
          <a:prstGeom prst="rect">
            <a:avLst/>
          </a:prstGeom>
          <a:solidFill>
            <a:srgbClr val="FFFFFF"/>
          </a:solidFill>
          <a:ln w="13097">
            <a:solidFill>
              <a:srgbClr val="172B4D"/>
            </a:solidFill>
          </a:ln>
        </p:spPr>
      </p:sp>
      <p:sp>
        <p:nvSpPr>
          <p:cNvPr id="199" name="object-199">
            <a:extLst>
              <a:ext uri="{FF2B5EF4-FFF2-40B4-BE49-F238E27FC236}">
                <a16:creationId xmlns:a16="http://schemas.microsoft.com/office/drawing/2014/main" id="{33B07A9D-ADE1-4537-8F07-66AC7FBC1536}"/>
              </a:ext>
            </a:extLst>
          </p:cNvPr>
          <p:cNvSpPr>
            <a:spLocks noGrp="1"/>
          </p:cNvSpPr>
          <p:nvPr/>
        </p:nvSpPr>
        <p:spPr>
          <a:xfrm>
            <a:off x="12406313" y="4048125"/>
            <a:ext cx="104775" cy="547688"/>
          </a:xfrm>
          <a:prstGeom prst="rect">
            <a:avLst/>
          </a:prstGeom>
          <a:solidFill>
            <a:srgbClr val="FFFFFF"/>
          </a:solidFill>
          <a:ln w="13097">
            <a:solidFill>
              <a:srgbClr val="172B4D"/>
            </a:solidFill>
          </a:ln>
        </p:spPr>
      </p:sp>
      <p:sp>
        <p:nvSpPr>
          <p:cNvPr id="200" name="object-200">
            <a:extLst>
              <a:ext uri="{FF2B5EF4-FFF2-40B4-BE49-F238E27FC236}">
                <a16:creationId xmlns:a16="http://schemas.microsoft.com/office/drawing/2014/main" id="{2359E704-5EC1-48F2-B3CC-BA81B080032C}"/>
              </a:ext>
            </a:extLst>
          </p:cNvPr>
          <p:cNvSpPr>
            <a:spLocks noGrp="1"/>
          </p:cNvSpPr>
          <p:nvPr/>
        </p:nvSpPr>
        <p:spPr>
          <a:xfrm>
            <a:off x="12511088" y="4048125"/>
            <a:ext cx="104775" cy="547688"/>
          </a:xfrm>
          <a:prstGeom prst="rect">
            <a:avLst/>
          </a:prstGeom>
          <a:solidFill>
            <a:srgbClr val="FFFFFF"/>
          </a:solidFill>
          <a:ln w="13097">
            <a:solidFill>
              <a:srgbClr val="172B4D"/>
            </a:solidFill>
          </a:ln>
        </p:spPr>
      </p:sp>
      <p:sp>
        <p:nvSpPr>
          <p:cNvPr id="201" name="object-201">
            <a:extLst>
              <a:ext uri="{FF2B5EF4-FFF2-40B4-BE49-F238E27FC236}">
                <a16:creationId xmlns:a16="http://schemas.microsoft.com/office/drawing/2014/main" id="{8C7900DD-E961-4142-95BD-9ADD5787BC2E}"/>
              </a:ext>
            </a:extLst>
          </p:cNvPr>
          <p:cNvSpPr>
            <a:spLocks noGrp="1"/>
          </p:cNvSpPr>
          <p:nvPr/>
        </p:nvSpPr>
        <p:spPr>
          <a:xfrm>
            <a:off x="12615863" y="4048125"/>
            <a:ext cx="104775" cy="547688"/>
          </a:xfrm>
          <a:prstGeom prst="rect">
            <a:avLst/>
          </a:prstGeom>
          <a:solidFill>
            <a:srgbClr val="FFFFFF"/>
          </a:solidFill>
          <a:ln w="13097">
            <a:solidFill>
              <a:srgbClr val="172B4D"/>
            </a:solidFill>
          </a:ln>
        </p:spPr>
      </p:sp>
      <p:sp>
        <p:nvSpPr>
          <p:cNvPr id="202" name="object-202">
            <a:extLst>
              <a:ext uri="{FF2B5EF4-FFF2-40B4-BE49-F238E27FC236}">
                <a16:creationId xmlns:a16="http://schemas.microsoft.com/office/drawing/2014/main" id="{EB0AF96C-3C5A-47AA-A51E-C0C34EE0CBB3}"/>
              </a:ext>
            </a:extLst>
          </p:cNvPr>
          <p:cNvSpPr>
            <a:spLocks noGrp="1"/>
          </p:cNvSpPr>
          <p:nvPr/>
        </p:nvSpPr>
        <p:spPr>
          <a:xfrm>
            <a:off x="12720638" y="4048125"/>
            <a:ext cx="104775" cy="547688"/>
          </a:xfrm>
          <a:prstGeom prst="rect">
            <a:avLst/>
          </a:prstGeom>
          <a:solidFill>
            <a:srgbClr val="FFFFFF"/>
          </a:solidFill>
          <a:ln w="13097">
            <a:solidFill>
              <a:srgbClr val="172B4D"/>
            </a:solidFill>
          </a:ln>
        </p:spPr>
      </p:sp>
      <p:sp>
        <p:nvSpPr>
          <p:cNvPr id="203" name="object-203">
            <a:extLst>
              <a:ext uri="{FF2B5EF4-FFF2-40B4-BE49-F238E27FC236}">
                <a16:creationId xmlns:a16="http://schemas.microsoft.com/office/drawing/2014/main" id="{145FA2C8-2412-4326-8683-31A9E915F287}"/>
              </a:ext>
            </a:extLst>
          </p:cNvPr>
          <p:cNvSpPr>
            <a:spLocks noGrp="1"/>
          </p:cNvSpPr>
          <p:nvPr/>
        </p:nvSpPr>
        <p:spPr>
          <a:xfrm>
            <a:off x="12825413" y="4048125"/>
            <a:ext cx="104775" cy="547688"/>
          </a:xfrm>
          <a:prstGeom prst="rect">
            <a:avLst/>
          </a:prstGeom>
          <a:solidFill>
            <a:srgbClr val="FFFFFF"/>
          </a:solidFill>
          <a:ln w="13097">
            <a:solidFill>
              <a:srgbClr val="172B4D"/>
            </a:solidFill>
          </a:ln>
        </p:spPr>
      </p:sp>
      <p:sp>
        <p:nvSpPr>
          <p:cNvPr id="204" name="object-204">
            <a:extLst>
              <a:ext uri="{FF2B5EF4-FFF2-40B4-BE49-F238E27FC236}">
                <a16:creationId xmlns:a16="http://schemas.microsoft.com/office/drawing/2014/main" id="{8540A104-B9DD-467B-B949-0A225F9DDD0C}"/>
              </a:ext>
            </a:extLst>
          </p:cNvPr>
          <p:cNvSpPr>
            <a:spLocks noGrp="1"/>
          </p:cNvSpPr>
          <p:nvPr/>
        </p:nvSpPr>
        <p:spPr>
          <a:xfrm>
            <a:off x="12930188" y="4048125"/>
            <a:ext cx="104775" cy="547688"/>
          </a:xfrm>
          <a:prstGeom prst="rect">
            <a:avLst/>
          </a:prstGeom>
          <a:solidFill>
            <a:srgbClr val="FFFFFF"/>
          </a:solidFill>
          <a:ln w="13097">
            <a:solidFill>
              <a:srgbClr val="172B4D"/>
            </a:solidFill>
          </a:ln>
        </p:spPr>
      </p:sp>
      <p:sp>
        <p:nvSpPr>
          <p:cNvPr id="205" name="object-205">
            <a:extLst>
              <a:ext uri="{FF2B5EF4-FFF2-40B4-BE49-F238E27FC236}">
                <a16:creationId xmlns:a16="http://schemas.microsoft.com/office/drawing/2014/main" id="{58E022BA-69FC-4420-9270-1E2D661A3B7F}"/>
              </a:ext>
            </a:extLst>
          </p:cNvPr>
          <p:cNvSpPr>
            <a:spLocks noGrp="1"/>
          </p:cNvSpPr>
          <p:nvPr/>
        </p:nvSpPr>
        <p:spPr>
          <a:xfrm>
            <a:off x="13034963" y="4048125"/>
            <a:ext cx="104775" cy="547688"/>
          </a:xfrm>
          <a:prstGeom prst="rect">
            <a:avLst/>
          </a:prstGeom>
          <a:solidFill>
            <a:srgbClr val="FFFFFF"/>
          </a:solidFill>
          <a:ln w="13097">
            <a:solidFill>
              <a:srgbClr val="172B4D"/>
            </a:solidFill>
          </a:ln>
        </p:spPr>
      </p:sp>
      <p:sp>
        <p:nvSpPr>
          <p:cNvPr id="206" name="object-206">
            <a:extLst>
              <a:ext uri="{FF2B5EF4-FFF2-40B4-BE49-F238E27FC236}">
                <a16:creationId xmlns:a16="http://schemas.microsoft.com/office/drawing/2014/main" id="{ECC7DF66-4ED0-42E7-BE2B-30564A45312D}"/>
              </a:ext>
            </a:extLst>
          </p:cNvPr>
          <p:cNvSpPr>
            <a:spLocks noGrp="1"/>
          </p:cNvSpPr>
          <p:nvPr/>
        </p:nvSpPr>
        <p:spPr>
          <a:xfrm>
            <a:off x="13139738" y="4048125"/>
            <a:ext cx="104775" cy="547688"/>
          </a:xfrm>
          <a:prstGeom prst="rect">
            <a:avLst/>
          </a:prstGeom>
          <a:solidFill>
            <a:srgbClr val="FFFFFF"/>
          </a:solidFill>
          <a:ln w="13097">
            <a:solidFill>
              <a:srgbClr val="172B4D"/>
            </a:solidFill>
          </a:ln>
        </p:spPr>
      </p:sp>
      <p:sp>
        <p:nvSpPr>
          <p:cNvPr id="207" name="object-207">
            <a:extLst>
              <a:ext uri="{FF2B5EF4-FFF2-40B4-BE49-F238E27FC236}">
                <a16:creationId xmlns:a16="http://schemas.microsoft.com/office/drawing/2014/main" id="{01809170-EC26-4C47-909F-D7EB228C4C38}"/>
              </a:ext>
            </a:extLst>
          </p:cNvPr>
          <p:cNvSpPr>
            <a:spLocks noGrp="1"/>
          </p:cNvSpPr>
          <p:nvPr/>
        </p:nvSpPr>
        <p:spPr>
          <a:xfrm>
            <a:off x="13244513" y="4048125"/>
            <a:ext cx="104775" cy="547688"/>
          </a:xfrm>
          <a:prstGeom prst="rect">
            <a:avLst/>
          </a:prstGeom>
          <a:solidFill>
            <a:srgbClr val="FFFFFF"/>
          </a:solidFill>
          <a:ln w="13097">
            <a:solidFill>
              <a:srgbClr val="172B4D"/>
            </a:solidFill>
          </a:ln>
        </p:spPr>
      </p:sp>
      <p:sp>
        <p:nvSpPr>
          <p:cNvPr id="208" name="object-208">
            <a:extLst>
              <a:ext uri="{FF2B5EF4-FFF2-40B4-BE49-F238E27FC236}">
                <a16:creationId xmlns:a16="http://schemas.microsoft.com/office/drawing/2014/main" id="{444AD323-A512-459F-856A-26F3CDFB2ECF}"/>
              </a:ext>
            </a:extLst>
          </p:cNvPr>
          <p:cNvSpPr>
            <a:spLocks noGrp="1"/>
          </p:cNvSpPr>
          <p:nvPr/>
        </p:nvSpPr>
        <p:spPr>
          <a:xfrm>
            <a:off x="13349288" y="4048125"/>
            <a:ext cx="104775" cy="547688"/>
          </a:xfrm>
          <a:prstGeom prst="rect">
            <a:avLst/>
          </a:prstGeom>
          <a:solidFill>
            <a:srgbClr val="FFFFFF"/>
          </a:solidFill>
          <a:ln w="13097">
            <a:solidFill>
              <a:srgbClr val="172B4D"/>
            </a:solidFill>
          </a:ln>
        </p:spPr>
      </p:sp>
      <p:sp>
        <p:nvSpPr>
          <p:cNvPr id="209" name="object-209">
            <a:extLst>
              <a:ext uri="{FF2B5EF4-FFF2-40B4-BE49-F238E27FC236}">
                <a16:creationId xmlns:a16="http://schemas.microsoft.com/office/drawing/2014/main" id="{2765C545-35A4-4104-8A67-9C58D8D0CA0A}"/>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70/100</a:t>
            </a:r>
          </a:p>
        </p:txBody>
      </p:sp>
      <p:sp>
        <p:nvSpPr>
          <p:cNvPr id="210" name="object-210">
            <a:extLst>
              <a:ext uri="{FF2B5EF4-FFF2-40B4-BE49-F238E27FC236}">
                <a16:creationId xmlns:a16="http://schemas.microsoft.com/office/drawing/2014/main" id="{128B7C56-0B3F-4664-8E2E-D5FF29B2A2A1}"/>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73%</a:t>
            </a:r>
          </a:p>
        </p:txBody>
      </p:sp>
      <p:sp>
        <p:nvSpPr>
          <p:cNvPr id="211" name="object-211">
            <a:extLst>
              <a:ext uri="{FF2B5EF4-FFF2-40B4-BE49-F238E27FC236}">
                <a16:creationId xmlns:a16="http://schemas.microsoft.com/office/drawing/2014/main" id="{76CE1E4B-4E4E-47FE-95E9-7B6FB1DB5008}"/>
              </a:ext>
            </a:extLst>
          </p:cNvPr>
          <p:cNvSpPr>
            <a:spLocks noGrp="1"/>
          </p:cNvSpPr>
          <p:nvPr/>
        </p:nvSpPr>
        <p:spPr>
          <a:xfrm>
            <a:off x="2976563" y="5238750"/>
            <a:ext cx="104775"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E53726EF-1F76-4640-AAE9-83DD57219B88}"/>
              </a:ext>
            </a:extLst>
          </p:cNvPr>
          <p:cNvSpPr>
            <a:spLocks noGrp="1"/>
          </p:cNvSpPr>
          <p:nvPr/>
        </p:nvSpPr>
        <p:spPr>
          <a:xfrm>
            <a:off x="3081338" y="5238750"/>
            <a:ext cx="104775"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1BF51CDC-5205-496A-B1E8-F1BEA9E548F6}"/>
              </a:ext>
            </a:extLst>
          </p:cNvPr>
          <p:cNvSpPr>
            <a:spLocks noGrp="1"/>
          </p:cNvSpPr>
          <p:nvPr/>
        </p:nvSpPr>
        <p:spPr>
          <a:xfrm>
            <a:off x="3186113" y="5238750"/>
            <a:ext cx="104775"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142D9A34-2029-4796-ABC9-37EB8F7F212D}"/>
              </a:ext>
            </a:extLst>
          </p:cNvPr>
          <p:cNvSpPr>
            <a:spLocks noGrp="1"/>
          </p:cNvSpPr>
          <p:nvPr/>
        </p:nvSpPr>
        <p:spPr>
          <a:xfrm>
            <a:off x="3290888" y="5238750"/>
            <a:ext cx="104775"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F1478605-64CB-49EA-A602-AE8C1F67CE24}"/>
              </a:ext>
            </a:extLst>
          </p:cNvPr>
          <p:cNvSpPr>
            <a:spLocks noGrp="1"/>
          </p:cNvSpPr>
          <p:nvPr/>
        </p:nvSpPr>
        <p:spPr>
          <a:xfrm>
            <a:off x="3395663" y="5238750"/>
            <a:ext cx="104775"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6DE60435-67E5-459B-80AC-A19ADA0FE8E8}"/>
              </a:ext>
            </a:extLst>
          </p:cNvPr>
          <p:cNvSpPr>
            <a:spLocks noGrp="1"/>
          </p:cNvSpPr>
          <p:nvPr/>
        </p:nvSpPr>
        <p:spPr>
          <a:xfrm>
            <a:off x="3500438" y="5238750"/>
            <a:ext cx="104775"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89783FC2-7B9E-4CBE-A06E-B9AB64EC5856}"/>
              </a:ext>
            </a:extLst>
          </p:cNvPr>
          <p:cNvSpPr>
            <a:spLocks noGrp="1"/>
          </p:cNvSpPr>
          <p:nvPr/>
        </p:nvSpPr>
        <p:spPr>
          <a:xfrm>
            <a:off x="3605213" y="5238750"/>
            <a:ext cx="104775"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A1695FD2-B38B-4298-849A-9ABD3BBC03FC}"/>
              </a:ext>
            </a:extLst>
          </p:cNvPr>
          <p:cNvSpPr>
            <a:spLocks noGrp="1"/>
          </p:cNvSpPr>
          <p:nvPr/>
        </p:nvSpPr>
        <p:spPr>
          <a:xfrm>
            <a:off x="3709988" y="5238750"/>
            <a:ext cx="104775"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9F42CBDA-18C8-4AEB-A72D-E75383DC1BA9}"/>
              </a:ext>
            </a:extLst>
          </p:cNvPr>
          <p:cNvSpPr>
            <a:spLocks noGrp="1"/>
          </p:cNvSpPr>
          <p:nvPr/>
        </p:nvSpPr>
        <p:spPr>
          <a:xfrm>
            <a:off x="3814763" y="5238750"/>
            <a:ext cx="104775"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E212F447-9905-4BC4-9CEF-1BB5E11B1A0E}"/>
              </a:ext>
            </a:extLst>
          </p:cNvPr>
          <p:cNvSpPr>
            <a:spLocks noGrp="1"/>
          </p:cNvSpPr>
          <p:nvPr/>
        </p:nvSpPr>
        <p:spPr>
          <a:xfrm>
            <a:off x="3919538" y="5238750"/>
            <a:ext cx="104775"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94D3FBBC-C840-48EE-AD92-E1C978053AD5}"/>
              </a:ext>
            </a:extLst>
          </p:cNvPr>
          <p:cNvSpPr>
            <a:spLocks noGrp="1"/>
          </p:cNvSpPr>
          <p:nvPr/>
        </p:nvSpPr>
        <p:spPr>
          <a:xfrm>
            <a:off x="4024313" y="5238750"/>
            <a:ext cx="104775"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71F78169-93D9-4DC6-9CE1-D88D5C056C26}"/>
              </a:ext>
            </a:extLst>
          </p:cNvPr>
          <p:cNvSpPr>
            <a:spLocks noGrp="1"/>
          </p:cNvSpPr>
          <p:nvPr/>
        </p:nvSpPr>
        <p:spPr>
          <a:xfrm>
            <a:off x="4129088" y="5238750"/>
            <a:ext cx="104775"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9CB3874E-CEAA-4D7E-A40E-E67D93FB23FF}"/>
              </a:ext>
            </a:extLst>
          </p:cNvPr>
          <p:cNvSpPr>
            <a:spLocks noGrp="1"/>
          </p:cNvSpPr>
          <p:nvPr/>
        </p:nvSpPr>
        <p:spPr>
          <a:xfrm>
            <a:off x="4233863" y="5238750"/>
            <a:ext cx="104775"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6475D89D-04B7-465F-A272-B2E8044351F4}"/>
              </a:ext>
            </a:extLst>
          </p:cNvPr>
          <p:cNvSpPr>
            <a:spLocks noGrp="1"/>
          </p:cNvSpPr>
          <p:nvPr/>
        </p:nvSpPr>
        <p:spPr>
          <a:xfrm>
            <a:off x="4338638" y="5238750"/>
            <a:ext cx="104775"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3AAB70A2-6D90-4FCD-A6A8-45AEC94777BD}"/>
              </a:ext>
            </a:extLst>
          </p:cNvPr>
          <p:cNvSpPr>
            <a:spLocks noGrp="1"/>
          </p:cNvSpPr>
          <p:nvPr/>
        </p:nvSpPr>
        <p:spPr>
          <a:xfrm>
            <a:off x="4443413" y="5238750"/>
            <a:ext cx="104775"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487CB60E-7785-45EE-A393-7E54C3E08DD3}"/>
              </a:ext>
            </a:extLst>
          </p:cNvPr>
          <p:cNvSpPr>
            <a:spLocks noGrp="1"/>
          </p:cNvSpPr>
          <p:nvPr/>
        </p:nvSpPr>
        <p:spPr>
          <a:xfrm>
            <a:off x="4548188" y="5238750"/>
            <a:ext cx="104775"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6464EB98-C233-4610-9E39-C20D63D1DDD2}"/>
              </a:ext>
            </a:extLst>
          </p:cNvPr>
          <p:cNvSpPr>
            <a:spLocks noGrp="1"/>
          </p:cNvSpPr>
          <p:nvPr/>
        </p:nvSpPr>
        <p:spPr>
          <a:xfrm>
            <a:off x="4652963" y="5238750"/>
            <a:ext cx="104775"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FFC9B478-F864-404E-B742-0708C09DCA80}"/>
              </a:ext>
            </a:extLst>
          </p:cNvPr>
          <p:cNvSpPr>
            <a:spLocks noGrp="1"/>
          </p:cNvSpPr>
          <p:nvPr/>
        </p:nvSpPr>
        <p:spPr>
          <a:xfrm>
            <a:off x="4757738" y="5238750"/>
            <a:ext cx="104775"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C35D11A3-EF9E-40D9-A1AF-A1C7CB64B249}"/>
              </a:ext>
            </a:extLst>
          </p:cNvPr>
          <p:cNvSpPr>
            <a:spLocks noGrp="1"/>
          </p:cNvSpPr>
          <p:nvPr/>
        </p:nvSpPr>
        <p:spPr>
          <a:xfrm>
            <a:off x="4862513" y="5238750"/>
            <a:ext cx="104775"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3DB70392-189A-4A3A-B665-E4A3F90B6E0A}"/>
              </a:ext>
            </a:extLst>
          </p:cNvPr>
          <p:cNvSpPr>
            <a:spLocks noGrp="1"/>
          </p:cNvSpPr>
          <p:nvPr/>
        </p:nvSpPr>
        <p:spPr>
          <a:xfrm>
            <a:off x="4967288" y="5238750"/>
            <a:ext cx="104775"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16EF76B7-6F38-4EEE-9605-1DA0429D13D9}"/>
              </a:ext>
            </a:extLst>
          </p:cNvPr>
          <p:cNvSpPr>
            <a:spLocks noGrp="1"/>
          </p:cNvSpPr>
          <p:nvPr/>
        </p:nvSpPr>
        <p:spPr>
          <a:xfrm>
            <a:off x="5072063" y="5238750"/>
            <a:ext cx="104775"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2AC85055-1113-48A4-9329-791CAAF535BA}"/>
              </a:ext>
            </a:extLst>
          </p:cNvPr>
          <p:cNvSpPr>
            <a:spLocks noGrp="1"/>
          </p:cNvSpPr>
          <p:nvPr/>
        </p:nvSpPr>
        <p:spPr>
          <a:xfrm>
            <a:off x="5176838" y="5238750"/>
            <a:ext cx="104775"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EAFC2168-3362-4556-8332-E197694B4712}"/>
              </a:ext>
            </a:extLst>
          </p:cNvPr>
          <p:cNvSpPr>
            <a:spLocks noGrp="1"/>
          </p:cNvSpPr>
          <p:nvPr/>
        </p:nvSpPr>
        <p:spPr>
          <a:xfrm>
            <a:off x="5281613" y="5238750"/>
            <a:ext cx="104775"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BFD24B23-DB8E-4F4D-8389-E466173F69D7}"/>
              </a:ext>
            </a:extLst>
          </p:cNvPr>
          <p:cNvSpPr>
            <a:spLocks noGrp="1"/>
          </p:cNvSpPr>
          <p:nvPr/>
        </p:nvSpPr>
        <p:spPr>
          <a:xfrm>
            <a:off x="5386388" y="5238750"/>
            <a:ext cx="104775"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8809C72B-A0A4-4762-AFBA-2DBFB3260DD9}"/>
              </a:ext>
            </a:extLst>
          </p:cNvPr>
          <p:cNvSpPr>
            <a:spLocks noGrp="1"/>
          </p:cNvSpPr>
          <p:nvPr/>
        </p:nvSpPr>
        <p:spPr>
          <a:xfrm>
            <a:off x="5491163" y="5238750"/>
            <a:ext cx="104775"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C982F123-D7C7-4ED4-851A-0736549E349A}"/>
              </a:ext>
            </a:extLst>
          </p:cNvPr>
          <p:cNvSpPr>
            <a:spLocks noGrp="1"/>
          </p:cNvSpPr>
          <p:nvPr/>
        </p:nvSpPr>
        <p:spPr>
          <a:xfrm>
            <a:off x="5595938" y="5238750"/>
            <a:ext cx="104775"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55E6B6D5-21C1-46CF-88FC-DED94A6D3A69}"/>
              </a:ext>
            </a:extLst>
          </p:cNvPr>
          <p:cNvSpPr>
            <a:spLocks noGrp="1"/>
          </p:cNvSpPr>
          <p:nvPr/>
        </p:nvSpPr>
        <p:spPr>
          <a:xfrm>
            <a:off x="5700713" y="5238750"/>
            <a:ext cx="104775"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73118AE1-82E8-44A0-9C5A-6C341FC75CAD}"/>
              </a:ext>
            </a:extLst>
          </p:cNvPr>
          <p:cNvSpPr>
            <a:spLocks noGrp="1"/>
          </p:cNvSpPr>
          <p:nvPr/>
        </p:nvSpPr>
        <p:spPr>
          <a:xfrm>
            <a:off x="5805488" y="5238750"/>
            <a:ext cx="104775"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9E7C24CE-8FB6-4592-AF5B-E9377BC86561}"/>
              </a:ext>
            </a:extLst>
          </p:cNvPr>
          <p:cNvSpPr>
            <a:spLocks noGrp="1"/>
          </p:cNvSpPr>
          <p:nvPr/>
        </p:nvSpPr>
        <p:spPr>
          <a:xfrm>
            <a:off x="5910263" y="5238750"/>
            <a:ext cx="104775"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C7F930BA-920E-4FBB-A416-EE2970D70FD3}"/>
              </a:ext>
            </a:extLst>
          </p:cNvPr>
          <p:cNvSpPr>
            <a:spLocks noGrp="1"/>
          </p:cNvSpPr>
          <p:nvPr/>
        </p:nvSpPr>
        <p:spPr>
          <a:xfrm>
            <a:off x="6015038" y="5238750"/>
            <a:ext cx="104775"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D0846C64-7F2F-4F72-AC3A-F535A2555BE8}"/>
              </a:ext>
            </a:extLst>
          </p:cNvPr>
          <p:cNvSpPr>
            <a:spLocks noGrp="1"/>
          </p:cNvSpPr>
          <p:nvPr/>
        </p:nvSpPr>
        <p:spPr>
          <a:xfrm>
            <a:off x="6119813" y="5238750"/>
            <a:ext cx="104775"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B36D4433-144C-43ED-8711-0E6348E25B9C}"/>
              </a:ext>
            </a:extLst>
          </p:cNvPr>
          <p:cNvSpPr>
            <a:spLocks noGrp="1"/>
          </p:cNvSpPr>
          <p:nvPr/>
        </p:nvSpPr>
        <p:spPr>
          <a:xfrm>
            <a:off x="6224588" y="5238750"/>
            <a:ext cx="104775"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E26A01FD-4B0E-4570-9C1E-AE97CDBD36EB}"/>
              </a:ext>
            </a:extLst>
          </p:cNvPr>
          <p:cNvSpPr>
            <a:spLocks noGrp="1"/>
          </p:cNvSpPr>
          <p:nvPr/>
        </p:nvSpPr>
        <p:spPr>
          <a:xfrm>
            <a:off x="6329363" y="5238750"/>
            <a:ext cx="104775"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9B0C496B-6470-4766-A886-68C85E9B25B2}"/>
              </a:ext>
            </a:extLst>
          </p:cNvPr>
          <p:cNvSpPr>
            <a:spLocks noGrp="1"/>
          </p:cNvSpPr>
          <p:nvPr/>
        </p:nvSpPr>
        <p:spPr>
          <a:xfrm>
            <a:off x="6434138" y="5238750"/>
            <a:ext cx="104775"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2B91918D-C9C6-4E28-BC60-3295AACF99F5}"/>
              </a:ext>
            </a:extLst>
          </p:cNvPr>
          <p:cNvSpPr>
            <a:spLocks noGrp="1"/>
          </p:cNvSpPr>
          <p:nvPr/>
        </p:nvSpPr>
        <p:spPr>
          <a:xfrm>
            <a:off x="6538913" y="5238750"/>
            <a:ext cx="104775"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69862035-1585-4CD8-A877-737996189F89}"/>
              </a:ext>
            </a:extLst>
          </p:cNvPr>
          <p:cNvSpPr>
            <a:spLocks noGrp="1"/>
          </p:cNvSpPr>
          <p:nvPr/>
        </p:nvSpPr>
        <p:spPr>
          <a:xfrm>
            <a:off x="6643688" y="5238750"/>
            <a:ext cx="104775"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D3AAE345-F8FF-46E2-B13E-5B440670E6F5}"/>
              </a:ext>
            </a:extLst>
          </p:cNvPr>
          <p:cNvSpPr>
            <a:spLocks noGrp="1"/>
          </p:cNvSpPr>
          <p:nvPr/>
        </p:nvSpPr>
        <p:spPr>
          <a:xfrm>
            <a:off x="6748463" y="5238750"/>
            <a:ext cx="104775"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C60A35E1-430C-4E8A-BED4-3A3DF8EFBB56}"/>
              </a:ext>
            </a:extLst>
          </p:cNvPr>
          <p:cNvSpPr>
            <a:spLocks noGrp="1"/>
          </p:cNvSpPr>
          <p:nvPr/>
        </p:nvSpPr>
        <p:spPr>
          <a:xfrm>
            <a:off x="6853238" y="5238750"/>
            <a:ext cx="104775"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22A4806C-A1F3-491D-B9FF-72314BD18F1F}"/>
              </a:ext>
            </a:extLst>
          </p:cNvPr>
          <p:cNvSpPr>
            <a:spLocks noGrp="1"/>
          </p:cNvSpPr>
          <p:nvPr/>
        </p:nvSpPr>
        <p:spPr>
          <a:xfrm>
            <a:off x="6958013" y="5238750"/>
            <a:ext cx="104775"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CB8256CD-2827-4FB3-AFC3-C44CEBC2C211}"/>
              </a:ext>
            </a:extLst>
          </p:cNvPr>
          <p:cNvSpPr>
            <a:spLocks noGrp="1"/>
          </p:cNvSpPr>
          <p:nvPr/>
        </p:nvSpPr>
        <p:spPr>
          <a:xfrm>
            <a:off x="7062788" y="5238750"/>
            <a:ext cx="104775"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8530048B-5582-48CC-B41A-D83C73F9C4E7}"/>
              </a:ext>
            </a:extLst>
          </p:cNvPr>
          <p:cNvSpPr>
            <a:spLocks noGrp="1"/>
          </p:cNvSpPr>
          <p:nvPr/>
        </p:nvSpPr>
        <p:spPr>
          <a:xfrm>
            <a:off x="7167563" y="5238750"/>
            <a:ext cx="104775"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3E1421AE-592B-4895-B2FF-25039DAA4B3D}"/>
              </a:ext>
            </a:extLst>
          </p:cNvPr>
          <p:cNvSpPr>
            <a:spLocks noGrp="1"/>
          </p:cNvSpPr>
          <p:nvPr/>
        </p:nvSpPr>
        <p:spPr>
          <a:xfrm>
            <a:off x="7272338" y="5238750"/>
            <a:ext cx="104775"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5A9B12FB-BA8F-4C8A-AEC5-3F10242437FA}"/>
              </a:ext>
            </a:extLst>
          </p:cNvPr>
          <p:cNvSpPr>
            <a:spLocks noGrp="1"/>
          </p:cNvSpPr>
          <p:nvPr/>
        </p:nvSpPr>
        <p:spPr>
          <a:xfrm>
            <a:off x="7377113" y="5238750"/>
            <a:ext cx="104775"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7C05BDF9-579B-4F05-9621-B7A1925A7894}"/>
              </a:ext>
            </a:extLst>
          </p:cNvPr>
          <p:cNvSpPr>
            <a:spLocks noGrp="1"/>
          </p:cNvSpPr>
          <p:nvPr/>
        </p:nvSpPr>
        <p:spPr>
          <a:xfrm>
            <a:off x="7481888" y="5238750"/>
            <a:ext cx="104775"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8BC58227-FFD5-4483-B30F-C03CCB7DA303}"/>
              </a:ext>
            </a:extLst>
          </p:cNvPr>
          <p:cNvSpPr>
            <a:spLocks noGrp="1"/>
          </p:cNvSpPr>
          <p:nvPr/>
        </p:nvSpPr>
        <p:spPr>
          <a:xfrm>
            <a:off x="7586663" y="5238750"/>
            <a:ext cx="104775"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2534D5E1-3E45-4645-9A00-77E5A89C65AD}"/>
              </a:ext>
            </a:extLst>
          </p:cNvPr>
          <p:cNvSpPr>
            <a:spLocks noGrp="1"/>
          </p:cNvSpPr>
          <p:nvPr/>
        </p:nvSpPr>
        <p:spPr>
          <a:xfrm>
            <a:off x="7691438" y="5238750"/>
            <a:ext cx="104775"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7E4CF458-641A-4E17-ACB6-CF1379FF6616}"/>
              </a:ext>
            </a:extLst>
          </p:cNvPr>
          <p:cNvSpPr>
            <a:spLocks noGrp="1"/>
          </p:cNvSpPr>
          <p:nvPr/>
        </p:nvSpPr>
        <p:spPr>
          <a:xfrm>
            <a:off x="7796213" y="5238750"/>
            <a:ext cx="104775"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8314B4D1-FEA4-42BA-997F-953E0458E27D}"/>
              </a:ext>
            </a:extLst>
          </p:cNvPr>
          <p:cNvSpPr>
            <a:spLocks noGrp="1"/>
          </p:cNvSpPr>
          <p:nvPr/>
        </p:nvSpPr>
        <p:spPr>
          <a:xfrm>
            <a:off x="7900988" y="5238750"/>
            <a:ext cx="104775"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CF278AA3-4379-49A8-8224-CB8ED5744224}"/>
              </a:ext>
            </a:extLst>
          </p:cNvPr>
          <p:cNvSpPr>
            <a:spLocks noGrp="1"/>
          </p:cNvSpPr>
          <p:nvPr/>
        </p:nvSpPr>
        <p:spPr>
          <a:xfrm>
            <a:off x="8005763" y="5238750"/>
            <a:ext cx="104775"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07059E78-2361-4F6A-92F6-7EC93B5AE998}"/>
              </a:ext>
            </a:extLst>
          </p:cNvPr>
          <p:cNvSpPr>
            <a:spLocks noGrp="1"/>
          </p:cNvSpPr>
          <p:nvPr/>
        </p:nvSpPr>
        <p:spPr>
          <a:xfrm>
            <a:off x="8110538" y="5238750"/>
            <a:ext cx="104775"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8C06A5F9-F277-421B-80DC-A8F872AD5F90}"/>
              </a:ext>
            </a:extLst>
          </p:cNvPr>
          <p:cNvSpPr>
            <a:spLocks noGrp="1"/>
          </p:cNvSpPr>
          <p:nvPr/>
        </p:nvSpPr>
        <p:spPr>
          <a:xfrm>
            <a:off x="8215313" y="5238750"/>
            <a:ext cx="104775"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81BBCFCE-87A9-45F1-BC09-78645C020E78}"/>
              </a:ext>
            </a:extLst>
          </p:cNvPr>
          <p:cNvSpPr>
            <a:spLocks noGrp="1"/>
          </p:cNvSpPr>
          <p:nvPr/>
        </p:nvSpPr>
        <p:spPr>
          <a:xfrm>
            <a:off x="8320088" y="5238750"/>
            <a:ext cx="104775"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1791B32F-98F8-4F50-9FD3-3E66FC96B148}"/>
              </a:ext>
            </a:extLst>
          </p:cNvPr>
          <p:cNvSpPr>
            <a:spLocks noGrp="1"/>
          </p:cNvSpPr>
          <p:nvPr/>
        </p:nvSpPr>
        <p:spPr>
          <a:xfrm>
            <a:off x="8424863" y="5238750"/>
            <a:ext cx="104775"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E98D2E2E-0268-4493-B0CF-C8522CB89FF5}"/>
              </a:ext>
            </a:extLst>
          </p:cNvPr>
          <p:cNvSpPr>
            <a:spLocks noGrp="1"/>
          </p:cNvSpPr>
          <p:nvPr/>
        </p:nvSpPr>
        <p:spPr>
          <a:xfrm>
            <a:off x="8529638" y="5238750"/>
            <a:ext cx="104775"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A4094544-A5BD-4422-A3F8-AD7B27C67272}"/>
              </a:ext>
            </a:extLst>
          </p:cNvPr>
          <p:cNvSpPr>
            <a:spLocks noGrp="1"/>
          </p:cNvSpPr>
          <p:nvPr/>
        </p:nvSpPr>
        <p:spPr>
          <a:xfrm>
            <a:off x="8634413" y="5238750"/>
            <a:ext cx="104775"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462F2F5F-BAC6-4751-BF80-D2C31EC82E4E}"/>
              </a:ext>
            </a:extLst>
          </p:cNvPr>
          <p:cNvSpPr>
            <a:spLocks noGrp="1"/>
          </p:cNvSpPr>
          <p:nvPr/>
        </p:nvSpPr>
        <p:spPr>
          <a:xfrm>
            <a:off x="8739188" y="5238750"/>
            <a:ext cx="104775"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A541758A-C05F-4016-A75B-38B150D92325}"/>
              </a:ext>
            </a:extLst>
          </p:cNvPr>
          <p:cNvSpPr>
            <a:spLocks noGrp="1"/>
          </p:cNvSpPr>
          <p:nvPr/>
        </p:nvSpPr>
        <p:spPr>
          <a:xfrm>
            <a:off x="8843963" y="5238750"/>
            <a:ext cx="104775"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BDF82CB5-811C-4169-B17C-0FA19C490139}"/>
              </a:ext>
            </a:extLst>
          </p:cNvPr>
          <p:cNvSpPr>
            <a:spLocks noGrp="1"/>
          </p:cNvSpPr>
          <p:nvPr/>
        </p:nvSpPr>
        <p:spPr>
          <a:xfrm>
            <a:off x="8948738" y="5238750"/>
            <a:ext cx="104775"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B33ED5BB-BB1E-4B3E-B132-A3197C754602}"/>
              </a:ext>
            </a:extLst>
          </p:cNvPr>
          <p:cNvSpPr>
            <a:spLocks noGrp="1"/>
          </p:cNvSpPr>
          <p:nvPr/>
        </p:nvSpPr>
        <p:spPr>
          <a:xfrm>
            <a:off x="9053513" y="5238750"/>
            <a:ext cx="104775"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D6260841-7B4F-48DD-935D-E6AA67320EE5}"/>
              </a:ext>
            </a:extLst>
          </p:cNvPr>
          <p:cNvSpPr>
            <a:spLocks noGrp="1"/>
          </p:cNvSpPr>
          <p:nvPr/>
        </p:nvSpPr>
        <p:spPr>
          <a:xfrm>
            <a:off x="9158288" y="5238750"/>
            <a:ext cx="104775"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AB732AE2-D579-4D9E-8E5B-E993F024AE2D}"/>
              </a:ext>
            </a:extLst>
          </p:cNvPr>
          <p:cNvSpPr>
            <a:spLocks noGrp="1"/>
          </p:cNvSpPr>
          <p:nvPr/>
        </p:nvSpPr>
        <p:spPr>
          <a:xfrm>
            <a:off x="9263063" y="5238750"/>
            <a:ext cx="104775"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82B179CB-2376-4319-95F1-FAED7F444F42}"/>
              </a:ext>
            </a:extLst>
          </p:cNvPr>
          <p:cNvSpPr>
            <a:spLocks noGrp="1"/>
          </p:cNvSpPr>
          <p:nvPr/>
        </p:nvSpPr>
        <p:spPr>
          <a:xfrm>
            <a:off x="9367838" y="5238750"/>
            <a:ext cx="104775"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307C43C1-AF45-409C-B7E3-098405A650DA}"/>
              </a:ext>
            </a:extLst>
          </p:cNvPr>
          <p:cNvSpPr>
            <a:spLocks noGrp="1"/>
          </p:cNvSpPr>
          <p:nvPr/>
        </p:nvSpPr>
        <p:spPr>
          <a:xfrm>
            <a:off x="9472613" y="5238750"/>
            <a:ext cx="104775" cy="547688"/>
          </a:xfrm>
          <a:prstGeom prst="rect">
            <a:avLst/>
          </a:prstGeom>
          <a:solidFill>
            <a:srgbClr val="1D4ED8"/>
          </a:solidFill>
          <a:ln w="13097">
            <a:solidFill>
              <a:srgbClr val="172B4D"/>
            </a:solidFill>
          </a:ln>
        </p:spPr>
      </p:sp>
      <p:sp>
        <p:nvSpPr>
          <p:cNvPr id="274" name="object-274">
            <a:extLst>
              <a:ext uri="{FF2B5EF4-FFF2-40B4-BE49-F238E27FC236}">
                <a16:creationId xmlns:a16="http://schemas.microsoft.com/office/drawing/2014/main" id="{94A95063-C552-41ED-89A6-57A3C8D2EC70}"/>
              </a:ext>
            </a:extLst>
          </p:cNvPr>
          <p:cNvSpPr>
            <a:spLocks noGrp="1"/>
          </p:cNvSpPr>
          <p:nvPr/>
        </p:nvSpPr>
        <p:spPr>
          <a:xfrm>
            <a:off x="9577388" y="5238750"/>
            <a:ext cx="104775" cy="547688"/>
          </a:xfrm>
          <a:prstGeom prst="rect">
            <a:avLst/>
          </a:prstGeom>
          <a:solidFill>
            <a:srgbClr val="1D4ED8"/>
          </a:solidFill>
          <a:ln w="13097">
            <a:solidFill>
              <a:srgbClr val="172B4D"/>
            </a:solidFill>
          </a:ln>
        </p:spPr>
      </p:sp>
      <p:sp>
        <p:nvSpPr>
          <p:cNvPr id="275" name="object-275">
            <a:extLst>
              <a:ext uri="{FF2B5EF4-FFF2-40B4-BE49-F238E27FC236}">
                <a16:creationId xmlns:a16="http://schemas.microsoft.com/office/drawing/2014/main" id="{5F9B3667-F0AB-4EA0-916D-4CB328339843}"/>
              </a:ext>
            </a:extLst>
          </p:cNvPr>
          <p:cNvSpPr>
            <a:spLocks noGrp="1"/>
          </p:cNvSpPr>
          <p:nvPr/>
        </p:nvSpPr>
        <p:spPr>
          <a:xfrm>
            <a:off x="9682163" y="5238750"/>
            <a:ext cx="104775" cy="547688"/>
          </a:xfrm>
          <a:prstGeom prst="rect">
            <a:avLst/>
          </a:prstGeom>
          <a:solidFill>
            <a:srgbClr val="1D4ED8"/>
          </a:solidFill>
          <a:ln w="13097">
            <a:solidFill>
              <a:srgbClr val="172B4D"/>
            </a:solidFill>
          </a:ln>
        </p:spPr>
      </p:sp>
      <p:sp>
        <p:nvSpPr>
          <p:cNvPr id="276" name="object-276">
            <a:extLst>
              <a:ext uri="{FF2B5EF4-FFF2-40B4-BE49-F238E27FC236}">
                <a16:creationId xmlns:a16="http://schemas.microsoft.com/office/drawing/2014/main" id="{D844B3A4-AF16-4A5F-B15B-7CF076CABF9C}"/>
              </a:ext>
            </a:extLst>
          </p:cNvPr>
          <p:cNvSpPr>
            <a:spLocks noGrp="1"/>
          </p:cNvSpPr>
          <p:nvPr/>
        </p:nvSpPr>
        <p:spPr>
          <a:xfrm>
            <a:off x="9786938" y="5238750"/>
            <a:ext cx="104775" cy="547688"/>
          </a:xfrm>
          <a:prstGeom prst="rect">
            <a:avLst/>
          </a:prstGeom>
          <a:solidFill>
            <a:srgbClr val="1D4ED8"/>
          </a:solidFill>
          <a:ln w="13097">
            <a:solidFill>
              <a:srgbClr val="172B4D"/>
            </a:solidFill>
          </a:ln>
        </p:spPr>
      </p:sp>
      <p:sp>
        <p:nvSpPr>
          <p:cNvPr id="277" name="object-277">
            <a:extLst>
              <a:ext uri="{FF2B5EF4-FFF2-40B4-BE49-F238E27FC236}">
                <a16:creationId xmlns:a16="http://schemas.microsoft.com/office/drawing/2014/main" id="{13203EC6-7794-48E6-9282-C017BCCB1069}"/>
              </a:ext>
            </a:extLst>
          </p:cNvPr>
          <p:cNvSpPr>
            <a:spLocks noGrp="1"/>
          </p:cNvSpPr>
          <p:nvPr/>
        </p:nvSpPr>
        <p:spPr>
          <a:xfrm>
            <a:off x="9891713" y="5238750"/>
            <a:ext cx="104775" cy="547688"/>
          </a:xfrm>
          <a:prstGeom prst="rect">
            <a:avLst/>
          </a:prstGeom>
          <a:solidFill>
            <a:srgbClr val="1D4ED8"/>
          </a:solidFill>
          <a:ln w="13097">
            <a:solidFill>
              <a:srgbClr val="172B4D"/>
            </a:solidFill>
          </a:ln>
        </p:spPr>
      </p:sp>
      <p:sp>
        <p:nvSpPr>
          <p:cNvPr id="278" name="object-278">
            <a:extLst>
              <a:ext uri="{FF2B5EF4-FFF2-40B4-BE49-F238E27FC236}">
                <a16:creationId xmlns:a16="http://schemas.microsoft.com/office/drawing/2014/main" id="{6EB99674-89D3-4154-9E2D-0F3668EB04DC}"/>
              </a:ext>
            </a:extLst>
          </p:cNvPr>
          <p:cNvSpPr>
            <a:spLocks noGrp="1"/>
          </p:cNvSpPr>
          <p:nvPr/>
        </p:nvSpPr>
        <p:spPr>
          <a:xfrm>
            <a:off x="9996488" y="5238750"/>
            <a:ext cx="104775" cy="547688"/>
          </a:xfrm>
          <a:prstGeom prst="rect">
            <a:avLst/>
          </a:prstGeom>
          <a:solidFill>
            <a:srgbClr val="1D4ED8"/>
          </a:solidFill>
          <a:ln w="13097">
            <a:solidFill>
              <a:srgbClr val="172B4D"/>
            </a:solidFill>
          </a:ln>
        </p:spPr>
      </p:sp>
      <p:sp>
        <p:nvSpPr>
          <p:cNvPr id="279" name="object-279">
            <a:extLst>
              <a:ext uri="{FF2B5EF4-FFF2-40B4-BE49-F238E27FC236}">
                <a16:creationId xmlns:a16="http://schemas.microsoft.com/office/drawing/2014/main" id="{864B681D-B8D3-4FF4-9276-CAB518BAD94E}"/>
              </a:ext>
            </a:extLst>
          </p:cNvPr>
          <p:cNvSpPr>
            <a:spLocks noGrp="1"/>
          </p:cNvSpPr>
          <p:nvPr/>
        </p:nvSpPr>
        <p:spPr>
          <a:xfrm>
            <a:off x="10101263" y="5238750"/>
            <a:ext cx="104775" cy="547688"/>
          </a:xfrm>
          <a:prstGeom prst="rect">
            <a:avLst/>
          </a:prstGeom>
          <a:solidFill>
            <a:srgbClr val="1D4ED8"/>
          </a:solidFill>
          <a:ln w="13097">
            <a:solidFill>
              <a:srgbClr val="172B4D"/>
            </a:solidFill>
          </a:ln>
        </p:spPr>
      </p:sp>
      <p:sp>
        <p:nvSpPr>
          <p:cNvPr id="280" name="object-280">
            <a:extLst>
              <a:ext uri="{FF2B5EF4-FFF2-40B4-BE49-F238E27FC236}">
                <a16:creationId xmlns:a16="http://schemas.microsoft.com/office/drawing/2014/main" id="{79A65829-C0B1-4E92-A983-8D62D946B4C4}"/>
              </a:ext>
            </a:extLst>
          </p:cNvPr>
          <p:cNvSpPr>
            <a:spLocks noGrp="1"/>
          </p:cNvSpPr>
          <p:nvPr/>
        </p:nvSpPr>
        <p:spPr>
          <a:xfrm>
            <a:off x="10206038" y="5238750"/>
            <a:ext cx="104775" cy="547688"/>
          </a:xfrm>
          <a:prstGeom prst="rect">
            <a:avLst/>
          </a:prstGeom>
          <a:solidFill>
            <a:srgbClr val="1D4ED8"/>
          </a:solidFill>
          <a:ln w="13097">
            <a:solidFill>
              <a:srgbClr val="172B4D"/>
            </a:solidFill>
          </a:ln>
        </p:spPr>
      </p:sp>
      <p:sp>
        <p:nvSpPr>
          <p:cNvPr id="281" name="object-281">
            <a:extLst>
              <a:ext uri="{FF2B5EF4-FFF2-40B4-BE49-F238E27FC236}">
                <a16:creationId xmlns:a16="http://schemas.microsoft.com/office/drawing/2014/main" id="{426378CD-8B50-4894-9A52-BFBC1087003A}"/>
              </a:ext>
            </a:extLst>
          </p:cNvPr>
          <p:cNvSpPr>
            <a:spLocks noGrp="1"/>
          </p:cNvSpPr>
          <p:nvPr/>
        </p:nvSpPr>
        <p:spPr>
          <a:xfrm>
            <a:off x="10310813" y="5238750"/>
            <a:ext cx="104775" cy="547688"/>
          </a:xfrm>
          <a:prstGeom prst="rect">
            <a:avLst/>
          </a:prstGeom>
          <a:solidFill>
            <a:srgbClr val="1D4ED8"/>
          </a:solidFill>
          <a:ln w="13097">
            <a:solidFill>
              <a:srgbClr val="172B4D"/>
            </a:solidFill>
          </a:ln>
        </p:spPr>
      </p:sp>
      <p:sp>
        <p:nvSpPr>
          <p:cNvPr id="282" name="object-282">
            <a:extLst>
              <a:ext uri="{FF2B5EF4-FFF2-40B4-BE49-F238E27FC236}">
                <a16:creationId xmlns:a16="http://schemas.microsoft.com/office/drawing/2014/main" id="{F8A954CC-74B3-4800-8AC9-6752D1203881}"/>
              </a:ext>
            </a:extLst>
          </p:cNvPr>
          <p:cNvSpPr>
            <a:spLocks noGrp="1"/>
          </p:cNvSpPr>
          <p:nvPr/>
        </p:nvSpPr>
        <p:spPr>
          <a:xfrm>
            <a:off x="10415588" y="5238750"/>
            <a:ext cx="104775" cy="547688"/>
          </a:xfrm>
          <a:prstGeom prst="rect">
            <a:avLst/>
          </a:prstGeom>
          <a:solidFill>
            <a:srgbClr val="1D4ED8"/>
          </a:solidFill>
          <a:ln w="13097">
            <a:solidFill>
              <a:srgbClr val="172B4D"/>
            </a:solidFill>
          </a:ln>
        </p:spPr>
      </p:sp>
      <p:sp>
        <p:nvSpPr>
          <p:cNvPr id="283" name="object-283">
            <a:extLst>
              <a:ext uri="{FF2B5EF4-FFF2-40B4-BE49-F238E27FC236}">
                <a16:creationId xmlns:a16="http://schemas.microsoft.com/office/drawing/2014/main" id="{4AB3B0EB-83F5-4673-A40D-40882E6695DB}"/>
              </a:ext>
            </a:extLst>
          </p:cNvPr>
          <p:cNvSpPr>
            <a:spLocks noGrp="1"/>
          </p:cNvSpPr>
          <p:nvPr/>
        </p:nvSpPr>
        <p:spPr>
          <a:xfrm>
            <a:off x="10520363" y="5238750"/>
            <a:ext cx="104775" cy="547688"/>
          </a:xfrm>
          <a:prstGeom prst="rect">
            <a:avLst/>
          </a:prstGeom>
          <a:solidFill>
            <a:srgbClr val="1D4ED8"/>
          </a:solidFill>
          <a:ln w="13097">
            <a:solidFill>
              <a:srgbClr val="172B4D"/>
            </a:solidFill>
          </a:ln>
        </p:spPr>
      </p:sp>
      <p:sp>
        <p:nvSpPr>
          <p:cNvPr id="284" name="object-284">
            <a:extLst>
              <a:ext uri="{FF2B5EF4-FFF2-40B4-BE49-F238E27FC236}">
                <a16:creationId xmlns:a16="http://schemas.microsoft.com/office/drawing/2014/main" id="{A329BA82-BA91-4B9B-A74F-8D5AAD864AAA}"/>
              </a:ext>
            </a:extLst>
          </p:cNvPr>
          <p:cNvSpPr>
            <a:spLocks noGrp="1"/>
          </p:cNvSpPr>
          <p:nvPr/>
        </p:nvSpPr>
        <p:spPr>
          <a:xfrm>
            <a:off x="10625138" y="5238750"/>
            <a:ext cx="104775" cy="547688"/>
          </a:xfrm>
          <a:prstGeom prst="rect">
            <a:avLst/>
          </a:prstGeom>
          <a:solidFill>
            <a:srgbClr val="FFFFFF"/>
          </a:solidFill>
          <a:ln w="13097">
            <a:solidFill>
              <a:srgbClr val="172B4D"/>
            </a:solidFill>
          </a:ln>
        </p:spPr>
      </p:sp>
      <p:sp>
        <p:nvSpPr>
          <p:cNvPr id="285" name="object-285">
            <a:extLst>
              <a:ext uri="{FF2B5EF4-FFF2-40B4-BE49-F238E27FC236}">
                <a16:creationId xmlns:a16="http://schemas.microsoft.com/office/drawing/2014/main" id="{34E2C48C-8AA9-4A25-9DBD-2CB25871AB70}"/>
              </a:ext>
            </a:extLst>
          </p:cNvPr>
          <p:cNvSpPr>
            <a:spLocks noGrp="1"/>
          </p:cNvSpPr>
          <p:nvPr/>
        </p:nvSpPr>
        <p:spPr>
          <a:xfrm>
            <a:off x="10729913" y="5238750"/>
            <a:ext cx="104775" cy="547688"/>
          </a:xfrm>
          <a:prstGeom prst="rect">
            <a:avLst/>
          </a:prstGeom>
          <a:solidFill>
            <a:srgbClr val="FFFFFF"/>
          </a:solidFill>
          <a:ln w="13097">
            <a:solidFill>
              <a:srgbClr val="172B4D"/>
            </a:solidFill>
          </a:ln>
        </p:spPr>
      </p:sp>
      <p:sp>
        <p:nvSpPr>
          <p:cNvPr id="286" name="object-286">
            <a:extLst>
              <a:ext uri="{FF2B5EF4-FFF2-40B4-BE49-F238E27FC236}">
                <a16:creationId xmlns:a16="http://schemas.microsoft.com/office/drawing/2014/main" id="{75740AA9-7A3D-4FE1-A3FE-D6FF68DCBE2F}"/>
              </a:ext>
            </a:extLst>
          </p:cNvPr>
          <p:cNvSpPr>
            <a:spLocks noGrp="1"/>
          </p:cNvSpPr>
          <p:nvPr/>
        </p:nvSpPr>
        <p:spPr>
          <a:xfrm>
            <a:off x="10834688" y="5238750"/>
            <a:ext cx="104775" cy="547688"/>
          </a:xfrm>
          <a:prstGeom prst="rect">
            <a:avLst/>
          </a:prstGeom>
          <a:solidFill>
            <a:srgbClr val="FFFFFF"/>
          </a:solidFill>
          <a:ln w="13097">
            <a:solidFill>
              <a:srgbClr val="172B4D"/>
            </a:solidFill>
          </a:ln>
        </p:spPr>
      </p:sp>
      <p:sp>
        <p:nvSpPr>
          <p:cNvPr id="287" name="object-287">
            <a:extLst>
              <a:ext uri="{FF2B5EF4-FFF2-40B4-BE49-F238E27FC236}">
                <a16:creationId xmlns:a16="http://schemas.microsoft.com/office/drawing/2014/main" id="{94397320-0C62-421B-A527-AC44C9A11144}"/>
              </a:ext>
            </a:extLst>
          </p:cNvPr>
          <p:cNvSpPr>
            <a:spLocks noGrp="1"/>
          </p:cNvSpPr>
          <p:nvPr/>
        </p:nvSpPr>
        <p:spPr>
          <a:xfrm>
            <a:off x="10939463" y="5238750"/>
            <a:ext cx="104775" cy="547688"/>
          </a:xfrm>
          <a:prstGeom prst="rect">
            <a:avLst/>
          </a:prstGeom>
          <a:solidFill>
            <a:srgbClr val="FFFFFF"/>
          </a:solidFill>
          <a:ln w="13097">
            <a:solidFill>
              <a:srgbClr val="172B4D"/>
            </a:solidFill>
          </a:ln>
        </p:spPr>
      </p:sp>
      <p:sp>
        <p:nvSpPr>
          <p:cNvPr id="288" name="object-288">
            <a:extLst>
              <a:ext uri="{FF2B5EF4-FFF2-40B4-BE49-F238E27FC236}">
                <a16:creationId xmlns:a16="http://schemas.microsoft.com/office/drawing/2014/main" id="{963F3721-DE2F-4C30-9558-1F2D07515DCB}"/>
              </a:ext>
            </a:extLst>
          </p:cNvPr>
          <p:cNvSpPr>
            <a:spLocks noGrp="1"/>
          </p:cNvSpPr>
          <p:nvPr/>
        </p:nvSpPr>
        <p:spPr>
          <a:xfrm>
            <a:off x="11044238" y="5238750"/>
            <a:ext cx="104775" cy="547688"/>
          </a:xfrm>
          <a:prstGeom prst="rect">
            <a:avLst/>
          </a:prstGeom>
          <a:solidFill>
            <a:srgbClr val="FFFFFF"/>
          </a:solidFill>
          <a:ln w="13097">
            <a:solidFill>
              <a:srgbClr val="172B4D"/>
            </a:solidFill>
          </a:ln>
        </p:spPr>
      </p:sp>
      <p:sp>
        <p:nvSpPr>
          <p:cNvPr id="289" name="object-289">
            <a:extLst>
              <a:ext uri="{FF2B5EF4-FFF2-40B4-BE49-F238E27FC236}">
                <a16:creationId xmlns:a16="http://schemas.microsoft.com/office/drawing/2014/main" id="{06B4BF06-B094-46EB-8A65-B16536FA378F}"/>
              </a:ext>
            </a:extLst>
          </p:cNvPr>
          <p:cNvSpPr>
            <a:spLocks noGrp="1"/>
          </p:cNvSpPr>
          <p:nvPr/>
        </p:nvSpPr>
        <p:spPr>
          <a:xfrm>
            <a:off x="11149013" y="5238750"/>
            <a:ext cx="104775" cy="547688"/>
          </a:xfrm>
          <a:prstGeom prst="rect">
            <a:avLst/>
          </a:prstGeom>
          <a:solidFill>
            <a:srgbClr val="FFFFFF"/>
          </a:solidFill>
          <a:ln w="13097">
            <a:solidFill>
              <a:srgbClr val="172B4D"/>
            </a:solidFill>
          </a:ln>
        </p:spPr>
      </p:sp>
      <p:sp>
        <p:nvSpPr>
          <p:cNvPr id="290" name="object-290">
            <a:extLst>
              <a:ext uri="{FF2B5EF4-FFF2-40B4-BE49-F238E27FC236}">
                <a16:creationId xmlns:a16="http://schemas.microsoft.com/office/drawing/2014/main" id="{2661D28A-2D4F-42DF-BAA1-B956BD207C70}"/>
              </a:ext>
            </a:extLst>
          </p:cNvPr>
          <p:cNvSpPr>
            <a:spLocks noGrp="1"/>
          </p:cNvSpPr>
          <p:nvPr/>
        </p:nvSpPr>
        <p:spPr>
          <a:xfrm>
            <a:off x="11253788" y="5238750"/>
            <a:ext cx="104775" cy="547688"/>
          </a:xfrm>
          <a:prstGeom prst="rect">
            <a:avLst/>
          </a:prstGeom>
          <a:solidFill>
            <a:srgbClr val="FFFFFF"/>
          </a:solidFill>
          <a:ln w="13097">
            <a:solidFill>
              <a:srgbClr val="172B4D"/>
            </a:solidFill>
          </a:ln>
        </p:spPr>
      </p:sp>
      <p:sp>
        <p:nvSpPr>
          <p:cNvPr id="291" name="object-291">
            <a:extLst>
              <a:ext uri="{FF2B5EF4-FFF2-40B4-BE49-F238E27FC236}">
                <a16:creationId xmlns:a16="http://schemas.microsoft.com/office/drawing/2014/main" id="{B9F48990-96B7-4DBF-867E-DAAF87189FB3}"/>
              </a:ext>
            </a:extLst>
          </p:cNvPr>
          <p:cNvSpPr>
            <a:spLocks noGrp="1"/>
          </p:cNvSpPr>
          <p:nvPr/>
        </p:nvSpPr>
        <p:spPr>
          <a:xfrm>
            <a:off x="11358563" y="5238750"/>
            <a:ext cx="104775" cy="547688"/>
          </a:xfrm>
          <a:prstGeom prst="rect">
            <a:avLst/>
          </a:prstGeom>
          <a:solidFill>
            <a:srgbClr val="FFFFFF"/>
          </a:solidFill>
          <a:ln w="13097">
            <a:solidFill>
              <a:srgbClr val="172B4D"/>
            </a:solidFill>
          </a:ln>
        </p:spPr>
      </p:sp>
      <p:sp>
        <p:nvSpPr>
          <p:cNvPr id="292" name="object-292">
            <a:extLst>
              <a:ext uri="{FF2B5EF4-FFF2-40B4-BE49-F238E27FC236}">
                <a16:creationId xmlns:a16="http://schemas.microsoft.com/office/drawing/2014/main" id="{FFAC9ED6-3B8B-427C-A431-3EF94A10D16D}"/>
              </a:ext>
            </a:extLst>
          </p:cNvPr>
          <p:cNvSpPr>
            <a:spLocks noGrp="1"/>
          </p:cNvSpPr>
          <p:nvPr/>
        </p:nvSpPr>
        <p:spPr>
          <a:xfrm>
            <a:off x="11463338" y="5238750"/>
            <a:ext cx="104775" cy="547688"/>
          </a:xfrm>
          <a:prstGeom prst="rect">
            <a:avLst/>
          </a:prstGeom>
          <a:solidFill>
            <a:srgbClr val="FFFFFF"/>
          </a:solidFill>
          <a:ln w="13097">
            <a:solidFill>
              <a:srgbClr val="172B4D"/>
            </a:solidFill>
          </a:ln>
        </p:spPr>
      </p:sp>
      <p:sp>
        <p:nvSpPr>
          <p:cNvPr id="293" name="object-293">
            <a:extLst>
              <a:ext uri="{FF2B5EF4-FFF2-40B4-BE49-F238E27FC236}">
                <a16:creationId xmlns:a16="http://schemas.microsoft.com/office/drawing/2014/main" id="{A49E598A-B4BD-435C-8228-8C6D42DD4BF5}"/>
              </a:ext>
            </a:extLst>
          </p:cNvPr>
          <p:cNvSpPr>
            <a:spLocks noGrp="1"/>
          </p:cNvSpPr>
          <p:nvPr/>
        </p:nvSpPr>
        <p:spPr>
          <a:xfrm>
            <a:off x="11568113" y="5238750"/>
            <a:ext cx="104775" cy="547688"/>
          </a:xfrm>
          <a:prstGeom prst="rect">
            <a:avLst/>
          </a:prstGeom>
          <a:solidFill>
            <a:srgbClr val="FFFFFF"/>
          </a:solidFill>
          <a:ln w="13097">
            <a:solidFill>
              <a:srgbClr val="172B4D"/>
            </a:solidFill>
          </a:ln>
        </p:spPr>
      </p:sp>
      <p:sp>
        <p:nvSpPr>
          <p:cNvPr id="294" name="object-294">
            <a:extLst>
              <a:ext uri="{FF2B5EF4-FFF2-40B4-BE49-F238E27FC236}">
                <a16:creationId xmlns:a16="http://schemas.microsoft.com/office/drawing/2014/main" id="{F4AB9646-E7BC-4121-892F-BFA0C38CC885}"/>
              </a:ext>
            </a:extLst>
          </p:cNvPr>
          <p:cNvSpPr>
            <a:spLocks noGrp="1"/>
          </p:cNvSpPr>
          <p:nvPr/>
        </p:nvSpPr>
        <p:spPr>
          <a:xfrm>
            <a:off x="11672888" y="5238750"/>
            <a:ext cx="104775" cy="547688"/>
          </a:xfrm>
          <a:prstGeom prst="rect">
            <a:avLst/>
          </a:prstGeom>
          <a:solidFill>
            <a:srgbClr val="FFFFFF"/>
          </a:solidFill>
          <a:ln w="13097">
            <a:solidFill>
              <a:srgbClr val="172B4D"/>
            </a:solidFill>
          </a:ln>
        </p:spPr>
      </p:sp>
      <p:sp>
        <p:nvSpPr>
          <p:cNvPr id="295" name="object-295">
            <a:extLst>
              <a:ext uri="{FF2B5EF4-FFF2-40B4-BE49-F238E27FC236}">
                <a16:creationId xmlns:a16="http://schemas.microsoft.com/office/drawing/2014/main" id="{4D9EE67F-6258-495C-816C-3315EF925097}"/>
              </a:ext>
            </a:extLst>
          </p:cNvPr>
          <p:cNvSpPr>
            <a:spLocks noGrp="1"/>
          </p:cNvSpPr>
          <p:nvPr/>
        </p:nvSpPr>
        <p:spPr>
          <a:xfrm>
            <a:off x="11777663" y="5238750"/>
            <a:ext cx="104775" cy="547688"/>
          </a:xfrm>
          <a:prstGeom prst="rect">
            <a:avLst/>
          </a:prstGeom>
          <a:solidFill>
            <a:srgbClr val="FFFFFF"/>
          </a:solidFill>
          <a:ln w="13097">
            <a:solidFill>
              <a:srgbClr val="172B4D"/>
            </a:solidFill>
          </a:ln>
        </p:spPr>
      </p:sp>
      <p:sp>
        <p:nvSpPr>
          <p:cNvPr id="296" name="object-296">
            <a:extLst>
              <a:ext uri="{FF2B5EF4-FFF2-40B4-BE49-F238E27FC236}">
                <a16:creationId xmlns:a16="http://schemas.microsoft.com/office/drawing/2014/main" id="{87760157-47BE-44E7-9A1E-82A9198384B6}"/>
              </a:ext>
            </a:extLst>
          </p:cNvPr>
          <p:cNvSpPr>
            <a:spLocks noGrp="1"/>
          </p:cNvSpPr>
          <p:nvPr/>
        </p:nvSpPr>
        <p:spPr>
          <a:xfrm>
            <a:off x="11882438" y="5238750"/>
            <a:ext cx="104775" cy="547688"/>
          </a:xfrm>
          <a:prstGeom prst="rect">
            <a:avLst/>
          </a:prstGeom>
          <a:solidFill>
            <a:srgbClr val="FFFFFF"/>
          </a:solidFill>
          <a:ln w="13097">
            <a:solidFill>
              <a:srgbClr val="172B4D"/>
            </a:solidFill>
          </a:ln>
        </p:spPr>
      </p:sp>
      <p:sp>
        <p:nvSpPr>
          <p:cNvPr id="297" name="object-297">
            <a:extLst>
              <a:ext uri="{FF2B5EF4-FFF2-40B4-BE49-F238E27FC236}">
                <a16:creationId xmlns:a16="http://schemas.microsoft.com/office/drawing/2014/main" id="{BB514068-C7D7-48DB-8496-0B55B22D8E89}"/>
              </a:ext>
            </a:extLst>
          </p:cNvPr>
          <p:cNvSpPr>
            <a:spLocks noGrp="1"/>
          </p:cNvSpPr>
          <p:nvPr/>
        </p:nvSpPr>
        <p:spPr>
          <a:xfrm>
            <a:off x="11987213" y="5238750"/>
            <a:ext cx="104775" cy="547688"/>
          </a:xfrm>
          <a:prstGeom prst="rect">
            <a:avLst/>
          </a:prstGeom>
          <a:solidFill>
            <a:srgbClr val="FFFFFF"/>
          </a:solidFill>
          <a:ln w="13097">
            <a:solidFill>
              <a:srgbClr val="172B4D"/>
            </a:solidFill>
          </a:ln>
        </p:spPr>
      </p:sp>
      <p:sp>
        <p:nvSpPr>
          <p:cNvPr id="298" name="object-298">
            <a:extLst>
              <a:ext uri="{FF2B5EF4-FFF2-40B4-BE49-F238E27FC236}">
                <a16:creationId xmlns:a16="http://schemas.microsoft.com/office/drawing/2014/main" id="{60DB859D-4F83-492C-95C7-EDE707AAFFEE}"/>
              </a:ext>
            </a:extLst>
          </p:cNvPr>
          <p:cNvSpPr>
            <a:spLocks noGrp="1"/>
          </p:cNvSpPr>
          <p:nvPr/>
        </p:nvSpPr>
        <p:spPr>
          <a:xfrm>
            <a:off x="12091988" y="5238750"/>
            <a:ext cx="104775" cy="547688"/>
          </a:xfrm>
          <a:prstGeom prst="rect">
            <a:avLst/>
          </a:prstGeom>
          <a:solidFill>
            <a:srgbClr val="FFFFFF"/>
          </a:solidFill>
          <a:ln w="13097">
            <a:solidFill>
              <a:srgbClr val="172B4D"/>
            </a:solidFill>
          </a:ln>
        </p:spPr>
      </p:sp>
      <p:sp>
        <p:nvSpPr>
          <p:cNvPr id="299" name="object-299">
            <a:extLst>
              <a:ext uri="{FF2B5EF4-FFF2-40B4-BE49-F238E27FC236}">
                <a16:creationId xmlns:a16="http://schemas.microsoft.com/office/drawing/2014/main" id="{149C4818-771B-4565-8321-BFE90CDB6FA4}"/>
              </a:ext>
            </a:extLst>
          </p:cNvPr>
          <p:cNvSpPr>
            <a:spLocks noGrp="1"/>
          </p:cNvSpPr>
          <p:nvPr/>
        </p:nvSpPr>
        <p:spPr>
          <a:xfrm>
            <a:off x="12196763" y="5238750"/>
            <a:ext cx="104775" cy="547688"/>
          </a:xfrm>
          <a:prstGeom prst="rect">
            <a:avLst/>
          </a:prstGeom>
          <a:solidFill>
            <a:srgbClr val="FFFFFF"/>
          </a:solidFill>
          <a:ln w="13097">
            <a:solidFill>
              <a:srgbClr val="172B4D"/>
            </a:solidFill>
          </a:ln>
        </p:spPr>
      </p:sp>
      <p:sp>
        <p:nvSpPr>
          <p:cNvPr id="300" name="object-300">
            <a:extLst>
              <a:ext uri="{FF2B5EF4-FFF2-40B4-BE49-F238E27FC236}">
                <a16:creationId xmlns:a16="http://schemas.microsoft.com/office/drawing/2014/main" id="{D2D82270-9C7F-4588-9A3B-F10CF8EA7E10}"/>
              </a:ext>
            </a:extLst>
          </p:cNvPr>
          <p:cNvSpPr>
            <a:spLocks noGrp="1"/>
          </p:cNvSpPr>
          <p:nvPr/>
        </p:nvSpPr>
        <p:spPr>
          <a:xfrm>
            <a:off x="12301538" y="5238750"/>
            <a:ext cx="104775" cy="547688"/>
          </a:xfrm>
          <a:prstGeom prst="rect">
            <a:avLst/>
          </a:prstGeom>
          <a:solidFill>
            <a:srgbClr val="FFFFFF"/>
          </a:solidFill>
          <a:ln w="13097">
            <a:solidFill>
              <a:srgbClr val="172B4D"/>
            </a:solidFill>
          </a:ln>
        </p:spPr>
      </p:sp>
      <p:sp>
        <p:nvSpPr>
          <p:cNvPr id="301" name="object-301">
            <a:extLst>
              <a:ext uri="{FF2B5EF4-FFF2-40B4-BE49-F238E27FC236}">
                <a16:creationId xmlns:a16="http://schemas.microsoft.com/office/drawing/2014/main" id="{E69D5828-44E4-4C5C-B214-D30AE0D77592}"/>
              </a:ext>
            </a:extLst>
          </p:cNvPr>
          <p:cNvSpPr>
            <a:spLocks noGrp="1"/>
          </p:cNvSpPr>
          <p:nvPr/>
        </p:nvSpPr>
        <p:spPr>
          <a:xfrm>
            <a:off x="12406313" y="5238750"/>
            <a:ext cx="104775" cy="547688"/>
          </a:xfrm>
          <a:prstGeom prst="rect">
            <a:avLst/>
          </a:prstGeom>
          <a:solidFill>
            <a:srgbClr val="FFFFFF"/>
          </a:solidFill>
          <a:ln w="13097">
            <a:solidFill>
              <a:srgbClr val="172B4D"/>
            </a:solidFill>
          </a:ln>
        </p:spPr>
      </p:sp>
      <p:sp>
        <p:nvSpPr>
          <p:cNvPr id="302" name="object-302">
            <a:extLst>
              <a:ext uri="{FF2B5EF4-FFF2-40B4-BE49-F238E27FC236}">
                <a16:creationId xmlns:a16="http://schemas.microsoft.com/office/drawing/2014/main" id="{AEB1D984-6264-48A8-AA9A-BD26F65AA63F}"/>
              </a:ext>
            </a:extLst>
          </p:cNvPr>
          <p:cNvSpPr>
            <a:spLocks noGrp="1"/>
          </p:cNvSpPr>
          <p:nvPr/>
        </p:nvSpPr>
        <p:spPr>
          <a:xfrm>
            <a:off x="12511088" y="5238750"/>
            <a:ext cx="104775" cy="547688"/>
          </a:xfrm>
          <a:prstGeom prst="rect">
            <a:avLst/>
          </a:prstGeom>
          <a:solidFill>
            <a:srgbClr val="FFFFFF"/>
          </a:solidFill>
          <a:ln w="13097">
            <a:solidFill>
              <a:srgbClr val="172B4D"/>
            </a:solidFill>
          </a:ln>
        </p:spPr>
      </p:sp>
      <p:sp>
        <p:nvSpPr>
          <p:cNvPr id="303" name="object-303">
            <a:extLst>
              <a:ext uri="{FF2B5EF4-FFF2-40B4-BE49-F238E27FC236}">
                <a16:creationId xmlns:a16="http://schemas.microsoft.com/office/drawing/2014/main" id="{A524D7F2-A4CE-4581-AB4A-9174026CFE3C}"/>
              </a:ext>
            </a:extLst>
          </p:cNvPr>
          <p:cNvSpPr>
            <a:spLocks noGrp="1"/>
          </p:cNvSpPr>
          <p:nvPr/>
        </p:nvSpPr>
        <p:spPr>
          <a:xfrm>
            <a:off x="12615863" y="5238750"/>
            <a:ext cx="104775" cy="547688"/>
          </a:xfrm>
          <a:prstGeom prst="rect">
            <a:avLst/>
          </a:prstGeom>
          <a:solidFill>
            <a:srgbClr val="FFFFFF"/>
          </a:solidFill>
          <a:ln w="13097">
            <a:solidFill>
              <a:srgbClr val="172B4D"/>
            </a:solidFill>
          </a:ln>
        </p:spPr>
      </p:sp>
      <p:sp>
        <p:nvSpPr>
          <p:cNvPr id="304" name="object-304">
            <a:extLst>
              <a:ext uri="{FF2B5EF4-FFF2-40B4-BE49-F238E27FC236}">
                <a16:creationId xmlns:a16="http://schemas.microsoft.com/office/drawing/2014/main" id="{DF79E4BD-30BA-4594-AF00-0FECA23B7230}"/>
              </a:ext>
            </a:extLst>
          </p:cNvPr>
          <p:cNvSpPr>
            <a:spLocks noGrp="1"/>
          </p:cNvSpPr>
          <p:nvPr/>
        </p:nvSpPr>
        <p:spPr>
          <a:xfrm>
            <a:off x="12720638" y="5238750"/>
            <a:ext cx="104775" cy="547688"/>
          </a:xfrm>
          <a:prstGeom prst="rect">
            <a:avLst/>
          </a:prstGeom>
          <a:solidFill>
            <a:srgbClr val="FFFFFF"/>
          </a:solidFill>
          <a:ln w="13097">
            <a:solidFill>
              <a:srgbClr val="172B4D"/>
            </a:solidFill>
          </a:ln>
        </p:spPr>
      </p:sp>
      <p:sp>
        <p:nvSpPr>
          <p:cNvPr id="305" name="object-305">
            <a:extLst>
              <a:ext uri="{FF2B5EF4-FFF2-40B4-BE49-F238E27FC236}">
                <a16:creationId xmlns:a16="http://schemas.microsoft.com/office/drawing/2014/main" id="{48833B19-0ADD-47A9-9E9F-C4C0ADAB38C7}"/>
              </a:ext>
            </a:extLst>
          </p:cNvPr>
          <p:cNvSpPr>
            <a:spLocks noGrp="1"/>
          </p:cNvSpPr>
          <p:nvPr/>
        </p:nvSpPr>
        <p:spPr>
          <a:xfrm>
            <a:off x="12825413" y="5238750"/>
            <a:ext cx="104775" cy="547688"/>
          </a:xfrm>
          <a:prstGeom prst="rect">
            <a:avLst/>
          </a:prstGeom>
          <a:solidFill>
            <a:srgbClr val="FFFFFF"/>
          </a:solidFill>
          <a:ln w="13097">
            <a:solidFill>
              <a:srgbClr val="172B4D"/>
            </a:solidFill>
          </a:ln>
        </p:spPr>
      </p:sp>
      <p:sp>
        <p:nvSpPr>
          <p:cNvPr id="306" name="object-306">
            <a:extLst>
              <a:ext uri="{FF2B5EF4-FFF2-40B4-BE49-F238E27FC236}">
                <a16:creationId xmlns:a16="http://schemas.microsoft.com/office/drawing/2014/main" id="{D99684C1-EE98-462D-A74F-A5974D6037AD}"/>
              </a:ext>
            </a:extLst>
          </p:cNvPr>
          <p:cNvSpPr>
            <a:spLocks noGrp="1"/>
          </p:cNvSpPr>
          <p:nvPr/>
        </p:nvSpPr>
        <p:spPr>
          <a:xfrm>
            <a:off x="12930188" y="5238750"/>
            <a:ext cx="104775" cy="547688"/>
          </a:xfrm>
          <a:prstGeom prst="rect">
            <a:avLst/>
          </a:prstGeom>
          <a:solidFill>
            <a:srgbClr val="FFFFFF"/>
          </a:solidFill>
          <a:ln w="13097">
            <a:solidFill>
              <a:srgbClr val="172B4D"/>
            </a:solidFill>
          </a:ln>
        </p:spPr>
      </p:sp>
      <p:sp>
        <p:nvSpPr>
          <p:cNvPr id="307" name="object-307">
            <a:extLst>
              <a:ext uri="{FF2B5EF4-FFF2-40B4-BE49-F238E27FC236}">
                <a16:creationId xmlns:a16="http://schemas.microsoft.com/office/drawing/2014/main" id="{A9B872DA-457A-40BE-8379-2A1FD58B83C4}"/>
              </a:ext>
            </a:extLst>
          </p:cNvPr>
          <p:cNvSpPr>
            <a:spLocks noGrp="1"/>
          </p:cNvSpPr>
          <p:nvPr/>
        </p:nvSpPr>
        <p:spPr>
          <a:xfrm>
            <a:off x="13034963" y="5238750"/>
            <a:ext cx="104775" cy="547688"/>
          </a:xfrm>
          <a:prstGeom prst="rect">
            <a:avLst/>
          </a:prstGeom>
          <a:solidFill>
            <a:srgbClr val="FFFFFF"/>
          </a:solidFill>
          <a:ln w="13097">
            <a:solidFill>
              <a:srgbClr val="172B4D"/>
            </a:solidFill>
          </a:ln>
        </p:spPr>
      </p:sp>
      <p:sp>
        <p:nvSpPr>
          <p:cNvPr id="308" name="object-308">
            <a:extLst>
              <a:ext uri="{FF2B5EF4-FFF2-40B4-BE49-F238E27FC236}">
                <a16:creationId xmlns:a16="http://schemas.microsoft.com/office/drawing/2014/main" id="{0782E532-7D45-416A-B892-485BEA4F317D}"/>
              </a:ext>
            </a:extLst>
          </p:cNvPr>
          <p:cNvSpPr>
            <a:spLocks noGrp="1"/>
          </p:cNvSpPr>
          <p:nvPr/>
        </p:nvSpPr>
        <p:spPr>
          <a:xfrm>
            <a:off x="13139738" y="5238750"/>
            <a:ext cx="104775" cy="547688"/>
          </a:xfrm>
          <a:prstGeom prst="rect">
            <a:avLst/>
          </a:prstGeom>
          <a:solidFill>
            <a:srgbClr val="FFFFFF"/>
          </a:solidFill>
          <a:ln w="13097">
            <a:solidFill>
              <a:srgbClr val="172B4D"/>
            </a:solidFill>
          </a:ln>
        </p:spPr>
      </p:sp>
      <p:sp>
        <p:nvSpPr>
          <p:cNvPr id="309" name="object-309">
            <a:extLst>
              <a:ext uri="{FF2B5EF4-FFF2-40B4-BE49-F238E27FC236}">
                <a16:creationId xmlns:a16="http://schemas.microsoft.com/office/drawing/2014/main" id="{989D47B8-6E83-41BB-8183-D66AA74CDAB1}"/>
              </a:ext>
            </a:extLst>
          </p:cNvPr>
          <p:cNvSpPr>
            <a:spLocks noGrp="1"/>
          </p:cNvSpPr>
          <p:nvPr/>
        </p:nvSpPr>
        <p:spPr>
          <a:xfrm>
            <a:off x="13244513" y="5238750"/>
            <a:ext cx="104775" cy="547688"/>
          </a:xfrm>
          <a:prstGeom prst="rect">
            <a:avLst/>
          </a:prstGeom>
          <a:solidFill>
            <a:srgbClr val="FFFFFF"/>
          </a:solidFill>
          <a:ln w="13097">
            <a:solidFill>
              <a:srgbClr val="172B4D"/>
            </a:solidFill>
          </a:ln>
        </p:spPr>
      </p:sp>
      <p:sp>
        <p:nvSpPr>
          <p:cNvPr id="310" name="object-310">
            <a:extLst>
              <a:ext uri="{FF2B5EF4-FFF2-40B4-BE49-F238E27FC236}">
                <a16:creationId xmlns:a16="http://schemas.microsoft.com/office/drawing/2014/main" id="{AD4ED5BA-AEDA-40C4-93A8-654837B8782E}"/>
              </a:ext>
            </a:extLst>
          </p:cNvPr>
          <p:cNvSpPr>
            <a:spLocks noGrp="1"/>
          </p:cNvSpPr>
          <p:nvPr/>
        </p:nvSpPr>
        <p:spPr>
          <a:xfrm>
            <a:off x="13349288" y="5238750"/>
            <a:ext cx="104775" cy="547688"/>
          </a:xfrm>
          <a:prstGeom prst="rect">
            <a:avLst/>
          </a:prstGeom>
          <a:solidFill>
            <a:srgbClr val="FFFFFF"/>
          </a:solidFill>
          <a:ln w="13097">
            <a:solidFill>
              <a:srgbClr val="172B4D"/>
            </a:solidFill>
          </a:ln>
        </p:spPr>
      </p:sp>
      <p:sp>
        <p:nvSpPr>
          <p:cNvPr id="311" name="object-311">
            <a:extLst>
              <a:ext uri="{FF2B5EF4-FFF2-40B4-BE49-F238E27FC236}">
                <a16:creationId xmlns:a16="http://schemas.microsoft.com/office/drawing/2014/main" id="{F21B1DDE-BA4E-4B76-92DD-0DBB079C8CE5}"/>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73/100</a:t>
            </a:r>
          </a:p>
        </p:txBody>
      </p:sp>
      <p:sp>
        <p:nvSpPr>
          <p:cNvPr id="312" name="object-312">
            <a:extLst>
              <a:ext uri="{FF2B5EF4-FFF2-40B4-BE49-F238E27FC236}">
                <a16:creationId xmlns:a16="http://schemas.microsoft.com/office/drawing/2014/main" id="{D1ED59C6-E8EC-4DBB-9A78-11672D2BA730}"/>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7/10 &lt; 0.72 &lt; 73%</a:t>
            </a:r>
          </a:p>
        </p:txBody>
      </p:sp>
    </p:spTree>
    <p:extLst>
      <p:ext uri="{BB962C8B-B14F-4D97-AF65-F5344CB8AC3E}">
        <p14:creationId xmlns:p14="http://schemas.microsoft.com/office/powerpoint/2010/main" val="2083494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6"/>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07"/>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10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8"/>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9"/>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0"/>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1"/>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2"/>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5"/>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6"/>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7"/>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8"/>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9"/>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0"/>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1"/>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2"/>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3"/>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4"/>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5"/>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6"/>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7"/>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8"/>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9"/>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0"/>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1"/>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2"/>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3"/>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4"/>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5"/>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6"/>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7"/>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8"/>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9"/>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0"/>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1"/>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2"/>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3"/>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4"/>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5"/>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6"/>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7"/>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8"/>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9"/>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0"/>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1"/>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2"/>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3"/>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4"/>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5"/>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6"/>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7"/>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8"/>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9"/>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0"/>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1"/>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2"/>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3"/>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4"/>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5"/>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6"/>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7"/>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8"/>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79"/>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0"/>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1"/>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2"/>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3"/>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4"/>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5"/>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6"/>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7"/>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8"/>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89"/>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0"/>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1"/>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2"/>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3"/>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4"/>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5"/>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6"/>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7"/>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8"/>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199"/>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0"/>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1"/>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2"/>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3"/>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4"/>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5"/>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6"/>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7"/>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8"/>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09"/>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211"/>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2"/>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3"/>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4"/>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5"/>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6"/>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7"/>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8"/>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19"/>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0"/>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1"/>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2"/>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3"/>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4"/>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5"/>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6"/>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7"/>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8"/>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29"/>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0"/>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1"/>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2"/>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3"/>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4"/>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5"/>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6"/>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7"/>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8"/>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39"/>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0"/>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1"/>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2"/>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3"/>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4"/>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5"/>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6"/>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7"/>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8"/>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49"/>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0"/>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1"/>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2"/>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3"/>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4"/>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5"/>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6"/>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7"/>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8"/>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59"/>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0"/>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1"/>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2"/>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3"/>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4"/>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5"/>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6"/>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7"/>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8"/>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69"/>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0"/>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1"/>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2"/>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3"/>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4"/>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5"/>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6"/>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7"/>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8"/>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79"/>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0"/>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1"/>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2"/>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3"/>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4"/>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5"/>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6"/>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7"/>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8"/>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89"/>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0"/>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1"/>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2"/>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3"/>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4"/>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5"/>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6"/>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7"/>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8"/>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299"/>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0"/>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1"/>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2"/>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3"/>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4"/>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5"/>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6"/>
                                        </p:tgtEl>
                                        <p:attrNameLst>
                                          <p:attrName>style.visibility</p:attrName>
                                        </p:attrNameLst>
                                      </p:cBhvr>
                                      <p:to>
                                        <p:strVal val="visible"/>
                                      </p:to>
                                    </p:set>
                                  </p:childTnLst>
                                </p:cTn>
                              </p:par>
                              <p:par>
                                <p:cTn id="605" presetID="1" presetClass="entr" presetSubtype="0" fill="hold" nodeType="withEffect">
                                  <p:stCondLst>
                                    <p:cond delay="0"/>
                                  </p:stCondLst>
                                  <p:childTnLst>
                                    <p:set>
                                      <p:cBhvr>
                                        <p:cTn id="606" dur="1" fill="hold">
                                          <p:stCondLst>
                                            <p:cond delay="0"/>
                                          </p:stCondLst>
                                        </p:cTn>
                                        <p:tgtEl>
                                          <p:spTgt spid="307"/>
                                        </p:tgtEl>
                                        <p:attrNameLst>
                                          <p:attrName>style.visibility</p:attrName>
                                        </p:attrNameLst>
                                      </p:cBhvr>
                                      <p:to>
                                        <p:strVal val="visible"/>
                                      </p:to>
                                    </p:set>
                                  </p:childTnLst>
                                </p:cTn>
                              </p:par>
                              <p:par>
                                <p:cTn id="607" presetID="1" presetClass="entr" presetSubtype="0" fill="hold" nodeType="withEffect">
                                  <p:stCondLst>
                                    <p:cond delay="0"/>
                                  </p:stCondLst>
                                  <p:childTnLst>
                                    <p:set>
                                      <p:cBhvr>
                                        <p:cTn id="608" dur="1" fill="hold">
                                          <p:stCondLst>
                                            <p:cond delay="0"/>
                                          </p:stCondLst>
                                        </p:cTn>
                                        <p:tgtEl>
                                          <p:spTgt spid="308"/>
                                        </p:tgtEl>
                                        <p:attrNameLst>
                                          <p:attrName>style.visibility</p:attrName>
                                        </p:attrNameLst>
                                      </p:cBhvr>
                                      <p:to>
                                        <p:strVal val="visible"/>
                                      </p:to>
                                    </p:set>
                                  </p:childTnLst>
                                </p:cTn>
                              </p:par>
                              <p:par>
                                <p:cTn id="609" presetID="1" presetClass="entr" presetSubtype="0" fill="hold" nodeType="withEffect">
                                  <p:stCondLst>
                                    <p:cond delay="0"/>
                                  </p:stCondLst>
                                  <p:childTnLst>
                                    <p:set>
                                      <p:cBhvr>
                                        <p:cTn id="610" dur="1" fill="hold">
                                          <p:stCondLst>
                                            <p:cond delay="0"/>
                                          </p:stCondLst>
                                        </p:cTn>
                                        <p:tgtEl>
                                          <p:spTgt spid="309"/>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0"/>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11"/>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grpId="0" nodeType="clickEffect">
                                  <p:stCondLst>
                                    <p:cond delay="0"/>
                                  </p:stCondLst>
                                  <p:childTnLst>
                                    <p:set>
                                      <p:cBhvr>
                                        <p:cTn id="618" dur="1" fill="hold">
                                          <p:stCondLst>
                                            <p:cond delay="0"/>
                                          </p:stCondLst>
                                        </p:cTn>
                                        <p:tgtEl>
                                          <p:spTgt spid="3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209" grpId="0"/>
      <p:bldP spid="311" grpId="0"/>
      <p:bldP spid="3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 name="object-1">
            <a:extLst>
              <a:ext uri="{FF2B5EF4-FFF2-40B4-BE49-F238E27FC236}">
                <a16:creationId xmlns:a16="http://schemas.microsoft.com/office/drawing/2014/main" id="{C7F8D52F-D55B-44E6-B745-5E9F06066CF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72BDD48-5824-45DB-ADF5-B3BDA97186D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2835608B-43D4-4641-B191-6DD76E90502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1.72, 17/10, 173% from smallest to greatest.</a:t>
            </a:r>
          </a:p>
        </p:txBody>
      </p:sp>
      <p:sp>
        <p:nvSpPr>
          <p:cNvPr id="4" name="object-4">
            <a:extLst>
              <a:ext uri="{FF2B5EF4-FFF2-40B4-BE49-F238E27FC236}">
                <a16:creationId xmlns:a16="http://schemas.microsoft.com/office/drawing/2014/main" id="{0D1366BB-BFF4-4A27-9955-E68B5B05870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DACA597-1190-4AFA-8C35-A6B1709F7BE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6" name="object-6">
            <a:extLst>
              <a:ext uri="{FF2B5EF4-FFF2-40B4-BE49-F238E27FC236}">
                <a16:creationId xmlns:a16="http://schemas.microsoft.com/office/drawing/2014/main" id="{BBA1417A-F56E-45D2-86AB-D30AAC22842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06594270-D361-4027-8972-14E3893858CC}"/>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1.72</a:t>
            </a:r>
          </a:p>
        </p:txBody>
      </p:sp>
      <p:sp>
        <p:nvSpPr>
          <p:cNvPr id="8" name="object-8">
            <a:extLst>
              <a:ext uri="{FF2B5EF4-FFF2-40B4-BE49-F238E27FC236}">
                <a16:creationId xmlns:a16="http://schemas.microsoft.com/office/drawing/2014/main" id="{A2988BAE-EB16-4A45-BFDC-FBC60E994000}"/>
              </a:ext>
            </a:extLst>
          </p:cNvPr>
          <p:cNvSpPr>
            <a:spLocks noGrp="1"/>
          </p:cNvSpPr>
          <p:nvPr/>
        </p:nvSpPr>
        <p:spPr>
          <a:xfrm>
            <a:off x="2976563" y="2857500"/>
            <a:ext cx="52388"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3D06002C-3ADD-45E7-BDFC-CD402647F59C}"/>
              </a:ext>
            </a:extLst>
          </p:cNvPr>
          <p:cNvSpPr>
            <a:spLocks noGrp="1"/>
          </p:cNvSpPr>
          <p:nvPr/>
        </p:nvSpPr>
        <p:spPr>
          <a:xfrm>
            <a:off x="3028950" y="2857500"/>
            <a:ext cx="52388"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50CD9570-9343-4C2A-8533-B2AA2D9AFD03}"/>
              </a:ext>
            </a:extLst>
          </p:cNvPr>
          <p:cNvSpPr>
            <a:spLocks noGrp="1"/>
          </p:cNvSpPr>
          <p:nvPr/>
        </p:nvSpPr>
        <p:spPr>
          <a:xfrm>
            <a:off x="3081338" y="2857500"/>
            <a:ext cx="52388"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F7591613-D214-4AEB-A2E5-DAC750DE05D2}"/>
              </a:ext>
            </a:extLst>
          </p:cNvPr>
          <p:cNvSpPr>
            <a:spLocks noGrp="1"/>
          </p:cNvSpPr>
          <p:nvPr/>
        </p:nvSpPr>
        <p:spPr>
          <a:xfrm>
            <a:off x="3133725" y="2857500"/>
            <a:ext cx="52388"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3DBE0375-032B-4EE9-BD1B-F3C36A1D27A1}"/>
              </a:ext>
            </a:extLst>
          </p:cNvPr>
          <p:cNvSpPr>
            <a:spLocks noGrp="1"/>
          </p:cNvSpPr>
          <p:nvPr/>
        </p:nvSpPr>
        <p:spPr>
          <a:xfrm>
            <a:off x="3186113" y="2857500"/>
            <a:ext cx="52388"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DC7D0A11-08BF-41F4-9EE8-04A9F53D39F2}"/>
              </a:ext>
            </a:extLst>
          </p:cNvPr>
          <p:cNvSpPr>
            <a:spLocks noGrp="1"/>
          </p:cNvSpPr>
          <p:nvPr/>
        </p:nvSpPr>
        <p:spPr>
          <a:xfrm>
            <a:off x="3238500" y="2857500"/>
            <a:ext cx="52388"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BA429C17-8821-4951-AC5F-52F9888123DD}"/>
              </a:ext>
            </a:extLst>
          </p:cNvPr>
          <p:cNvSpPr>
            <a:spLocks noGrp="1"/>
          </p:cNvSpPr>
          <p:nvPr/>
        </p:nvSpPr>
        <p:spPr>
          <a:xfrm>
            <a:off x="3290888" y="2857500"/>
            <a:ext cx="52388"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F1D7DA65-3AAC-4C2E-86E4-C3378BC2696D}"/>
              </a:ext>
            </a:extLst>
          </p:cNvPr>
          <p:cNvSpPr>
            <a:spLocks noGrp="1"/>
          </p:cNvSpPr>
          <p:nvPr/>
        </p:nvSpPr>
        <p:spPr>
          <a:xfrm>
            <a:off x="3343275" y="2857500"/>
            <a:ext cx="52388"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5F3C031F-D9CD-4626-8685-1BE65F06DA44}"/>
              </a:ext>
            </a:extLst>
          </p:cNvPr>
          <p:cNvSpPr>
            <a:spLocks noGrp="1"/>
          </p:cNvSpPr>
          <p:nvPr/>
        </p:nvSpPr>
        <p:spPr>
          <a:xfrm>
            <a:off x="3395663" y="2857500"/>
            <a:ext cx="52388"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4EA43298-1A09-4E75-9B71-5FCF68913CA5}"/>
              </a:ext>
            </a:extLst>
          </p:cNvPr>
          <p:cNvSpPr>
            <a:spLocks noGrp="1"/>
          </p:cNvSpPr>
          <p:nvPr/>
        </p:nvSpPr>
        <p:spPr>
          <a:xfrm>
            <a:off x="3448050" y="2857500"/>
            <a:ext cx="52388"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F443AF83-20CA-4A93-96CE-A31EFAF326B4}"/>
              </a:ext>
            </a:extLst>
          </p:cNvPr>
          <p:cNvSpPr>
            <a:spLocks noGrp="1"/>
          </p:cNvSpPr>
          <p:nvPr/>
        </p:nvSpPr>
        <p:spPr>
          <a:xfrm>
            <a:off x="3500438" y="2857500"/>
            <a:ext cx="52388"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162BA8C1-A46F-4A40-8685-EEA84ECCB6A3}"/>
              </a:ext>
            </a:extLst>
          </p:cNvPr>
          <p:cNvSpPr>
            <a:spLocks noGrp="1"/>
          </p:cNvSpPr>
          <p:nvPr/>
        </p:nvSpPr>
        <p:spPr>
          <a:xfrm>
            <a:off x="3552825" y="2857500"/>
            <a:ext cx="52388"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DDEB74CD-3E26-442D-907C-BDB0133D3958}"/>
              </a:ext>
            </a:extLst>
          </p:cNvPr>
          <p:cNvSpPr>
            <a:spLocks noGrp="1"/>
          </p:cNvSpPr>
          <p:nvPr/>
        </p:nvSpPr>
        <p:spPr>
          <a:xfrm>
            <a:off x="3605213" y="2857500"/>
            <a:ext cx="52388"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0F2B923C-A53B-4DCA-83EF-F952B1B66FEF}"/>
              </a:ext>
            </a:extLst>
          </p:cNvPr>
          <p:cNvSpPr>
            <a:spLocks noGrp="1"/>
          </p:cNvSpPr>
          <p:nvPr/>
        </p:nvSpPr>
        <p:spPr>
          <a:xfrm>
            <a:off x="3657600" y="2857500"/>
            <a:ext cx="52388"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DC2FD32A-ED6A-465D-82DF-8563EAE3017A}"/>
              </a:ext>
            </a:extLst>
          </p:cNvPr>
          <p:cNvSpPr>
            <a:spLocks noGrp="1"/>
          </p:cNvSpPr>
          <p:nvPr/>
        </p:nvSpPr>
        <p:spPr>
          <a:xfrm>
            <a:off x="3709988" y="2857500"/>
            <a:ext cx="52388"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4A0AC53B-F2F2-4FA7-851F-A5559DA55DF9}"/>
              </a:ext>
            </a:extLst>
          </p:cNvPr>
          <p:cNvSpPr>
            <a:spLocks noGrp="1"/>
          </p:cNvSpPr>
          <p:nvPr/>
        </p:nvSpPr>
        <p:spPr>
          <a:xfrm>
            <a:off x="3762375" y="2857500"/>
            <a:ext cx="52388"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8DB5331D-A733-4D7D-B8FD-92454BDE965D}"/>
              </a:ext>
            </a:extLst>
          </p:cNvPr>
          <p:cNvSpPr>
            <a:spLocks noGrp="1"/>
          </p:cNvSpPr>
          <p:nvPr/>
        </p:nvSpPr>
        <p:spPr>
          <a:xfrm>
            <a:off x="3814763" y="2857500"/>
            <a:ext cx="52388"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BB96BCA8-1FF5-4C44-988B-88E8C7B217EB}"/>
              </a:ext>
            </a:extLst>
          </p:cNvPr>
          <p:cNvSpPr>
            <a:spLocks noGrp="1"/>
          </p:cNvSpPr>
          <p:nvPr/>
        </p:nvSpPr>
        <p:spPr>
          <a:xfrm>
            <a:off x="3867150" y="2857500"/>
            <a:ext cx="52388"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44AD4B4B-65E2-44E5-B0AD-0C835CCBD6DF}"/>
              </a:ext>
            </a:extLst>
          </p:cNvPr>
          <p:cNvSpPr>
            <a:spLocks noGrp="1"/>
          </p:cNvSpPr>
          <p:nvPr/>
        </p:nvSpPr>
        <p:spPr>
          <a:xfrm>
            <a:off x="3919538" y="2857500"/>
            <a:ext cx="52388"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27614024-0B4D-4E9B-A5AA-7D4018520D95}"/>
              </a:ext>
            </a:extLst>
          </p:cNvPr>
          <p:cNvSpPr>
            <a:spLocks noGrp="1"/>
          </p:cNvSpPr>
          <p:nvPr/>
        </p:nvSpPr>
        <p:spPr>
          <a:xfrm>
            <a:off x="3971925" y="2857500"/>
            <a:ext cx="52388"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9E33D303-0D1C-4B6B-8E1A-0BBA693734FB}"/>
              </a:ext>
            </a:extLst>
          </p:cNvPr>
          <p:cNvSpPr>
            <a:spLocks noGrp="1"/>
          </p:cNvSpPr>
          <p:nvPr/>
        </p:nvSpPr>
        <p:spPr>
          <a:xfrm>
            <a:off x="4024313" y="2857500"/>
            <a:ext cx="52388"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3F9BDADA-E797-4510-8DD5-AC7456FFF231}"/>
              </a:ext>
            </a:extLst>
          </p:cNvPr>
          <p:cNvSpPr>
            <a:spLocks noGrp="1"/>
          </p:cNvSpPr>
          <p:nvPr/>
        </p:nvSpPr>
        <p:spPr>
          <a:xfrm>
            <a:off x="4076700" y="2857500"/>
            <a:ext cx="52388"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33ECD9DF-A578-4FE6-8003-04F549C6B26C}"/>
              </a:ext>
            </a:extLst>
          </p:cNvPr>
          <p:cNvSpPr>
            <a:spLocks noGrp="1"/>
          </p:cNvSpPr>
          <p:nvPr/>
        </p:nvSpPr>
        <p:spPr>
          <a:xfrm>
            <a:off x="4129088" y="2857500"/>
            <a:ext cx="52388"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B2AAF394-3FB1-4E81-B571-8490A78FA833}"/>
              </a:ext>
            </a:extLst>
          </p:cNvPr>
          <p:cNvSpPr>
            <a:spLocks noGrp="1"/>
          </p:cNvSpPr>
          <p:nvPr/>
        </p:nvSpPr>
        <p:spPr>
          <a:xfrm>
            <a:off x="4181475" y="2857500"/>
            <a:ext cx="52388"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15A8D46D-BC83-49C3-929D-409AA0588DC5}"/>
              </a:ext>
            </a:extLst>
          </p:cNvPr>
          <p:cNvSpPr>
            <a:spLocks noGrp="1"/>
          </p:cNvSpPr>
          <p:nvPr/>
        </p:nvSpPr>
        <p:spPr>
          <a:xfrm>
            <a:off x="4233863" y="2857500"/>
            <a:ext cx="52388"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50FE31E1-4747-4684-A233-2A77D9D93717}"/>
              </a:ext>
            </a:extLst>
          </p:cNvPr>
          <p:cNvSpPr>
            <a:spLocks noGrp="1"/>
          </p:cNvSpPr>
          <p:nvPr/>
        </p:nvSpPr>
        <p:spPr>
          <a:xfrm>
            <a:off x="4286250" y="2857500"/>
            <a:ext cx="52388"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3BF1EC9A-2AC9-41E0-9885-6D604E09B4C3}"/>
              </a:ext>
            </a:extLst>
          </p:cNvPr>
          <p:cNvSpPr>
            <a:spLocks noGrp="1"/>
          </p:cNvSpPr>
          <p:nvPr/>
        </p:nvSpPr>
        <p:spPr>
          <a:xfrm>
            <a:off x="4338638" y="2857500"/>
            <a:ext cx="52388"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B00397C6-54E9-47C2-87DF-E653DFC1E041}"/>
              </a:ext>
            </a:extLst>
          </p:cNvPr>
          <p:cNvSpPr>
            <a:spLocks noGrp="1"/>
          </p:cNvSpPr>
          <p:nvPr/>
        </p:nvSpPr>
        <p:spPr>
          <a:xfrm>
            <a:off x="4391025" y="2857500"/>
            <a:ext cx="52388"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3D79114D-B71F-4925-B6DD-FD272DF6EE4E}"/>
              </a:ext>
            </a:extLst>
          </p:cNvPr>
          <p:cNvSpPr>
            <a:spLocks noGrp="1"/>
          </p:cNvSpPr>
          <p:nvPr/>
        </p:nvSpPr>
        <p:spPr>
          <a:xfrm>
            <a:off x="4443413" y="2857500"/>
            <a:ext cx="52388"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F1A74707-313B-415A-90DF-517B171C397B}"/>
              </a:ext>
            </a:extLst>
          </p:cNvPr>
          <p:cNvSpPr>
            <a:spLocks noGrp="1"/>
          </p:cNvSpPr>
          <p:nvPr/>
        </p:nvSpPr>
        <p:spPr>
          <a:xfrm>
            <a:off x="4495800" y="2857500"/>
            <a:ext cx="52388"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F23216BA-07FD-4E0D-9331-FEA0CDBF1A33}"/>
              </a:ext>
            </a:extLst>
          </p:cNvPr>
          <p:cNvSpPr>
            <a:spLocks noGrp="1"/>
          </p:cNvSpPr>
          <p:nvPr/>
        </p:nvSpPr>
        <p:spPr>
          <a:xfrm>
            <a:off x="4548188" y="2857500"/>
            <a:ext cx="52388"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CFA53563-2D21-48CA-BCA7-AB57F9411D3C}"/>
              </a:ext>
            </a:extLst>
          </p:cNvPr>
          <p:cNvSpPr>
            <a:spLocks noGrp="1"/>
          </p:cNvSpPr>
          <p:nvPr/>
        </p:nvSpPr>
        <p:spPr>
          <a:xfrm>
            <a:off x="4600575" y="2857500"/>
            <a:ext cx="52388"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E8532F1D-2449-49D8-9904-47E007B7C77D}"/>
              </a:ext>
            </a:extLst>
          </p:cNvPr>
          <p:cNvSpPr>
            <a:spLocks noGrp="1"/>
          </p:cNvSpPr>
          <p:nvPr/>
        </p:nvSpPr>
        <p:spPr>
          <a:xfrm>
            <a:off x="4652963" y="2857500"/>
            <a:ext cx="52388"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76861539-7FDC-4181-A815-E9FB1BF4F4A3}"/>
              </a:ext>
            </a:extLst>
          </p:cNvPr>
          <p:cNvSpPr>
            <a:spLocks noGrp="1"/>
          </p:cNvSpPr>
          <p:nvPr/>
        </p:nvSpPr>
        <p:spPr>
          <a:xfrm>
            <a:off x="4705350" y="2857500"/>
            <a:ext cx="52388"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2B32F38D-E322-4A8C-9D50-85438FBCC334}"/>
              </a:ext>
            </a:extLst>
          </p:cNvPr>
          <p:cNvSpPr>
            <a:spLocks noGrp="1"/>
          </p:cNvSpPr>
          <p:nvPr/>
        </p:nvSpPr>
        <p:spPr>
          <a:xfrm>
            <a:off x="4757738" y="2857500"/>
            <a:ext cx="52388"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5578195B-6AC2-4F78-94E6-73F40508A2EF}"/>
              </a:ext>
            </a:extLst>
          </p:cNvPr>
          <p:cNvSpPr>
            <a:spLocks noGrp="1"/>
          </p:cNvSpPr>
          <p:nvPr/>
        </p:nvSpPr>
        <p:spPr>
          <a:xfrm>
            <a:off x="4810125" y="2857500"/>
            <a:ext cx="52388"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E39B100F-4BEC-4ACE-82E7-EC8D2AAA78AF}"/>
              </a:ext>
            </a:extLst>
          </p:cNvPr>
          <p:cNvSpPr>
            <a:spLocks noGrp="1"/>
          </p:cNvSpPr>
          <p:nvPr/>
        </p:nvSpPr>
        <p:spPr>
          <a:xfrm>
            <a:off x="4862513" y="2857500"/>
            <a:ext cx="52388"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2230C4C2-FD10-41E4-9846-99707049BE90}"/>
              </a:ext>
            </a:extLst>
          </p:cNvPr>
          <p:cNvSpPr>
            <a:spLocks noGrp="1"/>
          </p:cNvSpPr>
          <p:nvPr/>
        </p:nvSpPr>
        <p:spPr>
          <a:xfrm>
            <a:off x="4914900" y="2857500"/>
            <a:ext cx="52388"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CB5B35D5-2495-459A-9C61-020D138ADE31}"/>
              </a:ext>
            </a:extLst>
          </p:cNvPr>
          <p:cNvSpPr>
            <a:spLocks noGrp="1"/>
          </p:cNvSpPr>
          <p:nvPr/>
        </p:nvSpPr>
        <p:spPr>
          <a:xfrm>
            <a:off x="4967288" y="2857500"/>
            <a:ext cx="52388"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11A69664-7070-4D69-8657-9EFE2E7B8996}"/>
              </a:ext>
            </a:extLst>
          </p:cNvPr>
          <p:cNvSpPr>
            <a:spLocks noGrp="1"/>
          </p:cNvSpPr>
          <p:nvPr/>
        </p:nvSpPr>
        <p:spPr>
          <a:xfrm>
            <a:off x="5019675" y="2857500"/>
            <a:ext cx="52388"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D58F2B6A-FBAC-4F93-BC59-AE23EFEEAEB6}"/>
              </a:ext>
            </a:extLst>
          </p:cNvPr>
          <p:cNvSpPr>
            <a:spLocks noGrp="1"/>
          </p:cNvSpPr>
          <p:nvPr/>
        </p:nvSpPr>
        <p:spPr>
          <a:xfrm>
            <a:off x="5072063" y="2857500"/>
            <a:ext cx="52388"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48B5B7F8-7C8D-474D-A737-B0C5D62EA399}"/>
              </a:ext>
            </a:extLst>
          </p:cNvPr>
          <p:cNvSpPr>
            <a:spLocks noGrp="1"/>
          </p:cNvSpPr>
          <p:nvPr/>
        </p:nvSpPr>
        <p:spPr>
          <a:xfrm>
            <a:off x="5124450" y="2857500"/>
            <a:ext cx="52388"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E9FD4894-759E-4439-86EB-645F3D50E8CC}"/>
              </a:ext>
            </a:extLst>
          </p:cNvPr>
          <p:cNvSpPr>
            <a:spLocks noGrp="1"/>
          </p:cNvSpPr>
          <p:nvPr/>
        </p:nvSpPr>
        <p:spPr>
          <a:xfrm>
            <a:off x="5176838" y="2857500"/>
            <a:ext cx="52388"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80F04CB1-B7D9-4E4D-BEE5-2C1D51329AC5}"/>
              </a:ext>
            </a:extLst>
          </p:cNvPr>
          <p:cNvSpPr>
            <a:spLocks noGrp="1"/>
          </p:cNvSpPr>
          <p:nvPr/>
        </p:nvSpPr>
        <p:spPr>
          <a:xfrm>
            <a:off x="5229225" y="2857500"/>
            <a:ext cx="52388"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24D821FD-8A54-4188-90F1-29CE0913A1C8}"/>
              </a:ext>
            </a:extLst>
          </p:cNvPr>
          <p:cNvSpPr>
            <a:spLocks noGrp="1"/>
          </p:cNvSpPr>
          <p:nvPr/>
        </p:nvSpPr>
        <p:spPr>
          <a:xfrm>
            <a:off x="5281613" y="2857500"/>
            <a:ext cx="52388"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04C98D50-D9EA-446E-98BC-AA9569EB3A79}"/>
              </a:ext>
            </a:extLst>
          </p:cNvPr>
          <p:cNvSpPr>
            <a:spLocks noGrp="1"/>
          </p:cNvSpPr>
          <p:nvPr/>
        </p:nvSpPr>
        <p:spPr>
          <a:xfrm>
            <a:off x="5334000" y="2857500"/>
            <a:ext cx="52388"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4E21F875-3074-4021-AA90-183EBC746C85}"/>
              </a:ext>
            </a:extLst>
          </p:cNvPr>
          <p:cNvSpPr>
            <a:spLocks noGrp="1"/>
          </p:cNvSpPr>
          <p:nvPr/>
        </p:nvSpPr>
        <p:spPr>
          <a:xfrm>
            <a:off x="5386388" y="2857500"/>
            <a:ext cx="52388"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ED0FAEF0-8F17-437F-B283-841FD723D03B}"/>
              </a:ext>
            </a:extLst>
          </p:cNvPr>
          <p:cNvSpPr>
            <a:spLocks noGrp="1"/>
          </p:cNvSpPr>
          <p:nvPr/>
        </p:nvSpPr>
        <p:spPr>
          <a:xfrm>
            <a:off x="5438775" y="2857500"/>
            <a:ext cx="52388"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77F30D14-E61F-495C-B71D-36193C04C8D2}"/>
              </a:ext>
            </a:extLst>
          </p:cNvPr>
          <p:cNvSpPr>
            <a:spLocks noGrp="1"/>
          </p:cNvSpPr>
          <p:nvPr/>
        </p:nvSpPr>
        <p:spPr>
          <a:xfrm>
            <a:off x="5491163" y="2857500"/>
            <a:ext cx="52388"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20C76EC5-E304-404B-8053-DAA996738DE7}"/>
              </a:ext>
            </a:extLst>
          </p:cNvPr>
          <p:cNvSpPr>
            <a:spLocks noGrp="1"/>
          </p:cNvSpPr>
          <p:nvPr/>
        </p:nvSpPr>
        <p:spPr>
          <a:xfrm>
            <a:off x="5543550" y="2857500"/>
            <a:ext cx="52388"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D93D09D4-377C-45E8-A210-6A75C3681159}"/>
              </a:ext>
            </a:extLst>
          </p:cNvPr>
          <p:cNvSpPr>
            <a:spLocks noGrp="1"/>
          </p:cNvSpPr>
          <p:nvPr/>
        </p:nvSpPr>
        <p:spPr>
          <a:xfrm>
            <a:off x="5595938" y="2857500"/>
            <a:ext cx="52388"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91F01201-1D43-427C-ACCA-CA43820EF0A0}"/>
              </a:ext>
            </a:extLst>
          </p:cNvPr>
          <p:cNvSpPr>
            <a:spLocks noGrp="1"/>
          </p:cNvSpPr>
          <p:nvPr/>
        </p:nvSpPr>
        <p:spPr>
          <a:xfrm>
            <a:off x="5648325" y="2857500"/>
            <a:ext cx="52388"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2C113A73-42EE-409F-A542-7AE61EAA1720}"/>
              </a:ext>
            </a:extLst>
          </p:cNvPr>
          <p:cNvSpPr>
            <a:spLocks noGrp="1"/>
          </p:cNvSpPr>
          <p:nvPr/>
        </p:nvSpPr>
        <p:spPr>
          <a:xfrm>
            <a:off x="5700713" y="2857500"/>
            <a:ext cx="52388"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7FE6C7B6-883D-456A-A4ED-8F5DDA39347B}"/>
              </a:ext>
            </a:extLst>
          </p:cNvPr>
          <p:cNvSpPr>
            <a:spLocks noGrp="1"/>
          </p:cNvSpPr>
          <p:nvPr/>
        </p:nvSpPr>
        <p:spPr>
          <a:xfrm>
            <a:off x="5753100" y="2857500"/>
            <a:ext cx="52388"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14E496B3-33AF-46C1-91DB-D4E8775ACC4C}"/>
              </a:ext>
            </a:extLst>
          </p:cNvPr>
          <p:cNvSpPr>
            <a:spLocks noGrp="1"/>
          </p:cNvSpPr>
          <p:nvPr/>
        </p:nvSpPr>
        <p:spPr>
          <a:xfrm>
            <a:off x="5805488" y="2857500"/>
            <a:ext cx="52388"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49B68CE1-9040-416C-AAEB-190EC8D81441}"/>
              </a:ext>
            </a:extLst>
          </p:cNvPr>
          <p:cNvSpPr>
            <a:spLocks noGrp="1"/>
          </p:cNvSpPr>
          <p:nvPr/>
        </p:nvSpPr>
        <p:spPr>
          <a:xfrm>
            <a:off x="5857875" y="2857500"/>
            <a:ext cx="52388"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E1BBAFF2-F9D3-47E6-B2B6-EDF05DF1A923}"/>
              </a:ext>
            </a:extLst>
          </p:cNvPr>
          <p:cNvSpPr>
            <a:spLocks noGrp="1"/>
          </p:cNvSpPr>
          <p:nvPr/>
        </p:nvSpPr>
        <p:spPr>
          <a:xfrm>
            <a:off x="5910263" y="2857500"/>
            <a:ext cx="52388"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50861A72-9A99-4F3B-BD0E-11462C84047A}"/>
              </a:ext>
            </a:extLst>
          </p:cNvPr>
          <p:cNvSpPr>
            <a:spLocks noGrp="1"/>
          </p:cNvSpPr>
          <p:nvPr/>
        </p:nvSpPr>
        <p:spPr>
          <a:xfrm>
            <a:off x="5962650" y="2857500"/>
            <a:ext cx="52388"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23DFD8D3-C109-4BE6-ADCE-CB0F2D87FC1A}"/>
              </a:ext>
            </a:extLst>
          </p:cNvPr>
          <p:cNvSpPr>
            <a:spLocks noGrp="1"/>
          </p:cNvSpPr>
          <p:nvPr/>
        </p:nvSpPr>
        <p:spPr>
          <a:xfrm>
            <a:off x="6015038" y="2857500"/>
            <a:ext cx="52388"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4337F95A-FBA7-40F1-8DAF-173A67787CB2}"/>
              </a:ext>
            </a:extLst>
          </p:cNvPr>
          <p:cNvSpPr>
            <a:spLocks noGrp="1"/>
          </p:cNvSpPr>
          <p:nvPr/>
        </p:nvSpPr>
        <p:spPr>
          <a:xfrm>
            <a:off x="6067425" y="2857500"/>
            <a:ext cx="52388"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F403735A-ACD5-4FB9-830E-5C576F2C908E}"/>
              </a:ext>
            </a:extLst>
          </p:cNvPr>
          <p:cNvSpPr>
            <a:spLocks noGrp="1"/>
          </p:cNvSpPr>
          <p:nvPr/>
        </p:nvSpPr>
        <p:spPr>
          <a:xfrm>
            <a:off x="6119813" y="2857500"/>
            <a:ext cx="52388"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4A293224-BE52-4AA6-9793-17F1DC4DBF33}"/>
              </a:ext>
            </a:extLst>
          </p:cNvPr>
          <p:cNvSpPr>
            <a:spLocks noGrp="1"/>
          </p:cNvSpPr>
          <p:nvPr/>
        </p:nvSpPr>
        <p:spPr>
          <a:xfrm>
            <a:off x="6172200" y="2857500"/>
            <a:ext cx="52388"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18C0A668-2D4D-4DDA-975A-B74D92DC81E5}"/>
              </a:ext>
            </a:extLst>
          </p:cNvPr>
          <p:cNvSpPr>
            <a:spLocks noGrp="1"/>
          </p:cNvSpPr>
          <p:nvPr/>
        </p:nvSpPr>
        <p:spPr>
          <a:xfrm>
            <a:off x="6224588" y="2857500"/>
            <a:ext cx="52388"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06E62721-C74C-46BA-8EB0-61B9BB106D23}"/>
              </a:ext>
            </a:extLst>
          </p:cNvPr>
          <p:cNvSpPr>
            <a:spLocks noGrp="1"/>
          </p:cNvSpPr>
          <p:nvPr/>
        </p:nvSpPr>
        <p:spPr>
          <a:xfrm>
            <a:off x="6276975" y="2857500"/>
            <a:ext cx="52388"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12DD7CE7-D2B6-4811-B1BA-137FAD1AC312}"/>
              </a:ext>
            </a:extLst>
          </p:cNvPr>
          <p:cNvSpPr>
            <a:spLocks noGrp="1"/>
          </p:cNvSpPr>
          <p:nvPr/>
        </p:nvSpPr>
        <p:spPr>
          <a:xfrm>
            <a:off x="6329363" y="2857500"/>
            <a:ext cx="52388"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DC5A635B-A02C-4AE0-82D3-DBC6308B8D5A}"/>
              </a:ext>
            </a:extLst>
          </p:cNvPr>
          <p:cNvSpPr>
            <a:spLocks noGrp="1"/>
          </p:cNvSpPr>
          <p:nvPr/>
        </p:nvSpPr>
        <p:spPr>
          <a:xfrm>
            <a:off x="6381750" y="2857500"/>
            <a:ext cx="52388"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CE39A465-8130-4277-A431-3C19613DD3C4}"/>
              </a:ext>
            </a:extLst>
          </p:cNvPr>
          <p:cNvSpPr>
            <a:spLocks noGrp="1"/>
          </p:cNvSpPr>
          <p:nvPr/>
        </p:nvSpPr>
        <p:spPr>
          <a:xfrm>
            <a:off x="6434138" y="2857500"/>
            <a:ext cx="52388"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90A291E4-10FE-4F1F-AE3C-6C1F4C37EFF8}"/>
              </a:ext>
            </a:extLst>
          </p:cNvPr>
          <p:cNvSpPr>
            <a:spLocks noGrp="1"/>
          </p:cNvSpPr>
          <p:nvPr/>
        </p:nvSpPr>
        <p:spPr>
          <a:xfrm>
            <a:off x="6486525" y="2857500"/>
            <a:ext cx="52388"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ECEB0311-D2BB-46E8-8433-3000A0C74AA0}"/>
              </a:ext>
            </a:extLst>
          </p:cNvPr>
          <p:cNvSpPr>
            <a:spLocks noGrp="1"/>
          </p:cNvSpPr>
          <p:nvPr/>
        </p:nvSpPr>
        <p:spPr>
          <a:xfrm>
            <a:off x="6538913" y="2857500"/>
            <a:ext cx="52388"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B6BD929C-1ECF-4410-976F-BB64933A4430}"/>
              </a:ext>
            </a:extLst>
          </p:cNvPr>
          <p:cNvSpPr>
            <a:spLocks noGrp="1"/>
          </p:cNvSpPr>
          <p:nvPr/>
        </p:nvSpPr>
        <p:spPr>
          <a:xfrm>
            <a:off x="6591300" y="2857500"/>
            <a:ext cx="52388"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AFBF4647-1D3E-476E-944B-ABC489C829A2}"/>
              </a:ext>
            </a:extLst>
          </p:cNvPr>
          <p:cNvSpPr>
            <a:spLocks noGrp="1"/>
          </p:cNvSpPr>
          <p:nvPr/>
        </p:nvSpPr>
        <p:spPr>
          <a:xfrm>
            <a:off x="6643688" y="2857500"/>
            <a:ext cx="52388"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7010A0B1-68F1-427F-8708-48F2F46E75EB}"/>
              </a:ext>
            </a:extLst>
          </p:cNvPr>
          <p:cNvSpPr>
            <a:spLocks noGrp="1"/>
          </p:cNvSpPr>
          <p:nvPr/>
        </p:nvSpPr>
        <p:spPr>
          <a:xfrm>
            <a:off x="6696075" y="2857500"/>
            <a:ext cx="52388" cy="547688"/>
          </a:xfrm>
          <a:prstGeom prst="rect">
            <a:avLst/>
          </a:prstGeom>
          <a:solidFill>
            <a:srgbClr val="1D4ED8"/>
          </a:solidFill>
          <a:ln w="13097">
            <a:solidFill>
              <a:srgbClr val="172B4D"/>
            </a:solidFill>
          </a:ln>
        </p:spPr>
      </p:sp>
      <p:sp>
        <p:nvSpPr>
          <p:cNvPr id="80" name="object-80">
            <a:extLst>
              <a:ext uri="{FF2B5EF4-FFF2-40B4-BE49-F238E27FC236}">
                <a16:creationId xmlns:a16="http://schemas.microsoft.com/office/drawing/2014/main" id="{90832734-3690-4374-A779-EC6B94C337B9}"/>
              </a:ext>
            </a:extLst>
          </p:cNvPr>
          <p:cNvSpPr>
            <a:spLocks noGrp="1"/>
          </p:cNvSpPr>
          <p:nvPr/>
        </p:nvSpPr>
        <p:spPr>
          <a:xfrm>
            <a:off x="6748463" y="2857500"/>
            <a:ext cx="52388" cy="547688"/>
          </a:xfrm>
          <a:prstGeom prst="rect">
            <a:avLst/>
          </a:prstGeom>
          <a:solidFill>
            <a:srgbClr val="1D4ED8"/>
          </a:solidFill>
          <a:ln w="13097">
            <a:solidFill>
              <a:srgbClr val="172B4D"/>
            </a:solidFill>
          </a:ln>
        </p:spPr>
      </p:sp>
      <p:sp>
        <p:nvSpPr>
          <p:cNvPr id="81" name="object-81">
            <a:extLst>
              <a:ext uri="{FF2B5EF4-FFF2-40B4-BE49-F238E27FC236}">
                <a16:creationId xmlns:a16="http://schemas.microsoft.com/office/drawing/2014/main" id="{4F12D085-C5B8-41DA-98F1-1E4B2AF3C6AE}"/>
              </a:ext>
            </a:extLst>
          </p:cNvPr>
          <p:cNvSpPr>
            <a:spLocks noGrp="1"/>
          </p:cNvSpPr>
          <p:nvPr/>
        </p:nvSpPr>
        <p:spPr>
          <a:xfrm>
            <a:off x="6800850" y="2857500"/>
            <a:ext cx="52388" cy="547688"/>
          </a:xfrm>
          <a:prstGeom prst="rect">
            <a:avLst/>
          </a:prstGeom>
          <a:solidFill>
            <a:srgbClr val="1D4ED8"/>
          </a:solidFill>
          <a:ln w="13097">
            <a:solidFill>
              <a:srgbClr val="172B4D"/>
            </a:solidFill>
          </a:ln>
        </p:spPr>
      </p:sp>
      <p:sp>
        <p:nvSpPr>
          <p:cNvPr id="82" name="object-82">
            <a:extLst>
              <a:ext uri="{FF2B5EF4-FFF2-40B4-BE49-F238E27FC236}">
                <a16:creationId xmlns:a16="http://schemas.microsoft.com/office/drawing/2014/main" id="{9329ED75-C2E8-4055-A939-D4F069113C4F}"/>
              </a:ext>
            </a:extLst>
          </p:cNvPr>
          <p:cNvSpPr>
            <a:spLocks noGrp="1"/>
          </p:cNvSpPr>
          <p:nvPr/>
        </p:nvSpPr>
        <p:spPr>
          <a:xfrm>
            <a:off x="6853238" y="2857500"/>
            <a:ext cx="52388" cy="547688"/>
          </a:xfrm>
          <a:prstGeom prst="rect">
            <a:avLst/>
          </a:prstGeom>
          <a:solidFill>
            <a:srgbClr val="1D4ED8"/>
          </a:solidFill>
          <a:ln w="13097">
            <a:solidFill>
              <a:srgbClr val="172B4D"/>
            </a:solidFill>
          </a:ln>
        </p:spPr>
      </p:sp>
      <p:sp>
        <p:nvSpPr>
          <p:cNvPr id="83" name="object-83">
            <a:extLst>
              <a:ext uri="{FF2B5EF4-FFF2-40B4-BE49-F238E27FC236}">
                <a16:creationId xmlns:a16="http://schemas.microsoft.com/office/drawing/2014/main" id="{EF2E07C8-9EED-4BBD-B364-BA2A8C4FB9D4}"/>
              </a:ext>
            </a:extLst>
          </p:cNvPr>
          <p:cNvSpPr>
            <a:spLocks noGrp="1"/>
          </p:cNvSpPr>
          <p:nvPr/>
        </p:nvSpPr>
        <p:spPr>
          <a:xfrm>
            <a:off x="6905625" y="2857500"/>
            <a:ext cx="52388" cy="547688"/>
          </a:xfrm>
          <a:prstGeom prst="rect">
            <a:avLst/>
          </a:prstGeom>
          <a:solidFill>
            <a:srgbClr val="1D4ED8"/>
          </a:solidFill>
          <a:ln w="13097">
            <a:solidFill>
              <a:srgbClr val="172B4D"/>
            </a:solidFill>
          </a:ln>
        </p:spPr>
      </p:sp>
      <p:sp>
        <p:nvSpPr>
          <p:cNvPr id="84" name="object-84">
            <a:extLst>
              <a:ext uri="{FF2B5EF4-FFF2-40B4-BE49-F238E27FC236}">
                <a16:creationId xmlns:a16="http://schemas.microsoft.com/office/drawing/2014/main" id="{C7E999C2-6B9B-44ED-8D9F-A45E05042640}"/>
              </a:ext>
            </a:extLst>
          </p:cNvPr>
          <p:cNvSpPr>
            <a:spLocks noGrp="1"/>
          </p:cNvSpPr>
          <p:nvPr/>
        </p:nvSpPr>
        <p:spPr>
          <a:xfrm>
            <a:off x="6958013" y="2857500"/>
            <a:ext cx="52388" cy="547688"/>
          </a:xfrm>
          <a:prstGeom prst="rect">
            <a:avLst/>
          </a:prstGeom>
          <a:solidFill>
            <a:srgbClr val="1D4ED8"/>
          </a:solidFill>
          <a:ln w="13097">
            <a:solidFill>
              <a:srgbClr val="172B4D"/>
            </a:solidFill>
          </a:ln>
        </p:spPr>
      </p:sp>
      <p:sp>
        <p:nvSpPr>
          <p:cNvPr id="85" name="object-85">
            <a:extLst>
              <a:ext uri="{FF2B5EF4-FFF2-40B4-BE49-F238E27FC236}">
                <a16:creationId xmlns:a16="http://schemas.microsoft.com/office/drawing/2014/main" id="{37C8750A-7D22-45F7-80C1-3A289CBABDA5}"/>
              </a:ext>
            </a:extLst>
          </p:cNvPr>
          <p:cNvSpPr>
            <a:spLocks noGrp="1"/>
          </p:cNvSpPr>
          <p:nvPr/>
        </p:nvSpPr>
        <p:spPr>
          <a:xfrm>
            <a:off x="7010400" y="2857500"/>
            <a:ext cx="52388" cy="547688"/>
          </a:xfrm>
          <a:prstGeom prst="rect">
            <a:avLst/>
          </a:prstGeom>
          <a:solidFill>
            <a:srgbClr val="1D4ED8"/>
          </a:solidFill>
          <a:ln w="13097">
            <a:solidFill>
              <a:srgbClr val="172B4D"/>
            </a:solidFill>
          </a:ln>
        </p:spPr>
      </p:sp>
      <p:sp>
        <p:nvSpPr>
          <p:cNvPr id="86" name="object-86">
            <a:extLst>
              <a:ext uri="{FF2B5EF4-FFF2-40B4-BE49-F238E27FC236}">
                <a16:creationId xmlns:a16="http://schemas.microsoft.com/office/drawing/2014/main" id="{D0E406B0-81D8-43A2-A94B-9EA6230ADE62}"/>
              </a:ext>
            </a:extLst>
          </p:cNvPr>
          <p:cNvSpPr>
            <a:spLocks noGrp="1"/>
          </p:cNvSpPr>
          <p:nvPr/>
        </p:nvSpPr>
        <p:spPr>
          <a:xfrm>
            <a:off x="7062788" y="2857500"/>
            <a:ext cx="52388" cy="547688"/>
          </a:xfrm>
          <a:prstGeom prst="rect">
            <a:avLst/>
          </a:prstGeom>
          <a:solidFill>
            <a:srgbClr val="1D4ED8"/>
          </a:solidFill>
          <a:ln w="13097">
            <a:solidFill>
              <a:srgbClr val="172B4D"/>
            </a:solidFill>
          </a:ln>
        </p:spPr>
      </p:sp>
      <p:sp>
        <p:nvSpPr>
          <p:cNvPr id="87" name="object-87">
            <a:extLst>
              <a:ext uri="{FF2B5EF4-FFF2-40B4-BE49-F238E27FC236}">
                <a16:creationId xmlns:a16="http://schemas.microsoft.com/office/drawing/2014/main" id="{693AB2E9-64F4-4A93-A14D-A13F1DA5EFC7}"/>
              </a:ext>
            </a:extLst>
          </p:cNvPr>
          <p:cNvSpPr>
            <a:spLocks noGrp="1"/>
          </p:cNvSpPr>
          <p:nvPr/>
        </p:nvSpPr>
        <p:spPr>
          <a:xfrm>
            <a:off x="7115175" y="2857500"/>
            <a:ext cx="52388" cy="547688"/>
          </a:xfrm>
          <a:prstGeom prst="rect">
            <a:avLst/>
          </a:prstGeom>
          <a:solidFill>
            <a:srgbClr val="1D4ED8"/>
          </a:solidFill>
          <a:ln w="13097">
            <a:solidFill>
              <a:srgbClr val="172B4D"/>
            </a:solidFill>
          </a:ln>
        </p:spPr>
      </p:sp>
      <p:sp>
        <p:nvSpPr>
          <p:cNvPr id="88" name="object-88">
            <a:extLst>
              <a:ext uri="{FF2B5EF4-FFF2-40B4-BE49-F238E27FC236}">
                <a16:creationId xmlns:a16="http://schemas.microsoft.com/office/drawing/2014/main" id="{8565B897-057C-475F-B491-61233AB462D6}"/>
              </a:ext>
            </a:extLst>
          </p:cNvPr>
          <p:cNvSpPr>
            <a:spLocks noGrp="1"/>
          </p:cNvSpPr>
          <p:nvPr/>
        </p:nvSpPr>
        <p:spPr>
          <a:xfrm>
            <a:off x="7167563" y="2857500"/>
            <a:ext cx="52388" cy="547688"/>
          </a:xfrm>
          <a:prstGeom prst="rect">
            <a:avLst/>
          </a:prstGeom>
          <a:solidFill>
            <a:srgbClr val="1D4ED8"/>
          </a:solidFill>
          <a:ln w="13097">
            <a:solidFill>
              <a:srgbClr val="172B4D"/>
            </a:solidFill>
          </a:ln>
        </p:spPr>
      </p:sp>
      <p:sp>
        <p:nvSpPr>
          <p:cNvPr id="89" name="object-89">
            <a:extLst>
              <a:ext uri="{FF2B5EF4-FFF2-40B4-BE49-F238E27FC236}">
                <a16:creationId xmlns:a16="http://schemas.microsoft.com/office/drawing/2014/main" id="{3C62634B-43B3-4A7D-A97E-D00AC7B85C4F}"/>
              </a:ext>
            </a:extLst>
          </p:cNvPr>
          <p:cNvSpPr>
            <a:spLocks noGrp="1"/>
          </p:cNvSpPr>
          <p:nvPr/>
        </p:nvSpPr>
        <p:spPr>
          <a:xfrm>
            <a:off x="7219950" y="2857500"/>
            <a:ext cx="52388" cy="547688"/>
          </a:xfrm>
          <a:prstGeom prst="rect">
            <a:avLst/>
          </a:prstGeom>
          <a:solidFill>
            <a:srgbClr val="1D4ED8"/>
          </a:solidFill>
          <a:ln w="13097">
            <a:solidFill>
              <a:srgbClr val="172B4D"/>
            </a:solidFill>
          </a:ln>
        </p:spPr>
      </p:sp>
      <p:sp>
        <p:nvSpPr>
          <p:cNvPr id="90" name="object-90">
            <a:extLst>
              <a:ext uri="{FF2B5EF4-FFF2-40B4-BE49-F238E27FC236}">
                <a16:creationId xmlns:a16="http://schemas.microsoft.com/office/drawing/2014/main" id="{605806E9-C9ED-416B-B0E3-88F0A55D318C}"/>
              </a:ext>
            </a:extLst>
          </p:cNvPr>
          <p:cNvSpPr>
            <a:spLocks noGrp="1"/>
          </p:cNvSpPr>
          <p:nvPr/>
        </p:nvSpPr>
        <p:spPr>
          <a:xfrm>
            <a:off x="7272338" y="2857500"/>
            <a:ext cx="52388" cy="547688"/>
          </a:xfrm>
          <a:prstGeom prst="rect">
            <a:avLst/>
          </a:prstGeom>
          <a:solidFill>
            <a:srgbClr val="1D4ED8"/>
          </a:solidFill>
          <a:ln w="13097">
            <a:solidFill>
              <a:srgbClr val="172B4D"/>
            </a:solidFill>
          </a:ln>
        </p:spPr>
      </p:sp>
      <p:sp>
        <p:nvSpPr>
          <p:cNvPr id="91" name="object-91">
            <a:extLst>
              <a:ext uri="{FF2B5EF4-FFF2-40B4-BE49-F238E27FC236}">
                <a16:creationId xmlns:a16="http://schemas.microsoft.com/office/drawing/2014/main" id="{23DDE5F0-E0B7-47C1-93F1-869E885FDBE0}"/>
              </a:ext>
            </a:extLst>
          </p:cNvPr>
          <p:cNvSpPr>
            <a:spLocks noGrp="1"/>
          </p:cNvSpPr>
          <p:nvPr/>
        </p:nvSpPr>
        <p:spPr>
          <a:xfrm>
            <a:off x="7324725" y="2857500"/>
            <a:ext cx="52388" cy="547688"/>
          </a:xfrm>
          <a:prstGeom prst="rect">
            <a:avLst/>
          </a:prstGeom>
          <a:solidFill>
            <a:srgbClr val="1D4ED8"/>
          </a:solidFill>
          <a:ln w="13097">
            <a:solidFill>
              <a:srgbClr val="172B4D"/>
            </a:solidFill>
          </a:ln>
        </p:spPr>
      </p:sp>
      <p:sp>
        <p:nvSpPr>
          <p:cNvPr id="92" name="object-92">
            <a:extLst>
              <a:ext uri="{FF2B5EF4-FFF2-40B4-BE49-F238E27FC236}">
                <a16:creationId xmlns:a16="http://schemas.microsoft.com/office/drawing/2014/main" id="{49BA6726-FF5E-4A1A-8506-D55B284FEF1D}"/>
              </a:ext>
            </a:extLst>
          </p:cNvPr>
          <p:cNvSpPr>
            <a:spLocks noGrp="1"/>
          </p:cNvSpPr>
          <p:nvPr/>
        </p:nvSpPr>
        <p:spPr>
          <a:xfrm>
            <a:off x="7377113" y="2857500"/>
            <a:ext cx="52388" cy="547688"/>
          </a:xfrm>
          <a:prstGeom prst="rect">
            <a:avLst/>
          </a:prstGeom>
          <a:solidFill>
            <a:srgbClr val="1D4ED8"/>
          </a:solidFill>
          <a:ln w="13097">
            <a:solidFill>
              <a:srgbClr val="172B4D"/>
            </a:solidFill>
          </a:ln>
        </p:spPr>
      </p:sp>
      <p:sp>
        <p:nvSpPr>
          <p:cNvPr id="93" name="object-93">
            <a:extLst>
              <a:ext uri="{FF2B5EF4-FFF2-40B4-BE49-F238E27FC236}">
                <a16:creationId xmlns:a16="http://schemas.microsoft.com/office/drawing/2014/main" id="{E3A5575B-B127-4C6B-8FEE-D20CD5778D52}"/>
              </a:ext>
            </a:extLst>
          </p:cNvPr>
          <p:cNvSpPr>
            <a:spLocks noGrp="1"/>
          </p:cNvSpPr>
          <p:nvPr/>
        </p:nvSpPr>
        <p:spPr>
          <a:xfrm>
            <a:off x="7429500" y="2857500"/>
            <a:ext cx="52388" cy="547688"/>
          </a:xfrm>
          <a:prstGeom prst="rect">
            <a:avLst/>
          </a:prstGeom>
          <a:solidFill>
            <a:srgbClr val="1D4ED8"/>
          </a:solidFill>
          <a:ln w="13097">
            <a:solidFill>
              <a:srgbClr val="172B4D"/>
            </a:solidFill>
          </a:ln>
        </p:spPr>
      </p:sp>
      <p:sp>
        <p:nvSpPr>
          <p:cNvPr id="94" name="object-94">
            <a:extLst>
              <a:ext uri="{FF2B5EF4-FFF2-40B4-BE49-F238E27FC236}">
                <a16:creationId xmlns:a16="http://schemas.microsoft.com/office/drawing/2014/main" id="{5CAE1D46-8BB6-475B-B232-85714C020D9F}"/>
              </a:ext>
            </a:extLst>
          </p:cNvPr>
          <p:cNvSpPr>
            <a:spLocks noGrp="1"/>
          </p:cNvSpPr>
          <p:nvPr/>
        </p:nvSpPr>
        <p:spPr>
          <a:xfrm>
            <a:off x="7481888" y="2857500"/>
            <a:ext cx="52388" cy="547688"/>
          </a:xfrm>
          <a:prstGeom prst="rect">
            <a:avLst/>
          </a:prstGeom>
          <a:solidFill>
            <a:srgbClr val="1D4ED8"/>
          </a:solidFill>
          <a:ln w="13097">
            <a:solidFill>
              <a:srgbClr val="172B4D"/>
            </a:solidFill>
          </a:ln>
        </p:spPr>
      </p:sp>
      <p:sp>
        <p:nvSpPr>
          <p:cNvPr id="95" name="object-95">
            <a:extLst>
              <a:ext uri="{FF2B5EF4-FFF2-40B4-BE49-F238E27FC236}">
                <a16:creationId xmlns:a16="http://schemas.microsoft.com/office/drawing/2014/main" id="{C863C4CA-EE8F-4AEC-9D9E-48A318258194}"/>
              </a:ext>
            </a:extLst>
          </p:cNvPr>
          <p:cNvSpPr>
            <a:spLocks noGrp="1"/>
          </p:cNvSpPr>
          <p:nvPr/>
        </p:nvSpPr>
        <p:spPr>
          <a:xfrm>
            <a:off x="7534275" y="2857500"/>
            <a:ext cx="52388" cy="547688"/>
          </a:xfrm>
          <a:prstGeom prst="rect">
            <a:avLst/>
          </a:prstGeom>
          <a:solidFill>
            <a:srgbClr val="1D4ED8"/>
          </a:solidFill>
          <a:ln w="13097">
            <a:solidFill>
              <a:srgbClr val="172B4D"/>
            </a:solidFill>
          </a:ln>
        </p:spPr>
      </p:sp>
      <p:sp>
        <p:nvSpPr>
          <p:cNvPr id="96" name="object-96">
            <a:extLst>
              <a:ext uri="{FF2B5EF4-FFF2-40B4-BE49-F238E27FC236}">
                <a16:creationId xmlns:a16="http://schemas.microsoft.com/office/drawing/2014/main" id="{FCC4B06E-47B2-4934-97B2-F3BC1652D490}"/>
              </a:ext>
            </a:extLst>
          </p:cNvPr>
          <p:cNvSpPr>
            <a:spLocks noGrp="1"/>
          </p:cNvSpPr>
          <p:nvPr/>
        </p:nvSpPr>
        <p:spPr>
          <a:xfrm>
            <a:off x="7586663" y="2857500"/>
            <a:ext cx="52388" cy="547688"/>
          </a:xfrm>
          <a:prstGeom prst="rect">
            <a:avLst/>
          </a:prstGeom>
          <a:solidFill>
            <a:srgbClr val="1D4ED8"/>
          </a:solidFill>
          <a:ln w="13097">
            <a:solidFill>
              <a:srgbClr val="172B4D"/>
            </a:solidFill>
          </a:ln>
        </p:spPr>
      </p:sp>
      <p:sp>
        <p:nvSpPr>
          <p:cNvPr id="97" name="object-97">
            <a:extLst>
              <a:ext uri="{FF2B5EF4-FFF2-40B4-BE49-F238E27FC236}">
                <a16:creationId xmlns:a16="http://schemas.microsoft.com/office/drawing/2014/main" id="{187B989F-985B-4D89-B723-0210E57C8140}"/>
              </a:ext>
            </a:extLst>
          </p:cNvPr>
          <p:cNvSpPr>
            <a:spLocks noGrp="1"/>
          </p:cNvSpPr>
          <p:nvPr/>
        </p:nvSpPr>
        <p:spPr>
          <a:xfrm>
            <a:off x="7639050" y="2857500"/>
            <a:ext cx="52388" cy="547688"/>
          </a:xfrm>
          <a:prstGeom prst="rect">
            <a:avLst/>
          </a:prstGeom>
          <a:solidFill>
            <a:srgbClr val="1D4ED8"/>
          </a:solidFill>
          <a:ln w="13097">
            <a:solidFill>
              <a:srgbClr val="172B4D"/>
            </a:solidFill>
          </a:ln>
        </p:spPr>
      </p:sp>
      <p:sp>
        <p:nvSpPr>
          <p:cNvPr id="98" name="object-98">
            <a:extLst>
              <a:ext uri="{FF2B5EF4-FFF2-40B4-BE49-F238E27FC236}">
                <a16:creationId xmlns:a16="http://schemas.microsoft.com/office/drawing/2014/main" id="{59A77D38-D4AB-4B87-8CA5-01E4302F235C}"/>
              </a:ext>
            </a:extLst>
          </p:cNvPr>
          <p:cNvSpPr>
            <a:spLocks noGrp="1"/>
          </p:cNvSpPr>
          <p:nvPr/>
        </p:nvSpPr>
        <p:spPr>
          <a:xfrm>
            <a:off x="7691438" y="2857500"/>
            <a:ext cx="52388" cy="547688"/>
          </a:xfrm>
          <a:prstGeom prst="rect">
            <a:avLst/>
          </a:prstGeom>
          <a:solidFill>
            <a:srgbClr val="1D4ED8"/>
          </a:solidFill>
          <a:ln w="13097">
            <a:solidFill>
              <a:srgbClr val="172B4D"/>
            </a:solidFill>
          </a:ln>
        </p:spPr>
      </p:sp>
      <p:sp>
        <p:nvSpPr>
          <p:cNvPr id="99" name="object-99">
            <a:extLst>
              <a:ext uri="{FF2B5EF4-FFF2-40B4-BE49-F238E27FC236}">
                <a16:creationId xmlns:a16="http://schemas.microsoft.com/office/drawing/2014/main" id="{C1AB4A06-336B-474B-9043-CC16081349F5}"/>
              </a:ext>
            </a:extLst>
          </p:cNvPr>
          <p:cNvSpPr>
            <a:spLocks noGrp="1"/>
          </p:cNvSpPr>
          <p:nvPr/>
        </p:nvSpPr>
        <p:spPr>
          <a:xfrm>
            <a:off x="7743825" y="2857500"/>
            <a:ext cx="52388" cy="547688"/>
          </a:xfrm>
          <a:prstGeom prst="rect">
            <a:avLst/>
          </a:prstGeom>
          <a:solidFill>
            <a:srgbClr val="1D4ED8"/>
          </a:solidFill>
          <a:ln w="13097">
            <a:solidFill>
              <a:srgbClr val="172B4D"/>
            </a:solidFill>
          </a:ln>
        </p:spPr>
      </p:sp>
      <p:sp>
        <p:nvSpPr>
          <p:cNvPr id="100" name="object-100">
            <a:extLst>
              <a:ext uri="{FF2B5EF4-FFF2-40B4-BE49-F238E27FC236}">
                <a16:creationId xmlns:a16="http://schemas.microsoft.com/office/drawing/2014/main" id="{7B73C86B-9BE0-40DC-BF63-F15FC9A0EDED}"/>
              </a:ext>
            </a:extLst>
          </p:cNvPr>
          <p:cNvSpPr>
            <a:spLocks noGrp="1"/>
          </p:cNvSpPr>
          <p:nvPr/>
        </p:nvSpPr>
        <p:spPr>
          <a:xfrm>
            <a:off x="7796213" y="2857500"/>
            <a:ext cx="52388" cy="547688"/>
          </a:xfrm>
          <a:prstGeom prst="rect">
            <a:avLst/>
          </a:prstGeom>
          <a:solidFill>
            <a:srgbClr val="1D4ED8"/>
          </a:solidFill>
          <a:ln w="13097">
            <a:solidFill>
              <a:srgbClr val="172B4D"/>
            </a:solidFill>
          </a:ln>
        </p:spPr>
      </p:sp>
      <p:sp>
        <p:nvSpPr>
          <p:cNvPr id="101" name="object-101">
            <a:extLst>
              <a:ext uri="{FF2B5EF4-FFF2-40B4-BE49-F238E27FC236}">
                <a16:creationId xmlns:a16="http://schemas.microsoft.com/office/drawing/2014/main" id="{A57C4A2E-C264-4C35-A94B-055C0CB7666E}"/>
              </a:ext>
            </a:extLst>
          </p:cNvPr>
          <p:cNvSpPr>
            <a:spLocks noGrp="1"/>
          </p:cNvSpPr>
          <p:nvPr/>
        </p:nvSpPr>
        <p:spPr>
          <a:xfrm>
            <a:off x="7848600" y="2857500"/>
            <a:ext cx="52388" cy="547688"/>
          </a:xfrm>
          <a:prstGeom prst="rect">
            <a:avLst/>
          </a:prstGeom>
          <a:solidFill>
            <a:srgbClr val="1D4ED8"/>
          </a:solidFill>
          <a:ln w="13097">
            <a:solidFill>
              <a:srgbClr val="172B4D"/>
            </a:solidFill>
          </a:ln>
        </p:spPr>
      </p:sp>
      <p:sp>
        <p:nvSpPr>
          <p:cNvPr id="102" name="object-102">
            <a:extLst>
              <a:ext uri="{FF2B5EF4-FFF2-40B4-BE49-F238E27FC236}">
                <a16:creationId xmlns:a16="http://schemas.microsoft.com/office/drawing/2014/main" id="{B44FBB5C-0E3E-4EA2-915C-B845ED6AABF9}"/>
              </a:ext>
            </a:extLst>
          </p:cNvPr>
          <p:cNvSpPr>
            <a:spLocks noGrp="1"/>
          </p:cNvSpPr>
          <p:nvPr/>
        </p:nvSpPr>
        <p:spPr>
          <a:xfrm>
            <a:off x="7900988" y="2857500"/>
            <a:ext cx="52388" cy="547688"/>
          </a:xfrm>
          <a:prstGeom prst="rect">
            <a:avLst/>
          </a:prstGeom>
          <a:solidFill>
            <a:srgbClr val="1D4ED8"/>
          </a:solidFill>
          <a:ln w="13097">
            <a:solidFill>
              <a:srgbClr val="172B4D"/>
            </a:solidFill>
          </a:ln>
        </p:spPr>
      </p:sp>
      <p:sp>
        <p:nvSpPr>
          <p:cNvPr id="103" name="object-103">
            <a:extLst>
              <a:ext uri="{FF2B5EF4-FFF2-40B4-BE49-F238E27FC236}">
                <a16:creationId xmlns:a16="http://schemas.microsoft.com/office/drawing/2014/main" id="{5FFDEC35-69CC-4772-83F3-375073F0FACF}"/>
              </a:ext>
            </a:extLst>
          </p:cNvPr>
          <p:cNvSpPr>
            <a:spLocks noGrp="1"/>
          </p:cNvSpPr>
          <p:nvPr/>
        </p:nvSpPr>
        <p:spPr>
          <a:xfrm>
            <a:off x="7953375" y="2857500"/>
            <a:ext cx="52388" cy="547688"/>
          </a:xfrm>
          <a:prstGeom prst="rect">
            <a:avLst/>
          </a:prstGeom>
          <a:solidFill>
            <a:srgbClr val="1D4ED8"/>
          </a:solidFill>
          <a:ln w="13097">
            <a:solidFill>
              <a:srgbClr val="172B4D"/>
            </a:solidFill>
          </a:ln>
        </p:spPr>
      </p:sp>
      <p:sp>
        <p:nvSpPr>
          <p:cNvPr id="104" name="object-104">
            <a:extLst>
              <a:ext uri="{FF2B5EF4-FFF2-40B4-BE49-F238E27FC236}">
                <a16:creationId xmlns:a16="http://schemas.microsoft.com/office/drawing/2014/main" id="{C9681159-C03F-431E-B50D-8840B7D894DA}"/>
              </a:ext>
            </a:extLst>
          </p:cNvPr>
          <p:cNvSpPr>
            <a:spLocks noGrp="1"/>
          </p:cNvSpPr>
          <p:nvPr/>
        </p:nvSpPr>
        <p:spPr>
          <a:xfrm>
            <a:off x="8005763" y="2857500"/>
            <a:ext cx="52388" cy="547688"/>
          </a:xfrm>
          <a:prstGeom prst="rect">
            <a:avLst/>
          </a:prstGeom>
          <a:solidFill>
            <a:srgbClr val="1D4ED8"/>
          </a:solidFill>
          <a:ln w="13097">
            <a:solidFill>
              <a:srgbClr val="172B4D"/>
            </a:solidFill>
          </a:ln>
        </p:spPr>
      </p:sp>
      <p:sp>
        <p:nvSpPr>
          <p:cNvPr id="105" name="object-105">
            <a:extLst>
              <a:ext uri="{FF2B5EF4-FFF2-40B4-BE49-F238E27FC236}">
                <a16:creationId xmlns:a16="http://schemas.microsoft.com/office/drawing/2014/main" id="{61189E9E-FC64-4415-AA6E-57C1C1BA6342}"/>
              </a:ext>
            </a:extLst>
          </p:cNvPr>
          <p:cNvSpPr>
            <a:spLocks noGrp="1"/>
          </p:cNvSpPr>
          <p:nvPr/>
        </p:nvSpPr>
        <p:spPr>
          <a:xfrm>
            <a:off x="8058150" y="2857500"/>
            <a:ext cx="52388" cy="547688"/>
          </a:xfrm>
          <a:prstGeom prst="rect">
            <a:avLst/>
          </a:prstGeom>
          <a:solidFill>
            <a:srgbClr val="1D4ED8"/>
          </a:solidFill>
          <a:ln w="13097">
            <a:solidFill>
              <a:srgbClr val="172B4D"/>
            </a:solidFill>
          </a:ln>
        </p:spPr>
      </p:sp>
      <p:sp>
        <p:nvSpPr>
          <p:cNvPr id="106" name="object-106">
            <a:extLst>
              <a:ext uri="{FF2B5EF4-FFF2-40B4-BE49-F238E27FC236}">
                <a16:creationId xmlns:a16="http://schemas.microsoft.com/office/drawing/2014/main" id="{B08DD78E-4909-4BDA-8B6C-F957D56707BC}"/>
              </a:ext>
            </a:extLst>
          </p:cNvPr>
          <p:cNvSpPr>
            <a:spLocks noGrp="1"/>
          </p:cNvSpPr>
          <p:nvPr/>
        </p:nvSpPr>
        <p:spPr>
          <a:xfrm>
            <a:off x="8110538" y="2857500"/>
            <a:ext cx="52388" cy="547688"/>
          </a:xfrm>
          <a:prstGeom prst="rect">
            <a:avLst/>
          </a:prstGeom>
          <a:solidFill>
            <a:srgbClr val="1D4ED8"/>
          </a:solidFill>
          <a:ln w="13097">
            <a:solidFill>
              <a:srgbClr val="172B4D"/>
            </a:solidFill>
          </a:ln>
        </p:spPr>
      </p:sp>
      <p:sp>
        <p:nvSpPr>
          <p:cNvPr id="107" name="object-107">
            <a:extLst>
              <a:ext uri="{FF2B5EF4-FFF2-40B4-BE49-F238E27FC236}">
                <a16:creationId xmlns:a16="http://schemas.microsoft.com/office/drawing/2014/main" id="{C3A231AB-5984-4794-B0B0-109FABB58260}"/>
              </a:ext>
            </a:extLst>
          </p:cNvPr>
          <p:cNvSpPr>
            <a:spLocks noGrp="1"/>
          </p:cNvSpPr>
          <p:nvPr/>
        </p:nvSpPr>
        <p:spPr>
          <a:xfrm>
            <a:off x="8162925" y="2857500"/>
            <a:ext cx="52388" cy="547688"/>
          </a:xfrm>
          <a:prstGeom prst="rect">
            <a:avLst/>
          </a:prstGeom>
          <a:solidFill>
            <a:srgbClr val="1D4ED8"/>
          </a:solidFill>
          <a:ln w="13097">
            <a:solidFill>
              <a:srgbClr val="172B4D"/>
            </a:solidFill>
          </a:ln>
        </p:spPr>
      </p:sp>
      <p:sp>
        <p:nvSpPr>
          <p:cNvPr id="108" name="object-108">
            <a:extLst>
              <a:ext uri="{FF2B5EF4-FFF2-40B4-BE49-F238E27FC236}">
                <a16:creationId xmlns:a16="http://schemas.microsoft.com/office/drawing/2014/main" id="{B254606A-247C-4FF4-9BC6-C18928E9702A}"/>
              </a:ext>
            </a:extLst>
          </p:cNvPr>
          <p:cNvSpPr>
            <a:spLocks noGrp="1"/>
          </p:cNvSpPr>
          <p:nvPr/>
        </p:nvSpPr>
        <p:spPr>
          <a:xfrm>
            <a:off x="8215313" y="2857500"/>
            <a:ext cx="52388" cy="547688"/>
          </a:xfrm>
          <a:prstGeom prst="rect">
            <a:avLst/>
          </a:prstGeom>
          <a:solidFill>
            <a:srgbClr val="1D4ED8"/>
          </a:solidFill>
          <a:ln w="13097">
            <a:solidFill>
              <a:srgbClr val="172B4D"/>
            </a:solidFill>
          </a:ln>
        </p:spPr>
      </p:sp>
      <p:sp>
        <p:nvSpPr>
          <p:cNvPr id="109" name="object-109">
            <a:extLst>
              <a:ext uri="{FF2B5EF4-FFF2-40B4-BE49-F238E27FC236}">
                <a16:creationId xmlns:a16="http://schemas.microsoft.com/office/drawing/2014/main" id="{E8694807-024B-4E68-9436-546DA06C65DA}"/>
              </a:ext>
            </a:extLst>
          </p:cNvPr>
          <p:cNvSpPr>
            <a:spLocks noGrp="1"/>
          </p:cNvSpPr>
          <p:nvPr/>
        </p:nvSpPr>
        <p:spPr>
          <a:xfrm>
            <a:off x="8267700" y="2857500"/>
            <a:ext cx="52388"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14000D50-2661-4805-8B90-C6A238C6EBC1}"/>
              </a:ext>
            </a:extLst>
          </p:cNvPr>
          <p:cNvSpPr>
            <a:spLocks noGrp="1"/>
          </p:cNvSpPr>
          <p:nvPr/>
        </p:nvSpPr>
        <p:spPr>
          <a:xfrm>
            <a:off x="8320088" y="2857500"/>
            <a:ext cx="52388"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7C2B41A9-0AB3-46FD-91C4-A3414C3E948A}"/>
              </a:ext>
            </a:extLst>
          </p:cNvPr>
          <p:cNvSpPr>
            <a:spLocks noGrp="1"/>
          </p:cNvSpPr>
          <p:nvPr/>
        </p:nvSpPr>
        <p:spPr>
          <a:xfrm>
            <a:off x="8372475" y="2857500"/>
            <a:ext cx="52388"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D761A1A1-6C92-43B1-9817-A9A1E0E5C5E9}"/>
              </a:ext>
            </a:extLst>
          </p:cNvPr>
          <p:cNvSpPr>
            <a:spLocks noGrp="1"/>
          </p:cNvSpPr>
          <p:nvPr/>
        </p:nvSpPr>
        <p:spPr>
          <a:xfrm>
            <a:off x="8424863" y="2857500"/>
            <a:ext cx="52388"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84C6C199-D6CD-406E-B47E-000F3B1D99DB}"/>
              </a:ext>
            </a:extLst>
          </p:cNvPr>
          <p:cNvSpPr>
            <a:spLocks noGrp="1"/>
          </p:cNvSpPr>
          <p:nvPr/>
        </p:nvSpPr>
        <p:spPr>
          <a:xfrm>
            <a:off x="8477250" y="2857500"/>
            <a:ext cx="52388"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D37ADD6E-D494-45EF-BDC7-922C9C07EAC9}"/>
              </a:ext>
            </a:extLst>
          </p:cNvPr>
          <p:cNvSpPr>
            <a:spLocks noGrp="1"/>
          </p:cNvSpPr>
          <p:nvPr/>
        </p:nvSpPr>
        <p:spPr>
          <a:xfrm>
            <a:off x="8529638" y="2857500"/>
            <a:ext cx="52388"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47019769-D1DF-433B-BBF7-AFAAD04AEAF9}"/>
              </a:ext>
            </a:extLst>
          </p:cNvPr>
          <p:cNvSpPr>
            <a:spLocks noGrp="1"/>
          </p:cNvSpPr>
          <p:nvPr/>
        </p:nvSpPr>
        <p:spPr>
          <a:xfrm>
            <a:off x="8582025" y="2857500"/>
            <a:ext cx="52388"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1850EEDC-60EB-48F0-B9B0-A41E3C1A7E86}"/>
              </a:ext>
            </a:extLst>
          </p:cNvPr>
          <p:cNvSpPr>
            <a:spLocks noGrp="1"/>
          </p:cNvSpPr>
          <p:nvPr/>
        </p:nvSpPr>
        <p:spPr>
          <a:xfrm>
            <a:off x="8634413" y="2857500"/>
            <a:ext cx="52388"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7490ED25-9328-4D35-800D-CE0795F3E3BB}"/>
              </a:ext>
            </a:extLst>
          </p:cNvPr>
          <p:cNvSpPr>
            <a:spLocks noGrp="1"/>
          </p:cNvSpPr>
          <p:nvPr/>
        </p:nvSpPr>
        <p:spPr>
          <a:xfrm>
            <a:off x="8686800" y="2857500"/>
            <a:ext cx="52388"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9C28528D-6D55-42D2-8C17-28580AF2108C}"/>
              </a:ext>
            </a:extLst>
          </p:cNvPr>
          <p:cNvSpPr>
            <a:spLocks noGrp="1"/>
          </p:cNvSpPr>
          <p:nvPr/>
        </p:nvSpPr>
        <p:spPr>
          <a:xfrm>
            <a:off x="8739188" y="2857500"/>
            <a:ext cx="52388"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BB39263A-7DA2-4E78-B2E8-5729B4E8BF0B}"/>
              </a:ext>
            </a:extLst>
          </p:cNvPr>
          <p:cNvSpPr>
            <a:spLocks noGrp="1"/>
          </p:cNvSpPr>
          <p:nvPr/>
        </p:nvSpPr>
        <p:spPr>
          <a:xfrm>
            <a:off x="8791575" y="2857500"/>
            <a:ext cx="52388"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6F166479-C859-4165-9C2C-304A8132F91C}"/>
              </a:ext>
            </a:extLst>
          </p:cNvPr>
          <p:cNvSpPr>
            <a:spLocks noGrp="1"/>
          </p:cNvSpPr>
          <p:nvPr/>
        </p:nvSpPr>
        <p:spPr>
          <a:xfrm>
            <a:off x="8843963" y="2857500"/>
            <a:ext cx="52388"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CEBCB47B-AE58-4ECD-BC04-FFFB3894ACB8}"/>
              </a:ext>
            </a:extLst>
          </p:cNvPr>
          <p:cNvSpPr>
            <a:spLocks noGrp="1"/>
          </p:cNvSpPr>
          <p:nvPr/>
        </p:nvSpPr>
        <p:spPr>
          <a:xfrm>
            <a:off x="8896350" y="2857500"/>
            <a:ext cx="52388"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AFE19DEA-5BB0-49A3-BF68-19EDB2670402}"/>
              </a:ext>
            </a:extLst>
          </p:cNvPr>
          <p:cNvSpPr>
            <a:spLocks noGrp="1"/>
          </p:cNvSpPr>
          <p:nvPr/>
        </p:nvSpPr>
        <p:spPr>
          <a:xfrm>
            <a:off x="8948738" y="2857500"/>
            <a:ext cx="52388"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B584C921-34AB-49E6-B527-10FA7CCC622C}"/>
              </a:ext>
            </a:extLst>
          </p:cNvPr>
          <p:cNvSpPr>
            <a:spLocks noGrp="1"/>
          </p:cNvSpPr>
          <p:nvPr/>
        </p:nvSpPr>
        <p:spPr>
          <a:xfrm>
            <a:off x="9001125" y="2857500"/>
            <a:ext cx="52388"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35BEB5F1-E2B7-4601-B27A-B53D8266C8D3}"/>
              </a:ext>
            </a:extLst>
          </p:cNvPr>
          <p:cNvSpPr>
            <a:spLocks noGrp="1"/>
          </p:cNvSpPr>
          <p:nvPr/>
        </p:nvSpPr>
        <p:spPr>
          <a:xfrm>
            <a:off x="9053513" y="2857500"/>
            <a:ext cx="52388"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8243A7A8-E798-4DB8-A32F-D26445D03250}"/>
              </a:ext>
            </a:extLst>
          </p:cNvPr>
          <p:cNvSpPr>
            <a:spLocks noGrp="1"/>
          </p:cNvSpPr>
          <p:nvPr/>
        </p:nvSpPr>
        <p:spPr>
          <a:xfrm>
            <a:off x="9105900" y="2857500"/>
            <a:ext cx="52388"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D680FB0A-9AE7-4DAC-A708-D42CF34B23B8}"/>
              </a:ext>
            </a:extLst>
          </p:cNvPr>
          <p:cNvSpPr>
            <a:spLocks noGrp="1"/>
          </p:cNvSpPr>
          <p:nvPr/>
        </p:nvSpPr>
        <p:spPr>
          <a:xfrm>
            <a:off x="9158288" y="2857500"/>
            <a:ext cx="52388"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D07D5516-F2E3-4094-A319-91FD28AB2260}"/>
              </a:ext>
            </a:extLst>
          </p:cNvPr>
          <p:cNvSpPr>
            <a:spLocks noGrp="1"/>
          </p:cNvSpPr>
          <p:nvPr/>
        </p:nvSpPr>
        <p:spPr>
          <a:xfrm>
            <a:off x="9210675" y="2857500"/>
            <a:ext cx="52388"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D4883C9B-B78F-4E44-99FA-B713659AD25D}"/>
              </a:ext>
            </a:extLst>
          </p:cNvPr>
          <p:cNvSpPr>
            <a:spLocks noGrp="1"/>
          </p:cNvSpPr>
          <p:nvPr/>
        </p:nvSpPr>
        <p:spPr>
          <a:xfrm>
            <a:off x="9263063" y="2857500"/>
            <a:ext cx="52388"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204FF75F-FD90-4A90-80FF-F8D02F56F998}"/>
              </a:ext>
            </a:extLst>
          </p:cNvPr>
          <p:cNvSpPr>
            <a:spLocks noGrp="1"/>
          </p:cNvSpPr>
          <p:nvPr/>
        </p:nvSpPr>
        <p:spPr>
          <a:xfrm>
            <a:off x="9315450" y="2857500"/>
            <a:ext cx="52388"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6F9D0E8D-28E5-4533-99BF-5E79523C2DD2}"/>
              </a:ext>
            </a:extLst>
          </p:cNvPr>
          <p:cNvSpPr>
            <a:spLocks noGrp="1"/>
          </p:cNvSpPr>
          <p:nvPr/>
        </p:nvSpPr>
        <p:spPr>
          <a:xfrm>
            <a:off x="9367838" y="2857500"/>
            <a:ext cx="52388"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6B755CBD-3B70-40E9-8ED6-7CFFE4C0C625}"/>
              </a:ext>
            </a:extLst>
          </p:cNvPr>
          <p:cNvSpPr>
            <a:spLocks noGrp="1"/>
          </p:cNvSpPr>
          <p:nvPr/>
        </p:nvSpPr>
        <p:spPr>
          <a:xfrm>
            <a:off x="9420225" y="2857500"/>
            <a:ext cx="52388"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57EF5E8A-1B78-4487-8EFD-4CC874DD7FA4}"/>
              </a:ext>
            </a:extLst>
          </p:cNvPr>
          <p:cNvSpPr>
            <a:spLocks noGrp="1"/>
          </p:cNvSpPr>
          <p:nvPr/>
        </p:nvSpPr>
        <p:spPr>
          <a:xfrm>
            <a:off x="9472613" y="2857500"/>
            <a:ext cx="52388"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21CBB438-5232-447B-82EF-F8AA2F4D892E}"/>
              </a:ext>
            </a:extLst>
          </p:cNvPr>
          <p:cNvSpPr>
            <a:spLocks noGrp="1"/>
          </p:cNvSpPr>
          <p:nvPr/>
        </p:nvSpPr>
        <p:spPr>
          <a:xfrm>
            <a:off x="9525000" y="2857500"/>
            <a:ext cx="52388"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373FBB4E-7768-4359-AAD5-F44269906B5E}"/>
              </a:ext>
            </a:extLst>
          </p:cNvPr>
          <p:cNvSpPr>
            <a:spLocks noGrp="1"/>
          </p:cNvSpPr>
          <p:nvPr/>
        </p:nvSpPr>
        <p:spPr>
          <a:xfrm>
            <a:off x="9577388" y="2857500"/>
            <a:ext cx="52388"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7429CD5E-1C66-406F-97E3-4DE3E5F67690}"/>
              </a:ext>
            </a:extLst>
          </p:cNvPr>
          <p:cNvSpPr>
            <a:spLocks noGrp="1"/>
          </p:cNvSpPr>
          <p:nvPr/>
        </p:nvSpPr>
        <p:spPr>
          <a:xfrm>
            <a:off x="9629775" y="2857500"/>
            <a:ext cx="52388"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2AD62E97-EC7A-46D6-8B1D-0281EDFB00A5}"/>
              </a:ext>
            </a:extLst>
          </p:cNvPr>
          <p:cNvSpPr>
            <a:spLocks noGrp="1"/>
          </p:cNvSpPr>
          <p:nvPr/>
        </p:nvSpPr>
        <p:spPr>
          <a:xfrm>
            <a:off x="9682163" y="2857500"/>
            <a:ext cx="52388"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E3184E6B-4F86-4F52-B460-C1266E635A8B}"/>
              </a:ext>
            </a:extLst>
          </p:cNvPr>
          <p:cNvSpPr>
            <a:spLocks noGrp="1"/>
          </p:cNvSpPr>
          <p:nvPr/>
        </p:nvSpPr>
        <p:spPr>
          <a:xfrm>
            <a:off x="9734550" y="2857500"/>
            <a:ext cx="52388"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8DF0ABBB-2551-4491-AB32-2BC0A0CD93E0}"/>
              </a:ext>
            </a:extLst>
          </p:cNvPr>
          <p:cNvSpPr>
            <a:spLocks noGrp="1"/>
          </p:cNvSpPr>
          <p:nvPr/>
        </p:nvSpPr>
        <p:spPr>
          <a:xfrm>
            <a:off x="9786938" y="2857500"/>
            <a:ext cx="52388"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67BE1B3C-1703-4475-BAF8-DD1BA70C847C}"/>
              </a:ext>
            </a:extLst>
          </p:cNvPr>
          <p:cNvSpPr>
            <a:spLocks noGrp="1"/>
          </p:cNvSpPr>
          <p:nvPr/>
        </p:nvSpPr>
        <p:spPr>
          <a:xfrm>
            <a:off x="9839325" y="2857500"/>
            <a:ext cx="52388"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FFFC2753-D7AE-448F-A120-F05AD4662602}"/>
              </a:ext>
            </a:extLst>
          </p:cNvPr>
          <p:cNvSpPr>
            <a:spLocks noGrp="1"/>
          </p:cNvSpPr>
          <p:nvPr/>
        </p:nvSpPr>
        <p:spPr>
          <a:xfrm>
            <a:off x="9891713" y="2857500"/>
            <a:ext cx="52388"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16D712DF-5E99-41EF-9022-925598A1A6C4}"/>
              </a:ext>
            </a:extLst>
          </p:cNvPr>
          <p:cNvSpPr>
            <a:spLocks noGrp="1"/>
          </p:cNvSpPr>
          <p:nvPr/>
        </p:nvSpPr>
        <p:spPr>
          <a:xfrm>
            <a:off x="9944100" y="2857500"/>
            <a:ext cx="52388"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191ADDF4-1AB0-4B1B-88BA-372AB7F2BCE9}"/>
              </a:ext>
            </a:extLst>
          </p:cNvPr>
          <p:cNvSpPr>
            <a:spLocks noGrp="1"/>
          </p:cNvSpPr>
          <p:nvPr/>
        </p:nvSpPr>
        <p:spPr>
          <a:xfrm>
            <a:off x="9996488" y="2857500"/>
            <a:ext cx="52388"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29748704-124D-4E6B-B19A-4D96C5DF2A5B}"/>
              </a:ext>
            </a:extLst>
          </p:cNvPr>
          <p:cNvSpPr>
            <a:spLocks noGrp="1"/>
          </p:cNvSpPr>
          <p:nvPr/>
        </p:nvSpPr>
        <p:spPr>
          <a:xfrm>
            <a:off x="10048875" y="2857500"/>
            <a:ext cx="52388"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CA5537AC-C5F7-4C94-BCA0-C3FE4981D4E8}"/>
              </a:ext>
            </a:extLst>
          </p:cNvPr>
          <p:cNvSpPr>
            <a:spLocks noGrp="1"/>
          </p:cNvSpPr>
          <p:nvPr/>
        </p:nvSpPr>
        <p:spPr>
          <a:xfrm>
            <a:off x="10101263" y="2857500"/>
            <a:ext cx="52388"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9BC79942-81D5-4BDC-9458-A1C9182C933F}"/>
              </a:ext>
            </a:extLst>
          </p:cNvPr>
          <p:cNvSpPr>
            <a:spLocks noGrp="1"/>
          </p:cNvSpPr>
          <p:nvPr/>
        </p:nvSpPr>
        <p:spPr>
          <a:xfrm>
            <a:off x="10153650" y="2857500"/>
            <a:ext cx="52388"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771DF82F-5CAF-4565-96D7-3CD01A388ACA}"/>
              </a:ext>
            </a:extLst>
          </p:cNvPr>
          <p:cNvSpPr>
            <a:spLocks noGrp="1"/>
          </p:cNvSpPr>
          <p:nvPr/>
        </p:nvSpPr>
        <p:spPr>
          <a:xfrm>
            <a:off x="10206038" y="2857500"/>
            <a:ext cx="52388"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2909C377-0AD4-4E8F-BE91-9220C49E09AC}"/>
              </a:ext>
            </a:extLst>
          </p:cNvPr>
          <p:cNvSpPr>
            <a:spLocks noGrp="1"/>
          </p:cNvSpPr>
          <p:nvPr/>
        </p:nvSpPr>
        <p:spPr>
          <a:xfrm>
            <a:off x="10258425" y="2857500"/>
            <a:ext cx="52388"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241BF73C-789B-4B70-B3B3-F41F1DB9D4D7}"/>
              </a:ext>
            </a:extLst>
          </p:cNvPr>
          <p:cNvSpPr>
            <a:spLocks noGrp="1"/>
          </p:cNvSpPr>
          <p:nvPr/>
        </p:nvSpPr>
        <p:spPr>
          <a:xfrm>
            <a:off x="10310813" y="2857500"/>
            <a:ext cx="52388"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2F187BEF-2B6F-472C-8825-67343594110F}"/>
              </a:ext>
            </a:extLst>
          </p:cNvPr>
          <p:cNvSpPr>
            <a:spLocks noGrp="1"/>
          </p:cNvSpPr>
          <p:nvPr/>
        </p:nvSpPr>
        <p:spPr>
          <a:xfrm>
            <a:off x="10363200" y="2857500"/>
            <a:ext cx="52388"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4DA2E454-2E80-4091-BA16-747E2A8C141F}"/>
              </a:ext>
            </a:extLst>
          </p:cNvPr>
          <p:cNvSpPr>
            <a:spLocks noGrp="1"/>
          </p:cNvSpPr>
          <p:nvPr/>
        </p:nvSpPr>
        <p:spPr>
          <a:xfrm>
            <a:off x="10415588" y="2857500"/>
            <a:ext cx="52388"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74C507B9-EFD8-4285-8F5B-A4692C5E6D33}"/>
              </a:ext>
            </a:extLst>
          </p:cNvPr>
          <p:cNvSpPr>
            <a:spLocks noGrp="1"/>
          </p:cNvSpPr>
          <p:nvPr/>
        </p:nvSpPr>
        <p:spPr>
          <a:xfrm>
            <a:off x="10467975" y="2857500"/>
            <a:ext cx="52388"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1079DE8D-635F-48CA-9934-0BC74C2F4083}"/>
              </a:ext>
            </a:extLst>
          </p:cNvPr>
          <p:cNvSpPr>
            <a:spLocks noGrp="1"/>
          </p:cNvSpPr>
          <p:nvPr/>
        </p:nvSpPr>
        <p:spPr>
          <a:xfrm>
            <a:off x="10520363" y="2857500"/>
            <a:ext cx="52388"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A3E7988F-9E77-42C9-BD2B-962D65690991}"/>
              </a:ext>
            </a:extLst>
          </p:cNvPr>
          <p:cNvSpPr>
            <a:spLocks noGrp="1"/>
          </p:cNvSpPr>
          <p:nvPr/>
        </p:nvSpPr>
        <p:spPr>
          <a:xfrm>
            <a:off x="10572750" y="2857500"/>
            <a:ext cx="52388"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18EAF13B-2BD8-43C1-A6F9-45248CB35AA2}"/>
              </a:ext>
            </a:extLst>
          </p:cNvPr>
          <p:cNvSpPr>
            <a:spLocks noGrp="1"/>
          </p:cNvSpPr>
          <p:nvPr/>
        </p:nvSpPr>
        <p:spPr>
          <a:xfrm>
            <a:off x="10625138" y="2857500"/>
            <a:ext cx="52388"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33C65DE8-E98B-4FC7-AC35-A79D97784298}"/>
              </a:ext>
            </a:extLst>
          </p:cNvPr>
          <p:cNvSpPr>
            <a:spLocks noGrp="1"/>
          </p:cNvSpPr>
          <p:nvPr/>
        </p:nvSpPr>
        <p:spPr>
          <a:xfrm>
            <a:off x="10677525" y="2857500"/>
            <a:ext cx="52388"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27DBB987-BA02-445D-901F-3197A7379A2D}"/>
              </a:ext>
            </a:extLst>
          </p:cNvPr>
          <p:cNvSpPr>
            <a:spLocks noGrp="1"/>
          </p:cNvSpPr>
          <p:nvPr/>
        </p:nvSpPr>
        <p:spPr>
          <a:xfrm>
            <a:off x="10729913" y="2857500"/>
            <a:ext cx="52388"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EB701895-CCDC-4F2A-82A8-9B699B0696E1}"/>
              </a:ext>
            </a:extLst>
          </p:cNvPr>
          <p:cNvSpPr>
            <a:spLocks noGrp="1"/>
          </p:cNvSpPr>
          <p:nvPr/>
        </p:nvSpPr>
        <p:spPr>
          <a:xfrm>
            <a:off x="10782300" y="2857500"/>
            <a:ext cx="52388"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AD812A11-A6A3-4A4B-985F-9582D65D2636}"/>
              </a:ext>
            </a:extLst>
          </p:cNvPr>
          <p:cNvSpPr>
            <a:spLocks noGrp="1"/>
          </p:cNvSpPr>
          <p:nvPr/>
        </p:nvSpPr>
        <p:spPr>
          <a:xfrm>
            <a:off x="10834688" y="2857500"/>
            <a:ext cx="52388"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F491D659-A975-4520-BBFC-F0F2220A8B91}"/>
              </a:ext>
            </a:extLst>
          </p:cNvPr>
          <p:cNvSpPr>
            <a:spLocks noGrp="1"/>
          </p:cNvSpPr>
          <p:nvPr/>
        </p:nvSpPr>
        <p:spPr>
          <a:xfrm>
            <a:off x="10887075" y="2857500"/>
            <a:ext cx="52388"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D65477AC-19BD-4F24-9CC3-B79A7BBA1215}"/>
              </a:ext>
            </a:extLst>
          </p:cNvPr>
          <p:cNvSpPr>
            <a:spLocks noGrp="1"/>
          </p:cNvSpPr>
          <p:nvPr/>
        </p:nvSpPr>
        <p:spPr>
          <a:xfrm>
            <a:off x="10939463" y="2857500"/>
            <a:ext cx="52388"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6FCAE38C-A22B-4DFB-81C2-987D3FD2F3A9}"/>
              </a:ext>
            </a:extLst>
          </p:cNvPr>
          <p:cNvSpPr>
            <a:spLocks noGrp="1"/>
          </p:cNvSpPr>
          <p:nvPr/>
        </p:nvSpPr>
        <p:spPr>
          <a:xfrm>
            <a:off x="10991850" y="2857500"/>
            <a:ext cx="52388"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1A2E4FAC-0E2B-4449-A560-DA7922B29861}"/>
              </a:ext>
            </a:extLst>
          </p:cNvPr>
          <p:cNvSpPr>
            <a:spLocks noGrp="1"/>
          </p:cNvSpPr>
          <p:nvPr/>
        </p:nvSpPr>
        <p:spPr>
          <a:xfrm>
            <a:off x="11044238" y="2857500"/>
            <a:ext cx="52388"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35741403-E02F-4F3C-8CAD-63A49CC1AE58}"/>
              </a:ext>
            </a:extLst>
          </p:cNvPr>
          <p:cNvSpPr>
            <a:spLocks noGrp="1"/>
          </p:cNvSpPr>
          <p:nvPr/>
        </p:nvSpPr>
        <p:spPr>
          <a:xfrm>
            <a:off x="11096625" y="2857500"/>
            <a:ext cx="52388"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DEEA17AF-44B1-4BCA-9021-742093320A09}"/>
              </a:ext>
            </a:extLst>
          </p:cNvPr>
          <p:cNvSpPr>
            <a:spLocks noGrp="1"/>
          </p:cNvSpPr>
          <p:nvPr/>
        </p:nvSpPr>
        <p:spPr>
          <a:xfrm>
            <a:off x="11149013" y="2857500"/>
            <a:ext cx="52388"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09146C83-C9A0-4BBD-881D-48E96B2562FC}"/>
              </a:ext>
            </a:extLst>
          </p:cNvPr>
          <p:cNvSpPr>
            <a:spLocks noGrp="1"/>
          </p:cNvSpPr>
          <p:nvPr/>
        </p:nvSpPr>
        <p:spPr>
          <a:xfrm>
            <a:off x="11201400" y="2857500"/>
            <a:ext cx="52388"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52DD1946-9866-4168-9CF6-11FDB4240699}"/>
              </a:ext>
            </a:extLst>
          </p:cNvPr>
          <p:cNvSpPr>
            <a:spLocks noGrp="1"/>
          </p:cNvSpPr>
          <p:nvPr/>
        </p:nvSpPr>
        <p:spPr>
          <a:xfrm>
            <a:off x="11253788" y="2857500"/>
            <a:ext cx="52388"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B223DCC4-4360-4521-BBBD-A4FCF75D2BBF}"/>
              </a:ext>
            </a:extLst>
          </p:cNvPr>
          <p:cNvSpPr>
            <a:spLocks noGrp="1"/>
          </p:cNvSpPr>
          <p:nvPr/>
        </p:nvSpPr>
        <p:spPr>
          <a:xfrm>
            <a:off x="11306175" y="2857500"/>
            <a:ext cx="52388"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A23C741A-904B-42AF-B8A3-8C5C2AAC3117}"/>
              </a:ext>
            </a:extLst>
          </p:cNvPr>
          <p:cNvSpPr>
            <a:spLocks noGrp="1"/>
          </p:cNvSpPr>
          <p:nvPr/>
        </p:nvSpPr>
        <p:spPr>
          <a:xfrm>
            <a:off x="11358563" y="2857500"/>
            <a:ext cx="52388" cy="547688"/>
          </a:xfrm>
          <a:prstGeom prst="rect">
            <a:avLst/>
          </a:prstGeom>
          <a:solidFill>
            <a:srgbClr val="1D4ED8"/>
          </a:solidFill>
          <a:ln w="13097">
            <a:solidFill>
              <a:srgbClr val="172B4D"/>
            </a:solidFill>
          </a:ln>
        </p:spPr>
      </p:sp>
      <p:sp>
        <p:nvSpPr>
          <p:cNvPr id="169" name="object-169">
            <a:extLst>
              <a:ext uri="{FF2B5EF4-FFF2-40B4-BE49-F238E27FC236}">
                <a16:creationId xmlns:a16="http://schemas.microsoft.com/office/drawing/2014/main" id="{A28D0624-C1A8-40DD-BEBA-399FF2965F36}"/>
              </a:ext>
            </a:extLst>
          </p:cNvPr>
          <p:cNvSpPr>
            <a:spLocks noGrp="1"/>
          </p:cNvSpPr>
          <p:nvPr/>
        </p:nvSpPr>
        <p:spPr>
          <a:xfrm>
            <a:off x="11410950" y="2857500"/>
            <a:ext cx="52388" cy="547688"/>
          </a:xfrm>
          <a:prstGeom prst="rect">
            <a:avLst/>
          </a:prstGeom>
          <a:solidFill>
            <a:srgbClr val="1D4ED8"/>
          </a:solidFill>
          <a:ln w="13097">
            <a:solidFill>
              <a:srgbClr val="172B4D"/>
            </a:solidFill>
          </a:ln>
        </p:spPr>
      </p:sp>
      <p:sp>
        <p:nvSpPr>
          <p:cNvPr id="170" name="object-170">
            <a:extLst>
              <a:ext uri="{FF2B5EF4-FFF2-40B4-BE49-F238E27FC236}">
                <a16:creationId xmlns:a16="http://schemas.microsoft.com/office/drawing/2014/main" id="{46857D1B-152F-400E-879D-45F16F572124}"/>
              </a:ext>
            </a:extLst>
          </p:cNvPr>
          <p:cNvSpPr>
            <a:spLocks noGrp="1"/>
          </p:cNvSpPr>
          <p:nvPr/>
        </p:nvSpPr>
        <p:spPr>
          <a:xfrm>
            <a:off x="11463338" y="2857500"/>
            <a:ext cx="52388" cy="547688"/>
          </a:xfrm>
          <a:prstGeom prst="rect">
            <a:avLst/>
          </a:prstGeom>
          <a:solidFill>
            <a:srgbClr val="1D4ED8"/>
          </a:solidFill>
          <a:ln w="13097">
            <a:solidFill>
              <a:srgbClr val="172B4D"/>
            </a:solidFill>
          </a:ln>
        </p:spPr>
      </p:sp>
      <p:sp>
        <p:nvSpPr>
          <p:cNvPr id="171" name="object-171">
            <a:extLst>
              <a:ext uri="{FF2B5EF4-FFF2-40B4-BE49-F238E27FC236}">
                <a16:creationId xmlns:a16="http://schemas.microsoft.com/office/drawing/2014/main" id="{3DE1E86B-6A04-4EA3-A8E8-B58E12D512F7}"/>
              </a:ext>
            </a:extLst>
          </p:cNvPr>
          <p:cNvSpPr>
            <a:spLocks noGrp="1"/>
          </p:cNvSpPr>
          <p:nvPr/>
        </p:nvSpPr>
        <p:spPr>
          <a:xfrm>
            <a:off x="11515725" y="2857500"/>
            <a:ext cx="52388" cy="547688"/>
          </a:xfrm>
          <a:prstGeom prst="rect">
            <a:avLst/>
          </a:prstGeom>
          <a:solidFill>
            <a:srgbClr val="1D4ED8"/>
          </a:solidFill>
          <a:ln w="13097">
            <a:solidFill>
              <a:srgbClr val="172B4D"/>
            </a:solidFill>
          </a:ln>
        </p:spPr>
      </p:sp>
      <p:sp>
        <p:nvSpPr>
          <p:cNvPr id="172" name="object-172">
            <a:extLst>
              <a:ext uri="{FF2B5EF4-FFF2-40B4-BE49-F238E27FC236}">
                <a16:creationId xmlns:a16="http://schemas.microsoft.com/office/drawing/2014/main" id="{55A43A92-B9BE-438B-AD68-C57F87F600A9}"/>
              </a:ext>
            </a:extLst>
          </p:cNvPr>
          <p:cNvSpPr>
            <a:spLocks noGrp="1"/>
          </p:cNvSpPr>
          <p:nvPr/>
        </p:nvSpPr>
        <p:spPr>
          <a:xfrm>
            <a:off x="11568113" y="2857500"/>
            <a:ext cx="52388" cy="547688"/>
          </a:xfrm>
          <a:prstGeom prst="rect">
            <a:avLst/>
          </a:prstGeom>
          <a:solidFill>
            <a:srgbClr val="1D4ED8"/>
          </a:solidFill>
          <a:ln w="13097">
            <a:solidFill>
              <a:srgbClr val="172B4D"/>
            </a:solidFill>
          </a:ln>
        </p:spPr>
      </p:sp>
      <p:sp>
        <p:nvSpPr>
          <p:cNvPr id="173" name="object-173">
            <a:extLst>
              <a:ext uri="{FF2B5EF4-FFF2-40B4-BE49-F238E27FC236}">
                <a16:creationId xmlns:a16="http://schemas.microsoft.com/office/drawing/2014/main" id="{2627F009-F7B2-4A1E-B9BD-CF1D34120E6D}"/>
              </a:ext>
            </a:extLst>
          </p:cNvPr>
          <p:cNvSpPr>
            <a:spLocks noGrp="1"/>
          </p:cNvSpPr>
          <p:nvPr/>
        </p:nvSpPr>
        <p:spPr>
          <a:xfrm>
            <a:off x="11620500" y="2857500"/>
            <a:ext cx="52388" cy="547688"/>
          </a:xfrm>
          <a:prstGeom prst="rect">
            <a:avLst/>
          </a:prstGeom>
          <a:solidFill>
            <a:srgbClr val="1D4ED8"/>
          </a:solidFill>
          <a:ln w="13097">
            <a:solidFill>
              <a:srgbClr val="172B4D"/>
            </a:solidFill>
          </a:ln>
        </p:spPr>
      </p:sp>
      <p:sp>
        <p:nvSpPr>
          <p:cNvPr id="174" name="object-174">
            <a:extLst>
              <a:ext uri="{FF2B5EF4-FFF2-40B4-BE49-F238E27FC236}">
                <a16:creationId xmlns:a16="http://schemas.microsoft.com/office/drawing/2014/main" id="{28B02613-AB69-4E80-BE75-D304AEF07F43}"/>
              </a:ext>
            </a:extLst>
          </p:cNvPr>
          <p:cNvSpPr>
            <a:spLocks noGrp="1"/>
          </p:cNvSpPr>
          <p:nvPr/>
        </p:nvSpPr>
        <p:spPr>
          <a:xfrm>
            <a:off x="11672888" y="2857500"/>
            <a:ext cx="52388" cy="547688"/>
          </a:xfrm>
          <a:prstGeom prst="rect">
            <a:avLst/>
          </a:prstGeom>
          <a:solidFill>
            <a:srgbClr val="1D4ED8"/>
          </a:solidFill>
          <a:ln w="13097">
            <a:solidFill>
              <a:srgbClr val="172B4D"/>
            </a:solidFill>
          </a:ln>
        </p:spPr>
      </p:sp>
      <p:sp>
        <p:nvSpPr>
          <p:cNvPr id="175" name="object-175">
            <a:extLst>
              <a:ext uri="{FF2B5EF4-FFF2-40B4-BE49-F238E27FC236}">
                <a16:creationId xmlns:a16="http://schemas.microsoft.com/office/drawing/2014/main" id="{09E03797-4F17-47CE-91E4-FCCC7EA71B31}"/>
              </a:ext>
            </a:extLst>
          </p:cNvPr>
          <p:cNvSpPr>
            <a:spLocks noGrp="1"/>
          </p:cNvSpPr>
          <p:nvPr/>
        </p:nvSpPr>
        <p:spPr>
          <a:xfrm>
            <a:off x="11725275" y="2857500"/>
            <a:ext cx="52388" cy="547688"/>
          </a:xfrm>
          <a:prstGeom prst="rect">
            <a:avLst/>
          </a:prstGeom>
          <a:solidFill>
            <a:srgbClr val="1D4ED8"/>
          </a:solidFill>
          <a:ln w="13097">
            <a:solidFill>
              <a:srgbClr val="172B4D"/>
            </a:solidFill>
          </a:ln>
        </p:spPr>
      </p:sp>
      <p:sp>
        <p:nvSpPr>
          <p:cNvPr id="176" name="object-176">
            <a:extLst>
              <a:ext uri="{FF2B5EF4-FFF2-40B4-BE49-F238E27FC236}">
                <a16:creationId xmlns:a16="http://schemas.microsoft.com/office/drawing/2014/main" id="{6FC0E966-D1B0-4977-B7E6-05334C06927A}"/>
              </a:ext>
            </a:extLst>
          </p:cNvPr>
          <p:cNvSpPr>
            <a:spLocks noGrp="1"/>
          </p:cNvSpPr>
          <p:nvPr/>
        </p:nvSpPr>
        <p:spPr>
          <a:xfrm>
            <a:off x="11777663" y="2857500"/>
            <a:ext cx="52388" cy="547688"/>
          </a:xfrm>
          <a:prstGeom prst="rect">
            <a:avLst/>
          </a:prstGeom>
          <a:solidFill>
            <a:srgbClr val="1D4ED8"/>
          </a:solidFill>
          <a:ln w="13097">
            <a:solidFill>
              <a:srgbClr val="172B4D"/>
            </a:solidFill>
          </a:ln>
        </p:spPr>
      </p:sp>
      <p:sp>
        <p:nvSpPr>
          <p:cNvPr id="177" name="object-177">
            <a:extLst>
              <a:ext uri="{FF2B5EF4-FFF2-40B4-BE49-F238E27FC236}">
                <a16:creationId xmlns:a16="http://schemas.microsoft.com/office/drawing/2014/main" id="{2F49053B-205E-41E4-B08C-4A2C0A3257BB}"/>
              </a:ext>
            </a:extLst>
          </p:cNvPr>
          <p:cNvSpPr>
            <a:spLocks noGrp="1"/>
          </p:cNvSpPr>
          <p:nvPr/>
        </p:nvSpPr>
        <p:spPr>
          <a:xfrm>
            <a:off x="11830050" y="2857500"/>
            <a:ext cx="52388" cy="547688"/>
          </a:xfrm>
          <a:prstGeom prst="rect">
            <a:avLst/>
          </a:prstGeom>
          <a:solidFill>
            <a:srgbClr val="1D4ED8"/>
          </a:solidFill>
          <a:ln w="13097">
            <a:solidFill>
              <a:srgbClr val="172B4D"/>
            </a:solidFill>
          </a:ln>
        </p:spPr>
      </p:sp>
      <p:sp>
        <p:nvSpPr>
          <p:cNvPr id="178" name="object-178">
            <a:extLst>
              <a:ext uri="{FF2B5EF4-FFF2-40B4-BE49-F238E27FC236}">
                <a16:creationId xmlns:a16="http://schemas.microsoft.com/office/drawing/2014/main" id="{5ECD026E-A297-4A8F-99FA-E68B1C750FA4}"/>
              </a:ext>
            </a:extLst>
          </p:cNvPr>
          <p:cNvSpPr>
            <a:spLocks noGrp="1"/>
          </p:cNvSpPr>
          <p:nvPr/>
        </p:nvSpPr>
        <p:spPr>
          <a:xfrm>
            <a:off x="11882438" y="2857500"/>
            <a:ext cx="52388" cy="547688"/>
          </a:xfrm>
          <a:prstGeom prst="rect">
            <a:avLst/>
          </a:prstGeom>
          <a:solidFill>
            <a:srgbClr val="1D4ED8"/>
          </a:solidFill>
          <a:ln w="13097">
            <a:solidFill>
              <a:srgbClr val="172B4D"/>
            </a:solidFill>
          </a:ln>
        </p:spPr>
      </p:sp>
      <p:sp>
        <p:nvSpPr>
          <p:cNvPr id="179" name="object-179">
            <a:extLst>
              <a:ext uri="{FF2B5EF4-FFF2-40B4-BE49-F238E27FC236}">
                <a16:creationId xmlns:a16="http://schemas.microsoft.com/office/drawing/2014/main" id="{954D5084-FC96-421E-A50F-135B6AFBF121}"/>
              </a:ext>
            </a:extLst>
          </p:cNvPr>
          <p:cNvSpPr>
            <a:spLocks noGrp="1"/>
          </p:cNvSpPr>
          <p:nvPr/>
        </p:nvSpPr>
        <p:spPr>
          <a:xfrm>
            <a:off x="11934825" y="2857500"/>
            <a:ext cx="52388" cy="547688"/>
          </a:xfrm>
          <a:prstGeom prst="rect">
            <a:avLst/>
          </a:prstGeom>
          <a:solidFill>
            <a:srgbClr val="1D4ED8"/>
          </a:solidFill>
          <a:ln w="13097">
            <a:solidFill>
              <a:srgbClr val="172B4D"/>
            </a:solidFill>
          </a:ln>
        </p:spPr>
      </p:sp>
      <p:sp>
        <p:nvSpPr>
          <p:cNvPr id="180" name="object-180">
            <a:extLst>
              <a:ext uri="{FF2B5EF4-FFF2-40B4-BE49-F238E27FC236}">
                <a16:creationId xmlns:a16="http://schemas.microsoft.com/office/drawing/2014/main" id="{71B5127A-711D-4A88-B8E6-2AEC6DB2E0A4}"/>
              </a:ext>
            </a:extLst>
          </p:cNvPr>
          <p:cNvSpPr>
            <a:spLocks noGrp="1"/>
          </p:cNvSpPr>
          <p:nvPr/>
        </p:nvSpPr>
        <p:spPr>
          <a:xfrm>
            <a:off x="11987213" y="2857500"/>
            <a:ext cx="52388" cy="547688"/>
          </a:xfrm>
          <a:prstGeom prst="rect">
            <a:avLst/>
          </a:prstGeom>
          <a:solidFill>
            <a:srgbClr val="FFFFFF"/>
          </a:solidFill>
          <a:ln w="13097">
            <a:solidFill>
              <a:srgbClr val="172B4D"/>
            </a:solidFill>
          </a:ln>
        </p:spPr>
      </p:sp>
      <p:sp>
        <p:nvSpPr>
          <p:cNvPr id="181" name="object-181">
            <a:extLst>
              <a:ext uri="{FF2B5EF4-FFF2-40B4-BE49-F238E27FC236}">
                <a16:creationId xmlns:a16="http://schemas.microsoft.com/office/drawing/2014/main" id="{9F93D27C-679F-432E-BACD-E30E5921C0F7}"/>
              </a:ext>
            </a:extLst>
          </p:cNvPr>
          <p:cNvSpPr>
            <a:spLocks noGrp="1"/>
          </p:cNvSpPr>
          <p:nvPr/>
        </p:nvSpPr>
        <p:spPr>
          <a:xfrm>
            <a:off x="12039600" y="2857500"/>
            <a:ext cx="52388" cy="547688"/>
          </a:xfrm>
          <a:prstGeom prst="rect">
            <a:avLst/>
          </a:prstGeom>
          <a:solidFill>
            <a:srgbClr val="FFFFFF"/>
          </a:solidFill>
          <a:ln w="13097">
            <a:solidFill>
              <a:srgbClr val="172B4D"/>
            </a:solidFill>
          </a:ln>
        </p:spPr>
      </p:sp>
      <p:sp>
        <p:nvSpPr>
          <p:cNvPr id="182" name="object-182">
            <a:extLst>
              <a:ext uri="{FF2B5EF4-FFF2-40B4-BE49-F238E27FC236}">
                <a16:creationId xmlns:a16="http://schemas.microsoft.com/office/drawing/2014/main" id="{04770C89-55AF-493F-A852-7F433470620B}"/>
              </a:ext>
            </a:extLst>
          </p:cNvPr>
          <p:cNvSpPr>
            <a:spLocks noGrp="1"/>
          </p:cNvSpPr>
          <p:nvPr/>
        </p:nvSpPr>
        <p:spPr>
          <a:xfrm>
            <a:off x="12091988" y="2857500"/>
            <a:ext cx="52388" cy="547688"/>
          </a:xfrm>
          <a:prstGeom prst="rect">
            <a:avLst/>
          </a:prstGeom>
          <a:solidFill>
            <a:srgbClr val="FFFFFF"/>
          </a:solidFill>
          <a:ln w="13097">
            <a:solidFill>
              <a:srgbClr val="172B4D"/>
            </a:solidFill>
          </a:ln>
        </p:spPr>
      </p:sp>
      <p:sp>
        <p:nvSpPr>
          <p:cNvPr id="183" name="object-183">
            <a:extLst>
              <a:ext uri="{FF2B5EF4-FFF2-40B4-BE49-F238E27FC236}">
                <a16:creationId xmlns:a16="http://schemas.microsoft.com/office/drawing/2014/main" id="{4C902A10-3B0B-4C22-BAD6-2060E3BEDBBA}"/>
              </a:ext>
            </a:extLst>
          </p:cNvPr>
          <p:cNvSpPr>
            <a:spLocks noGrp="1"/>
          </p:cNvSpPr>
          <p:nvPr/>
        </p:nvSpPr>
        <p:spPr>
          <a:xfrm>
            <a:off x="12144375" y="2857500"/>
            <a:ext cx="52388" cy="547688"/>
          </a:xfrm>
          <a:prstGeom prst="rect">
            <a:avLst/>
          </a:prstGeom>
          <a:solidFill>
            <a:srgbClr val="FFFFFF"/>
          </a:solidFill>
          <a:ln w="13097">
            <a:solidFill>
              <a:srgbClr val="172B4D"/>
            </a:solidFill>
          </a:ln>
        </p:spPr>
      </p:sp>
      <p:sp>
        <p:nvSpPr>
          <p:cNvPr id="184" name="object-184">
            <a:extLst>
              <a:ext uri="{FF2B5EF4-FFF2-40B4-BE49-F238E27FC236}">
                <a16:creationId xmlns:a16="http://schemas.microsoft.com/office/drawing/2014/main" id="{762353B8-936F-480D-BE18-D31A4E5D5BD0}"/>
              </a:ext>
            </a:extLst>
          </p:cNvPr>
          <p:cNvSpPr>
            <a:spLocks noGrp="1"/>
          </p:cNvSpPr>
          <p:nvPr/>
        </p:nvSpPr>
        <p:spPr>
          <a:xfrm>
            <a:off x="12196763" y="2857500"/>
            <a:ext cx="52388" cy="547688"/>
          </a:xfrm>
          <a:prstGeom prst="rect">
            <a:avLst/>
          </a:prstGeom>
          <a:solidFill>
            <a:srgbClr val="FFFFFF"/>
          </a:solidFill>
          <a:ln w="13097">
            <a:solidFill>
              <a:srgbClr val="172B4D"/>
            </a:solidFill>
          </a:ln>
        </p:spPr>
      </p:sp>
      <p:sp>
        <p:nvSpPr>
          <p:cNvPr id="185" name="object-185">
            <a:extLst>
              <a:ext uri="{FF2B5EF4-FFF2-40B4-BE49-F238E27FC236}">
                <a16:creationId xmlns:a16="http://schemas.microsoft.com/office/drawing/2014/main" id="{AFE72CBA-5C2A-41EA-B506-F85C2BDEAFAB}"/>
              </a:ext>
            </a:extLst>
          </p:cNvPr>
          <p:cNvSpPr>
            <a:spLocks noGrp="1"/>
          </p:cNvSpPr>
          <p:nvPr/>
        </p:nvSpPr>
        <p:spPr>
          <a:xfrm>
            <a:off x="12249150" y="2857500"/>
            <a:ext cx="52388" cy="547688"/>
          </a:xfrm>
          <a:prstGeom prst="rect">
            <a:avLst/>
          </a:prstGeom>
          <a:solidFill>
            <a:srgbClr val="FFFFFF"/>
          </a:solidFill>
          <a:ln w="13097">
            <a:solidFill>
              <a:srgbClr val="172B4D"/>
            </a:solidFill>
          </a:ln>
        </p:spPr>
      </p:sp>
      <p:sp>
        <p:nvSpPr>
          <p:cNvPr id="186" name="object-186">
            <a:extLst>
              <a:ext uri="{FF2B5EF4-FFF2-40B4-BE49-F238E27FC236}">
                <a16:creationId xmlns:a16="http://schemas.microsoft.com/office/drawing/2014/main" id="{38E0479F-39F4-411A-8192-7D075E152DC0}"/>
              </a:ext>
            </a:extLst>
          </p:cNvPr>
          <p:cNvSpPr>
            <a:spLocks noGrp="1"/>
          </p:cNvSpPr>
          <p:nvPr/>
        </p:nvSpPr>
        <p:spPr>
          <a:xfrm>
            <a:off x="12301538" y="2857500"/>
            <a:ext cx="52388" cy="547688"/>
          </a:xfrm>
          <a:prstGeom prst="rect">
            <a:avLst/>
          </a:prstGeom>
          <a:solidFill>
            <a:srgbClr val="FFFFFF"/>
          </a:solidFill>
          <a:ln w="13097">
            <a:solidFill>
              <a:srgbClr val="172B4D"/>
            </a:solidFill>
          </a:ln>
        </p:spPr>
      </p:sp>
      <p:sp>
        <p:nvSpPr>
          <p:cNvPr id="187" name="object-187">
            <a:extLst>
              <a:ext uri="{FF2B5EF4-FFF2-40B4-BE49-F238E27FC236}">
                <a16:creationId xmlns:a16="http://schemas.microsoft.com/office/drawing/2014/main" id="{80B07391-F3F8-44FF-AB64-8E7A550C98F6}"/>
              </a:ext>
            </a:extLst>
          </p:cNvPr>
          <p:cNvSpPr>
            <a:spLocks noGrp="1"/>
          </p:cNvSpPr>
          <p:nvPr/>
        </p:nvSpPr>
        <p:spPr>
          <a:xfrm>
            <a:off x="12353925" y="2857500"/>
            <a:ext cx="52388" cy="547688"/>
          </a:xfrm>
          <a:prstGeom prst="rect">
            <a:avLst/>
          </a:prstGeom>
          <a:solidFill>
            <a:srgbClr val="FFFFFF"/>
          </a:solidFill>
          <a:ln w="13097">
            <a:solidFill>
              <a:srgbClr val="172B4D"/>
            </a:solidFill>
          </a:ln>
        </p:spPr>
      </p:sp>
      <p:sp>
        <p:nvSpPr>
          <p:cNvPr id="188" name="object-188">
            <a:extLst>
              <a:ext uri="{FF2B5EF4-FFF2-40B4-BE49-F238E27FC236}">
                <a16:creationId xmlns:a16="http://schemas.microsoft.com/office/drawing/2014/main" id="{C9B55073-F5DA-4AF3-ADAF-CF0880081FA5}"/>
              </a:ext>
            </a:extLst>
          </p:cNvPr>
          <p:cNvSpPr>
            <a:spLocks noGrp="1"/>
          </p:cNvSpPr>
          <p:nvPr/>
        </p:nvSpPr>
        <p:spPr>
          <a:xfrm>
            <a:off x="12406313" y="2857500"/>
            <a:ext cx="52388" cy="547688"/>
          </a:xfrm>
          <a:prstGeom prst="rect">
            <a:avLst/>
          </a:prstGeom>
          <a:solidFill>
            <a:srgbClr val="FFFFFF"/>
          </a:solidFill>
          <a:ln w="13097">
            <a:solidFill>
              <a:srgbClr val="172B4D"/>
            </a:solidFill>
          </a:ln>
        </p:spPr>
      </p:sp>
      <p:sp>
        <p:nvSpPr>
          <p:cNvPr id="189" name="object-189">
            <a:extLst>
              <a:ext uri="{FF2B5EF4-FFF2-40B4-BE49-F238E27FC236}">
                <a16:creationId xmlns:a16="http://schemas.microsoft.com/office/drawing/2014/main" id="{334F687D-DD90-4D53-8DD3-C6430A68C26F}"/>
              </a:ext>
            </a:extLst>
          </p:cNvPr>
          <p:cNvSpPr>
            <a:spLocks noGrp="1"/>
          </p:cNvSpPr>
          <p:nvPr/>
        </p:nvSpPr>
        <p:spPr>
          <a:xfrm>
            <a:off x="12458700" y="2857500"/>
            <a:ext cx="52388" cy="547688"/>
          </a:xfrm>
          <a:prstGeom prst="rect">
            <a:avLst/>
          </a:prstGeom>
          <a:solidFill>
            <a:srgbClr val="FFFFFF"/>
          </a:solidFill>
          <a:ln w="13097">
            <a:solidFill>
              <a:srgbClr val="172B4D"/>
            </a:solidFill>
          </a:ln>
        </p:spPr>
      </p:sp>
      <p:sp>
        <p:nvSpPr>
          <p:cNvPr id="190" name="object-190">
            <a:extLst>
              <a:ext uri="{FF2B5EF4-FFF2-40B4-BE49-F238E27FC236}">
                <a16:creationId xmlns:a16="http://schemas.microsoft.com/office/drawing/2014/main" id="{C9121FD7-98BC-4226-95FE-CCD155170A10}"/>
              </a:ext>
            </a:extLst>
          </p:cNvPr>
          <p:cNvSpPr>
            <a:spLocks noGrp="1"/>
          </p:cNvSpPr>
          <p:nvPr/>
        </p:nvSpPr>
        <p:spPr>
          <a:xfrm>
            <a:off x="12511088" y="2857500"/>
            <a:ext cx="52388" cy="547688"/>
          </a:xfrm>
          <a:prstGeom prst="rect">
            <a:avLst/>
          </a:prstGeom>
          <a:solidFill>
            <a:srgbClr val="FFFFFF"/>
          </a:solidFill>
          <a:ln w="13097">
            <a:solidFill>
              <a:srgbClr val="172B4D"/>
            </a:solidFill>
          </a:ln>
        </p:spPr>
      </p:sp>
      <p:sp>
        <p:nvSpPr>
          <p:cNvPr id="191" name="object-191">
            <a:extLst>
              <a:ext uri="{FF2B5EF4-FFF2-40B4-BE49-F238E27FC236}">
                <a16:creationId xmlns:a16="http://schemas.microsoft.com/office/drawing/2014/main" id="{F041CA83-ABDF-425B-B539-43492F36F5F4}"/>
              </a:ext>
            </a:extLst>
          </p:cNvPr>
          <p:cNvSpPr>
            <a:spLocks noGrp="1"/>
          </p:cNvSpPr>
          <p:nvPr/>
        </p:nvSpPr>
        <p:spPr>
          <a:xfrm>
            <a:off x="12563475" y="2857500"/>
            <a:ext cx="52388" cy="547688"/>
          </a:xfrm>
          <a:prstGeom prst="rect">
            <a:avLst/>
          </a:prstGeom>
          <a:solidFill>
            <a:srgbClr val="FFFFFF"/>
          </a:solidFill>
          <a:ln w="13097">
            <a:solidFill>
              <a:srgbClr val="172B4D"/>
            </a:solidFill>
          </a:ln>
        </p:spPr>
      </p:sp>
      <p:sp>
        <p:nvSpPr>
          <p:cNvPr id="192" name="object-192">
            <a:extLst>
              <a:ext uri="{FF2B5EF4-FFF2-40B4-BE49-F238E27FC236}">
                <a16:creationId xmlns:a16="http://schemas.microsoft.com/office/drawing/2014/main" id="{0D4ACA0E-ED1F-4A1A-9724-40C6290F65A6}"/>
              </a:ext>
            </a:extLst>
          </p:cNvPr>
          <p:cNvSpPr>
            <a:spLocks noGrp="1"/>
          </p:cNvSpPr>
          <p:nvPr/>
        </p:nvSpPr>
        <p:spPr>
          <a:xfrm>
            <a:off x="12615863" y="2857500"/>
            <a:ext cx="52388" cy="547688"/>
          </a:xfrm>
          <a:prstGeom prst="rect">
            <a:avLst/>
          </a:prstGeom>
          <a:solidFill>
            <a:srgbClr val="FFFFFF"/>
          </a:solidFill>
          <a:ln w="13097">
            <a:solidFill>
              <a:srgbClr val="172B4D"/>
            </a:solidFill>
          </a:ln>
        </p:spPr>
      </p:sp>
      <p:sp>
        <p:nvSpPr>
          <p:cNvPr id="193" name="object-193">
            <a:extLst>
              <a:ext uri="{FF2B5EF4-FFF2-40B4-BE49-F238E27FC236}">
                <a16:creationId xmlns:a16="http://schemas.microsoft.com/office/drawing/2014/main" id="{6A7CDAF1-4660-4299-A062-DE494CE5ADAA}"/>
              </a:ext>
            </a:extLst>
          </p:cNvPr>
          <p:cNvSpPr>
            <a:spLocks noGrp="1"/>
          </p:cNvSpPr>
          <p:nvPr/>
        </p:nvSpPr>
        <p:spPr>
          <a:xfrm>
            <a:off x="12668250" y="2857500"/>
            <a:ext cx="52388" cy="547688"/>
          </a:xfrm>
          <a:prstGeom prst="rect">
            <a:avLst/>
          </a:prstGeom>
          <a:solidFill>
            <a:srgbClr val="FFFFFF"/>
          </a:solidFill>
          <a:ln w="13097">
            <a:solidFill>
              <a:srgbClr val="172B4D"/>
            </a:solidFill>
          </a:ln>
        </p:spPr>
      </p:sp>
      <p:sp>
        <p:nvSpPr>
          <p:cNvPr id="194" name="object-194">
            <a:extLst>
              <a:ext uri="{FF2B5EF4-FFF2-40B4-BE49-F238E27FC236}">
                <a16:creationId xmlns:a16="http://schemas.microsoft.com/office/drawing/2014/main" id="{A92ED245-4212-4D58-B907-60310A4E8A5F}"/>
              </a:ext>
            </a:extLst>
          </p:cNvPr>
          <p:cNvSpPr>
            <a:spLocks noGrp="1"/>
          </p:cNvSpPr>
          <p:nvPr/>
        </p:nvSpPr>
        <p:spPr>
          <a:xfrm>
            <a:off x="12720638" y="2857500"/>
            <a:ext cx="52388" cy="547688"/>
          </a:xfrm>
          <a:prstGeom prst="rect">
            <a:avLst/>
          </a:prstGeom>
          <a:solidFill>
            <a:srgbClr val="FFFFFF"/>
          </a:solidFill>
          <a:ln w="13097">
            <a:solidFill>
              <a:srgbClr val="172B4D"/>
            </a:solidFill>
          </a:ln>
        </p:spPr>
      </p:sp>
      <p:sp>
        <p:nvSpPr>
          <p:cNvPr id="195" name="object-195">
            <a:extLst>
              <a:ext uri="{FF2B5EF4-FFF2-40B4-BE49-F238E27FC236}">
                <a16:creationId xmlns:a16="http://schemas.microsoft.com/office/drawing/2014/main" id="{BF4C609D-B4E7-405A-8CFE-FDAB67286106}"/>
              </a:ext>
            </a:extLst>
          </p:cNvPr>
          <p:cNvSpPr>
            <a:spLocks noGrp="1"/>
          </p:cNvSpPr>
          <p:nvPr/>
        </p:nvSpPr>
        <p:spPr>
          <a:xfrm>
            <a:off x="12773025" y="2857500"/>
            <a:ext cx="52388" cy="547688"/>
          </a:xfrm>
          <a:prstGeom prst="rect">
            <a:avLst/>
          </a:prstGeom>
          <a:solidFill>
            <a:srgbClr val="FFFFFF"/>
          </a:solidFill>
          <a:ln w="13097">
            <a:solidFill>
              <a:srgbClr val="172B4D"/>
            </a:solidFill>
          </a:ln>
        </p:spPr>
      </p:sp>
      <p:sp>
        <p:nvSpPr>
          <p:cNvPr id="196" name="object-196">
            <a:extLst>
              <a:ext uri="{FF2B5EF4-FFF2-40B4-BE49-F238E27FC236}">
                <a16:creationId xmlns:a16="http://schemas.microsoft.com/office/drawing/2014/main" id="{FD7A730B-3CCB-4096-B4FC-63DCBD5C9199}"/>
              </a:ext>
            </a:extLst>
          </p:cNvPr>
          <p:cNvSpPr>
            <a:spLocks noGrp="1"/>
          </p:cNvSpPr>
          <p:nvPr/>
        </p:nvSpPr>
        <p:spPr>
          <a:xfrm>
            <a:off x="12825413" y="2857500"/>
            <a:ext cx="52388" cy="547688"/>
          </a:xfrm>
          <a:prstGeom prst="rect">
            <a:avLst/>
          </a:prstGeom>
          <a:solidFill>
            <a:srgbClr val="FFFFFF"/>
          </a:solidFill>
          <a:ln w="13097">
            <a:solidFill>
              <a:srgbClr val="172B4D"/>
            </a:solidFill>
          </a:ln>
        </p:spPr>
      </p:sp>
      <p:sp>
        <p:nvSpPr>
          <p:cNvPr id="197" name="object-197">
            <a:extLst>
              <a:ext uri="{FF2B5EF4-FFF2-40B4-BE49-F238E27FC236}">
                <a16:creationId xmlns:a16="http://schemas.microsoft.com/office/drawing/2014/main" id="{8EA9C917-13C2-4F46-9418-D5732717D0F5}"/>
              </a:ext>
            </a:extLst>
          </p:cNvPr>
          <p:cNvSpPr>
            <a:spLocks noGrp="1"/>
          </p:cNvSpPr>
          <p:nvPr/>
        </p:nvSpPr>
        <p:spPr>
          <a:xfrm>
            <a:off x="12877800" y="2857500"/>
            <a:ext cx="52388" cy="547688"/>
          </a:xfrm>
          <a:prstGeom prst="rect">
            <a:avLst/>
          </a:prstGeom>
          <a:solidFill>
            <a:srgbClr val="FFFFFF"/>
          </a:solidFill>
          <a:ln w="13097">
            <a:solidFill>
              <a:srgbClr val="172B4D"/>
            </a:solidFill>
          </a:ln>
        </p:spPr>
      </p:sp>
      <p:sp>
        <p:nvSpPr>
          <p:cNvPr id="198" name="object-198">
            <a:extLst>
              <a:ext uri="{FF2B5EF4-FFF2-40B4-BE49-F238E27FC236}">
                <a16:creationId xmlns:a16="http://schemas.microsoft.com/office/drawing/2014/main" id="{455A9184-7187-49FD-A6CB-6A9FA983FF5F}"/>
              </a:ext>
            </a:extLst>
          </p:cNvPr>
          <p:cNvSpPr>
            <a:spLocks noGrp="1"/>
          </p:cNvSpPr>
          <p:nvPr/>
        </p:nvSpPr>
        <p:spPr>
          <a:xfrm>
            <a:off x="12930188" y="2857500"/>
            <a:ext cx="52388" cy="547688"/>
          </a:xfrm>
          <a:prstGeom prst="rect">
            <a:avLst/>
          </a:prstGeom>
          <a:solidFill>
            <a:srgbClr val="FFFFFF"/>
          </a:solidFill>
          <a:ln w="13097">
            <a:solidFill>
              <a:srgbClr val="172B4D"/>
            </a:solidFill>
          </a:ln>
        </p:spPr>
      </p:sp>
      <p:sp>
        <p:nvSpPr>
          <p:cNvPr id="199" name="object-199">
            <a:extLst>
              <a:ext uri="{FF2B5EF4-FFF2-40B4-BE49-F238E27FC236}">
                <a16:creationId xmlns:a16="http://schemas.microsoft.com/office/drawing/2014/main" id="{9C45E2C1-0B58-4D5A-9DC9-8C1C86F771AD}"/>
              </a:ext>
            </a:extLst>
          </p:cNvPr>
          <p:cNvSpPr>
            <a:spLocks noGrp="1"/>
          </p:cNvSpPr>
          <p:nvPr/>
        </p:nvSpPr>
        <p:spPr>
          <a:xfrm>
            <a:off x="12982575" y="2857500"/>
            <a:ext cx="52388" cy="547688"/>
          </a:xfrm>
          <a:prstGeom prst="rect">
            <a:avLst/>
          </a:prstGeom>
          <a:solidFill>
            <a:srgbClr val="FFFFFF"/>
          </a:solidFill>
          <a:ln w="13097">
            <a:solidFill>
              <a:srgbClr val="172B4D"/>
            </a:solidFill>
          </a:ln>
        </p:spPr>
      </p:sp>
      <p:sp>
        <p:nvSpPr>
          <p:cNvPr id="200" name="object-200">
            <a:extLst>
              <a:ext uri="{FF2B5EF4-FFF2-40B4-BE49-F238E27FC236}">
                <a16:creationId xmlns:a16="http://schemas.microsoft.com/office/drawing/2014/main" id="{6514923E-6056-48DB-AB15-4C9B89C9E3BF}"/>
              </a:ext>
            </a:extLst>
          </p:cNvPr>
          <p:cNvSpPr>
            <a:spLocks noGrp="1"/>
          </p:cNvSpPr>
          <p:nvPr/>
        </p:nvSpPr>
        <p:spPr>
          <a:xfrm>
            <a:off x="13034963" y="2857500"/>
            <a:ext cx="52388" cy="547688"/>
          </a:xfrm>
          <a:prstGeom prst="rect">
            <a:avLst/>
          </a:prstGeom>
          <a:solidFill>
            <a:srgbClr val="FFFFFF"/>
          </a:solidFill>
          <a:ln w="13097">
            <a:solidFill>
              <a:srgbClr val="172B4D"/>
            </a:solidFill>
          </a:ln>
        </p:spPr>
      </p:sp>
      <p:sp>
        <p:nvSpPr>
          <p:cNvPr id="201" name="object-201">
            <a:extLst>
              <a:ext uri="{FF2B5EF4-FFF2-40B4-BE49-F238E27FC236}">
                <a16:creationId xmlns:a16="http://schemas.microsoft.com/office/drawing/2014/main" id="{9B155EEA-99D7-4C37-B20D-FB56FE9C3993}"/>
              </a:ext>
            </a:extLst>
          </p:cNvPr>
          <p:cNvSpPr>
            <a:spLocks noGrp="1"/>
          </p:cNvSpPr>
          <p:nvPr/>
        </p:nvSpPr>
        <p:spPr>
          <a:xfrm>
            <a:off x="13087350" y="2857500"/>
            <a:ext cx="52388" cy="547688"/>
          </a:xfrm>
          <a:prstGeom prst="rect">
            <a:avLst/>
          </a:prstGeom>
          <a:solidFill>
            <a:srgbClr val="FFFFFF"/>
          </a:solidFill>
          <a:ln w="13097">
            <a:solidFill>
              <a:srgbClr val="172B4D"/>
            </a:solidFill>
          </a:ln>
        </p:spPr>
      </p:sp>
      <p:sp>
        <p:nvSpPr>
          <p:cNvPr id="202" name="object-202">
            <a:extLst>
              <a:ext uri="{FF2B5EF4-FFF2-40B4-BE49-F238E27FC236}">
                <a16:creationId xmlns:a16="http://schemas.microsoft.com/office/drawing/2014/main" id="{948692C8-71D1-4216-939B-D3CC0266B3B0}"/>
              </a:ext>
            </a:extLst>
          </p:cNvPr>
          <p:cNvSpPr>
            <a:spLocks noGrp="1"/>
          </p:cNvSpPr>
          <p:nvPr/>
        </p:nvSpPr>
        <p:spPr>
          <a:xfrm>
            <a:off x="13139738" y="2857500"/>
            <a:ext cx="52388" cy="547688"/>
          </a:xfrm>
          <a:prstGeom prst="rect">
            <a:avLst/>
          </a:prstGeom>
          <a:solidFill>
            <a:srgbClr val="FFFFFF"/>
          </a:solidFill>
          <a:ln w="13097">
            <a:solidFill>
              <a:srgbClr val="172B4D"/>
            </a:solidFill>
          </a:ln>
        </p:spPr>
      </p:sp>
      <p:sp>
        <p:nvSpPr>
          <p:cNvPr id="203" name="object-203">
            <a:extLst>
              <a:ext uri="{FF2B5EF4-FFF2-40B4-BE49-F238E27FC236}">
                <a16:creationId xmlns:a16="http://schemas.microsoft.com/office/drawing/2014/main" id="{01F69621-17E6-4639-9D8D-B40610FF32AE}"/>
              </a:ext>
            </a:extLst>
          </p:cNvPr>
          <p:cNvSpPr>
            <a:spLocks noGrp="1"/>
          </p:cNvSpPr>
          <p:nvPr/>
        </p:nvSpPr>
        <p:spPr>
          <a:xfrm>
            <a:off x="13192125" y="2857500"/>
            <a:ext cx="52388" cy="547688"/>
          </a:xfrm>
          <a:prstGeom prst="rect">
            <a:avLst/>
          </a:prstGeom>
          <a:solidFill>
            <a:srgbClr val="FFFFFF"/>
          </a:solidFill>
          <a:ln w="13097">
            <a:solidFill>
              <a:srgbClr val="172B4D"/>
            </a:solidFill>
          </a:ln>
        </p:spPr>
      </p:sp>
      <p:sp>
        <p:nvSpPr>
          <p:cNvPr id="204" name="object-204">
            <a:extLst>
              <a:ext uri="{FF2B5EF4-FFF2-40B4-BE49-F238E27FC236}">
                <a16:creationId xmlns:a16="http://schemas.microsoft.com/office/drawing/2014/main" id="{D3ECCC32-EA06-4360-AD77-64A3B62A940A}"/>
              </a:ext>
            </a:extLst>
          </p:cNvPr>
          <p:cNvSpPr>
            <a:spLocks noGrp="1"/>
          </p:cNvSpPr>
          <p:nvPr/>
        </p:nvSpPr>
        <p:spPr>
          <a:xfrm>
            <a:off x="13244513" y="2857500"/>
            <a:ext cx="52388" cy="547688"/>
          </a:xfrm>
          <a:prstGeom prst="rect">
            <a:avLst/>
          </a:prstGeom>
          <a:solidFill>
            <a:srgbClr val="FFFFFF"/>
          </a:solidFill>
          <a:ln w="13097">
            <a:solidFill>
              <a:srgbClr val="172B4D"/>
            </a:solidFill>
          </a:ln>
        </p:spPr>
      </p:sp>
      <p:sp>
        <p:nvSpPr>
          <p:cNvPr id="205" name="object-205">
            <a:extLst>
              <a:ext uri="{FF2B5EF4-FFF2-40B4-BE49-F238E27FC236}">
                <a16:creationId xmlns:a16="http://schemas.microsoft.com/office/drawing/2014/main" id="{71F2A1EF-4FA0-448D-BAC6-95E62B8392CD}"/>
              </a:ext>
            </a:extLst>
          </p:cNvPr>
          <p:cNvSpPr>
            <a:spLocks noGrp="1"/>
          </p:cNvSpPr>
          <p:nvPr/>
        </p:nvSpPr>
        <p:spPr>
          <a:xfrm>
            <a:off x="13296900" y="2857500"/>
            <a:ext cx="52388" cy="547688"/>
          </a:xfrm>
          <a:prstGeom prst="rect">
            <a:avLst/>
          </a:prstGeom>
          <a:solidFill>
            <a:srgbClr val="FFFFFF"/>
          </a:solidFill>
          <a:ln w="13097">
            <a:solidFill>
              <a:srgbClr val="172B4D"/>
            </a:solidFill>
          </a:ln>
        </p:spPr>
      </p:sp>
      <p:sp>
        <p:nvSpPr>
          <p:cNvPr id="206" name="object-206">
            <a:extLst>
              <a:ext uri="{FF2B5EF4-FFF2-40B4-BE49-F238E27FC236}">
                <a16:creationId xmlns:a16="http://schemas.microsoft.com/office/drawing/2014/main" id="{1CEEB46C-4270-4495-986F-C4F0834A3757}"/>
              </a:ext>
            </a:extLst>
          </p:cNvPr>
          <p:cNvSpPr>
            <a:spLocks noGrp="1"/>
          </p:cNvSpPr>
          <p:nvPr/>
        </p:nvSpPr>
        <p:spPr>
          <a:xfrm>
            <a:off x="13349288" y="2857500"/>
            <a:ext cx="52388" cy="547688"/>
          </a:xfrm>
          <a:prstGeom prst="rect">
            <a:avLst/>
          </a:prstGeom>
          <a:solidFill>
            <a:srgbClr val="FFFFFF"/>
          </a:solidFill>
          <a:ln w="13097">
            <a:solidFill>
              <a:srgbClr val="172B4D"/>
            </a:solidFill>
          </a:ln>
        </p:spPr>
      </p:sp>
      <p:sp>
        <p:nvSpPr>
          <p:cNvPr id="207" name="object-207">
            <a:extLst>
              <a:ext uri="{FF2B5EF4-FFF2-40B4-BE49-F238E27FC236}">
                <a16:creationId xmlns:a16="http://schemas.microsoft.com/office/drawing/2014/main" id="{0B529E84-F669-4472-A434-FD69BF00C421}"/>
              </a:ext>
            </a:extLst>
          </p:cNvPr>
          <p:cNvSpPr>
            <a:spLocks noGrp="1"/>
          </p:cNvSpPr>
          <p:nvPr/>
        </p:nvSpPr>
        <p:spPr>
          <a:xfrm>
            <a:off x="13401675" y="2857500"/>
            <a:ext cx="52388" cy="547688"/>
          </a:xfrm>
          <a:prstGeom prst="rect">
            <a:avLst/>
          </a:prstGeom>
          <a:solidFill>
            <a:srgbClr val="FFFFFF"/>
          </a:solidFill>
          <a:ln w="13097">
            <a:solidFill>
              <a:srgbClr val="172B4D"/>
            </a:solidFill>
          </a:ln>
        </p:spPr>
      </p:sp>
      <p:sp>
        <p:nvSpPr>
          <p:cNvPr id="208" name="object-208">
            <a:extLst>
              <a:ext uri="{FF2B5EF4-FFF2-40B4-BE49-F238E27FC236}">
                <a16:creationId xmlns:a16="http://schemas.microsoft.com/office/drawing/2014/main" id="{E7037734-D1F8-4398-A454-AF02C0CFC801}"/>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172/100</a:t>
            </a:r>
          </a:p>
        </p:txBody>
      </p:sp>
      <p:sp>
        <p:nvSpPr>
          <p:cNvPr id="209" name="object-209">
            <a:extLst>
              <a:ext uri="{FF2B5EF4-FFF2-40B4-BE49-F238E27FC236}">
                <a16:creationId xmlns:a16="http://schemas.microsoft.com/office/drawing/2014/main" id="{40D1509A-9FBF-46E7-814E-C5A649A8C8F5}"/>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17/10</a:t>
            </a:r>
          </a:p>
        </p:txBody>
      </p:sp>
      <p:sp>
        <p:nvSpPr>
          <p:cNvPr id="210" name="object-210">
            <a:extLst>
              <a:ext uri="{FF2B5EF4-FFF2-40B4-BE49-F238E27FC236}">
                <a16:creationId xmlns:a16="http://schemas.microsoft.com/office/drawing/2014/main" id="{48FD489B-B96D-40B4-B0F4-D43427EFD3C8}"/>
              </a:ext>
            </a:extLst>
          </p:cNvPr>
          <p:cNvSpPr>
            <a:spLocks noGrp="1"/>
          </p:cNvSpPr>
          <p:nvPr/>
        </p:nvSpPr>
        <p:spPr>
          <a:xfrm>
            <a:off x="2976563" y="4048125"/>
            <a:ext cx="52388" cy="547688"/>
          </a:xfrm>
          <a:prstGeom prst="rect">
            <a:avLst/>
          </a:prstGeom>
          <a:solidFill>
            <a:srgbClr val="1D4ED8"/>
          </a:solidFill>
          <a:ln w="13097">
            <a:solidFill>
              <a:srgbClr val="172B4D"/>
            </a:solidFill>
          </a:ln>
        </p:spPr>
      </p:sp>
      <p:sp>
        <p:nvSpPr>
          <p:cNvPr id="211" name="object-211">
            <a:extLst>
              <a:ext uri="{FF2B5EF4-FFF2-40B4-BE49-F238E27FC236}">
                <a16:creationId xmlns:a16="http://schemas.microsoft.com/office/drawing/2014/main" id="{E046DA7F-B319-442B-AB36-40C342924892}"/>
              </a:ext>
            </a:extLst>
          </p:cNvPr>
          <p:cNvSpPr>
            <a:spLocks noGrp="1"/>
          </p:cNvSpPr>
          <p:nvPr/>
        </p:nvSpPr>
        <p:spPr>
          <a:xfrm>
            <a:off x="3028950" y="4048125"/>
            <a:ext cx="52388"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52D69FAE-FD36-407C-8D5C-0C93E11738D1}"/>
              </a:ext>
            </a:extLst>
          </p:cNvPr>
          <p:cNvSpPr>
            <a:spLocks noGrp="1"/>
          </p:cNvSpPr>
          <p:nvPr/>
        </p:nvSpPr>
        <p:spPr>
          <a:xfrm>
            <a:off x="3081338" y="4048125"/>
            <a:ext cx="52388"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0609139F-9875-41CD-9A56-75E335F386FF}"/>
              </a:ext>
            </a:extLst>
          </p:cNvPr>
          <p:cNvSpPr>
            <a:spLocks noGrp="1"/>
          </p:cNvSpPr>
          <p:nvPr/>
        </p:nvSpPr>
        <p:spPr>
          <a:xfrm>
            <a:off x="3133725" y="4048125"/>
            <a:ext cx="52388"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4AA3669B-64D0-44F8-ABA2-DCD6882B81CF}"/>
              </a:ext>
            </a:extLst>
          </p:cNvPr>
          <p:cNvSpPr>
            <a:spLocks noGrp="1"/>
          </p:cNvSpPr>
          <p:nvPr/>
        </p:nvSpPr>
        <p:spPr>
          <a:xfrm>
            <a:off x="3186113" y="4048125"/>
            <a:ext cx="52388"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DED894CA-3085-4ECC-8077-2B936A0A17F3}"/>
              </a:ext>
            </a:extLst>
          </p:cNvPr>
          <p:cNvSpPr>
            <a:spLocks noGrp="1"/>
          </p:cNvSpPr>
          <p:nvPr/>
        </p:nvSpPr>
        <p:spPr>
          <a:xfrm>
            <a:off x="3238500" y="4048125"/>
            <a:ext cx="52388"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8C00CA81-0310-44FD-9B45-EFFB74083B34}"/>
              </a:ext>
            </a:extLst>
          </p:cNvPr>
          <p:cNvSpPr>
            <a:spLocks noGrp="1"/>
          </p:cNvSpPr>
          <p:nvPr/>
        </p:nvSpPr>
        <p:spPr>
          <a:xfrm>
            <a:off x="3290888" y="4048125"/>
            <a:ext cx="52388"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0B8DA422-76BA-43AC-A004-4BC41DBD7B62}"/>
              </a:ext>
            </a:extLst>
          </p:cNvPr>
          <p:cNvSpPr>
            <a:spLocks noGrp="1"/>
          </p:cNvSpPr>
          <p:nvPr/>
        </p:nvSpPr>
        <p:spPr>
          <a:xfrm>
            <a:off x="3343275" y="4048125"/>
            <a:ext cx="52388"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2BBD1946-3FD7-4217-9CD5-0E60AD4CD536}"/>
              </a:ext>
            </a:extLst>
          </p:cNvPr>
          <p:cNvSpPr>
            <a:spLocks noGrp="1"/>
          </p:cNvSpPr>
          <p:nvPr/>
        </p:nvSpPr>
        <p:spPr>
          <a:xfrm>
            <a:off x="3395663" y="4048125"/>
            <a:ext cx="52388"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D586CB08-7F41-45CD-A15E-D7731D59D047}"/>
              </a:ext>
            </a:extLst>
          </p:cNvPr>
          <p:cNvSpPr>
            <a:spLocks noGrp="1"/>
          </p:cNvSpPr>
          <p:nvPr/>
        </p:nvSpPr>
        <p:spPr>
          <a:xfrm>
            <a:off x="3448050" y="4048125"/>
            <a:ext cx="52388"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A71C064B-2F2F-4725-BC8B-ED7D35C0DC56}"/>
              </a:ext>
            </a:extLst>
          </p:cNvPr>
          <p:cNvSpPr>
            <a:spLocks noGrp="1"/>
          </p:cNvSpPr>
          <p:nvPr/>
        </p:nvSpPr>
        <p:spPr>
          <a:xfrm>
            <a:off x="3500438" y="4048125"/>
            <a:ext cx="52388"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350CC93B-C54F-4453-BD83-2E5A9863B572}"/>
              </a:ext>
            </a:extLst>
          </p:cNvPr>
          <p:cNvSpPr>
            <a:spLocks noGrp="1"/>
          </p:cNvSpPr>
          <p:nvPr/>
        </p:nvSpPr>
        <p:spPr>
          <a:xfrm>
            <a:off x="3552825" y="4048125"/>
            <a:ext cx="52388"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269EE8D5-9991-4814-A7D5-9E2AF6CD1323}"/>
              </a:ext>
            </a:extLst>
          </p:cNvPr>
          <p:cNvSpPr>
            <a:spLocks noGrp="1"/>
          </p:cNvSpPr>
          <p:nvPr/>
        </p:nvSpPr>
        <p:spPr>
          <a:xfrm>
            <a:off x="3605213" y="4048125"/>
            <a:ext cx="52388"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1AF9CA5C-1831-4FBB-BB10-5C5415934E08}"/>
              </a:ext>
            </a:extLst>
          </p:cNvPr>
          <p:cNvSpPr>
            <a:spLocks noGrp="1"/>
          </p:cNvSpPr>
          <p:nvPr/>
        </p:nvSpPr>
        <p:spPr>
          <a:xfrm>
            <a:off x="3657600" y="4048125"/>
            <a:ext cx="52388"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48E0B765-8D6F-433B-837D-A0E8203BEE2F}"/>
              </a:ext>
            </a:extLst>
          </p:cNvPr>
          <p:cNvSpPr>
            <a:spLocks noGrp="1"/>
          </p:cNvSpPr>
          <p:nvPr/>
        </p:nvSpPr>
        <p:spPr>
          <a:xfrm>
            <a:off x="3709988" y="4048125"/>
            <a:ext cx="52388"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D0AC50C4-AB93-4AE4-BF4A-62EA4D074112}"/>
              </a:ext>
            </a:extLst>
          </p:cNvPr>
          <p:cNvSpPr>
            <a:spLocks noGrp="1"/>
          </p:cNvSpPr>
          <p:nvPr/>
        </p:nvSpPr>
        <p:spPr>
          <a:xfrm>
            <a:off x="3762375" y="4048125"/>
            <a:ext cx="52388"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50DB8DA0-1822-4279-89D0-7FA5F9743702}"/>
              </a:ext>
            </a:extLst>
          </p:cNvPr>
          <p:cNvSpPr>
            <a:spLocks noGrp="1"/>
          </p:cNvSpPr>
          <p:nvPr/>
        </p:nvSpPr>
        <p:spPr>
          <a:xfrm>
            <a:off x="3814763" y="4048125"/>
            <a:ext cx="52388"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AAE76711-4BB8-44B1-9D6E-0266854DC671}"/>
              </a:ext>
            </a:extLst>
          </p:cNvPr>
          <p:cNvSpPr>
            <a:spLocks noGrp="1"/>
          </p:cNvSpPr>
          <p:nvPr/>
        </p:nvSpPr>
        <p:spPr>
          <a:xfrm>
            <a:off x="3867150" y="4048125"/>
            <a:ext cx="52388"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4B0F918D-07C3-408E-B95A-0597B8F7BEEE}"/>
              </a:ext>
            </a:extLst>
          </p:cNvPr>
          <p:cNvSpPr>
            <a:spLocks noGrp="1"/>
          </p:cNvSpPr>
          <p:nvPr/>
        </p:nvSpPr>
        <p:spPr>
          <a:xfrm>
            <a:off x="3919538" y="4048125"/>
            <a:ext cx="52388"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7CD5E66A-E4FE-4057-AC6B-2D85F48B9F43}"/>
              </a:ext>
            </a:extLst>
          </p:cNvPr>
          <p:cNvSpPr>
            <a:spLocks noGrp="1"/>
          </p:cNvSpPr>
          <p:nvPr/>
        </p:nvSpPr>
        <p:spPr>
          <a:xfrm>
            <a:off x="3971925" y="4048125"/>
            <a:ext cx="52388"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011FCCDD-8946-4787-9C17-0678F5643AE0}"/>
              </a:ext>
            </a:extLst>
          </p:cNvPr>
          <p:cNvSpPr>
            <a:spLocks noGrp="1"/>
          </p:cNvSpPr>
          <p:nvPr/>
        </p:nvSpPr>
        <p:spPr>
          <a:xfrm>
            <a:off x="4024313" y="4048125"/>
            <a:ext cx="52388"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F513745F-546F-4C0B-A7A8-A8DA8B8B1B2E}"/>
              </a:ext>
            </a:extLst>
          </p:cNvPr>
          <p:cNvSpPr>
            <a:spLocks noGrp="1"/>
          </p:cNvSpPr>
          <p:nvPr/>
        </p:nvSpPr>
        <p:spPr>
          <a:xfrm>
            <a:off x="4076700" y="4048125"/>
            <a:ext cx="52388"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2D5BF094-C412-42DC-9B9A-CFBB64892A75}"/>
              </a:ext>
            </a:extLst>
          </p:cNvPr>
          <p:cNvSpPr>
            <a:spLocks noGrp="1"/>
          </p:cNvSpPr>
          <p:nvPr/>
        </p:nvSpPr>
        <p:spPr>
          <a:xfrm>
            <a:off x="4129088" y="4048125"/>
            <a:ext cx="52388"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9A5B2073-5CA7-4A79-B2D9-A7D6A69A77FB}"/>
              </a:ext>
            </a:extLst>
          </p:cNvPr>
          <p:cNvSpPr>
            <a:spLocks noGrp="1"/>
          </p:cNvSpPr>
          <p:nvPr/>
        </p:nvSpPr>
        <p:spPr>
          <a:xfrm>
            <a:off x="4181475" y="4048125"/>
            <a:ext cx="52388"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03A5A1CA-93E1-40C3-B070-E0372C68EABF}"/>
              </a:ext>
            </a:extLst>
          </p:cNvPr>
          <p:cNvSpPr>
            <a:spLocks noGrp="1"/>
          </p:cNvSpPr>
          <p:nvPr/>
        </p:nvSpPr>
        <p:spPr>
          <a:xfrm>
            <a:off x="4233863" y="4048125"/>
            <a:ext cx="52388"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0C3A2041-EA64-441B-A4F9-F0CBD9C37567}"/>
              </a:ext>
            </a:extLst>
          </p:cNvPr>
          <p:cNvSpPr>
            <a:spLocks noGrp="1"/>
          </p:cNvSpPr>
          <p:nvPr/>
        </p:nvSpPr>
        <p:spPr>
          <a:xfrm>
            <a:off x="4286250" y="4048125"/>
            <a:ext cx="52388"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411EA440-866C-4369-8A05-DAC61BC5A7DC}"/>
              </a:ext>
            </a:extLst>
          </p:cNvPr>
          <p:cNvSpPr>
            <a:spLocks noGrp="1"/>
          </p:cNvSpPr>
          <p:nvPr/>
        </p:nvSpPr>
        <p:spPr>
          <a:xfrm>
            <a:off x="4338638" y="4048125"/>
            <a:ext cx="52388"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545EF168-BCE9-4919-B16B-7265E46D9313}"/>
              </a:ext>
            </a:extLst>
          </p:cNvPr>
          <p:cNvSpPr>
            <a:spLocks noGrp="1"/>
          </p:cNvSpPr>
          <p:nvPr/>
        </p:nvSpPr>
        <p:spPr>
          <a:xfrm>
            <a:off x="4391025" y="4048125"/>
            <a:ext cx="52388"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BF0446B4-BCF8-4D88-AEA2-2D4742E7B4AF}"/>
              </a:ext>
            </a:extLst>
          </p:cNvPr>
          <p:cNvSpPr>
            <a:spLocks noGrp="1"/>
          </p:cNvSpPr>
          <p:nvPr/>
        </p:nvSpPr>
        <p:spPr>
          <a:xfrm>
            <a:off x="4443413" y="4048125"/>
            <a:ext cx="52388"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2D823356-67A4-40AE-9A5E-AD10F9253074}"/>
              </a:ext>
            </a:extLst>
          </p:cNvPr>
          <p:cNvSpPr>
            <a:spLocks noGrp="1"/>
          </p:cNvSpPr>
          <p:nvPr/>
        </p:nvSpPr>
        <p:spPr>
          <a:xfrm>
            <a:off x="4495800" y="4048125"/>
            <a:ext cx="52388"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233CF959-F002-4C30-A8FF-9B344634BD23}"/>
              </a:ext>
            </a:extLst>
          </p:cNvPr>
          <p:cNvSpPr>
            <a:spLocks noGrp="1"/>
          </p:cNvSpPr>
          <p:nvPr/>
        </p:nvSpPr>
        <p:spPr>
          <a:xfrm>
            <a:off x="4548188" y="4048125"/>
            <a:ext cx="52388"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5A8C7F13-3D11-4C4D-B9FF-E37956C57D41}"/>
              </a:ext>
            </a:extLst>
          </p:cNvPr>
          <p:cNvSpPr>
            <a:spLocks noGrp="1"/>
          </p:cNvSpPr>
          <p:nvPr/>
        </p:nvSpPr>
        <p:spPr>
          <a:xfrm>
            <a:off x="4600575" y="4048125"/>
            <a:ext cx="52388"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D511B010-493F-42A3-B633-5E8B3E7EB503}"/>
              </a:ext>
            </a:extLst>
          </p:cNvPr>
          <p:cNvSpPr>
            <a:spLocks noGrp="1"/>
          </p:cNvSpPr>
          <p:nvPr/>
        </p:nvSpPr>
        <p:spPr>
          <a:xfrm>
            <a:off x="4652963" y="4048125"/>
            <a:ext cx="52388"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1D8AA4F1-B1F9-47D3-ACA1-6F09DF92E1DE}"/>
              </a:ext>
            </a:extLst>
          </p:cNvPr>
          <p:cNvSpPr>
            <a:spLocks noGrp="1"/>
          </p:cNvSpPr>
          <p:nvPr/>
        </p:nvSpPr>
        <p:spPr>
          <a:xfrm>
            <a:off x="4705350" y="4048125"/>
            <a:ext cx="52388"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E6E7B193-A2C5-416D-91CE-2D47FBCC6ADA}"/>
              </a:ext>
            </a:extLst>
          </p:cNvPr>
          <p:cNvSpPr>
            <a:spLocks noGrp="1"/>
          </p:cNvSpPr>
          <p:nvPr/>
        </p:nvSpPr>
        <p:spPr>
          <a:xfrm>
            <a:off x="4757738" y="4048125"/>
            <a:ext cx="52388"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A750559C-E259-4B2C-8E34-1B84DAE1BBC5}"/>
              </a:ext>
            </a:extLst>
          </p:cNvPr>
          <p:cNvSpPr>
            <a:spLocks noGrp="1"/>
          </p:cNvSpPr>
          <p:nvPr/>
        </p:nvSpPr>
        <p:spPr>
          <a:xfrm>
            <a:off x="4810125" y="4048125"/>
            <a:ext cx="52388"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A0684591-7232-42EE-B5CB-1753912CE302}"/>
              </a:ext>
            </a:extLst>
          </p:cNvPr>
          <p:cNvSpPr>
            <a:spLocks noGrp="1"/>
          </p:cNvSpPr>
          <p:nvPr/>
        </p:nvSpPr>
        <p:spPr>
          <a:xfrm>
            <a:off x="4862513" y="4048125"/>
            <a:ext cx="52388"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984FEF42-4F55-465A-986B-BB7C9C003FB8}"/>
              </a:ext>
            </a:extLst>
          </p:cNvPr>
          <p:cNvSpPr>
            <a:spLocks noGrp="1"/>
          </p:cNvSpPr>
          <p:nvPr/>
        </p:nvSpPr>
        <p:spPr>
          <a:xfrm>
            <a:off x="4914900" y="4048125"/>
            <a:ext cx="52388"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442D605F-3933-4BED-B63E-FFB54EC3DD2A}"/>
              </a:ext>
            </a:extLst>
          </p:cNvPr>
          <p:cNvSpPr>
            <a:spLocks noGrp="1"/>
          </p:cNvSpPr>
          <p:nvPr/>
        </p:nvSpPr>
        <p:spPr>
          <a:xfrm>
            <a:off x="4967288" y="4048125"/>
            <a:ext cx="52388"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689EC42F-31CD-4515-B990-9C9629625D47}"/>
              </a:ext>
            </a:extLst>
          </p:cNvPr>
          <p:cNvSpPr>
            <a:spLocks noGrp="1"/>
          </p:cNvSpPr>
          <p:nvPr/>
        </p:nvSpPr>
        <p:spPr>
          <a:xfrm>
            <a:off x="5019675" y="4048125"/>
            <a:ext cx="52388"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122A89FA-2077-4ECF-991C-3B537A70A540}"/>
              </a:ext>
            </a:extLst>
          </p:cNvPr>
          <p:cNvSpPr>
            <a:spLocks noGrp="1"/>
          </p:cNvSpPr>
          <p:nvPr/>
        </p:nvSpPr>
        <p:spPr>
          <a:xfrm>
            <a:off x="5072063" y="4048125"/>
            <a:ext cx="52388"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D6D33B56-2B23-4129-8E1C-A03AE5C4E5EB}"/>
              </a:ext>
            </a:extLst>
          </p:cNvPr>
          <p:cNvSpPr>
            <a:spLocks noGrp="1"/>
          </p:cNvSpPr>
          <p:nvPr/>
        </p:nvSpPr>
        <p:spPr>
          <a:xfrm>
            <a:off x="5124450" y="4048125"/>
            <a:ext cx="52388"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2A40A039-B362-4940-AE40-4B89865DF197}"/>
              </a:ext>
            </a:extLst>
          </p:cNvPr>
          <p:cNvSpPr>
            <a:spLocks noGrp="1"/>
          </p:cNvSpPr>
          <p:nvPr/>
        </p:nvSpPr>
        <p:spPr>
          <a:xfrm>
            <a:off x="5176838" y="4048125"/>
            <a:ext cx="52388"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02FE2207-AAEE-4F20-80B9-73084126C799}"/>
              </a:ext>
            </a:extLst>
          </p:cNvPr>
          <p:cNvSpPr>
            <a:spLocks noGrp="1"/>
          </p:cNvSpPr>
          <p:nvPr/>
        </p:nvSpPr>
        <p:spPr>
          <a:xfrm>
            <a:off x="5229225" y="4048125"/>
            <a:ext cx="52388"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9E9EBA69-7A78-4CE9-8123-63257CD1D985}"/>
              </a:ext>
            </a:extLst>
          </p:cNvPr>
          <p:cNvSpPr>
            <a:spLocks noGrp="1"/>
          </p:cNvSpPr>
          <p:nvPr/>
        </p:nvSpPr>
        <p:spPr>
          <a:xfrm>
            <a:off x="5281613" y="4048125"/>
            <a:ext cx="52388"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D02A3964-B012-4743-B16A-4FAFD6CA7353}"/>
              </a:ext>
            </a:extLst>
          </p:cNvPr>
          <p:cNvSpPr>
            <a:spLocks noGrp="1"/>
          </p:cNvSpPr>
          <p:nvPr/>
        </p:nvSpPr>
        <p:spPr>
          <a:xfrm>
            <a:off x="5334000" y="4048125"/>
            <a:ext cx="52388"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A82678CF-A073-4703-A255-B43F02BB9D0C}"/>
              </a:ext>
            </a:extLst>
          </p:cNvPr>
          <p:cNvSpPr>
            <a:spLocks noGrp="1"/>
          </p:cNvSpPr>
          <p:nvPr/>
        </p:nvSpPr>
        <p:spPr>
          <a:xfrm>
            <a:off x="5386388" y="4048125"/>
            <a:ext cx="52388"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595D2C19-3FC8-45E9-B2B2-45D2C2759BD4}"/>
              </a:ext>
            </a:extLst>
          </p:cNvPr>
          <p:cNvSpPr>
            <a:spLocks noGrp="1"/>
          </p:cNvSpPr>
          <p:nvPr/>
        </p:nvSpPr>
        <p:spPr>
          <a:xfrm>
            <a:off x="5438775" y="4048125"/>
            <a:ext cx="52388"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76D70982-A675-469C-BA48-23A5FB3DB72F}"/>
              </a:ext>
            </a:extLst>
          </p:cNvPr>
          <p:cNvSpPr>
            <a:spLocks noGrp="1"/>
          </p:cNvSpPr>
          <p:nvPr/>
        </p:nvSpPr>
        <p:spPr>
          <a:xfrm>
            <a:off x="5491163" y="4048125"/>
            <a:ext cx="52388"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01C04275-B064-4E31-8A77-E49A36458046}"/>
              </a:ext>
            </a:extLst>
          </p:cNvPr>
          <p:cNvSpPr>
            <a:spLocks noGrp="1"/>
          </p:cNvSpPr>
          <p:nvPr/>
        </p:nvSpPr>
        <p:spPr>
          <a:xfrm>
            <a:off x="5543550" y="4048125"/>
            <a:ext cx="52388"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0820A21E-38DC-4F0B-8575-017791929280}"/>
              </a:ext>
            </a:extLst>
          </p:cNvPr>
          <p:cNvSpPr>
            <a:spLocks noGrp="1"/>
          </p:cNvSpPr>
          <p:nvPr/>
        </p:nvSpPr>
        <p:spPr>
          <a:xfrm>
            <a:off x="5595938" y="4048125"/>
            <a:ext cx="52388"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32A9E464-B258-482E-9014-4E8A02736961}"/>
              </a:ext>
            </a:extLst>
          </p:cNvPr>
          <p:cNvSpPr>
            <a:spLocks noGrp="1"/>
          </p:cNvSpPr>
          <p:nvPr/>
        </p:nvSpPr>
        <p:spPr>
          <a:xfrm>
            <a:off x="5648325" y="4048125"/>
            <a:ext cx="52388"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4E33943F-C7B6-4334-862C-3FE08D25E42D}"/>
              </a:ext>
            </a:extLst>
          </p:cNvPr>
          <p:cNvSpPr>
            <a:spLocks noGrp="1"/>
          </p:cNvSpPr>
          <p:nvPr/>
        </p:nvSpPr>
        <p:spPr>
          <a:xfrm>
            <a:off x="5700713" y="4048125"/>
            <a:ext cx="52388"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44AC99CA-2FA9-4697-B720-B514E5680C74}"/>
              </a:ext>
            </a:extLst>
          </p:cNvPr>
          <p:cNvSpPr>
            <a:spLocks noGrp="1"/>
          </p:cNvSpPr>
          <p:nvPr/>
        </p:nvSpPr>
        <p:spPr>
          <a:xfrm>
            <a:off x="5753100" y="4048125"/>
            <a:ext cx="52388"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AC926B82-6A66-46E4-905B-083B6A85CFF6}"/>
              </a:ext>
            </a:extLst>
          </p:cNvPr>
          <p:cNvSpPr>
            <a:spLocks noGrp="1"/>
          </p:cNvSpPr>
          <p:nvPr/>
        </p:nvSpPr>
        <p:spPr>
          <a:xfrm>
            <a:off x="5805488" y="4048125"/>
            <a:ext cx="52388"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AD05A411-C114-4A5B-B827-FE1311F9ECF6}"/>
              </a:ext>
            </a:extLst>
          </p:cNvPr>
          <p:cNvSpPr>
            <a:spLocks noGrp="1"/>
          </p:cNvSpPr>
          <p:nvPr/>
        </p:nvSpPr>
        <p:spPr>
          <a:xfrm>
            <a:off x="5857875" y="4048125"/>
            <a:ext cx="52388"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CEF3F168-2FB1-4115-A891-13A73DBF8B8F}"/>
              </a:ext>
            </a:extLst>
          </p:cNvPr>
          <p:cNvSpPr>
            <a:spLocks noGrp="1"/>
          </p:cNvSpPr>
          <p:nvPr/>
        </p:nvSpPr>
        <p:spPr>
          <a:xfrm>
            <a:off x="5910263" y="4048125"/>
            <a:ext cx="52388"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22DE5A2E-C26A-40D0-9C58-5CDD0BA42328}"/>
              </a:ext>
            </a:extLst>
          </p:cNvPr>
          <p:cNvSpPr>
            <a:spLocks noGrp="1"/>
          </p:cNvSpPr>
          <p:nvPr/>
        </p:nvSpPr>
        <p:spPr>
          <a:xfrm>
            <a:off x="5962650" y="4048125"/>
            <a:ext cx="52388"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ECFC982F-0C3D-43AA-9FA2-62DE732A73AF}"/>
              </a:ext>
            </a:extLst>
          </p:cNvPr>
          <p:cNvSpPr>
            <a:spLocks noGrp="1"/>
          </p:cNvSpPr>
          <p:nvPr/>
        </p:nvSpPr>
        <p:spPr>
          <a:xfrm>
            <a:off x="6015038" y="4048125"/>
            <a:ext cx="52388"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2D529DE6-3EEA-447E-B4A1-A5DDC15A681A}"/>
              </a:ext>
            </a:extLst>
          </p:cNvPr>
          <p:cNvSpPr>
            <a:spLocks noGrp="1"/>
          </p:cNvSpPr>
          <p:nvPr/>
        </p:nvSpPr>
        <p:spPr>
          <a:xfrm>
            <a:off x="6067425" y="4048125"/>
            <a:ext cx="52388"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ADC9A4DD-431C-4D72-BE54-26B5460F6C53}"/>
              </a:ext>
            </a:extLst>
          </p:cNvPr>
          <p:cNvSpPr>
            <a:spLocks noGrp="1"/>
          </p:cNvSpPr>
          <p:nvPr/>
        </p:nvSpPr>
        <p:spPr>
          <a:xfrm>
            <a:off x="6119813" y="4048125"/>
            <a:ext cx="52388"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D005FCAA-1358-445B-901A-7141B2CC752F}"/>
              </a:ext>
            </a:extLst>
          </p:cNvPr>
          <p:cNvSpPr>
            <a:spLocks noGrp="1"/>
          </p:cNvSpPr>
          <p:nvPr/>
        </p:nvSpPr>
        <p:spPr>
          <a:xfrm>
            <a:off x="6172200" y="4048125"/>
            <a:ext cx="52388"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07367780-FB91-4CA0-90B3-945A25CF692E}"/>
              </a:ext>
            </a:extLst>
          </p:cNvPr>
          <p:cNvSpPr>
            <a:spLocks noGrp="1"/>
          </p:cNvSpPr>
          <p:nvPr/>
        </p:nvSpPr>
        <p:spPr>
          <a:xfrm>
            <a:off x="6224588" y="4048125"/>
            <a:ext cx="52388"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94DEFB77-63CB-4E53-B17A-D9F9ABB45321}"/>
              </a:ext>
            </a:extLst>
          </p:cNvPr>
          <p:cNvSpPr>
            <a:spLocks noGrp="1"/>
          </p:cNvSpPr>
          <p:nvPr/>
        </p:nvSpPr>
        <p:spPr>
          <a:xfrm>
            <a:off x="6276975" y="4048125"/>
            <a:ext cx="52388" cy="547688"/>
          </a:xfrm>
          <a:prstGeom prst="rect">
            <a:avLst/>
          </a:prstGeom>
          <a:solidFill>
            <a:srgbClr val="1D4ED8"/>
          </a:solidFill>
          <a:ln w="13097">
            <a:solidFill>
              <a:srgbClr val="172B4D"/>
            </a:solidFill>
          </a:ln>
        </p:spPr>
      </p:sp>
      <p:sp>
        <p:nvSpPr>
          <p:cNvPr id="274" name="object-274">
            <a:extLst>
              <a:ext uri="{FF2B5EF4-FFF2-40B4-BE49-F238E27FC236}">
                <a16:creationId xmlns:a16="http://schemas.microsoft.com/office/drawing/2014/main" id="{D50F28F5-C072-43F1-80D2-6BF5BCBE34B9}"/>
              </a:ext>
            </a:extLst>
          </p:cNvPr>
          <p:cNvSpPr>
            <a:spLocks noGrp="1"/>
          </p:cNvSpPr>
          <p:nvPr/>
        </p:nvSpPr>
        <p:spPr>
          <a:xfrm>
            <a:off x="6329363" y="4048125"/>
            <a:ext cx="52388" cy="547688"/>
          </a:xfrm>
          <a:prstGeom prst="rect">
            <a:avLst/>
          </a:prstGeom>
          <a:solidFill>
            <a:srgbClr val="1D4ED8"/>
          </a:solidFill>
          <a:ln w="13097">
            <a:solidFill>
              <a:srgbClr val="172B4D"/>
            </a:solidFill>
          </a:ln>
        </p:spPr>
      </p:sp>
      <p:sp>
        <p:nvSpPr>
          <p:cNvPr id="275" name="object-275">
            <a:extLst>
              <a:ext uri="{FF2B5EF4-FFF2-40B4-BE49-F238E27FC236}">
                <a16:creationId xmlns:a16="http://schemas.microsoft.com/office/drawing/2014/main" id="{65E9C196-05D9-4D79-9CEE-268A858C6C73}"/>
              </a:ext>
            </a:extLst>
          </p:cNvPr>
          <p:cNvSpPr>
            <a:spLocks noGrp="1"/>
          </p:cNvSpPr>
          <p:nvPr/>
        </p:nvSpPr>
        <p:spPr>
          <a:xfrm>
            <a:off x="6381750" y="4048125"/>
            <a:ext cx="52388" cy="547688"/>
          </a:xfrm>
          <a:prstGeom prst="rect">
            <a:avLst/>
          </a:prstGeom>
          <a:solidFill>
            <a:srgbClr val="1D4ED8"/>
          </a:solidFill>
          <a:ln w="13097">
            <a:solidFill>
              <a:srgbClr val="172B4D"/>
            </a:solidFill>
          </a:ln>
        </p:spPr>
      </p:sp>
      <p:sp>
        <p:nvSpPr>
          <p:cNvPr id="276" name="object-276">
            <a:extLst>
              <a:ext uri="{FF2B5EF4-FFF2-40B4-BE49-F238E27FC236}">
                <a16:creationId xmlns:a16="http://schemas.microsoft.com/office/drawing/2014/main" id="{5C3343EE-CF76-46CD-AAA7-03A2B6E7E89A}"/>
              </a:ext>
            </a:extLst>
          </p:cNvPr>
          <p:cNvSpPr>
            <a:spLocks noGrp="1"/>
          </p:cNvSpPr>
          <p:nvPr/>
        </p:nvSpPr>
        <p:spPr>
          <a:xfrm>
            <a:off x="6434138" y="4048125"/>
            <a:ext cx="52388" cy="547688"/>
          </a:xfrm>
          <a:prstGeom prst="rect">
            <a:avLst/>
          </a:prstGeom>
          <a:solidFill>
            <a:srgbClr val="1D4ED8"/>
          </a:solidFill>
          <a:ln w="13097">
            <a:solidFill>
              <a:srgbClr val="172B4D"/>
            </a:solidFill>
          </a:ln>
        </p:spPr>
      </p:sp>
      <p:sp>
        <p:nvSpPr>
          <p:cNvPr id="277" name="object-277">
            <a:extLst>
              <a:ext uri="{FF2B5EF4-FFF2-40B4-BE49-F238E27FC236}">
                <a16:creationId xmlns:a16="http://schemas.microsoft.com/office/drawing/2014/main" id="{F68B6AF5-E60D-41ED-ADCF-3A08073898CB}"/>
              </a:ext>
            </a:extLst>
          </p:cNvPr>
          <p:cNvSpPr>
            <a:spLocks noGrp="1"/>
          </p:cNvSpPr>
          <p:nvPr/>
        </p:nvSpPr>
        <p:spPr>
          <a:xfrm>
            <a:off x="6486525" y="4048125"/>
            <a:ext cx="52388" cy="547688"/>
          </a:xfrm>
          <a:prstGeom prst="rect">
            <a:avLst/>
          </a:prstGeom>
          <a:solidFill>
            <a:srgbClr val="1D4ED8"/>
          </a:solidFill>
          <a:ln w="13097">
            <a:solidFill>
              <a:srgbClr val="172B4D"/>
            </a:solidFill>
          </a:ln>
        </p:spPr>
      </p:sp>
      <p:sp>
        <p:nvSpPr>
          <p:cNvPr id="278" name="object-278">
            <a:extLst>
              <a:ext uri="{FF2B5EF4-FFF2-40B4-BE49-F238E27FC236}">
                <a16:creationId xmlns:a16="http://schemas.microsoft.com/office/drawing/2014/main" id="{562ED9E7-EC3F-4756-AB13-F818D615365E}"/>
              </a:ext>
            </a:extLst>
          </p:cNvPr>
          <p:cNvSpPr>
            <a:spLocks noGrp="1"/>
          </p:cNvSpPr>
          <p:nvPr/>
        </p:nvSpPr>
        <p:spPr>
          <a:xfrm>
            <a:off x="6538913" y="4048125"/>
            <a:ext cx="52388" cy="547688"/>
          </a:xfrm>
          <a:prstGeom prst="rect">
            <a:avLst/>
          </a:prstGeom>
          <a:solidFill>
            <a:srgbClr val="1D4ED8"/>
          </a:solidFill>
          <a:ln w="13097">
            <a:solidFill>
              <a:srgbClr val="172B4D"/>
            </a:solidFill>
          </a:ln>
        </p:spPr>
      </p:sp>
      <p:sp>
        <p:nvSpPr>
          <p:cNvPr id="279" name="object-279">
            <a:extLst>
              <a:ext uri="{FF2B5EF4-FFF2-40B4-BE49-F238E27FC236}">
                <a16:creationId xmlns:a16="http://schemas.microsoft.com/office/drawing/2014/main" id="{19091F95-67F1-420A-8AF3-994C30196D59}"/>
              </a:ext>
            </a:extLst>
          </p:cNvPr>
          <p:cNvSpPr>
            <a:spLocks noGrp="1"/>
          </p:cNvSpPr>
          <p:nvPr/>
        </p:nvSpPr>
        <p:spPr>
          <a:xfrm>
            <a:off x="6591300" y="4048125"/>
            <a:ext cx="52388" cy="547688"/>
          </a:xfrm>
          <a:prstGeom prst="rect">
            <a:avLst/>
          </a:prstGeom>
          <a:solidFill>
            <a:srgbClr val="1D4ED8"/>
          </a:solidFill>
          <a:ln w="13097">
            <a:solidFill>
              <a:srgbClr val="172B4D"/>
            </a:solidFill>
          </a:ln>
        </p:spPr>
      </p:sp>
      <p:sp>
        <p:nvSpPr>
          <p:cNvPr id="280" name="object-280">
            <a:extLst>
              <a:ext uri="{FF2B5EF4-FFF2-40B4-BE49-F238E27FC236}">
                <a16:creationId xmlns:a16="http://schemas.microsoft.com/office/drawing/2014/main" id="{DEFB1904-1936-4DD7-B2EF-6104CD4440F3}"/>
              </a:ext>
            </a:extLst>
          </p:cNvPr>
          <p:cNvSpPr>
            <a:spLocks noGrp="1"/>
          </p:cNvSpPr>
          <p:nvPr/>
        </p:nvSpPr>
        <p:spPr>
          <a:xfrm>
            <a:off x="6643688" y="4048125"/>
            <a:ext cx="52388" cy="547688"/>
          </a:xfrm>
          <a:prstGeom prst="rect">
            <a:avLst/>
          </a:prstGeom>
          <a:solidFill>
            <a:srgbClr val="1D4ED8"/>
          </a:solidFill>
          <a:ln w="13097">
            <a:solidFill>
              <a:srgbClr val="172B4D"/>
            </a:solidFill>
          </a:ln>
        </p:spPr>
      </p:sp>
      <p:sp>
        <p:nvSpPr>
          <p:cNvPr id="281" name="object-281">
            <a:extLst>
              <a:ext uri="{FF2B5EF4-FFF2-40B4-BE49-F238E27FC236}">
                <a16:creationId xmlns:a16="http://schemas.microsoft.com/office/drawing/2014/main" id="{81B84587-AEB6-40FB-9E32-2E07DDEF29DF}"/>
              </a:ext>
            </a:extLst>
          </p:cNvPr>
          <p:cNvSpPr>
            <a:spLocks noGrp="1"/>
          </p:cNvSpPr>
          <p:nvPr/>
        </p:nvSpPr>
        <p:spPr>
          <a:xfrm>
            <a:off x="6696075" y="4048125"/>
            <a:ext cx="52388" cy="547688"/>
          </a:xfrm>
          <a:prstGeom prst="rect">
            <a:avLst/>
          </a:prstGeom>
          <a:solidFill>
            <a:srgbClr val="1D4ED8"/>
          </a:solidFill>
          <a:ln w="13097">
            <a:solidFill>
              <a:srgbClr val="172B4D"/>
            </a:solidFill>
          </a:ln>
        </p:spPr>
      </p:sp>
      <p:sp>
        <p:nvSpPr>
          <p:cNvPr id="282" name="object-282">
            <a:extLst>
              <a:ext uri="{FF2B5EF4-FFF2-40B4-BE49-F238E27FC236}">
                <a16:creationId xmlns:a16="http://schemas.microsoft.com/office/drawing/2014/main" id="{79C37610-52C4-4D96-B127-8266F000729F}"/>
              </a:ext>
            </a:extLst>
          </p:cNvPr>
          <p:cNvSpPr>
            <a:spLocks noGrp="1"/>
          </p:cNvSpPr>
          <p:nvPr/>
        </p:nvSpPr>
        <p:spPr>
          <a:xfrm>
            <a:off x="6748463" y="4048125"/>
            <a:ext cx="52388" cy="547688"/>
          </a:xfrm>
          <a:prstGeom prst="rect">
            <a:avLst/>
          </a:prstGeom>
          <a:solidFill>
            <a:srgbClr val="1D4ED8"/>
          </a:solidFill>
          <a:ln w="13097">
            <a:solidFill>
              <a:srgbClr val="172B4D"/>
            </a:solidFill>
          </a:ln>
        </p:spPr>
      </p:sp>
      <p:sp>
        <p:nvSpPr>
          <p:cNvPr id="283" name="object-283">
            <a:extLst>
              <a:ext uri="{FF2B5EF4-FFF2-40B4-BE49-F238E27FC236}">
                <a16:creationId xmlns:a16="http://schemas.microsoft.com/office/drawing/2014/main" id="{C6F1472B-CA45-48F6-8B6E-D45F8EEEC561}"/>
              </a:ext>
            </a:extLst>
          </p:cNvPr>
          <p:cNvSpPr>
            <a:spLocks noGrp="1"/>
          </p:cNvSpPr>
          <p:nvPr/>
        </p:nvSpPr>
        <p:spPr>
          <a:xfrm>
            <a:off x="6800850" y="4048125"/>
            <a:ext cx="52388" cy="547688"/>
          </a:xfrm>
          <a:prstGeom prst="rect">
            <a:avLst/>
          </a:prstGeom>
          <a:solidFill>
            <a:srgbClr val="1D4ED8"/>
          </a:solidFill>
          <a:ln w="13097">
            <a:solidFill>
              <a:srgbClr val="172B4D"/>
            </a:solidFill>
          </a:ln>
        </p:spPr>
      </p:sp>
      <p:sp>
        <p:nvSpPr>
          <p:cNvPr id="284" name="object-284">
            <a:extLst>
              <a:ext uri="{FF2B5EF4-FFF2-40B4-BE49-F238E27FC236}">
                <a16:creationId xmlns:a16="http://schemas.microsoft.com/office/drawing/2014/main" id="{1912DE5B-764A-4DCC-A0D2-3E6F72B3DFB4}"/>
              </a:ext>
            </a:extLst>
          </p:cNvPr>
          <p:cNvSpPr>
            <a:spLocks noGrp="1"/>
          </p:cNvSpPr>
          <p:nvPr/>
        </p:nvSpPr>
        <p:spPr>
          <a:xfrm>
            <a:off x="6853238" y="4048125"/>
            <a:ext cx="52388" cy="547688"/>
          </a:xfrm>
          <a:prstGeom prst="rect">
            <a:avLst/>
          </a:prstGeom>
          <a:solidFill>
            <a:srgbClr val="1D4ED8"/>
          </a:solidFill>
          <a:ln w="13097">
            <a:solidFill>
              <a:srgbClr val="172B4D"/>
            </a:solidFill>
          </a:ln>
        </p:spPr>
      </p:sp>
      <p:sp>
        <p:nvSpPr>
          <p:cNvPr id="285" name="object-285">
            <a:extLst>
              <a:ext uri="{FF2B5EF4-FFF2-40B4-BE49-F238E27FC236}">
                <a16:creationId xmlns:a16="http://schemas.microsoft.com/office/drawing/2014/main" id="{FCC924D3-CB0B-4B92-9354-C2CB4DE3794A}"/>
              </a:ext>
            </a:extLst>
          </p:cNvPr>
          <p:cNvSpPr>
            <a:spLocks noGrp="1"/>
          </p:cNvSpPr>
          <p:nvPr/>
        </p:nvSpPr>
        <p:spPr>
          <a:xfrm>
            <a:off x="6905625" y="4048125"/>
            <a:ext cx="52388" cy="547688"/>
          </a:xfrm>
          <a:prstGeom prst="rect">
            <a:avLst/>
          </a:prstGeom>
          <a:solidFill>
            <a:srgbClr val="1D4ED8"/>
          </a:solidFill>
          <a:ln w="13097">
            <a:solidFill>
              <a:srgbClr val="172B4D"/>
            </a:solidFill>
          </a:ln>
        </p:spPr>
      </p:sp>
      <p:sp>
        <p:nvSpPr>
          <p:cNvPr id="286" name="object-286">
            <a:extLst>
              <a:ext uri="{FF2B5EF4-FFF2-40B4-BE49-F238E27FC236}">
                <a16:creationId xmlns:a16="http://schemas.microsoft.com/office/drawing/2014/main" id="{5CD540F3-F614-480E-854E-4FAA368590B6}"/>
              </a:ext>
            </a:extLst>
          </p:cNvPr>
          <p:cNvSpPr>
            <a:spLocks noGrp="1"/>
          </p:cNvSpPr>
          <p:nvPr/>
        </p:nvSpPr>
        <p:spPr>
          <a:xfrm>
            <a:off x="6958013" y="4048125"/>
            <a:ext cx="52388" cy="547688"/>
          </a:xfrm>
          <a:prstGeom prst="rect">
            <a:avLst/>
          </a:prstGeom>
          <a:solidFill>
            <a:srgbClr val="1D4ED8"/>
          </a:solidFill>
          <a:ln w="13097">
            <a:solidFill>
              <a:srgbClr val="172B4D"/>
            </a:solidFill>
          </a:ln>
        </p:spPr>
      </p:sp>
      <p:sp>
        <p:nvSpPr>
          <p:cNvPr id="287" name="object-287">
            <a:extLst>
              <a:ext uri="{FF2B5EF4-FFF2-40B4-BE49-F238E27FC236}">
                <a16:creationId xmlns:a16="http://schemas.microsoft.com/office/drawing/2014/main" id="{EBCCF144-4C83-4220-923E-EEAF3FBF0D60}"/>
              </a:ext>
            </a:extLst>
          </p:cNvPr>
          <p:cNvSpPr>
            <a:spLocks noGrp="1"/>
          </p:cNvSpPr>
          <p:nvPr/>
        </p:nvSpPr>
        <p:spPr>
          <a:xfrm>
            <a:off x="7010400" y="4048125"/>
            <a:ext cx="52388" cy="547688"/>
          </a:xfrm>
          <a:prstGeom prst="rect">
            <a:avLst/>
          </a:prstGeom>
          <a:solidFill>
            <a:srgbClr val="1D4ED8"/>
          </a:solidFill>
          <a:ln w="13097">
            <a:solidFill>
              <a:srgbClr val="172B4D"/>
            </a:solidFill>
          </a:ln>
        </p:spPr>
      </p:sp>
      <p:sp>
        <p:nvSpPr>
          <p:cNvPr id="288" name="object-288">
            <a:extLst>
              <a:ext uri="{FF2B5EF4-FFF2-40B4-BE49-F238E27FC236}">
                <a16:creationId xmlns:a16="http://schemas.microsoft.com/office/drawing/2014/main" id="{D0717776-5C46-428A-99FD-06841571DC16}"/>
              </a:ext>
            </a:extLst>
          </p:cNvPr>
          <p:cNvSpPr>
            <a:spLocks noGrp="1"/>
          </p:cNvSpPr>
          <p:nvPr/>
        </p:nvSpPr>
        <p:spPr>
          <a:xfrm>
            <a:off x="7062788" y="4048125"/>
            <a:ext cx="52388" cy="547688"/>
          </a:xfrm>
          <a:prstGeom prst="rect">
            <a:avLst/>
          </a:prstGeom>
          <a:solidFill>
            <a:srgbClr val="1D4ED8"/>
          </a:solidFill>
          <a:ln w="13097">
            <a:solidFill>
              <a:srgbClr val="172B4D"/>
            </a:solidFill>
          </a:ln>
        </p:spPr>
      </p:sp>
      <p:sp>
        <p:nvSpPr>
          <p:cNvPr id="289" name="object-289">
            <a:extLst>
              <a:ext uri="{FF2B5EF4-FFF2-40B4-BE49-F238E27FC236}">
                <a16:creationId xmlns:a16="http://schemas.microsoft.com/office/drawing/2014/main" id="{13F68E1A-36E5-4FD7-810C-9C7EF17F89EF}"/>
              </a:ext>
            </a:extLst>
          </p:cNvPr>
          <p:cNvSpPr>
            <a:spLocks noGrp="1"/>
          </p:cNvSpPr>
          <p:nvPr/>
        </p:nvSpPr>
        <p:spPr>
          <a:xfrm>
            <a:off x="7115175" y="4048125"/>
            <a:ext cx="52388" cy="547688"/>
          </a:xfrm>
          <a:prstGeom prst="rect">
            <a:avLst/>
          </a:prstGeom>
          <a:solidFill>
            <a:srgbClr val="1D4ED8"/>
          </a:solidFill>
          <a:ln w="13097">
            <a:solidFill>
              <a:srgbClr val="172B4D"/>
            </a:solidFill>
          </a:ln>
        </p:spPr>
      </p:sp>
      <p:sp>
        <p:nvSpPr>
          <p:cNvPr id="290" name="object-290">
            <a:extLst>
              <a:ext uri="{FF2B5EF4-FFF2-40B4-BE49-F238E27FC236}">
                <a16:creationId xmlns:a16="http://schemas.microsoft.com/office/drawing/2014/main" id="{9EF7ECA6-DABF-4326-9E62-5EA61C8D1EFA}"/>
              </a:ext>
            </a:extLst>
          </p:cNvPr>
          <p:cNvSpPr>
            <a:spLocks noGrp="1"/>
          </p:cNvSpPr>
          <p:nvPr/>
        </p:nvSpPr>
        <p:spPr>
          <a:xfrm>
            <a:off x="7167563" y="4048125"/>
            <a:ext cx="52388" cy="547688"/>
          </a:xfrm>
          <a:prstGeom prst="rect">
            <a:avLst/>
          </a:prstGeom>
          <a:solidFill>
            <a:srgbClr val="1D4ED8"/>
          </a:solidFill>
          <a:ln w="13097">
            <a:solidFill>
              <a:srgbClr val="172B4D"/>
            </a:solidFill>
          </a:ln>
        </p:spPr>
      </p:sp>
      <p:sp>
        <p:nvSpPr>
          <p:cNvPr id="291" name="object-291">
            <a:extLst>
              <a:ext uri="{FF2B5EF4-FFF2-40B4-BE49-F238E27FC236}">
                <a16:creationId xmlns:a16="http://schemas.microsoft.com/office/drawing/2014/main" id="{32DC927D-A384-48F0-A2CE-28C7C9ADD086}"/>
              </a:ext>
            </a:extLst>
          </p:cNvPr>
          <p:cNvSpPr>
            <a:spLocks noGrp="1"/>
          </p:cNvSpPr>
          <p:nvPr/>
        </p:nvSpPr>
        <p:spPr>
          <a:xfrm>
            <a:off x="7219950" y="4048125"/>
            <a:ext cx="52388" cy="547688"/>
          </a:xfrm>
          <a:prstGeom prst="rect">
            <a:avLst/>
          </a:prstGeom>
          <a:solidFill>
            <a:srgbClr val="1D4ED8"/>
          </a:solidFill>
          <a:ln w="13097">
            <a:solidFill>
              <a:srgbClr val="172B4D"/>
            </a:solidFill>
          </a:ln>
        </p:spPr>
      </p:sp>
      <p:sp>
        <p:nvSpPr>
          <p:cNvPr id="292" name="object-292">
            <a:extLst>
              <a:ext uri="{FF2B5EF4-FFF2-40B4-BE49-F238E27FC236}">
                <a16:creationId xmlns:a16="http://schemas.microsoft.com/office/drawing/2014/main" id="{035BE737-44D8-486C-9376-8F1F922504FB}"/>
              </a:ext>
            </a:extLst>
          </p:cNvPr>
          <p:cNvSpPr>
            <a:spLocks noGrp="1"/>
          </p:cNvSpPr>
          <p:nvPr/>
        </p:nvSpPr>
        <p:spPr>
          <a:xfrm>
            <a:off x="7272338" y="4048125"/>
            <a:ext cx="52388" cy="547688"/>
          </a:xfrm>
          <a:prstGeom prst="rect">
            <a:avLst/>
          </a:prstGeom>
          <a:solidFill>
            <a:srgbClr val="1D4ED8"/>
          </a:solidFill>
          <a:ln w="13097">
            <a:solidFill>
              <a:srgbClr val="172B4D"/>
            </a:solidFill>
          </a:ln>
        </p:spPr>
      </p:sp>
      <p:sp>
        <p:nvSpPr>
          <p:cNvPr id="293" name="object-293">
            <a:extLst>
              <a:ext uri="{FF2B5EF4-FFF2-40B4-BE49-F238E27FC236}">
                <a16:creationId xmlns:a16="http://schemas.microsoft.com/office/drawing/2014/main" id="{4CA92C0A-30FE-4C35-AC46-9FFE17B86924}"/>
              </a:ext>
            </a:extLst>
          </p:cNvPr>
          <p:cNvSpPr>
            <a:spLocks noGrp="1"/>
          </p:cNvSpPr>
          <p:nvPr/>
        </p:nvSpPr>
        <p:spPr>
          <a:xfrm>
            <a:off x="7324725" y="4048125"/>
            <a:ext cx="52388" cy="547688"/>
          </a:xfrm>
          <a:prstGeom prst="rect">
            <a:avLst/>
          </a:prstGeom>
          <a:solidFill>
            <a:srgbClr val="1D4ED8"/>
          </a:solidFill>
          <a:ln w="13097">
            <a:solidFill>
              <a:srgbClr val="172B4D"/>
            </a:solidFill>
          </a:ln>
        </p:spPr>
      </p:sp>
      <p:sp>
        <p:nvSpPr>
          <p:cNvPr id="294" name="object-294">
            <a:extLst>
              <a:ext uri="{FF2B5EF4-FFF2-40B4-BE49-F238E27FC236}">
                <a16:creationId xmlns:a16="http://schemas.microsoft.com/office/drawing/2014/main" id="{307A550E-3189-4A03-B1F7-6EB640AB5056}"/>
              </a:ext>
            </a:extLst>
          </p:cNvPr>
          <p:cNvSpPr>
            <a:spLocks noGrp="1"/>
          </p:cNvSpPr>
          <p:nvPr/>
        </p:nvSpPr>
        <p:spPr>
          <a:xfrm>
            <a:off x="7377113" y="4048125"/>
            <a:ext cx="52388" cy="547688"/>
          </a:xfrm>
          <a:prstGeom prst="rect">
            <a:avLst/>
          </a:prstGeom>
          <a:solidFill>
            <a:srgbClr val="1D4ED8"/>
          </a:solidFill>
          <a:ln w="13097">
            <a:solidFill>
              <a:srgbClr val="172B4D"/>
            </a:solidFill>
          </a:ln>
        </p:spPr>
      </p:sp>
      <p:sp>
        <p:nvSpPr>
          <p:cNvPr id="295" name="object-295">
            <a:extLst>
              <a:ext uri="{FF2B5EF4-FFF2-40B4-BE49-F238E27FC236}">
                <a16:creationId xmlns:a16="http://schemas.microsoft.com/office/drawing/2014/main" id="{B8DF7CEC-46F9-41BD-BF14-A6050BCA98B0}"/>
              </a:ext>
            </a:extLst>
          </p:cNvPr>
          <p:cNvSpPr>
            <a:spLocks noGrp="1"/>
          </p:cNvSpPr>
          <p:nvPr/>
        </p:nvSpPr>
        <p:spPr>
          <a:xfrm>
            <a:off x="7429500" y="4048125"/>
            <a:ext cx="52388" cy="547688"/>
          </a:xfrm>
          <a:prstGeom prst="rect">
            <a:avLst/>
          </a:prstGeom>
          <a:solidFill>
            <a:srgbClr val="1D4ED8"/>
          </a:solidFill>
          <a:ln w="13097">
            <a:solidFill>
              <a:srgbClr val="172B4D"/>
            </a:solidFill>
          </a:ln>
        </p:spPr>
      </p:sp>
      <p:sp>
        <p:nvSpPr>
          <p:cNvPr id="296" name="object-296">
            <a:extLst>
              <a:ext uri="{FF2B5EF4-FFF2-40B4-BE49-F238E27FC236}">
                <a16:creationId xmlns:a16="http://schemas.microsoft.com/office/drawing/2014/main" id="{90050B48-155E-45B1-BC83-19ADCD86AC8A}"/>
              </a:ext>
            </a:extLst>
          </p:cNvPr>
          <p:cNvSpPr>
            <a:spLocks noGrp="1"/>
          </p:cNvSpPr>
          <p:nvPr/>
        </p:nvSpPr>
        <p:spPr>
          <a:xfrm>
            <a:off x="7481888" y="4048125"/>
            <a:ext cx="52388" cy="547688"/>
          </a:xfrm>
          <a:prstGeom prst="rect">
            <a:avLst/>
          </a:prstGeom>
          <a:solidFill>
            <a:srgbClr val="1D4ED8"/>
          </a:solidFill>
          <a:ln w="13097">
            <a:solidFill>
              <a:srgbClr val="172B4D"/>
            </a:solidFill>
          </a:ln>
        </p:spPr>
      </p:sp>
      <p:sp>
        <p:nvSpPr>
          <p:cNvPr id="297" name="object-297">
            <a:extLst>
              <a:ext uri="{FF2B5EF4-FFF2-40B4-BE49-F238E27FC236}">
                <a16:creationId xmlns:a16="http://schemas.microsoft.com/office/drawing/2014/main" id="{FA984248-47E3-4B72-A8E2-D1794A0672EF}"/>
              </a:ext>
            </a:extLst>
          </p:cNvPr>
          <p:cNvSpPr>
            <a:spLocks noGrp="1"/>
          </p:cNvSpPr>
          <p:nvPr/>
        </p:nvSpPr>
        <p:spPr>
          <a:xfrm>
            <a:off x="7534275" y="4048125"/>
            <a:ext cx="52388" cy="547688"/>
          </a:xfrm>
          <a:prstGeom prst="rect">
            <a:avLst/>
          </a:prstGeom>
          <a:solidFill>
            <a:srgbClr val="1D4ED8"/>
          </a:solidFill>
          <a:ln w="13097">
            <a:solidFill>
              <a:srgbClr val="172B4D"/>
            </a:solidFill>
          </a:ln>
        </p:spPr>
      </p:sp>
      <p:sp>
        <p:nvSpPr>
          <p:cNvPr id="298" name="object-298">
            <a:extLst>
              <a:ext uri="{FF2B5EF4-FFF2-40B4-BE49-F238E27FC236}">
                <a16:creationId xmlns:a16="http://schemas.microsoft.com/office/drawing/2014/main" id="{3B76B403-7514-4BBD-8019-848C38B99F1C}"/>
              </a:ext>
            </a:extLst>
          </p:cNvPr>
          <p:cNvSpPr>
            <a:spLocks noGrp="1"/>
          </p:cNvSpPr>
          <p:nvPr/>
        </p:nvSpPr>
        <p:spPr>
          <a:xfrm>
            <a:off x="7586663" y="4048125"/>
            <a:ext cx="52388" cy="547688"/>
          </a:xfrm>
          <a:prstGeom prst="rect">
            <a:avLst/>
          </a:prstGeom>
          <a:solidFill>
            <a:srgbClr val="1D4ED8"/>
          </a:solidFill>
          <a:ln w="13097">
            <a:solidFill>
              <a:srgbClr val="172B4D"/>
            </a:solidFill>
          </a:ln>
        </p:spPr>
      </p:sp>
      <p:sp>
        <p:nvSpPr>
          <p:cNvPr id="299" name="object-299">
            <a:extLst>
              <a:ext uri="{FF2B5EF4-FFF2-40B4-BE49-F238E27FC236}">
                <a16:creationId xmlns:a16="http://schemas.microsoft.com/office/drawing/2014/main" id="{0322B44B-FDF4-4459-A00F-1913A9D38DEC}"/>
              </a:ext>
            </a:extLst>
          </p:cNvPr>
          <p:cNvSpPr>
            <a:spLocks noGrp="1"/>
          </p:cNvSpPr>
          <p:nvPr/>
        </p:nvSpPr>
        <p:spPr>
          <a:xfrm>
            <a:off x="7639050" y="4048125"/>
            <a:ext cx="52388" cy="547688"/>
          </a:xfrm>
          <a:prstGeom prst="rect">
            <a:avLst/>
          </a:prstGeom>
          <a:solidFill>
            <a:srgbClr val="1D4ED8"/>
          </a:solidFill>
          <a:ln w="13097">
            <a:solidFill>
              <a:srgbClr val="172B4D"/>
            </a:solidFill>
          </a:ln>
        </p:spPr>
      </p:sp>
      <p:sp>
        <p:nvSpPr>
          <p:cNvPr id="300" name="object-300">
            <a:extLst>
              <a:ext uri="{FF2B5EF4-FFF2-40B4-BE49-F238E27FC236}">
                <a16:creationId xmlns:a16="http://schemas.microsoft.com/office/drawing/2014/main" id="{FB08201E-C7B3-48E2-A908-EAB80DC57EE1}"/>
              </a:ext>
            </a:extLst>
          </p:cNvPr>
          <p:cNvSpPr>
            <a:spLocks noGrp="1"/>
          </p:cNvSpPr>
          <p:nvPr/>
        </p:nvSpPr>
        <p:spPr>
          <a:xfrm>
            <a:off x="7691438" y="4048125"/>
            <a:ext cx="52388" cy="547688"/>
          </a:xfrm>
          <a:prstGeom prst="rect">
            <a:avLst/>
          </a:prstGeom>
          <a:solidFill>
            <a:srgbClr val="1D4ED8"/>
          </a:solidFill>
          <a:ln w="13097">
            <a:solidFill>
              <a:srgbClr val="172B4D"/>
            </a:solidFill>
          </a:ln>
        </p:spPr>
      </p:sp>
      <p:sp>
        <p:nvSpPr>
          <p:cNvPr id="301" name="object-301">
            <a:extLst>
              <a:ext uri="{FF2B5EF4-FFF2-40B4-BE49-F238E27FC236}">
                <a16:creationId xmlns:a16="http://schemas.microsoft.com/office/drawing/2014/main" id="{B5DA0EF1-153D-42F2-8376-25E99A1551B8}"/>
              </a:ext>
            </a:extLst>
          </p:cNvPr>
          <p:cNvSpPr>
            <a:spLocks noGrp="1"/>
          </p:cNvSpPr>
          <p:nvPr/>
        </p:nvSpPr>
        <p:spPr>
          <a:xfrm>
            <a:off x="7743825" y="4048125"/>
            <a:ext cx="52388" cy="547688"/>
          </a:xfrm>
          <a:prstGeom prst="rect">
            <a:avLst/>
          </a:prstGeom>
          <a:solidFill>
            <a:srgbClr val="1D4ED8"/>
          </a:solidFill>
          <a:ln w="13097">
            <a:solidFill>
              <a:srgbClr val="172B4D"/>
            </a:solidFill>
          </a:ln>
        </p:spPr>
      </p:sp>
      <p:sp>
        <p:nvSpPr>
          <p:cNvPr id="302" name="object-302">
            <a:extLst>
              <a:ext uri="{FF2B5EF4-FFF2-40B4-BE49-F238E27FC236}">
                <a16:creationId xmlns:a16="http://schemas.microsoft.com/office/drawing/2014/main" id="{5172665E-F914-4D49-9EE3-9827D90D3B4E}"/>
              </a:ext>
            </a:extLst>
          </p:cNvPr>
          <p:cNvSpPr>
            <a:spLocks noGrp="1"/>
          </p:cNvSpPr>
          <p:nvPr/>
        </p:nvSpPr>
        <p:spPr>
          <a:xfrm>
            <a:off x="7796213" y="4048125"/>
            <a:ext cx="52388" cy="547688"/>
          </a:xfrm>
          <a:prstGeom prst="rect">
            <a:avLst/>
          </a:prstGeom>
          <a:solidFill>
            <a:srgbClr val="1D4ED8"/>
          </a:solidFill>
          <a:ln w="13097">
            <a:solidFill>
              <a:srgbClr val="172B4D"/>
            </a:solidFill>
          </a:ln>
        </p:spPr>
      </p:sp>
      <p:sp>
        <p:nvSpPr>
          <p:cNvPr id="303" name="object-303">
            <a:extLst>
              <a:ext uri="{FF2B5EF4-FFF2-40B4-BE49-F238E27FC236}">
                <a16:creationId xmlns:a16="http://schemas.microsoft.com/office/drawing/2014/main" id="{970A2169-DC37-4275-B44E-45F4EE529500}"/>
              </a:ext>
            </a:extLst>
          </p:cNvPr>
          <p:cNvSpPr>
            <a:spLocks noGrp="1"/>
          </p:cNvSpPr>
          <p:nvPr/>
        </p:nvSpPr>
        <p:spPr>
          <a:xfrm>
            <a:off x="7848600" y="4048125"/>
            <a:ext cx="52388" cy="547688"/>
          </a:xfrm>
          <a:prstGeom prst="rect">
            <a:avLst/>
          </a:prstGeom>
          <a:solidFill>
            <a:srgbClr val="1D4ED8"/>
          </a:solidFill>
          <a:ln w="13097">
            <a:solidFill>
              <a:srgbClr val="172B4D"/>
            </a:solidFill>
          </a:ln>
        </p:spPr>
      </p:sp>
      <p:sp>
        <p:nvSpPr>
          <p:cNvPr id="304" name="object-304">
            <a:extLst>
              <a:ext uri="{FF2B5EF4-FFF2-40B4-BE49-F238E27FC236}">
                <a16:creationId xmlns:a16="http://schemas.microsoft.com/office/drawing/2014/main" id="{C6717CDA-A5D9-4CC5-9045-79E460918583}"/>
              </a:ext>
            </a:extLst>
          </p:cNvPr>
          <p:cNvSpPr>
            <a:spLocks noGrp="1"/>
          </p:cNvSpPr>
          <p:nvPr/>
        </p:nvSpPr>
        <p:spPr>
          <a:xfrm>
            <a:off x="7900988" y="4048125"/>
            <a:ext cx="52388" cy="547688"/>
          </a:xfrm>
          <a:prstGeom prst="rect">
            <a:avLst/>
          </a:prstGeom>
          <a:solidFill>
            <a:srgbClr val="1D4ED8"/>
          </a:solidFill>
          <a:ln w="13097">
            <a:solidFill>
              <a:srgbClr val="172B4D"/>
            </a:solidFill>
          </a:ln>
        </p:spPr>
      </p:sp>
      <p:sp>
        <p:nvSpPr>
          <p:cNvPr id="305" name="object-305">
            <a:extLst>
              <a:ext uri="{FF2B5EF4-FFF2-40B4-BE49-F238E27FC236}">
                <a16:creationId xmlns:a16="http://schemas.microsoft.com/office/drawing/2014/main" id="{1FA5AD12-B042-4F0B-BE51-5D9D3D7ECF9F}"/>
              </a:ext>
            </a:extLst>
          </p:cNvPr>
          <p:cNvSpPr>
            <a:spLocks noGrp="1"/>
          </p:cNvSpPr>
          <p:nvPr/>
        </p:nvSpPr>
        <p:spPr>
          <a:xfrm>
            <a:off x="7953375" y="4048125"/>
            <a:ext cx="52388" cy="547688"/>
          </a:xfrm>
          <a:prstGeom prst="rect">
            <a:avLst/>
          </a:prstGeom>
          <a:solidFill>
            <a:srgbClr val="1D4ED8"/>
          </a:solidFill>
          <a:ln w="13097">
            <a:solidFill>
              <a:srgbClr val="172B4D"/>
            </a:solidFill>
          </a:ln>
        </p:spPr>
      </p:sp>
      <p:sp>
        <p:nvSpPr>
          <p:cNvPr id="306" name="object-306">
            <a:extLst>
              <a:ext uri="{FF2B5EF4-FFF2-40B4-BE49-F238E27FC236}">
                <a16:creationId xmlns:a16="http://schemas.microsoft.com/office/drawing/2014/main" id="{215841B2-04C7-40F5-92DE-33119988EBED}"/>
              </a:ext>
            </a:extLst>
          </p:cNvPr>
          <p:cNvSpPr>
            <a:spLocks noGrp="1"/>
          </p:cNvSpPr>
          <p:nvPr/>
        </p:nvSpPr>
        <p:spPr>
          <a:xfrm>
            <a:off x="8005763" y="4048125"/>
            <a:ext cx="52388" cy="547688"/>
          </a:xfrm>
          <a:prstGeom prst="rect">
            <a:avLst/>
          </a:prstGeom>
          <a:solidFill>
            <a:srgbClr val="1D4ED8"/>
          </a:solidFill>
          <a:ln w="13097">
            <a:solidFill>
              <a:srgbClr val="172B4D"/>
            </a:solidFill>
          </a:ln>
        </p:spPr>
      </p:sp>
      <p:sp>
        <p:nvSpPr>
          <p:cNvPr id="307" name="object-307">
            <a:extLst>
              <a:ext uri="{FF2B5EF4-FFF2-40B4-BE49-F238E27FC236}">
                <a16:creationId xmlns:a16="http://schemas.microsoft.com/office/drawing/2014/main" id="{6809E584-970C-4D31-B0A2-51A6E1F424A2}"/>
              </a:ext>
            </a:extLst>
          </p:cNvPr>
          <p:cNvSpPr>
            <a:spLocks noGrp="1"/>
          </p:cNvSpPr>
          <p:nvPr/>
        </p:nvSpPr>
        <p:spPr>
          <a:xfrm>
            <a:off x="8058150" y="4048125"/>
            <a:ext cx="52388" cy="547688"/>
          </a:xfrm>
          <a:prstGeom prst="rect">
            <a:avLst/>
          </a:prstGeom>
          <a:solidFill>
            <a:srgbClr val="1D4ED8"/>
          </a:solidFill>
          <a:ln w="13097">
            <a:solidFill>
              <a:srgbClr val="172B4D"/>
            </a:solidFill>
          </a:ln>
        </p:spPr>
      </p:sp>
      <p:sp>
        <p:nvSpPr>
          <p:cNvPr id="308" name="object-308">
            <a:extLst>
              <a:ext uri="{FF2B5EF4-FFF2-40B4-BE49-F238E27FC236}">
                <a16:creationId xmlns:a16="http://schemas.microsoft.com/office/drawing/2014/main" id="{C4C602FA-B84A-444E-83E1-F9819D39ECA2}"/>
              </a:ext>
            </a:extLst>
          </p:cNvPr>
          <p:cNvSpPr>
            <a:spLocks noGrp="1"/>
          </p:cNvSpPr>
          <p:nvPr/>
        </p:nvSpPr>
        <p:spPr>
          <a:xfrm>
            <a:off x="8110538" y="4048125"/>
            <a:ext cx="52388" cy="547688"/>
          </a:xfrm>
          <a:prstGeom prst="rect">
            <a:avLst/>
          </a:prstGeom>
          <a:solidFill>
            <a:srgbClr val="1D4ED8"/>
          </a:solidFill>
          <a:ln w="13097">
            <a:solidFill>
              <a:srgbClr val="172B4D"/>
            </a:solidFill>
          </a:ln>
        </p:spPr>
      </p:sp>
      <p:sp>
        <p:nvSpPr>
          <p:cNvPr id="309" name="object-309">
            <a:extLst>
              <a:ext uri="{FF2B5EF4-FFF2-40B4-BE49-F238E27FC236}">
                <a16:creationId xmlns:a16="http://schemas.microsoft.com/office/drawing/2014/main" id="{FCBD7CCF-F706-42CA-8849-A06408462FDD}"/>
              </a:ext>
            </a:extLst>
          </p:cNvPr>
          <p:cNvSpPr>
            <a:spLocks noGrp="1"/>
          </p:cNvSpPr>
          <p:nvPr/>
        </p:nvSpPr>
        <p:spPr>
          <a:xfrm>
            <a:off x="8162925" y="4048125"/>
            <a:ext cx="52388" cy="547688"/>
          </a:xfrm>
          <a:prstGeom prst="rect">
            <a:avLst/>
          </a:prstGeom>
          <a:solidFill>
            <a:srgbClr val="1D4ED8"/>
          </a:solidFill>
          <a:ln w="13097">
            <a:solidFill>
              <a:srgbClr val="172B4D"/>
            </a:solidFill>
          </a:ln>
        </p:spPr>
      </p:sp>
      <p:sp>
        <p:nvSpPr>
          <p:cNvPr id="310" name="object-310">
            <a:extLst>
              <a:ext uri="{FF2B5EF4-FFF2-40B4-BE49-F238E27FC236}">
                <a16:creationId xmlns:a16="http://schemas.microsoft.com/office/drawing/2014/main" id="{24B0094D-D108-4586-B9A1-B0E1B0CCD45D}"/>
              </a:ext>
            </a:extLst>
          </p:cNvPr>
          <p:cNvSpPr>
            <a:spLocks noGrp="1"/>
          </p:cNvSpPr>
          <p:nvPr/>
        </p:nvSpPr>
        <p:spPr>
          <a:xfrm>
            <a:off x="8215313" y="4048125"/>
            <a:ext cx="52388" cy="547688"/>
          </a:xfrm>
          <a:prstGeom prst="rect">
            <a:avLst/>
          </a:prstGeom>
          <a:solidFill>
            <a:srgbClr val="1D4ED8"/>
          </a:solidFill>
          <a:ln w="13097">
            <a:solidFill>
              <a:srgbClr val="172B4D"/>
            </a:solidFill>
          </a:ln>
        </p:spPr>
      </p:sp>
      <p:sp>
        <p:nvSpPr>
          <p:cNvPr id="311" name="object-311">
            <a:extLst>
              <a:ext uri="{FF2B5EF4-FFF2-40B4-BE49-F238E27FC236}">
                <a16:creationId xmlns:a16="http://schemas.microsoft.com/office/drawing/2014/main" id="{EA9470C5-A4F6-4325-9F65-B30D1FF37329}"/>
              </a:ext>
            </a:extLst>
          </p:cNvPr>
          <p:cNvSpPr>
            <a:spLocks noGrp="1"/>
          </p:cNvSpPr>
          <p:nvPr/>
        </p:nvSpPr>
        <p:spPr>
          <a:xfrm>
            <a:off x="8267700" y="4048125"/>
            <a:ext cx="52388" cy="547688"/>
          </a:xfrm>
          <a:prstGeom prst="rect">
            <a:avLst/>
          </a:prstGeom>
          <a:solidFill>
            <a:srgbClr val="1D4ED8"/>
          </a:solidFill>
          <a:ln w="13097">
            <a:solidFill>
              <a:srgbClr val="172B4D"/>
            </a:solidFill>
          </a:ln>
        </p:spPr>
      </p:sp>
      <p:sp>
        <p:nvSpPr>
          <p:cNvPr id="312" name="object-312">
            <a:extLst>
              <a:ext uri="{FF2B5EF4-FFF2-40B4-BE49-F238E27FC236}">
                <a16:creationId xmlns:a16="http://schemas.microsoft.com/office/drawing/2014/main" id="{A3A69E2B-F8D8-4736-ACF8-F030993866DF}"/>
              </a:ext>
            </a:extLst>
          </p:cNvPr>
          <p:cNvSpPr>
            <a:spLocks noGrp="1"/>
          </p:cNvSpPr>
          <p:nvPr/>
        </p:nvSpPr>
        <p:spPr>
          <a:xfrm>
            <a:off x="8320088" y="4048125"/>
            <a:ext cx="52388" cy="547688"/>
          </a:xfrm>
          <a:prstGeom prst="rect">
            <a:avLst/>
          </a:prstGeom>
          <a:solidFill>
            <a:srgbClr val="1D4ED8"/>
          </a:solidFill>
          <a:ln w="13097">
            <a:solidFill>
              <a:srgbClr val="172B4D"/>
            </a:solidFill>
          </a:ln>
        </p:spPr>
      </p:sp>
      <p:sp>
        <p:nvSpPr>
          <p:cNvPr id="313" name="object-313">
            <a:extLst>
              <a:ext uri="{FF2B5EF4-FFF2-40B4-BE49-F238E27FC236}">
                <a16:creationId xmlns:a16="http://schemas.microsoft.com/office/drawing/2014/main" id="{23DBED79-6C81-424A-8BF7-A53BC260AB02}"/>
              </a:ext>
            </a:extLst>
          </p:cNvPr>
          <p:cNvSpPr>
            <a:spLocks noGrp="1"/>
          </p:cNvSpPr>
          <p:nvPr/>
        </p:nvSpPr>
        <p:spPr>
          <a:xfrm>
            <a:off x="8372475" y="4048125"/>
            <a:ext cx="52388" cy="547688"/>
          </a:xfrm>
          <a:prstGeom prst="rect">
            <a:avLst/>
          </a:prstGeom>
          <a:solidFill>
            <a:srgbClr val="1D4ED8"/>
          </a:solidFill>
          <a:ln w="13097">
            <a:solidFill>
              <a:srgbClr val="172B4D"/>
            </a:solidFill>
          </a:ln>
        </p:spPr>
      </p:sp>
      <p:sp>
        <p:nvSpPr>
          <p:cNvPr id="314" name="object-314">
            <a:extLst>
              <a:ext uri="{FF2B5EF4-FFF2-40B4-BE49-F238E27FC236}">
                <a16:creationId xmlns:a16="http://schemas.microsoft.com/office/drawing/2014/main" id="{26E5D46F-0214-4207-A59E-6197E4C197C4}"/>
              </a:ext>
            </a:extLst>
          </p:cNvPr>
          <p:cNvSpPr>
            <a:spLocks noGrp="1"/>
          </p:cNvSpPr>
          <p:nvPr/>
        </p:nvSpPr>
        <p:spPr>
          <a:xfrm>
            <a:off x="8424863" y="4048125"/>
            <a:ext cx="52388" cy="547688"/>
          </a:xfrm>
          <a:prstGeom prst="rect">
            <a:avLst/>
          </a:prstGeom>
          <a:solidFill>
            <a:srgbClr val="1D4ED8"/>
          </a:solidFill>
          <a:ln w="13097">
            <a:solidFill>
              <a:srgbClr val="172B4D"/>
            </a:solidFill>
          </a:ln>
        </p:spPr>
      </p:sp>
      <p:sp>
        <p:nvSpPr>
          <p:cNvPr id="315" name="object-315">
            <a:extLst>
              <a:ext uri="{FF2B5EF4-FFF2-40B4-BE49-F238E27FC236}">
                <a16:creationId xmlns:a16="http://schemas.microsoft.com/office/drawing/2014/main" id="{C11B735E-7EAF-40E1-802D-CFC021584B97}"/>
              </a:ext>
            </a:extLst>
          </p:cNvPr>
          <p:cNvSpPr>
            <a:spLocks noGrp="1"/>
          </p:cNvSpPr>
          <p:nvPr/>
        </p:nvSpPr>
        <p:spPr>
          <a:xfrm>
            <a:off x="8477250" y="4048125"/>
            <a:ext cx="52388" cy="547688"/>
          </a:xfrm>
          <a:prstGeom prst="rect">
            <a:avLst/>
          </a:prstGeom>
          <a:solidFill>
            <a:srgbClr val="1D4ED8"/>
          </a:solidFill>
          <a:ln w="13097">
            <a:solidFill>
              <a:srgbClr val="172B4D"/>
            </a:solidFill>
          </a:ln>
        </p:spPr>
      </p:sp>
      <p:sp>
        <p:nvSpPr>
          <p:cNvPr id="316" name="object-316">
            <a:extLst>
              <a:ext uri="{FF2B5EF4-FFF2-40B4-BE49-F238E27FC236}">
                <a16:creationId xmlns:a16="http://schemas.microsoft.com/office/drawing/2014/main" id="{0F74C98F-8445-42B4-A2E6-532E36CC72C2}"/>
              </a:ext>
            </a:extLst>
          </p:cNvPr>
          <p:cNvSpPr>
            <a:spLocks noGrp="1"/>
          </p:cNvSpPr>
          <p:nvPr/>
        </p:nvSpPr>
        <p:spPr>
          <a:xfrm>
            <a:off x="8529638" y="4048125"/>
            <a:ext cx="52388" cy="547688"/>
          </a:xfrm>
          <a:prstGeom prst="rect">
            <a:avLst/>
          </a:prstGeom>
          <a:solidFill>
            <a:srgbClr val="1D4ED8"/>
          </a:solidFill>
          <a:ln w="13097">
            <a:solidFill>
              <a:srgbClr val="172B4D"/>
            </a:solidFill>
          </a:ln>
        </p:spPr>
      </p:sp>
      <p:sp>
        <p:nvSpPr>
          <p:cNvPr id="317" name="object-317">
            <a:extLst>
              <a:ext uri="{FF2B5EF4-FFF2-40B4-BE49-F238E27FC236}">
                <a16:creationId xmlns:a16="http://schemas.microsoft.com/office/drawing/2014/main" id="{1CE76785-0419-4C1D-8BD2-4DEC0D8B1659}"/>
              </a:ext>
            </a:extLst>
          </p:cNvPr>
          <p:cNvSpPr>
            <a:spLocks noGrp="1"/>
          </p:cNvSpPr>
          <p:nvPr/>
        </p:nvSpPr>
        <p:spPr>
          <a:xfrm>
            <a:off x="8582025" y="4048125"/>
            <a:ext cx="52388" cy="547688"/>
          </a:xfrm>
          <a:prstGeom prst="rect">
            <a:avLst/>
          </a:prstGeom>
          <a:solidFill>
            <a:srgbClr val="1D4ED8"/>
          </a:solidFill>
          <a:ln w="13097">
            <a:solidFill>
              <a:srgbClr val="172B4D"/>
            </a:solidFill>
          </a:ln>
        </p:spPr>
      </p:sp>
      <p:sp>
        <p:nvSpPr>
          <p:cNvPr id="318" name="object-318">
            <a:extLst>
              <a:ext uri="{FF2B5EF4-FFF2-40B4-BE49-F238E27FC236}">
                <a16:creationId xmlns:a16="http://schemas.microsoft.com/office/drawing/2014/main" id="{B725C6F5-AD74-42E6-919E-541CA1E5AE81}"/>
              </a:ext>
            </a:extLst>
          </p:cNvPr>
          <p:cNvSpPr>
            <a:spLocks noGrp="1"/>
          </p:cNvSpPr>
          <p:nvPr/>
        </p:nvSpPr>
        <p:spPr>
          <a:xfrm>
            <a:off x="8634413" y="4048125"/>
            <a:ext cx="52388" cy="547688"/>
          </a:xfrm>
          <a:prstGeom prst="rect">
            <a:avLst/>
          </a:prstGeom>
          <a:solidFill>
            <a:srgbClr val="1D4ED8"/>
          </a:solidFill>
          <a:ln w="13097">
            <a:solidFill>
              <a:srgbClr val="172B4D"/>
            </a:solidFill>
          </a:ln>
        </p:spPr>
      </p:sp>
      <p:sp>
        <p:nvSpPr>
          <p:cNvPr id="319" name="object-319">
            <a:extLst>
              <a:ext uri="{FF2B5EF4-FFF2-40B4-BE49-F238E27FC236}">
                <a16:creationId xmlns:a16="http://schemas.microsoft.com/office/drawing/2014/main" id="{5834255E-1824-4581-AF79-B8368C38CF27}"/>
              </a:ext>
            </a:extLst>
          </p:cNvPr>
          <p:cNvSpPr>
            <a:spLocks noGrp="1"/>
          </p:cNvSpPr>
          <p:nvPr/>
        </p:nvSpPr>
        <p:spPr>
          <a:xfrm>
            <a:off x="8686800" y="4048125"/>
            <a:ext cx="52388" cy="547688"/>
          </a:xfrm>
          <a:prstGeom prst="rect">
            <a:avLst/>
          </a:prstGeom>
          <a:solidFill>
            <a:srgbClr val="1D4ED8"/>
          </a:solidFill>
          <a:ln w="13097">
            <a:solidFill>
              <a:srgbClr val="172B4D"/>
            </a:solidFill>
          </a:ln>
        </p:spPr>
      </p:sp>
      <p:sp>
        <p:nvSpPr>
          <p:cNvPr id="320" name="object-320">
            <a:extLst>
              <a:ext uri="{FF2B5EF4-FFF2-40B4-BE49-F238E27FC236}">
                <a16:creationId xmlns:a16="http://schemas.microsoft.com/office/drawing/2014/main" id="{94116315-898B-4A38-B487-49EB8C9B813F}"/>
              </a:ext>
            </a:extLst>
          </p:cNvPr>
          <p:cNvSpPr>
            <a:spLocks noGrp="1"/>
          </p:cNvSpPr>
          <p:nvPr/>
        </p:nvSpPr>
        <p:spPr>
          <a:xfrm>
            <a:off x="8739188" y="4048125"/>
            <a:ext cx="52388" cy="547688"/>
          </a:xfrm>
          <a:prstGeom prst="rect">
            <a:avLst/>
          </a:prstGeom>
          <a:solidFill>
            <a:srgbClr val="1D4ED8"/>
          </a:solidFill>
          <a:ln w="13097">
            <a:solidFill>
              <a:srgbClr val="172B4D"/>
            </a:solidFill>
          </a:ln>
        </p:spPr>
      </p:sp>
      <p:sp>
        <p:nvSpPr>
          <p:cNvPr id="321" name="object-321">
            <a:extLst>
              <a:ext uri="{FF2B5EF4-FFF2-40B4-BE49-F238E27FC236}">
                <a16:creationId xmlns:a16="http://schemas.microsoft.com/office/drawing/2014/main" id="{5E7076D3-4C48-4BC4-852E-2EF1529A9EAF}"/>
              </a:ext>
            </a:extLst>
          </p:cNvPr>
          <p:cNvSpPr>
            <a:spLocks noGrp="1"/>
          </p:cNvSpPr>
          <p:nvPr/>
        </p:nvSpPr>
        <p:spPr>
          <a:xfrm>
            <a:off x="8791575" y="4048125"/>
            <a:ext cx="52388" cy="547688"/>
          </a:xfrm>
          <a:prstGeom prst="rect">
            <a:avLst/>
          </a:prstGeom>
          <a:solidFill>
            <a:srgbClr val="1D4ED8"/>
          </a:solidFill>
          <a:ln w="13097">
            <a:solidFill>
              <a:srgbClr val="172B4D"/>
            </a:solidFill>
          </a:ln>
        </p:spPr>
      </p:sp>
      <p:sp>
        <p:nvSpPr>
          <p:cNvPr id="322" name="object-322">
            <a:extLst>
              <a:ext uri="{FF2B5EF4-FFF2-40B4-BE49-F238E27FC236}">
                <a16:creationId xmlns:a16="http://schemas.microsoft.com/office/drawing/2014/main" id="{939A35DF-77C4-497C-B9D8-DF6C9C1D5F19}"/>
              </a:ext>
            </a:extLst>
          </p:cNvPr>
          <p:cNvSpPr>
            <a:spLocks noGrp="1"/>
          </p:cNvSpPr>
          <p:nvPr/>
        </p:nvSpPr>
        <p:spPr>
          <a:xfrm>
            <a:off x="8843963" y="4048125"/>
            <a:ext cx="52388" cy="547688"/>
          </a:xfrm>
          <a:prstGeom prst="rect">
            <a:avLst/>
          </a:prstGeom>
          <a:solidFill>
            <a:srgbClr val="1D4ED8"/>
          </a:solidFill>
          <a:ln w="13097">
            <a:solidFill>
              <a:srgbClr val="172B4D"/>
            </a:solidFill>
          </a:ln>
        </p:spPr>
      </p:sp>
      <p:sp>
        <p:nvSpPr>
          <p:cNvPr id="323" name="object-323">
            <a:extLst>
              <a:ext uri="{FF2B5EF4-FFF2-40B4-BE49-F238E27FC236}">
                <a16:creationId xmlns:a16="http://schemas.microsoft.com/office/drawing/2014/main" id="{0142F0FE-C90F-4B0F-86F9-B38020C09B68}"/>
              </a:ext>
            </a:extLst>
          </p:cNvPr>
          <p:cNvSpPr>
            <a:spLocks noGrp="1"/>
          </p:cNvSpPr>
          <p:nvPr/>
        </p:nvSpPr>
        <p:spPr>
          <a:xfrm>
            <a:off x="8896350" y="4048125"/>
            <a:ext cx="52388" cy="547688"/>
          </a:xfrm>
          <a:prstGeom prst="rect">
            <a:avLst/>
          </a:prstGeom>
          <a:solidFill>
            <a:srgbClr val="1D4ED8"/>
          </a:solidFill>
          <a:ln w="13097">
            <a:solidFill>
              <a:srgbClr val="172B4D"/>
            </a:solidFill>
          </a:ln>
        </p:spPr>
      </p:sp>
      <p:sp>
        <p:nvSpPr>
          <p:cNvPr id="324" name="object-324">
            <a:extLst>
              <a:ext uri="{FF2B5EF4-FFF2-40B4-BE49-F238E27FC236}">
                <a16:creationId xmlns:a16="http://schemas.microsoft.com/office/drawing/2014/main" id="{85BDDB67-ABA6-48C3-9F87-46D7BF4F3F16}"/>
              </a:ext>
            </a:extLst>
          </p:cNvPr>
          <p:cNvSpPr>
            <a:spLocks noGrp="1"/>
          </p:cNvSpPr>
          <p:nvPr/>
        </p:nvSpPr>
        <p:spPr>
          <a:xfrm>
            <a:off x="8948738" y="4048125"/>
            <a:ext cx="52388" cy="547688"/>
          </a:xfrm>
          <a:prstGeom prst="rect">
            <a:avLst/>
          </a:prstGeom>
          <a:solidFill>
            <a:srgbClr val="1D4ED8"/>
          </a:solidFill>
          <a:ln w="13097">
            <a:solidFill>
              <a:srgbClr val="172B4D"/>
            </a:solidFill>
          </a:ln>
        </p:spPr>
      </p:sp>
      <p:sp>
        <p:nvSpPr>
          <p:cNvPr id="325" name="object-325">
            <a:extLst>
              <a:ext uri="{FF2B5EF4-FFF2-40B4-BE49-F238E27FC236}">
                <a16:creationId xmlns:a16="http://schemas.microsoft.com/office/drawing/2014/main" id="{1BC46027-4142-418C-855C-8EFC85AC42B9}"/>
              </a:ext>
            </a:extLst>
          </p:cNvPr>
          <p:cNvSpPr>
            <a:spLocks noGrp="1"/>
          </p:cNvSpPr>
          <p:nvPr/>
        </p:nvSpPr>
        <p:spPr>
          <a:xfrm>
            <a:off x="9001125" y="4048125"/>
            <a:ext cx="52388" cy="547688"/>
          </a:xfrm>
          <a:prstGeom prst="rect">
            <a:avLst/>
          </a:prstGeom>
          <a:solidFill>
            <a:srgbClr val="1D4ED8"/>
          </a:solidFill>
          <a:ln w="13097">
            <a:solidFill>
              <a:srgbClr val="172B4D"/>
            </a:solidFill>
          </a:ln>
        </p:spPr>
      </p:sp>
      <p:sp>
        <p:nvSpPr>
          <p:cNvPr id="326" name="object-326">
            <a:extLst>
              <a:ext uri="{FF2B5EF4-FFF2-40B4-BE49-F238E27FC236}">
                <a16:creationId xmlns:a16="http://schemas.microsoft.com/office/drawing/2014/main" id="{F732F408-C371-42BB-957B-A75919755CBD}"/>
              </a:ext>
            </a:extLst>
          </p:cNvPr>
          <p:cNvSpPr>
            <a:spLocks noGrp="1"/>
          </p:cNvSpPr>
          <p:nvPr/>
        </p:nvSpPr>
        <p:spPr>
          <a:xfrm>
            <a:off x="9053513" y="4048125"/>
            <a:ext cx="52388" cy="547688"/>
          </a:xfrm>
          <a:prstGeom prst="rect">
            <a:avLst/>
          </a:prstGeom>
          <a:solidFill>
            <a:srgbClr val="1D4ED8"/>
          </a:solidFill>
          <a:ln w="13097">
            <a:solidFill>
              <a:srgbClr val="172B4D"/>
            </a:solidFill>
          </a:ln>
        </p:spPr>
      </p:sp>
      <p:sp>
        <p:nvSpPr>
          <p:cNvPr id="327" name="object-327">
            <a:extLst>
              <a:ext uri="{FF2B5EF4-FFF2-40B4-BE49-F238E27FC236}">
                <a16:creationId xmlns:a16="http://schemas.microsoft.com/office/drawing/2014/main" id="{FF9AE8A0-C730-4A32-A242-EDA845965626}"/>
              </a:ext>
            </a:extLst>
          </p:cNvPr>
          <p:cNvSpPr>
            <a:spLocks noGrp="1"/>
          </p:cNvSpPr>
          <p:nvPr/>
        </p:nvSpPr>
        <p:spPr>
          <a:xfrm>
            <a:off x="9105900" y="4048125"/>
            <a:ext cx="52388" cy="547688"/>
          </a:xfrm>
          <a:prstGeom prst="rect">
            <a:avLst/>
          </a:prstGeom>
          <a:solidFill>
            <a:srgbClr val="1D4ED8"/>
          </a:solidFill>
          <a:ln w="13097">
            <a:solidFill>
              <a:srgbClr val="172B4D"/>
            </a:solidFill>
          </a:ln>
        </p:spPr>
      </p:sp>
      <p:sp>
        <p:nvSpPr>
          <p:cNvPr id="328" name="object-328">
            <a:extLst>
              <a:ext uri="{FF2B5EF4-FFF2-40B4-BE49-F238E27FC236}">
                <a16:creationId xmlns:a16="http://schemas.microsoft.com/office/drawing/2014/main" id="{6C420D41-7F87-415E-AEF4-3AA490F3FD93}"/>
              </a:ext>
            </a:extLst>
          </p:cNvPr>
          <p:cNvSpPr>
            <a:spLocks noGrp="1"/>
          </p:cNvSpPr>
          <p:nvPr/>
        </p:nvSpPr>
        <p:spPr>
          <a:xfrm>
            <a:off x="9158288" y="4048125"/>
            <a:ext cx="52388" cy="547688"/>
          </a:xfrm>
          <a:prstGeom prst="rect">
            <a:avLst/>
          </a:prstGeom>
          <a:solidFill>
            <a:srgbClr val="1D4ED8"/>
          </a:solidFill>
          <a:ln w="13097">
            <a:solidFill>
              <a:srgbClr val="172B4D"/>
            </a:solidFill>
          </a:ln>
        </p:spPr>
      </p:sp>
      <p:sp>
        <p:nvSpPr>
          <p:cNvPr id="329" name="object-329">
            <a:extLst>
              <a:ext uri="{FF2B5EF4-FFF2-40B4-BE49-F238E27FC236}">
                <a16:creationId xmlns:a16="http://schemas.microsoft.com/office/drawing/2014/main" id="{AD41FF48-55B0-44E9-B2C7-3F08FC4E02C0}"/>
              </a:ext>
            </a:extLst>
          </p:cNvPr>
          <p:cNvSpPr>
            <a:spLocks noGrp="1"/>
          </p:cNvSpPr>
          <p:nvPr/>
        </p:nvSpPr>
        <p:spPr>
          <a:xfrm>
            <a:off x="9210675" y="4048125"/>
            <a:ext cx="52388" cy="547688"/>
          </a:xfrm>
          <a:prstGeom prst="rect">
            <a:avLst/>
          </a:prstGeom>
          <a:solidFill>
            <a:srgbClr val="1D4ED8"/>
          </a:solidFill>
          <a:ln w="13097">
            <a:solidFill>
              <a:srgbClr val="172B4D"/>
            </a:solidFill>
          </a:ln>
        </p:spPr>
      </p:sp>
      <p:sp>
        <p:nvSpPr>
          <p:cNvPr id="330" name="object-330">
            <a:extLst>
              <a:ext uri="{FF2B5EF4-FFF2-40B4-BE49-F238E27FC236}">
                <a16:creationId xmlns:a16="http://schemas.microsoft.com/office/drawing/2014/main" id="{006B1DF9-612E-4887-9644-9A86EA89C5AC}"/>
              </a:ext>
            </a:extLst>
          </p:cNvPr>
          <p:cNvSpPr>
            <a:spLocks noGrp="1"/>
          </p:cNvSpPr>
          <p:nvPr/>
        </p:nvSpPr>
        <p:spPr>
          <a:xfrm>
            <a:off x="9263063" y="4048125"/>
            <a:ext cx="52388" cy="547688"/>
          </a:xfrm>
          <a:prstGeom prst="rect">
            <a:avLst/>
          </a:prstGeom>
          <a:solidFill>
            <a:srgbClr val="1D4ED8"/>
          </a:solidFill>
          <a:ln w="13097">
            <a:solidFill>
              <a:srgbClr val="172B4D"/>
            </a:solidFill>
          </a:ln>
        </p:spPr>
      </p:sp>
      <p:sp>
        <p:nvSpPr>
          <p:cNvPr id="331" name="object-331">
            <a:extLst>
              <a:ext uri="{FF2B5EF4-FFF2-40B4-BE49-F238E27FC236}">
                <a16:creationId xmlns:a16="http://schemas.microsoft.com/office/drawing/2014/main" id="{03A8A6F1-16C3-4427-A5C4-AD3C078FE79F}"/>
              </a:ext>
            </a:extLst>
          </p:cNvPr>
          <p:cNvSpPr>
            <a:spLocks noGrp="1"/>
          </p:cNvSpPr>
          <p:nvPr/>
        </p:nvSpPr>
        <p:spPr>
          <a:xfrm>
            <a:off x="9315450" y="4048125"/>
            <a:ext cx="52388" cy="547688"/>
          </a:xfrm>
          <a:prstGeom prst="rect">
            <a:avLst/>
          </a:prstGeom>
          <a:solidFill>
            <a:srgbClr val="1D4ED8"/>
          </a:solidFill>
          <a:ln w="13097">
            <a:solidFill>
              <a:srgbClr val="172B4D"/>
            </a:solidFill>
          </a:ln>
        </p:spPr>
      </p:sp>
      <p:sp>
        <p:nvSpPr>
          <p:cNvPr id="332" name="object-332">
            <a:extLst>
              <a:ext uri="{FF2B5EF4-FFF2-40B4-BE49-F238E27FC236}">
                <a16:creationId xmlns:a16="http://schemas.microsoft.com/office/drawing/2014/main" id="{EA8B340A-6722-4CFD-A01B-2D807E0B6AEE}"/>
              </a:ext>
            </a:extLst>
          </p:cNvPr>
          <p:cNvSpPr>
            <a:spLocks noGrp="1"/>
          </p:cNvSpPr>
          <p:nvPr/>
        </p:nvSpPr>
        <p:spPr>
          <a:xfrm>
            <a:off x="9367838" y="4048125"/>
            <a:ext cx="52388" cy="547688"/>
          </a:xfrm>
          <a:prstGeom prst="rect">
            <a:avLst/>
          </a:prstGeom>
          <a:solidFill>
            <a:srgbClr val="1D4ED8"/>
          </a:solidFill>
          <a:ln w="13097">
            <a:solidFill>
              <a:srgbClr val="172B4D"/>
            </a:solidFill>
          </a:ln>
        </p:spPr>
      </p:sp>
      <p:sp>
        <p:nvSpPr>
          <p:cNvPr id="333" name="object-333">
            <a:extLst>
              <a:ext uri="{FF2B5EF4-FFF2-40B4-BE49-F238E27FC236}">
                <a16:creationId xmlns:a16="http://schemas.microsoft.com/office/drawing/2014/main" id="{4CA4BC63-4C80-40BD-9553-D60F41C53AC9}"/>
              </a:ext>
            </a:extLst>
          </p:cNvPr>
          <p:cNvSpPr>
            <a:spLocks noGrp="1"/>
          </p:cNvSpPr>
          <p:nvPr/>
        </p:nvSpPr>
        <p:spPr>
          <a:xfrm>
            <a:off x="9420225" y="4048125"/>
            <a:ext cx="52388" cy="547688"/>
          </a:xfrm>
          <a:prstGeom prst="rect">
            <a:avLst/>
          </a:prstGeom>
          <a:solidFill>
            <a:srgbClr val="1D4ED8"/>
          </a:solidFill>
          <a:ln w="13097">
            <a:solidFill>
              <a:srgbClr val="172B4D"/>
            </a:solidFill>
          </a:ln>
        </p:spPr>
      </p:sp>
      <p:sp>
        <p:nvSpPr>
          <p:cNvPr id="334" name="object-334">
            <a:extLst>
              <a:ext uri="{FF2B5EF4-FFF2-40B4-BE49-F238E27FC236}">
                <a16:creationId xmlns:a16="http://schemas.microsoft.com/office/drawing/2014/main" id="{7230B104-4C21-43F4-93DD-6EFF8220B8A9}"/>
              </a:ext>
            </a:extLst>
          </p:cNvPr>
          <p:cNvSpPr>
            <a:spLocks noGrp="1"/>
          </p:cNvSpPr>
          <p:nvPr/>
        </p:nvSpPr>
        <p:spPr>
          <a:xfrm>
            <a:off x="9472613" y="4048125"/>
            <a:ext cx="52388" cy="547688"/>
          </a:xfrm>
          <a:prstGeom prst="rect">
            <a:avLst/>
          </a:prstGeom>
          <a:solidFill>
            <a:srgbClr val="1D4ED8"/>
          </a:solidFill>
          <a:ln w="13097">
            <a:solidFill>
              <a:srgbClr val="172B4D"/>
            </a:solidFill>
          </a:ln>
        </p:spPr>
      </p:sp>
      <p:sp>
        <p:nvSpPr>
          <p:cNvPr id="335" name="object-335">
            <a:extLst>
              <a:ext uri="{FF2B5EF4-FFF2-40B4-BE49-F238E27FC236}">
                <a16:creationId xmlns:a16="http://schemas.microsoft.com/office/drawing/2014/main" id="{6B5C9BEB-9773-4857-8B78-2D22847D02B5}"/>
              </a:ext>
            </a:extLst>
          </p:cNvPr>
          <p:cNvSpPr>
            <a:spLocks noGrp="1"/>
          </p:cNvSpPr>
          <p:nvPr/>
        </p:nvSpPr>
        <p:spPr>
          <a:xfrm>
            <a:off x="9525000" y="4048125"/>
            <a:ext cx="52388" cy="547688"/>
          </a:xfrm>
          <a:prstGeom prst="rect">
            <a:avLst/>
          </a:prstGeom>
          <a:solidFill>
            <a:srgbClr val="1D4ED8"/>
          </a:solidFill>
          <a:ln w="13097">
            <a:solidFill>
              <a:srgbClr val="172B4D"/>
            </a:solidFill>
          </a:ln>
        </p:spPr>
      </p:sp>
      <p:sp>
        <p:nvSpPr>
          <p:cNvPr id="336" name="object-336">
            <a:extLst>
              <a:ext uri="{FF2B5EF4-FFF2-40B4-BE49-F238E27FC236}">
                <a16:creationId xmlns:a16="http://schemas.microsoft.com/office/drawing/2014/main" id="{2E405EC8-B4AC-4A76-BB2E-873E9849B58F}"/>
              </a:ext>
            </a:extLst>
          </p:cNvPr>
          <p:cNvSpPr>
            <a:spLocks noGrp="1"/>
          </p:cNvSpPr>
          <p:nvPr/>
        </p:nvSpPr>
        <p:spPr>
          <a:xfrm>
            <a:off x="9577388" y="4048125"/>
            <a:ext cx="52388" cy="547688"/>
          </a:xfrm>
          <a:prstGeom prst="rect">
            <a:avLst/>
          </a:prstGeom>
          <a:solidFill>
            <a:srgbClr val="1D4ED8"/>
          </a:solidFill>
          <a:ln w="13097">
            <a:solidFill>
              <a:srgbClr val="172B4D"/>
            </a:solidFill>
          </a:ln>
        </p:spPr>
      </p:sp>
      <p:sp>
        <p:nvSpPr>
          <p:cNvPr id="337" name="object-337">
            <a:extLst>
              <a:ext uri="{FF2B5EF4-FFF2-40B4-BE49-F238E27FC236}">
                <a16:creationId xmlns:a16="http://schemas.microsoft.com/office/drawing/2014/main" id="{5F3808F2-C562-49DC-8F1D-23138DB76CEC}"/>
              </a:ext>
            </a:extLst>
          </p:cNvPr>
          <p:cNvSpPr>
            <a:spLocks noGrp="1"/>
          </p:cNvSpPr>
          <p:nvPr/>
        </p:nvSpPr>
        <p:spPr>
          <a:xfrm>
            <a:off x="9629775" y="4048125"/>
            <a:ext cx="52388" cy="547688"/>
          </a:xfrm>
          <a:prstGeom prst="rect">
            <a:avLst/>
          </a:prstGeom>
          <a:solidFill>
            <a:srgbClr val="1D4ED8"/>
          </a:solidFill>
          <a:ln w="13097">
            <a:solidFill>
              <a:srgbClr val="172B4D"/>
            </a:solidFill>
          </a:ln>
        </p:spPr>
      </p:sp>
      <p:sp>
        <p:nvSpPr>
          <p:cNvPr id="338" name="object-338">
            <a:extLst>
              <a:ext uri="{FF2B5EF4-FFF2-40B4-BE49-F238E27FC236}">
                <a16:creationId xmlns:a16="http://schemas.microsoft.com/office/drawing/2014/main" id="{F6355E92-580E-4975-8741-937278EA2DAF}"/>
              </a:ext>
            </a:extLst>
          </p:cNvPr>
          <p:cNvSpPr>
            <a:spLocks noGrp="1"/>
          </p:cNvSpPr>
          <p:nvPr/>
        </p:nvSpPr>
        <p:spPr>
          <a:xfrm>
            <a:off x="9682163" y="4048125"/>
            <a:ext cx="52388" cy="547688"/>
          </a:xfrm>
          <a:prstGeom prst="rect">
            <a:avLst/>
          </a:prstGeom>
          <a:solidFill>
            <a:srgbClr val="1D4ED8"/>
          </a:solidFill>
          <a:ln w="13097">
            <a:solidFill>
              <a:srgbClr val="172B4D"/>
            </a:solidFill>
          </a:ln>
        </p:spPr>
      </p:sp>
      <p:sp>
        <p:nvSpPr>
          <p:cNvPr id="339" name="object-339">
            <a:extLst>
              <a:ext uri="{FF2B5EF4-FFF2-40B4-BE49-F238E27FC236}">
                <a16:creationId xmlns:a16="http://schemas.microsoft.com/office/drawing/2014/main" id="{0BB3241E-F30F-4491-829E-FB9DC56622E1}"/>
              </a:ext>
            </a:extLst>
          </p:cNvPr>
          <p:cNvSpPr>
            <a:spLocks noGrp="1"/>
          </p:cNvSpPr>
          <p:nvPr/>
        </p:nvSpPr>
        <p:spPr>
          <a:xfrm>
            <a:off x="9734550" y="4048125"/>
            <a:ext cx="52388" cy="547688"/>
          </a:xfrm>
          <a:prstGeom prst="rect">
            <a:avLst/>
          </a:prstGeom>
          <a:solidFill>
            <a:srgbClr val="1D4ED8"/>
          </a:solidFill>
          <a:ln w="13097">
            <a:solidFill>
              <a:srgbClr val="172B4D"/>
            </a:solidFill>
          </a:ln>
        </p:spPr>
      </p:sp>
      <p:sp>
        <p:nvSpPr>
          <p:cNvPr id="340" name="object-340">
            <a:extLst>
              <a:ext uri="{FF2B5EF4-FFF2-40B4-BE49-F238E27FC236}">
                <a16:creationId xmlns:a16="http://schemas.microsoft.com/office/drawing/2014/main" id="{0DD170A8-C019-4F32-B142-B90BBC417EF3}"/>
              </a:ext>
            </a:extLst>
          </p:cNvPr>
          <p:cNvSpPr>
            <a:spLocks noGrp="1"/>
          </p:cNvSpPr>
          <p:nvPr/>
        </p:nvSpPr>
        <p:spPr>
          <a:xfrm>
            <a:off x="9786938" y="4048125"/>
            <a:ext cx="52388" cy="547688"/>
          </a:xfrm>
          <a:prstGeom prst="rect">
            <a:avLst/>
          </a:prstGeom>
          <a:solidFill>
            <a:srgbClr val="1D4ED8"/>
          </a:solidFill>
          <a:ln w="13097">
            <a:solidFill>
              <a:srgbClr val="172B4D"/>
            </a:solidFill>
          </a:ln>
        </p:spPr>
      </p:sp>
      <p:sp>
        <p:nvSpPr>
          <p:cNvPr id="341" name="object-341">
            <a:extLst>
              <a:ext uri="{FF2B5EF4-FFF2-40B4-BE49-F238E27FC236}">
                <a16:creationId xmlns:a16="http://schemas.microsoft.com/office/drawing/2014/main" id="{EBBE886A-DA02-4850-B0D7-1DA3DFC41459}"/>
              </a:ext>
            </a:extLst>
          </p:cNvPr>
          <p:cNvSpPr>
            <a:spLocks noGrp="1"/>
          </p:cNvSpPr>
          <p:nvPr/>
        </p:nvSpPr>
        <p:spPr>
          <a:xfrm>
            <a:off x="9839325" y="4048125"/>
            <a:ext cx="52388" cy="547688"/>
          </a:xfrm>
          <a:prstGeom prst="rect">
            <a:avLst/>
          </a:prstGeom>
          <a:solidFill>
            <a:srgbClr val="1D4ED8"/>
          </a:solidFill>
          <a:ln w="13097">
            <a:solidFill>
              <a:srgbClr val="172B4D"/>
            </a:solidFill>
          </a:ln>
        </p:spPr>
      </p:sp>
      <p:sp>
        <p:nvSpPr>
          <p:cNvPr id="342" name="object-342">
            <a:extLst>
              <a:ext uri="{FF2B5EF4-FFF2-40B4-BE49-F238E27FC236}">
                <a16:creationId xmlns:a16="http://schemas.microsoft.com/office/drawing/2014/main" id="{114A3C3B-396A-4052-84FB-E5C098A76C46}"/>
              </a:ext>
            </a:extLst>
          </p:cNvPr>
          <p:cNvSpPr>
            <a:spLocks noGrp="1"/>
          </p:cNvSpPr>
          <p:nvPr/>
        </p:nvSpPr>
        <p:spPr>
          <a:xfrm>
            <a:off x="9891713" y="4048125"/>
            <a:ext cx="52388" cy="547688"/>
          </a:xfrm>
          <a:prstGeom prst="rect">
            <a:avLst/>
          </a:prstGeom>
          <a:solidFill>
            <a:srgbClr val="1D4ED8"/>
          </a:solidFill>
          <a:ln w="13097">
            <a:solidFill>
              <a:srgbClr val="172B4D"/>
            </a:solidFill>
          </a:ln>
        </p:spPr>
      </p:sp>
      <p:sp>
        <p:nvSpPr>
          <p:cNvPr id="343" name="object-343">
            <a:extLst>
              <a:ext uri="{FF2B5EF4-FFF2-40B4-BE49-F238E27FC236}">
                <a16:creationId xmlns:a16="http://schemas.microsoft.com/office/drawing/2014/main" id="{83C78ED6-9877-4716-971F-8A77986F3885}"/>
              </a:ext>
            </a:extLst>
          </p:cNvPr>
          <p:cNvSpPr>
            <a:spLocks noGrp="1"/>
          </p:cNvSpPr>
          <p:nvPr/>
        </p:nvSpPr>
        <p:spPr>
          <a:xfrm>
            <a:off x="9944100" y="4048125"/>
            <a:ext cx="52388" cy="547688"/>
          </a:xfrm>
          <a:prstGeom prst="rect">
            <a:avLst/>
          </a:prstGeom>
          <a:solidFill>
            <a:srgbClr val="1D4ED8"/>
          </a:solidFill>
          <a:ln w="13097">
            <a:solidFill>
              <a:srgbClr val="172B4D"/>
            </a:solidFill>
          </a:ln>
        </p:spPr>
      </p:sp>
      <p:sp>
        <p:nvSpPr>
          <p:cNvPr id="344" name="object-344">
            <a:extLst>
              <a:ext uri="{FF2B5EF4-FFF2-40B4-BE49-F238E27FC236}">
                <a16:creationId xmlns:a16="http://schemas.microsoft.com/office/drawing/2014/main" id="{160EE86E-0270-4314-BB36-36962A40DE5A}"/>
              </a:ext>
            </a:extLst>
          </p:cNvPr>
          <p:cNvSpPr>
            <a:spLocks noGrp="1"/>
          </p:cNvSpPr>
          <p:nvPr/>
        </p:nvSpPr>
        <p:spPr>
          <a:xfrm>
            <a:off x="9996488" y="4048125"/>
            <a:ext cx="52388" cy="547688"/>
          </a:xfrm>
          <a:prstGeom prst="rect">
            <a:avLst/>
          </a:prstGeom>
          <a:solidFill>
            <a:srgbClr val="1D4ED8"/>
          </a:solidFill>
          <a:ln w="13097">
            <a:solidFill>
              <a:srgbClr val="172B4D"/>
            </a:solidFill>
          </a:ln>
        </p:spPr>
      </p:sp>
      <p:sp>
        <p:nvSpPr>
          <p:cNvPr id="345" name="object-345">
            <a:extLst>
              <a:ext uri="{FF2B5EF4-FFF2-40B4-BE49-F238E27FC236}">
                <a16:creationId xmlns:a16="http://schemas.microsoft.com/office/drawing/2014/main" id="{A2D6EB60-05CC-46B3-8B08-CB02A2C6CD07}"/>
              </a:ext>
            </a:extLst>
          </p:cNvPr>
          <p:cNvSpPr>
            <a:spLocks noGrp="1"/>
          </p:cNvSpPr>
          <p:nvPr/>
        </p:nvSpPr>
        <p:spPr>
          <a:xfrm>
            <a:off x="10048875" y="4048125"/>
            <a:ext cx="52388" cy="547688"/>
          </a:xfrm>
          <a:prstGeom prst="rect">
            <a:avLst/>
          </a:prstGeom>
          <a:solidFill>
            <a:srgbClr val="1D4ED8"/>
          </a:solidFill>
          <a:ln w="13097">
            <a:solidFill>
              <a:srgbClr val="172B4D"/>
            </a:solidFill>
          </a:ln>
        </p:spPr>
      </p:sp>
      <p:sp>
        <p:nvSpPr>
          <p:cNvPr id="346" name="object-346">
            <a:extLst>
              <a:ext uri="{FF2B5EF4-FFF2-40B4-BE49-F238E27FC236}">
                <a16:creationId xmlns:a16="http://schemas.microsoft.com/office/drawing/2014/main" id="{61ED607F-3043-460E-B91D-670445BC88A4}"/>
              </a:ext>
            </a:extLst>
          </p:cNvPr>
          <p:cNvSpPr>
            <a:spLocks noGrp="1"/>
          </p:cNvSpPr>
          <p:nvPr/>
        </p:nvSpPr>
        <p:spPr>
          <a:xfrm>
            <a:off x="10101263" y="4048125"/>
            <a:ext cx="52388" cy="547688"/>
          </a:xfrm>
          <a:prstGeom prst="rect">
            <a:avLst/>
          </a:prstGeom>
          <a:solidFill>
            <a:srgbClr val="1D4ED8"/>
          </a:solidFill>
          <a:ln w="13097">
            <a:solidFill>
              <a:srgbClr val="172B4D"/>
            </a:solidFill>
          </a:ln>
        </p:spPr>
      </p:sp>
      <p:sp>
        <p:nvSpPr>
          <p:cNvPr id="347" name="object-347">
            <a:extLst>
              <a:ext uri="{FF2B5EF4-FFF2-40B4-BE49-F238E27FC236}">
                <a16:creationId xmlns:a16="http://schemas.microsoft.com/office/drawing/2014/main" id="{6E062E6A-B86A-4C32-B26A-27F7F6A4AA6D}"/>
              </a:ext>
            </a:extLst>
          </p:cNvPr>
          <p:cNvSpPr>
            <a:spLocks noGrp="1"/>
          </p:cNvSpPr>
          <p:nvPr/>
        </p:nvSpPr>
        <p:spPr>
          <a:xfrm>
            <a:off x="10153650" y="4048125"/>
            <a:ext cx="52388" cy="547688"/>
          </a:xfrm>
          <a:prstGeom prst="rect">
            <a:avLst/>
          </a:prstGeom>
          <a:solidFill>
            <a:srgbClr val="1D4ED8"/>
          </a:solidFill>
          <a:ln w="13097">
            <a:solidFill>
              <a:srgbClr val="172B4D"/>
            </a:solidFill>
          </a:ln>
        </p:spPr>
      </p:sp>
      <p:sp>
        <p:nvSpPr>
          <p:cNvPr id="348" name="object-348">
            <a:extLst>
              <a:ext uri="{FF2B5EF4-FFF2-40B4-BE49-F238E27FC236}">
                <a16:creationId xmlns:a16="http://schemas.microsoft.com/office/drawing/2014/main" id="{5D337443-74A7-4F4F-BC1F-65E22505E6BA}"/>
              </a:ext>
            </a:extLst>
          </p:cNvPr>
          <p:cNvSpPr>
            <a:spLocks noGrp="1"/>
          </p:cNvSpPr>
          <p:nvPr/>
        </p:nvSpPr>
        <p:spPr>
          <a:xfrm>
            <a:off x="10206038" y="4048125"/>
            <a:ext cx="52388" cy="547688"/>
          </a:xfrm>
          <a:prstGeom prst="rect">
            <a:avLst/>
          </a:prstGeom>
          <a:solidFill>
            <a:srgbClr val="1D4ED8"/>
          </a:solidFill>
          <a:ln w="13097">
            <a:solidFill>
              <a:srgbClr val="172B4D"/>
            </a:solidFill>
          </a:ln>
        </p:spPr>
      </p:sp>
      <p:sp>
        <p:nvSpPr>
          <p:cNvPr id="349" name="object-349">
            <a:extLst>
              <a:ext uri="{FF2B5EF4-FFF2-40B4-BE49-F238E27FC236}">
                <a16:creationId xmlns:a16="http://schemas.microsoft.com/office/drawing/2014/main" id="{574BB08D-257E-4B9B-922B-E82EB2F2BC33}"/>
              </a:ext>
            </a:extLst>
          </p:cNvPr>
          <p:cNvSpPr>
            <a:spLocks noGrp="1"/>
          </p:cNvSpPr>
          <p:nvPr/>
        </p:nvSpPr>
        <p:spPr>
          <a:xfrm>
            <a:off x="10258425" y="4048125"/>
            <a:ext cx="52388" cy="547688"/>
          </a:xfrm>
          <a:prstGeom prst="rect">
            <a:avLst/>
          </a:prstGeom>
          <a:solidFill>
            <a:srgbClr val="1D4ED8"/>
          </a:solidFill>
          <a:ln w="13097">
            <a:solidFill>
              <a:srgbClr val="172B4D"/>
            </a:solidFill>
          </a:ln>
        </p:spPr>
      </p:sp>
      <p:sp>
        <p:nvSpPr>
          <p:cNvPr id="350" name="object-350">
            <a:extLst>
              <a:ext uri="{FF2B5EF4-FFF2-40B4-BE49-F238E27FC236}">
                <a16:creationId xmlns:a16="http://schemas.microsoft.com/office/drawing/2014/main" id="{A99BCCA3-3680-4D4C-9C62-6FE274E14F0F}"/>
              </a:ext>
            </a:extLst>
          </p:cNvPr>
          <p:cNvSpPr>
            <a:spLocks noGrp="1"/>
          </p:cNvSpPr>
          <p:nvPr/>
        </p:nvSpPr>
        <p:spPr>
          <a:xfrm>
            <a:off x="10310813" y="4048125"/>
            <a:ext cx="52388" cy="547688"/>
          </a:xfrm>
          <a:prstGeom prst="rect">
            <a:avLst/>
          </a:prstGeom>
          <a:solidFill>
            <a:srgbClr val="1D4ED8"/>
          </a:solidFill>
          <a:ln w="13097">
            <a:solidFill>
              <a:srgbClr val="172B4D"/>
            </a:solidFill>
          </a:ln>
        </p:spPr>
      </p:sp>
      <p:sp>
        <p:nvSpPr>
          <p:cNvPr id="351" name="object-351">
            <a:extLst>
              <a:ext uri="{FF2B5EF4-FFF2-40B4-BE49-F238E27FC236}">
                <a16:creationId xmlns:a16="http://schemas.microsoft.com/office/drawing/2014/main" id="{0CCC6105-701B-4D15-A9A6-00F1C5C075A8}"/>
              </a:ext>
            </a:extLst>
          </p:cNvPr>
          <p:cNvSpPr>
            <a:spLocks noGrp="1"/>
          </p:cNvSpPr>
          <p:nvPr/>
        </p:nvSpPr>
        <p:spPr>
          <a:xfrm>
            <a:off x="10363200" y="4048125"/>
            <a:ext cx="52388" cy="547688"/>
          </a:xfrm>
          <a:prstGeom prst="rect">
            <a:avLst/>
          </a:prstGeom>
          <a:solidFill>
            <a:srgbClr val="1D4ED8"/>
          </a:solidFill>
          <a:ln w="13097">
            <a:solidFill>
              <a:srgbClr val="172B4D"/>
            </a:solidFill>
          </a:ln>
        </p:spPr>
      </p:sp>
      <p:sp>
        <p:nvSpPr>
          <p:cNvPr id="352" name="object-352">
            <a:extLst>
              <a:ext uri="{FF2B5EF4-FFF2-40B4-BE49-F238E27FC236}">
                <a16:creationId xmlns:a16="http://schemas.microsoft.com/office/drawing/2014/main" id="{5471A61A-7FF9-4A58-9837-AFDF4402D27D}"/>
              </a:ext>
            </a:extLst>
          </p:cNvPr>
          <p:cNvSpPr>
            <a:spLocks noGrp="1"/>
          </p:cNvSpPr>
          <p:nvPr/>
        </p:nvSpPr>
        <p:spPr>
          <a:xfrm>
            <a:off x="10415588" y="4048125"/>
            <a:ext cx="52388" cy="547688"/>
          </a:xfrm>
          <a:prstGeom prst="rect">
            <a:avLst/>
          </a:prstGeom>
          <a:solidFill>
            <a:srgbClr val="1D4ED8"/>
          </a:solidFill>
          <a:ln w="13097">
            <a:solidFill>
              <a:srgbClr val="172B4D"/>
            </a:solidFill>
          </a:ln>
        </p:spPr>
      </p:sp>
      <p:sp>
        <p:nvSpPr>
          <p:cNvPr id="353" name="object-353">
            <a:extLst>
              <a:ext uri="{FF2B5EF4-FFF2-40B4-BE49-F238E27FC236}">
                <a16:creationId xmlns:a16="http://schemas.microsoft.com/office/drawing/2014/main" id="{CC5F9010-BCA7-4EAD-A2C5-0720C6DE2B66}"/>
              </a:ext>
            </a:extLst>
          </p:cNvPr>
          <p:cNvSpPr>
            <a:spLocks noGrp="1"/>
          </p:cNvSpPr>
          <p:nvPr/>
        </p:nvSpPr>
        <p:spPr>
          <a:xfrm>
            <a:off x="10467975" y="4048125"/>
            <a:ext cx="52388" cy="547688"/>
          </a:xfrm>
          <a:prstGeom prst="rect">
            <a:avLst/>
          </a:prstGeom>
          <a:solidFill>
            <a:srgbClr val="1D4ED8"/>
          </a:solidFill>
          <a:ln w="13097">
            <a:solidFill>
              <a:srgbClr val="172B4D"/>
            </a:solidFill>
          </a:ln>
        </p:spPr>
      </p:sp>
      <p:sp>
        <p:nvSpPr>
          <p:cNvPr id="354" name="object-354">
            <a:extLst>
              <a:ext uri="{FF2B5EF4-FFF2-40B4-BE49-F238E27FC236}">
                <a16:creationId xmlns:a16="http://schemas.microsoft.com/office/drawing/2014/main" id="{2FE483A1-CA63-4501-BA8E-A1D8862B9CF9}"/>
              </a:ext>
            </a:extLst>
          </p:cNvPr>
          <p:cNvSpPr>
            <a:spLocks noGrp="1"/>
          </p:cNvSpPr>
          <p:nvPr/>
        </p:nvSpPr>
        <p:spPr>
          <a:xfrm>
            <a:off x="10520363" y="4048125"/>
            <a:ext cx="52388" cy="547688"/>
          </a:xfrm>
          <a:prstGeom prst="rect">
            <a:avLst/>
          </a:prstGeom>
          <a:solidFill>
            <a:srgbClr val="1D4ED8"/>
          </a:solidFill>
          <a:ln w="13097">
            <a:solidFill>
              <a:srgbClr val="172B4D"/>
            </a:solidFill>
          </a:ln>
        </p:spPr>
      </p:sp>
      <p:sp>
        <p:nvSpPr>
          <p:cNvPr id="355" name="object-355">
            <a:extLst>
              <a:ext uri="{FF2B5EF4-FFF2-40B4-BE49-F238E27FC236}">
                <a16:creationId xmlns:a16="http://schemas.microsoft.com/office/drawing/2014/main" id="{3BFCC098-CF20-42CE-933E-DEAFE7D1D1C8}"/>
              </a:ext>
            </a:extLst>
          </p:cNvPr>
          <p:cNvSpPr>
            <a:spLocks noGrp="1"/>
          </p:cNvSpPr>
          <p:nvPr/>
        </p:nvSpPr>
        <p:spPr>
          <a:xfrm>
            <a:off x="10572750" y="4048125"/>
            <a:ext cx="52388" cy="547688"/>
          </a:xfrm>
          <a:prstGeom prst="rect">
            <a:avLst/>
          </a:prstGeom>
          <a:solidFill>
            <a:srgbClr val="1D4ED8"/>
          </a:solidFill>
          <a:ln w="13097">
            <a:solidFill>
              <a:srgbClr val="172B4D"/>
            </a:solidFill>
          </a:ln>
        </p:spPr>
      </p:sp>
      <p:sp>
        <p:nvSpPr>
          <p:cNvPr id="356" name="object-356">
            <a:extLst>
              <a:ext uri="{FF2B5EF4-FFF2-40B4-BE49-F238E27FC236}">
                <a16:creationId xmlns:a16="http://schemas.microsoft.com/office/drawing/2014/main" id="{248E950A-CFF6-4BC2-B8E8-1337865D0D4A}"/>
              </a:ext>
            </a:extLst>
          </p:cNvPr>
          <p:cNvSpPr>
            <a:spLocks noGrp="1"/>
          </p:cNvSpPr>
          <p:nvPr/>
        </p:nvSpPr>
        <p:spPr>
          <a:xfrm>
            <a:off x="10625138" y="4048125"/>
            <a:ext cx="52388" cy="547688"/>
          </a:xfrm>
          <a:prstGeom prst="rect">
            <a:avLst/>
          </a:prstGeom>
          <a:solidFill>
            <a:srgbClr val="1D4ED8"/>
          </a:solidFill>
          <a:ln w="13097">
            <a:solidFill>
              <a:srgbClr val="172B4D"/>
            </a:solidFill>
          </a:ln>
        </p:spPr>
      </p:sp>
      <p:sp>
        <p:nvSpPr>
          <p:cNvPr id="357" name="object-357">
            <a:extLst>
              <a:ext uri="{FF2B5EF4-FFF2-40B4-BE49-F238E27FC236}">
                <a16:creationId xmlns:a16="http://schemas.microsoft.com/office/drawing/2014/main" id="{661FFB36-C63C-458A-9009-520C1C121214}"/>
              </a:ext>
            </a:extLst>
          </p:cNvPr>
          <p:cNvSpPr>
            <a:spLocks noGrp="1"/>
          </p:cNvSpPr>
          <p:nvPr/>
        </p:nvSpPr>
        <p:spPr>
          <a:xfrm>
            <a:off x="10677525" y="4048125"/>
            <a:ext cx="52388" cy="547688"/>
          </a:xfrm>
          <a:prstGeom prst="rect">
            <a:avLst/>
          </a:prstGeom>
          <a:solidFill>
            <a:srgbClr val="1D4ED8"/>
          </a:solidFill>
          <a:ln w="13097">
            <a:solidFill>
              <a:srgbClr val="172B4D"/>
            </a:solidFill>
          </a:ln>
        </p:spPr>
      </p:sp>
      <p:sp>
        <p:nvSpPr>
          <p:cNvPr id="358" name="object-358">
            <a:extLst>
              <a:ext uri="{FF2B5EF4-FFF2-40B4-BE49-F238E27FC236}">
                <a16:creationId xmlns:a16="http://schemas.microsoft.com/office/drawing/2014/main" id="{74F61D1D-8855-4500-978E-6A3A25BF961C}"/>
              </a:ext>
            </a:extLst>
          </p:cNvPr>
          <p:cNvSpPr>
            <a:spLocks noGrp="1"/>
          </p:cNvSpPr>
          <p:nvPr/>
        </p:nvSpPr>
        <p:spPr>
          <a:xfrm>
            <a:off x="10729913" y="4048125"/>
            <a:ext cx="52388" cy="547688"/>
          </a:xfrm>
          <a:prstGeom prst="rect">
            <a:avLst/>
          </a:prstGeom>
          <a:solidFill>
            <a:srgbClr val="1D4ED8"/>
          </a:solidFill>
          <a:ln w="13097">
            <a:solidFill>
              <a:srgbClr val="172B4D"/>
            </a:solidFill>
          </a:ln>
        </p:spPr>
      </p:sp>
      <p:sp>
        <p:nvSpPr>
          <p:cNvPr id="359" name="object-359">
            <a:extLst>
              <a:ext uri="{FF2B5EF4-FFF2-40B4-BE49-F238E27FC236}">
                <a16:creationId xmlns:a16="http://schemas.microsoft.com/office/drawing/2014/main" id="{6389D2F3-B601-4787-9982-05617B04151C}"/>
              </a:ext>
            </a:extLst>
          </p:cNvPr>
          <p:cNvSpPr>
            <a:spLocks noGrp="1"/>
          </p:cNvSpPr>
          <p:nvPr/>
        </p:nvSpPr>
        <p:spPr>
          <a:xfrm>
            <a:off x="10782300" y="4048125"/>
            <a:ext cx="52388" cy="547688"/>
          </a:xfrm>
          <a:prstGeom prst="rect">
            <a:avLst/>
          </a:prstGeom>
          <a:solidFill>
            <a:srgbClr val="1D4ED8"/>
          </a:solidFill>
          <a:ln w="13097">
            <a:solidFill>
              <a:srgbClr val="172B4D"/>
            </a:solidFill>
          </a:ln>
        </p:spPr>
      </p:sp>
      <p:sp>
        <p:nvSpPr>
          <p:cNvPr id="360" name="object-360">
            <a:extLst>
              <a:ext uri="{FF2B5EF4-FFF2-40B4-BE49-F238E27FC236}">
                <a16:creationId xmlns:a16="http://schemas.microsoft.com/office/drawing/2014/main" id="{8889DAA7-4588-475A-A73E-0857D0213FE8}"/>
              </a:ext>
            </a:extLst>
          </p:cNvPr>
          <p:cNvSpPr>
            <a:spLocks noGrp="1"/>
          </p:cNvSpPr>
          <p:nvPr/>
        </p:nvSpPr>
        <p:spPr>
          <a:xfrm>
            <a:off x="10834688" y="4048125"/>
            <a:ext cx="52388" cy="547688"/>
          </a:xfrm>
          <a:prstGeom prst="rect">
            <a:avLst/>
          </a:prstGeom>
          <a:solidFill>
            <a:srgbClr val="1D4ED8"/>
          </a:solidFill>
          <a:ln w="13097">
            <a:solidFill>
              <a:srgbClr val="172B4D"/>
            </a:solidFill>
          </a:ln>
        </p:spPr>
      </p:sp>
      <p:sp>
        <p:nvSpPr>
          <p:cNvPr id="361" name="object-361">
            <a:extLst>
              <a:ext uri="{FF2B5EF4-FFF2-40B4-BE49-F238E27FC236}">
                <a16:creationId xmlns:a16="http://schemas.microsoft.com/office/drawing/2014/main" id="{1174C341-596C-49E8-B97F-B2BF62C49116}"/>
              </a:ext>
            </a:extLst>
          </p:cNvPr>
          <p:cNvSpPr>
            <a:spLocks noGrp="1"/>
          </p:cNvSpPr>
          <p:nvPr/>
        </p:nvSpPr>
        <p:spPr>
          <a:xfrm>
            <a:off x="10887075" y="4048125"/>
            <a:ext cx="52388" cy="547688"/>
          </a:xfrm>
          <a:prstGeom prst="rect">
            <a:avLst/>
          </a:prstGeom>
          <a:solidFill>
            <a:srgbClr val="1D4ED8"/>
          </a:solidFill>
          <a:ln w="13097">
            <a:solidFill>
              <a:srgbClr val="172B4D"/>
            </a:solidFill>
          </a:ln>
        </p:spPr>
      </p:sp>
      <p:sp>
        <p:nvSpPr>
          <p:cNvPr id="362" name="object-362">
            <a:extLst>
              <a:ext uri="{FF2B5EF4-FFF2-40B4-BE49-F238E27FC236}">
                <a16:creationId xmlns:a16="http://schemas.microsoft.com/office/drawing/2014/main" id="{DFF1E8A3-57E2-4E13-AA44-A8E26BA383D2}"/>
              </a:ext>
            </a:extLst>
          </p:cNvPr>
          <p:cNvSpPr>
            <a:spLocks noGrp="1"/>
          </p:cNvSpPr>
          <p:nvPr/>
        </p:nvSpPr>
        <p:spPr>
          <a:xfrm>
            <a:off x="10939463" y="4048125"/>
            <a:ext cx="52388" cy="547688"/>
          </a:xfrm>
          <a:prstGeom prst="rect">
            <a:avLst/>
          </a:prstGeom>
          <a:solidFill>
            <a:srgbClr val="1D4ED8"/>
          </a:solidFill>
          <a:ln w="13097">
            <a:solidFill>
              <a:srgbClr val="172B4D"/>
            </a:solidFill>
          </a:ln>
        </p:spPr>
      </p:sp>
      <p:sp>
        <p:nvSpPr>
          <p:cNvPr id="363" name="object-363">
            <a:extLst>
              <a:ext uri="{FF2B5EF4-FFF2-40B4-BE49-F238E27FC236}">
                <a16:creationId xmlns:a16="http://schemas.microsoft.com/office/drawing/2014/main" id="{555C228D-26D8-43F0-99C5-76A328E9827E}"/>
              </a:ext>
            </a:extLst>
          </p:cNvPr>
          <p:cNvSpPr>
            <a:spLocks noGrp="1"/>
          </p:cNvSpPr>
          <p:nvPr/>
        </p:nvSpPr>
        <p:spPr>
          <a:xfrm>
            <a:off x="10991850" y="4048125"/>
            <a:ext cx="52388" cy="547688"/>
          </a:xfrm>
          <a:prstGeom prst="rect">
            <a:avLst/>
          </a:prstGeom>
          <a:solidFill>
            <a:srgbClr val="1D4ED8"/>
          </a:solidFill>
          <a:ln w="13097">
            <a:solidFill>
              <a:srgbClr val="172B4D"/>
            </a:solidFill>
          </a:ln>
        </p:spPr>
      </p:sp>
      <p:sp>
        <p:nvSpPr>
          <p:cNvPr id="364" name="object-364">
            <a:extLst>
              <a:ext uri="{FF2B5EF4-FFF2-40B4-BE49-F238E27FC236}">
                <a16:creationId xmlns:a16="http://schemas.microsoft.com/office/drawing/2014/main" id="{511484A5-BB3F-461E-B6A2-EA8BF2AFD91D}"/>
              </a:ext>
            </a:extLst>
          </p:cNvPr>
          <p:cNvSpPr>
            <a:spLocks noGrp="1"/>
          </p:cNvSpPr>
          <p:nvPr/>
        </p:nvSpPr>
        <p:spPr>
          <a:xfrm>
            <a:off x="11044238" y="4048125"/>
            <a:ext cx="52388" cy="547688"/>
          </a:xfrm>
          <a:prstGeom prst="rect">
            <a:avLst/>
          </a:prstGeom>
          <a:solidFill>
            <a:srgbClr val="1D4ED8"/>
          </a:solidFill>
          <a:ln w="13097">
            <a:solidFill>
              <a:srgbClr val="172B4D"/>
            </a:solidFill>
          </a:ln>
        </p:spPr>
      </p:sp>
      <p:sp>
        <p:nvSpPr>
          <p:cNvPr id="365" name="object-365">
            <a:extLst>
              <a:ext uri="{FF2B5EF4-FFF2-40B4-BE49-F238E27FC236}">
                <a16:creationId xmlns:a16="http://schemas.microsoft.com/office/drawing/2014/main" id="{5BDC465A-47E3-4A7B-8C19-CE85C443A63A}"/>
              </a:ext>
            </a:extLst>
          </p:cNvPr>
          <p:cNvSpPr>
            <a:spLocks noGrp="1"/>
          </p:cNvSpPr>
          <p:nvPr/>
        </p:nvSpPr>
        <p:spPr>
          <a:xfrm>
            <a:off x="11096625" y="4048125"/>
            <a:ext cx="52388" cy="547688"/>
          </a:xfrm>
          <a:prstGeom prst="rect">
            <a:avLst/>
          </a:prstGeom>
          <a:solidFill>
            <a:srgbClr val="1D4ED8"/>
          </a:solidFill>
          <a:ln w="13097">
            <a:solidFill>
              <a:srgbClr val="172B4D"/>
            </a:solidFill>
          </a:ln>
        </p:spPr>
      </p:sp>
      <p:sp>
        <p:nvSpPr>
          <p:cNvPr id="366" name="object-366">
            <a:extLst>
              <a:ext uri="{FF2B5EF4-FFF2-40B4-BE49-F238E27FC236}">
                <a16:creationId xmlns:a16="http://schemas.microsoft.com/office/drawing/2014/main" id="{5E985795-E111-4F3E-AA64-AD8C791E044A}"/>
              </a:ext>
            </a:extLst>
          </p:cNvPr>
          <p:cNvSpPr>
            <a:spLocks noGrp="1"/>
          </p:cNvSpPr>
          <p:nvPr/>
        </p:nvSpPr>
        <p:spPr>
          <a:xfrm>
            <a:off x="11149013" y="4048125"/>
            <a:ext cx="52388" cy="547688"/>
          </a:xfrm>
          <a:prstGeom prst="rect">
            <a:avLst/>
          </a:prstGeom>
          <a:solidFill>
            <a:srgbClr val="1D4ED8"/>
          </a:solidFill>
          <a:ln w="13097">
            <a:solidFill>
              <a:srgbClr val="172B4D"/>
            </a:solidFill>
          </a:ln>
        </p:spPr>
      </p:sp>
      <p:sp>
        <p:nvSpPr>
          <p:cNvPr id="367" name="object-367">
            <a:extLst>
              <a:ext uri="{FF2B5EF4-FFF2-40B4-BE49-F238E27FC236}">
                <a16:creationId xmlns:a16="http://schemas.microsoft.com/office/drawing/2014/main" id="{07C77D09-2F53-4AB8-8821-CEE23FED9489}"/>
              </a:ext>
            </a:extLst>
          </p:cNvPr>
          <p:cNvSpPr>
            <a:spLocks noGrp="1"/>
          </p:cNvSpPr>
          <p:nvPr/>
        </p:nvSpPr>
        <p:spPr>
          <a:xfrm>
            <a:off x="11201400" y="4048125"/>
            <a:ext cx="52388" cy="547688"/>
          </a:xfrm>
          <a:prstGeom prst="rect">
            <a:avLst/>
          </a:prstGeom>
          <a:solidFill>
            <a:srgbClr val="1D4ED8"/>
          </a:solidFill>
          <a:ln w="13097">
            <a:solidFill>
              <a:srgbClr val="172B4D"/>
            </a:solidFill>
          </a:ln>
        </p:spPr>
      </p:sp>
      <p:sp>
        <p:nvSpPr>
          <p:cNvPr id="368" name="object-368">
            <a:extLst>
              <a:ext uri="{FF2B5EF4-FFF2-40B4-BE49-F238E27FC236}">
                <a16:creationId xmlns:a16="http://schemas.microsoft.com/office/drawing/2014/main" id="{633674BE-4DCB-4AAC-8216-17793B19F8CF}"/>
              </a:ext>
            </a:extLst>
          </p:cNvPr>
          <p:cNvSpPr>
            <a:spLocks noGrp="1"/>
          </p:cNvSpPr>
          <p:nvPr/>
        </p:nvSpPr>
        <p:spPr>
          <a:xfrm>
            <a:off x="11253788" y="4048125"/>
            <a:ext cx="52388" cy="547688"/>
          </a:xfrm>
          <a:prstGeom prst="rect">
            <a:avLst/>
          </a:prstGeom>
          <a:solidFill>
            <a:srgbClr val="1D4ED8"/>
          </a:solidFill>
          <a:ln w="13097">
            <a:solidFill>
              <a:srgbClr val="172B4D"/>
            </a:solidFill>
          </a:ln>
        </p:spPr>
      </p:sp>
      <p:sp>
        <p:nvSpPr>
          <p:cNvPr id="369" name="object-369">
            <a:extLst>
              <a:ext uri="{FF2B5EF4-FFF2-40B4-BE49-F238E27FC236}">
                <a16:creationId xmlns:a16="http://schemas.microsoft.com/office/drawing/2014/main" id="{7A0BA785-D2BE-4473-9CBE-2D888FFB5050}"/>
              </a:ext>
            </a:extLst>
          </p:cNvPr>
          <p:cNvSpPr>
            <a:spLocks noGrp="1"/>
          </p:cNvSpPr>
          <p:nvPr/>
        </p:nvSpPr>
        <p:spPr>
          <a:xfrm>
            <a:off x="11306175" y="4048125"/>
            <a:ext cx="52388" cy="547688"/>
          </a:xfrm>
          <a:prstGeom prst="rect">
            <a:avLst/>
          </a:prstGeom>
          <a:solidFill>
            <a:srgbClr val="1D4ED8"/>
          </a:solidFill>
          <a:ln w="13097">
            <a:solidFill>
              <a:srgbClr val="172B4D"/>
            </a:solidFill>
          </a:ln>
        </p:spPr>
      </p:sp>
      <p:sp>
        <p:nvSpPr>
          <p:cNvPr id="370" name="object-370">
            <a:extLst>
              <a:ext uri="{FF2B5EF4-FFF2-40B4-BE49-F238E27FC236}">
                <a16:creationId xmlns:a16="http://schemas.microsoft.com/office/drawing/2014/main" id="{F32257AC-5D47-4D5E-94EE-78FDC5C87277}"/>
              </a:ext>
            </a:extLst>
          </p:cNvPr>
          <p:cNvSpPr>
            <a:spLocks noGrp="1"/>
          </p:cNvSpPr>
          <p:nvPr/>
        </p:nvSpPr>
        <p:spPr>
          <a:xfrm>
            <a:off x="11358563" y="4048125"/>
            <a:ext cx="52388" cy="547688"/>
          </a:xfrm>
          <a:prstGeom prst="rect">
            <a:avLst/>
          </a:prstGeom>
          <a:solidFill>
            <a:srgbClr val="1D4ED8"/>
          </a:solidFill>
          <a:ln w="13097">
            <a:solidFill>
              <a:srgbClr val="172B4D"/>
            </a:solidFill>
          </a:ln>
        </p:spPr>
      </p:sp>
      <p:sp>
        <p:nvSpPr>
          <p:cNvPr id="371" name="object-371">
            <a:extLst>
              <a:ext uri="{FF2B5EF4-FFF2-40B4-BE49-F238E27FC236}">
                <a16:creationId xmlns:a16="http://schemas.microsoft.com/office/drawing/2014/main" id="{24286C15-A7F6-4C7B-8E2F-E50643690B43}"/>
              </a:ext>
            </a:extLst>
          </p:cNvPr>
          <p:cNvSpPr>
            <a:spLocks noGrp="1"/>
          </p:cNvSpPr>
          <p:nvPr/>
        </p:nvSpPr>
        <p:spPr>
          <a:xfrm>
            <a:off x="11410950" y="4048125"/>
            <a:ext cx="52388" cy="547688"/>
          </a:xfrm>
          <a:prstGeom prst="rect">
            <a:avLst/>
          </a:prstGeom>
          <a:solidFill>
            <a:srgbClr val="1D4ED8"/>
          </a:solidFill>
          <a:ln w="13097">
            <a:solidFill>
              <a:srgbClr val="172B4D"/>
            </a:solidFill>
          </a:ln>
        </p:spPr>
      </p:sp>
      <p:sp>
        <p:nvSpPr>
          <p:cNvPr id="372" name="object-372">
            <a:extLst>
              <a:ext uri="{FF2B5EF4-FFF2-40B4-BE49-F238E27FC236}">
                <a16:creationId xmlns:a16="http://schemas.microsoft.com/office/drawing/2014/main" id="{458E8590-43B5-4905-90F9-03345B8A1394}"/>
              </a:ext>
            </a:extLst>
          </p:cNvPr>
          <p:cNvSpPr>
            <a:spLocks noGrp="1"/>
          </p:cNvSpPr>
          <p:nvPr/>
        </p:nvSpPr>
        <p:spPr>
          <a:xfrm>
            <a:off x="11463338" y="4048125"/>
            <a:ext cx="52388" cy="547688"/>
          </a:xfrm>
          <a:prstGeom prst="rect">
            <a:avLst/>
          </a:prstGeom>
          <a:solidFill>
            <a:srgbClr val="1D4ED8"/>
          </a:solidFill>
          <a:ln w="13097">
            <a:solidFill>
              <a:srgbClr val="172B4D"/>
            </a:solidFill>
          </a:ln>
        </p:spPr>
      </p:sp>
      <p:sp>
        <p:nvSpPr>
          <p:cNvPr id="373" name="object-373">
            <a:extLst>
              <a:ext uri="{FF2B5EF4-FFF2-40B4-BE49-F238E27FC236}">
                <a16:creationId xmlns:a16="http://schemas.microsoft.com/office/drawing/2014/main" id="{14E823F3-0796-4A19-9CA0-F15F02FA4941}"/>
              </a:ext>
            </a:extLst>
          </p:cNvPr>
          <p:cNvSpPr>
            <a:spLocks noGrp="1"/>
          </p:cNvSpPr>
          <p:nvPr/>
        </p:nvSpPr>
        <p:spPr>
          <a:xfrm>
            <a:off x="11515725" y="4048125"/>
            <a:ext cx="52388" cy="547688"/>
          </a:xfrm>
          <a:prstGeom prst="rect">
            <a:avLst/>
          </a:prstGeom>
          <a:solidFill>
            <a:srgbClr val="1D4ED8"/>
          </a:solidFill>
          <a:ln w="13097">
            <a:solidFill>
              <a:srgbClr val="172B4D"/>
            </a:solidFill>
          </a:ln>
        </p:spPr>
      </p:sp>
      <p:sp>
        <p:nvSpPr>
          <p:cNvPr id="374" name="object-374">
            <a:extLst>
              <a:ext uri="{FF2B5EF4-FFF2-40B4-BE49-F238E27FC236}">
                <a16:creationId xmlns:a16="http://schemas.microsoft.com/office/drawing/2014/main" id="{A2AA5446-27DC-40FD-BAD1-F48890545F5E}"/>
              </a:ext>
            </a:extLst>
          </p:cNvPr>
          <p:cNvSpPr>
            <a:spLocks noGrp="1"/>
          </p:cNvSpPr>
          <p:nvPr/>
        </p:nvSpPr>
        <p:spPr>
          <a:xfrm>
            <a:off x="11568113" y="4048125"/>
            <a:ext cx="52388" cy="547688"/>
          </a:xfrm>
          <a:prstGeom prst="rect">
            <a:avLst/>
          </a:prstGeom>
          <a:solidFill>
            <a:srgbClr val="1D4ED8"/>
          </a:solidFill>
          <a:ln w="13097">
            <a:solidFill>
              <a:srgbClr val="172B4D"/>
            </a:solidFill>
          </a:ln>
        </p:spPr>
      </p:sp>
      <p:sp>
        <p:nvSpPr>
          <p:cNvPr id="375" name="object-375">
            <a:extLst>
              <a:ext uri="{FF2B5EF4-FFF2-40B4-BE49-F238E27FC236}">
                <a16:creationId xmlns:a16="http://schemas.microsoft.com/office/drawing/2014/main" id="{A2D1CC7E-0291-4F4A-A144-CDA2ED89EBAF}"/>
              </a:ext>
            </a:extLst>
          </p:cNvPr>
          <p:cNvSpPr>
            <a:spLocks noGrp="1"/>
          </p:cNvSpPr>
          <p:nvPr/>
        </p:nvSpPr>
        <p:spPr>
          <a:xfrm>
            <a:off x="11620500" y="4048125"/>
            <a:ext cx="52388" cy="547688"/>
          </a:xfrm>
          <a:prstGeom prst="rect">
            <a:avLst/>
          </a:prstGeom>
          <a:solidFill>
            <a:srgbClr val="1D4ED8"/>
          </a:solidFill>
          <a:ln w="13097">
            <a:solidFill>
              <a:srgbClr val="172B4D"/>
            </a:solidFill>
          </a:ln>
        </p:spPr>
      </p:sp>
      <p:sp>
        <p:nvSpPr>
          <p:cNvPr id="376" name="object-376">
            <a:extLst>
              <a:ext uri="{FF2B5EF4-FFF2-40B4-BE49-F238E27FC236}">
                <a16:creationId xmlns:a16="http://schemas.microsoft.com/office/drawing/2014/main" id="{F15623A9-823E-41BE-AF58-2747FC9F2664}"/>
              </a:ext>
            </a:extLst>
          </p:cNvPr>
          <p:cNvSpPr>
            <a:spLocks noGrp="1"/>
          </p:cNvSpPr>
          <p:nvPr/>
        </p:nvSpPr>
        <p:spPr>
          <a:xfrm>
            <a:off x="11672888" y="4048125"/>
            <a:ext cx="52388" cy="547688"/>
          </a:xfrm>
          <a:prstGeom prst="rect">
            <a:avLst/>
          </a:prstGeom>
          <a:solidFill>
            <a:srgbClr val="1D4ED8"/>
          </a:solidFill>
          <a:ln w="13097">
            <a:solidFill>
              <a:srgbClr val="172B4D"/>
            </a:solidFill>
          </a:ln>
        </p:spPr>
      </p:sp>
      <p:sp>
        <p:nvSpPr>
          <p:cNvPr id="377" name="object-377">
            <a:extLst>
              <a:ext uri="{FF2B5EF4-FFF2-40B4-BE49-F238E27FC236}">
                <a16:creationId xmlns:a16="http://schemas.microsoft.com/office/drawing/2014/main" id="{27FBA317-DBFE-48AE-A5CA-28D7F688A716}"/>
              </a:ext>
            </a:extLst>
          </p:cNvPr>
          <p:cNvSpPr>
            <a:spLocks noGrp="1"/>
          </p:cNvSpPr>
          <p:nvPr/>
        </p:nvSpPr>
        <p:spPr>
          <a:xfrm>
            <a:off x="11725275" y="4048125"/>
            <a:ext cx="52388" cy="547688"/>
          </a:xfrm>
          <a:prstGeom prst="rect">
            <a:avLst/>
          </a:prstGeom>
          <a:solidFill>
            <a:srgbClr val="1D4ED8"/>
          </a:solidFill>
          <a:ln w="13097">
            <a:solidFill>
              <a:srgbClr val="172B4D"/>
            </a:solidFill>
          </a:ln>
        </p:spPr>
      </p:sp>
      <p:sp>
        <p:nvSpPr>
          <p:cNvPr id="378" name="object-378">
            <a:extLst>
              <a:ext uri="{FF2B5EF4-FFF2-40B4-BE49-F238E27FC236}">
                <a16:creationId xmlns:a16="http://schemas.microsoft.com/office/drawing/2014/main" id="{E12367F6-719F-44D4-8585-DC2F83B0FD49}"/>
              </a:ext>
            </a:extLst>
          </p:cNvPr>
          <p:cNvSpPr>
            <a:spLocks noGrp="1"/>
          </p:cNvSpPr>
          <p:nvPr/>
        </p:nvSpPr>
        <p:spPr>
          <a:xfrm>
            <a:off x="11777663" y="4048125"/>
            <a:ext cx="52388" cy="547688"/>
          </a:xfrm>
          <a:prstGeom prst="rect">
            <a:avLst/>
          </a:prstGeom>
          <a:solidFill>
            <a:srgbClr val="1D4ED8"/>
          </a:solidFill>
          <a:ln w="13097">
            <a:solidFill>
              <a:srgbClr val="172B4D"/>
            </a:solidFill>
          </a:ln>
        </p:spPr>
      </p:sp>
      <p:sp>
        <p:nvSpPr>
          <p:cNvPr id="379" name="object-379">
            <a:extLst>
              <a:ext uri="{FF2B5EF4-FFF2-40B4-BE49-F238E27FC236}">
                <a16:creationId xmlns:a16="http://schemas.microsoft.com/office/drawing/2014/main" id="{6868D1F6-F53A-44BC-B6EB-9B9F8906FFE5}"/>
              </a:ext>
            </a:extLst>
          </p:cNvPr>
          <p:cNvSpPr>
            <a:spLocks noGrp="1"/>
          </p:cNvSpPr>
          <p:nvPr/>
        </p:nvSpPr>
        <p:spPr>
          <a:xfrm>
            <a:off x="11830050" y="4048125"/>
            <a:ext cx="52388" cy="547688"/>
          </a:xfrm>
          <a:prstGeom prst="rect">
            <a:avLst/>
          </a:prstGeom>
          <a:solidFill>
            <a:srgbClr val="1D4ED8"/>
          </a:solidFill>
          <a:ln w="13097">
            <a:solidFill>
              <a:srgbClr val="172B4D"/>
            </a:solidFill>
          </a:ln>
        </p:spPr>
      </p:sp>
      <p:sp>
        <p:nvSpPr>
          <p:cNvPr id="380" name="object-380">
            <a:extLst>
              <a:ext uri="{FF2B5EF4-FFF2-40B4-BE49-F238E27FC236}">
                <a16:creationId xmlns:a16="http://schemas.microsoft.com/office/drawing/2014/main" id="{C9172DF1-5B74-4BE0-AEAA-676D00BAE9D8}"/>
              </a:ext>
            </a:extLst>
          </p:cNvPr>
          <p:cNvSpPr>
            <a:spLocks noGrp="1"/>
          </p:cNvSpPr>
          <p:nvPr/>
        </p:nvSpPr>
        <p:spPr>
          <a:xfrm>
            <a:off x="11882438" y="4048125"/>
            <a:ext cx="52388" cy="547688"/>
          </a:xfrm>
          <a:prstGeom prst="rect">
            <a:avLst/>
          </a:prstGeom>
          <a:solidFill>
            <a:srgbClr val="FFFFFF"/>
          </a:solidFill>
          <a:ln w="13097">
            <a:solidFill>
              <a:srgbClr val="172B4D"/>
            </a:solidFill>
          </a:ln>
        </p:spPr>
      </p:sp>
      <p:sp>
        <p:nvSpPr>
          <p:cNvPr id="381" name="object-381">
            <a:extLst>
              <a:ext uri="{FF2B5EF4-FFF2-40B4-BE49-F238E27FC236}">
                <a16:creationId xmlns:a16="http://schemas.microsoft.com/office/drawing/2014/main" id="{9B739425-115D-4471-BE65-8DC27232D9DE}"/>
              </a:ext>
            </a:extLst>
          </p:cNvPr>
          <p:cNvSpPr>
            <a:spLocks noGrp="1"/>
          </p:cNvSpPr>
          <p:nvPr/>
        </p:nvSpPr>
        <p:spPr>
          <a:xfrm>
            <a:off x="11934825" y="4048125"/>
            <a:ext cx="52388" cy="547688"/>
          </a:xfrm>
          <a:prstGeom prst="rect">
            <a:avLst/>
          </a:prstGeom>
          <a:solidFill>
            <a:srgbClr val="FFFFFF"/>
          </a:solidFill>
          <a:ln w="13097">
            <a:solidFill>
              <a:srgbClr val="172B4D"/>
            </a:solidFill>
          </a:ln>
        </p:spPr>
      </p:sp>
      <p:sp>
        <p:nvSpPr>
          <p:cNvPr id="382" name="object-382">
            <a:extLst>
              <a:ext uri="{FF2B5EF4-FFF2-40B4-BE49-F238E27FC236}">
                <a16:creationId xmlns:a16="http://schemas.microsoft.com/office/drawing/2014/main" id="{B383BE46-4599-4E56-A191-DF8723A770C0}"/>
              </a:ext>
            </a:extLst>
          </p:cNvPr>
          <p:cNvSpPr>
            <a:spLocks noGrp="1"/>
          </p:cNvSpPr>
          <p:nvPr/>
        </p:nvSpPr>
        <p:spPr>
          <a:xfrm>
            <a:off x="11987213" y="4048125"/>
            <a:ext cx="52388" cy="547688"/>
          </a:xfrm>
          <a:prstGeom prst="rect">
            <a:avLst/>
          </a:prstGeom>
          <a:solidFill>
            <a:srgbClr val="FFFFFF"/>
          </a:solidFill>
          <a:ln w="13097">
            <a:solidFill>
              <a:srgbClr val="172B4D"/>
            </a:solidFill>
          </a:ln>
        </p:spPr>
      </p:sp>
      <p:sp>
        <p:nvSpPr>
          <p:cNvPr id="383" name="object-383">
            <a:extLst>
              <a:ext uri="{FF2B5EF4-FFF2-40B4-BE49-F238E27FC236}">
                <a16:creationId xmlns:a16="http://schemas.microsoft.com/office/drawing/2014/main" id="{1CDC7646-FE9B-441D-BFA5-EC922BA6C3D8}"/>
              </a:ext>
            </a:extLst>
          </p:cNvPr>
          <p:cNvSpPr>
            <a:spLocks noGrp="1"/>
          </p:cNvSpPr>
          <p:nvPr/>
        </p:nvSpPr>
        <p:spPr>
          <a:xfrm>
            <a:off x="12039600" y="4048125"/>
            <a:ext cx="52388" cy="547688"/>
          </a:xfrm>
          <a:prstGeom prst="rect">
            <a:avLst/>
          </a:prstGeom>
          <a:solidFill>
            <a:srgbClr val="FFFFFF"/>
          </a:solidFill>
          <a:ln w="13097">
            <a:solidFill>
              <a:srgbClr val="172B4D"/>
            </a:solidFill>
          </a:ln>
        </p:spPr>
      </p:sp>
      <p:sp>
        <p:nvSpPr>
          <p:cNvPr id="384" name="object-384">
            <a:extLst>
              <a:ext uri="{FF2B5EF4-FFF2-40B4-BE49-F238E27FC236}">
                <a16:creationId xmlns:a16="http://schemas.microsoft.com/office/drawing/2014/main" id="{17113EB7-2506-4DB8-8E4D-39DC00741BEE}"/>
              </a:ext>
            </a:extLst>
          </p:cNvPr>
          <p:cNvSpPr>
            <a:spLocks noGrp="1"/>
          </p:cNvSpPr>
          <p:nvPr/>
        </p:nvSpPr>
        <p:spPr>
          <a:xfrm>
            <a:off x="12091988" y="4048125"/>
            <a:ext cx="52388" cy="547688"/>
          </a:xfrm>
          <a:prstGeom prst="rect">
            <a:avLst/>
          </a:prstGeom>
          <a:solidFill>
            <a:srgbClr val="FFFFFF"/>
          </a:solidFill>
          <a:ln w="13097">
            <a:solidFill>
              <a:srgbClr val="172B4D"/>
            </a:solidFill>
          </a:ln>
        </p:spPr>
      </p:sp>
      <p:sp>
        <p:nvSpPr>
          <p:cNvPr id="385" name="object-385">
            <a:extLst>
              <a:ext uri="{FF2B5EF4-FFF2-40B4-BE49-F238E27FC236}">
                <a16:creationId xmlns:a16="http://schemas.microsoft.com/office/drawing/2014/main" id="{67906C9C-921E-42F9-B44C-250F0CF3EF39}"/>
              </a:ext>
            </a:extLst>
          </p:cNvPr>
          <p:cNvSpPr>
            <a:spLocks noGrp="1"/>
          </p:cNvSpPr>
          <p:nvPr/>
        </p:nvSpPr>
        <p:spPr>
          <a:xfrm>
            <a:off x="12144375" y="4048125"/>
            <a:ext cx="52388" cy="547688"/>
          </a:xfrm>
          <a:prstGeom prst="rect">
            <a:avLst/>
          </a:prstGeom>
          <a:solidFill>
            <a:srgbClr val="FFFFFF"/>
          </a:solidFill>
          <a:ln w="13097">
            <a:solidFill>
              <a:srgbClr val="172B4D"/>
            </a:solidFill>
          </a:ln>
        </p:spPr>
      </p:sp>
      <p:sp>
        <p:nvSpPr>
          <p:cNvPr id="386" name="object-386">
            <a:extLst>
              <a:ext uri="{FF2B5EF4-FFF2-40B4-BE49-F238E27FC236}">
                <a16:creationId xmlns:a16="http://schemas.microsoft.com/office/drawing/2014/main" id="{085723BF-64E4-443D-9BC4-763BB50DACD3}"/>
              </a:ext>
            </a:extLst>
          </p:cNvPr>
          <p:cNvSpPr>
            <a:spLocks noGrp="1"/>
          </p:cNvSpPr>
          <p:nvPr/>
        </p:nvSpPr>
        <p:spPr>
          <a:xfrm>
            <a:off x="12196763" y="4048125"/>
            <a:ext cx="52388" cy="547688"/>
          </a:xfrm>
          <a:prstGeom prst="rect">
            <a:avLst/>
          </a:prstGeom>
          <a:solidFill>
            <a:srgbClr val="FFFFFF"/>
          </a:solidFill>
          <a:ln w="13097">
            <a:solidFill>
              <a:srgbClr val="172B4D"/>
            </a:solidFill>
          </a:ln>
        </p:spPr>
      </p:sp>
      <p:sp>
        <p:nvSpPr>
          <p:cNvPr id="387" name="object-387">
            <a:extLst>
              <a:ext uri="{FF2B5EF4-FFF2-40B4-BE49-F238E27FC236}">
                <a16:creationId xmlns:a16="http://schemas.microsoft.com/office/drawing/2014/main" id="{2215FDAD-EB56-4696-84B7-A561331419D0}"/>
              </a:ext>
            </a:extLst>
          </p:cNvPr>
          <p:cNvSpPr>
            <a:spLocks noGrp="1"/>
          </p:cNvSpPr>
          <p:nvPr/>
        </p:nvSpPr>
        <p:spPr>
          <a:xfrm>
            <a:off x="12249150" y="4048125"/>
            <a:ext cx="52388" cy="547688"/>
          </a:xfrm>
          <a:prstGeom prst="rect">
            <a:avLst/>
          </a:prstGeom>
          <a:solidFill>
            <a:srgbClr val="FFFFFF"/>
          </a:solidFill>
          <a:ln w="13097">
            <a:solidFill>
              <a:srgbClr val="172B4D"/>
            </a:solidFill>
          </a:ln>
        </p:spPr>
      </p:sp>
      <p:sp>
        <p:nvSpPr>
          <p:cNvPr id="388" name="object-388">
            <a:extLst>
              <a:ext uri="{FF2B5EF4-FFF2-40B4-BE49-F238E27FC236}">
                <a16:creationId xmlns:a16="http://schemas.microsoft.com/office/drawing/2014/main" id="{5DB1F6A7-C8C0-4161-BE4B-AB7E2B9723AD}"/>
              </a:ext>
            </a:extLst>
          </p:cNvPr>
          <p:cNvSpPr>
            <a:spLocks noGrp="1"/>
          </p:cNvSpPr>
          <p:nvPr/>
        </p:nvSpPr>
        <p:spPr>
          <a:xfrm>
            <a:off x="12301538" y="4048125"/>
            <a:ext cx="52388" cy="547688"/>
          </a:xfrm>
          <a:prstGeom prst="rect">
            <a:avLst/>
          </a:prstGeom>
          <a:solidFill>
            <a:srgbClr val="FFFFFF"/>
          </a:solidFill>
          <a:ln w="13097">
            <a:solidFill>
              <a:srgbClr val="172B4D"/>
            </a:solidFill>
          </a:ln>
        </p:spPr>
      </p:sp>
      <p:sp>
        <p:nvSpPr>
          <p:cNvPr id="389" name="object-389">
            <a:extLst>
              <a:ext uri="{FF2B5EF4-FFF2-40B4-BE49-F238E27FC236}">
                <a16:creationId xmlns:a16="http://schemas.microsoft.com/office/drawing/2014/main" id="{F959C9DD-01BE-42F6-B650-BEBCD13C0C0F}"/>
              </a:ext>
            </a:extLst>
          </p:cNvPr>
          <p:cNvSpPr>
            <a:spLocks noGrp="1"/>
          </p:cNvSpPr>
          <p:nvPr/>
        </p:nvSpPr>
        <p:spPr>
          <a:xfrm>
            <a:off x="12353925" y="4048125"/>
            <a:ext cx="52388" cy="547688"/>
          </a:xfrm>
          <a:prstGeom prst="rect">
            <a:avLst/>
          </a:prstGeom>
          <a:solidFill>
            <a:srgbClr val="FFFFFF"/>
          </a:solidFill>
          <a:ln w="13097">
            <a:solidFill>
              <a:srgbClr val="172B4D"/>
            </a:solidFill>
          </a:ln>
        </p:spPr>
      </p:sp>
      <p:sp>
        <p:nvSpPr>
          <p:cNvPr id="390" name="object-390">
            <a:extLst>
              <a:ext uri="{FF2B5EF4-FFF2-40B4-BE49-F238E27FC236}">
                <a16:creationId xmlns:a16="http://schemas.microsoft.com/office/drawing/2014/main" id="{E103321F-A04A-4DDA-B161-B7FF11F93510}"/>
              </a:ext>
            </a:extLst>
          </p:cNvPr>
          <p:cNvSpPr>
            <a:spLocks noGrp="1"/>
          </p:cNvSpPr>
          <p:nvPr/>
        </p:nvSpPr>
        <p:spPr>
          <a:xfrm>
            <a:off x="12406313" y="4048125"/>
            <a:ext cx="52388" cy="547688"/>
          </a:xfrm>
          <a:prstGeom prst="rect">
            <a:avLst/>
          </a:prstGeom>
          <a:solidFill>
            <a:srgbClr val="FFFFFF"/>
          </a:solidFill>
          <a:ln w="13097">
            <a:solidFill>
              <a:srgbClr val="172B4D"/>
            </a:solidFill>
          </a:ln>
        </p:spPr>
      </p:sp>
      <p:sp>
        <p:nvSpPr>
          <p:cNvPr id="391" name="object-391">
            <a:extLst>
              <a:ext uri="{FF2B5EF4-FFF2-40B4-BE49-F238E27FC236}">
                <a16:creationId xmlns:a16="http://schemas.microsoft.com/office/drawing/2014/main" id="{E57C3244-94A1-4200-817C-8DE0A75C5784}"/>
              </a:ext>
            </a:extLst>
          </p:cNvPr>
          <p:cNvSpPr>
            <a:spLocks noGrp="1"/>
          </p:cNvSpPr>
          <p:nvPr/>
        </p:nvSpPr>
        <p:spPr>
          <a:xfrm>
            <a:off x="12458700" y="4048125"/>
            <a:ext cx="52388" cy="547688"/>
          </a:xfrm>
          <a:prstGeom prst="rect">
            <a:avLst/>
          </a:prstGeom>
          <a:solidFill>
            <a:srgbClr val="FFFFFF"/>
          </a:solidFill>
          <a:ln w="13097">
            <a:solidFill>
              <a:srgbClr val="172B4D"/>
            </a:solidFill>
          </a:ln>
        </p:spPr>
      </p:sp>
      <p:sp>
        <p:nvSpPr>
          <p:cNvPr id="392" name="object-392">
            <a:extLst>
              <a:ext uri="{FF2B5EF4-FFF2-40B4-BE49-F238E27FC236}">
                <a16:creationId xmlns:a16="http://schemas.microsoft.com/office/drawing/2014/main" id="{0821A306-11EB-453E-8989-D87792E29070}"/>
              </a:ext>
            </a:extLst>
          </p:cNvPr>
          <p:cNvSpPr>
            <a:spLocks noGrp="1"/>
          </p:cNvSpPr>
          <p:nvPr/>
        </p:nvSpPr>
        <p:spPr>
          <a:xfrm>
            <a:off x="12511088" y="4048125"/>
            <a:ext cx="52388" cy="547688"/>
          </a:xfrm>
          <a:prstGeom prst="rect">
            <a:avLst/>
          </a:prstGeom>
          <a:solidFill>
            <a:srgbClr val="FFFFFF"/>
          </a:solidFill>
          <a:ln w="13097">
            <a:solidFill>
              <a:srgbClr val="172B4D"/>
            </a:solidFill>
          </a:ln>
        </p:spPr>
      </p:sp>
      <p:sp>
        <p:nvSpPr>
          <p:cNvPr id="393" name="object-393">
            <a:extLst>
              <a:ext uri="{FF2B5EF4-FFF2-40B4-BE49-F238E27FC236}">
                <a16:creationId xmlns:a16="http://schemas.microsoft.com/office/drawing/2014/main" id="{2BA15610-B7F5-4E29-B483-E513C91F6C0A}"/>
              </a:ext>
            </a:extLst>
          </p:cNvPr>
          <p:cNvSpPr>
            <a:spLocks noGrp="1"/>
          </p:cNvSpPr>
          <p:nvPr/>
        </p:nvSpPr>
        <p:spPr>
          <a:xfrm>
            <a:off x="12563475" y="4048125"/>
            <a:ext cx="52388" cy="547688"/>
          </a:xfrm>
          <a:prstGeom prst="rect">
            <a:avLst/>
          </a:prstGeom>
          <a:solidFill>
            <a:srgbClr val="FFFFFF"/>
          </a:solidFill>
          <a:ln w="13097">
            <a:solidFill>
              <a:srgbClr val="172B4D"/>
            </a:solidFill>
          </a:ln>
        </p:spPr>
      </p:sp>
      <p:sp>
        <p:nvSpPr>
          <p:cNvPr id="394" name="object-394">
            <a:extLst>
              <a:ext uri="{FF2B5EF4-FFF2-40B4-BE49-F238E27FC236}">
                <a16:creationId xmlns:a16="http://schemas.microsoft.com/office/drawing/2014/main" id="{D98ABF5B-E912-4170-9D27-6FCCF5FCA96B}"/>
              </a:ext>
            </a:extLst>
          </p:cNvPr>
          <p:cNvSpPr>
            <a:spLocks noGrp="1"/>
          </p:cNvSpPr>
          <p:nvPr/>
        </p:nvSpPr>
        <p:spPr>
          <a:xfrm>
            <a:off x="12615863" y="4048125"/>
            <a:ext cx="52388" cy="547688"/>
          </a:xfrm>
          <a:prstGeom prst="rect">
            <a:avLst/>
          </a:prstGeom>
          <a:solidFill>
            <a:srgbClr val="FFFFFF"/>
          </a:solidFill>
          <a:ln w="13097">
            <a:solidFill>
              <a:srgbClr val="172B4D"/>
            </a:solidFill>
          </a:ln>
        </p:spPr>
      </p:sp>
      <p:sp>
        <p:nvSpPr>
          <p:cNvPr id="395" name="object-395">
            <a:extLst>
              <a:ext uri="{FF2B5EF4-FFF2-40B4-BE49-F238E27FC236}">
                <a16:creationId xmlns:a16="http://schemas.microsoft.com/office/drawing/2014/main" id="{508C63C3-EC57-485C-A859-0495510CC7DD}"/>
              </a:ext>
            </a:extLst>
          </p:cNvPr>
          <p:cNvSpPr>
            <a:spLocks noGrp="1"/>
          </p:cNvSpPr>
          <p:nvPr/>
        </p:nvSpPr>
        <p:spPr>
          <a:xfrm>
            <a:off x="12668250" y="4048125"/>
            <a:ext cx="52388" cy="547688"/>
          </a:xfrm>
          <a:prstGeom prst="rect">
            <a:avLst/>
          </a:prstGeom>
          <a:solidFill>
            <a:srgbClr val="FFFFFF"/>
          </a:solidFill>
          <a:ln w="13097">
            <a:solidFill>
              <a:srgbClr val="172B4D"/>
            </a:solidFill>
          </a:ln>
        </p:spPr>
      </p:sp>
      <p:sp>
        <p:nvSpPr>
          <p:cNvPr id="396" name="object-396">
            <a:extLst>
              <a:ext uri="{FF2B5EF4-FFF2-40B4-BE49-F238E27FC236}">
                <a16:creationId xmlns:a16="http://schemas.microsoft.com/office/drawing/2014/main" id="{14031633-448F-479E-984B-7412BA2969EE}"/>
              </a:ext>
            </a:extLst>
          </p:cNvPr>
          <p:cNvSpPr>
            <a:spLocks noGrp="1"/>
          </p:cNvSpPr>
          <p:nvPr/>
        </p:nvSpPr>
        <p:spPr>
          <a:xfrm>
            <a:off x="12720638" y="4048125"/>
            <a:ext cx="52388" cy="547688"/>
          </a:xfrm>
          <a:prstGeom prst="rect">
            <a:avLst/>
          </a:prstGeom>
          <a:solidFill>
            <a:srgbClr val="FFFFFF"/>
          </a:solidFill>
          <a:ln w="13097">
            <a:solidFill>
              <a:srgbClr val="172B4D"/>
            </a:solidFill>
          </a:ln>
        </p:spPr>
      </p:sp>
      <p:sp>
        <p:nvSpPr>
          <p:cNvPr id="397" name="object-397">
            <a:extLst>
              <a:ext uri="{FF2B5EF4-FFF2-40B4-BE49-F238E27FC236}">
                <a16:creationId xmlns:a16="http://schemas.microsoft.com/office/drawing/2014/main" id="{DD6BC1D2-5B44-4C58-9CE8-2F28530CEE52}"/>
              </a:ext>
            </a:extLst>
          </p:cNvPr>
          <p:cNvSpPr>
            <a:spLocks noGrp="1"/>
          </p:cNvSpPr>
          <p:nvPr/>
        </p:nvSpPr>
        <p:spPr>
          <a:xfrm>
            <a:off x="12773025" y="4048125"/>
            <a:ext cx="52388" cy="547688"/>
          </a:xfrm>
          <a:prstGeom prst="rect">
            <a:avLst/>
          </a:prstGeom>
          <a:solidFill>
            <a:srgbClr val="FFFFFF"/>
          </a:solidFill>
          <a:ln w="13097">
            <a:solidFill>
              <a:srgbClr val="172B4D"/>
            </a:solidFill>
          </a:ln>
        </p:spPr>
      </p:sp>
      <p:sp>
        <p:nvSpPr>
          <p:cNvPr id="398" name="object-398">
            <a:extLst>
              <a:ext uri="{FF2B5EF4-FFF2-40B4-BE49-F238E27FC236}">
                <a16:creationId xmlns:a16="http://schemas.microsoft.com/office/drawing/2014/main" id="{270FFBBE-7784-4EB1-AE16-EA298E4BD7A1}"/>
              </a:ext>
            </a:extLst>
          </p:cNvPr>
          <p:cNvSpPr>
            <a:spLocks noGrp="1"/>
          </p:cNvSpPr>
          <p:nvPr/>
        </p:nvSpPr>
        <p:spPr>
          <a:xfrm>
            <a:off x="12825413" y="4048125"/>
            <a:ext cx="52388" cy="547688"/>
          </a:xfrm>
          <a:prstGeom prst="rect">
            <a:avLst/>
          </a:prstGeom>
          <a:solidFill>
            <a:srgbClr val="FFFFFF"/>
          </a:solidFill>
          <a:ln w="13097">
            <a:solidFill>
              <a:srgbClr val="172B4D"/>
            </a:solidFill>
          </a:ln>
        </p:spPr>
      </p:sp>
      <p:sp>
        <p:nvSpPr>
          <p:cNvPr id="399" name="object-399">
            <a:extLst>
              <a:ext uri="{FF2B5EF4-FFF2-40B4-BE49-F238E27FC236}">
                <a16:creationId xmlns:a16="http://schemas.microsoft.com/office/drawing/2014/main" id="{8FCF425F-1ABE-4B47-AA33-2E51310B9EE2}"/>
              </a:ext>
            </a:extLst>
          </p:cNvPr>
          <p:cNvSpPr>
            <a:spLocks noGrp="1"/>
          </p:cNvSpPr>
          <p:nvPr/>
        </p:nvSpPr>
        <p:spPr>
          <a:xfrm>
            <a:off x="12877800" y="4048125"/>
            <a:ext cx="52388" cy="547688"/>
          </a:xfrm>
          <a:prstGeom prst="rect">
            <a:avLst/>
          </a:prstGeom>
          <a:solidFill>
            <a:srgbClr val="FFFFFF"/>
          </a:solidFill>
          <a:ln w="13097">
            <a:solidFill>
              <a:srgbClr val="172B4D"/>
            </a:solidFill>
          </a:ln>
        </p:spPr>
      </p:sp>
      <p:sp>
        <p:nvSpPr>
          <p:cNvPr id="400" name="object-400">
            <a:extLst>
              <a:ext uri="{FF2B5EF4-FFF2-40B4-BE49-F238E27FC236}">
                <a16:creationId xmlns:a16="http://schemas.microsoft.com/office/drawing/2014/main" id="{84421E9F-A59B-43A7-BD25-341078E5EDBE}"/>
              </a:ext>
            </a:extLst>
          </p:cNvPr>
          <p:cNvSpPr>
            <a:spLocks noGrp="1"/>
          </p:cNvSpPr>
          <p:nvPr/>
        </p:nvSpPr>
        <p:spPr>
          <a:xfrm>
            <a:off x="12930188" y="4048125"/>
            <a:ext cx="52388" cy="547688"/>
          </a:xfrm>
          <a:prstGeom prst="rect">
            <a:avLst/>
          </a:prstGeom>
          <a:solidFill>
            <a:srgbClr val="FFFFFF"/>
          </a:solidFill>
          <a:ln w="13097">
            <a:solidFill>
              <a:srgbClr val="172B4D"/>
            </a:solidFill>
          </a:ln>
        </p:spPr>
      </p:sp>
      <p:sp>
        <p:nvSpPr>
          <p:cNvPr id="401" name="object-401">
            <a:extLst>
              <a:ext uri="{FF2B5EF4-FFF2-40B4-BE49-F238E27FC236}">
                <a16:creationId xmlns:a16="http://schemas.microsoft.com/office/drawing/2014/main" id="{5A5DDEA8-F885-44EC-98CB-F9BDF717A5C7}"/>
              </a:ext>
            </a:extLst>
          </p:cNvPr>
          <p:cNvSpPr>
            <a:spLocks noGrp="1"/>
          </p:cNvSpPr>
          <p:nvPr/>
        </p:nvSpPr>
        <p:spPr>
          <a:xfrm>
            <a:off x="12982575" y="4048125"/>
            <a:ext cx="52388" cy="547688"/>
          </a:xfrm>
          <a:prstGeom prst="rect">
            <a:avLst/>
          </a:prstGeom>
          <a:solidFill>
            <a:srgbClr val="FFFFFF"/>
          </a:solidFill>
          <a:ln w="13097">
            <a:solidFill>
              <a:srgbClr val="172B4D"/>
            </a:solidFill>
          </a:ln>
        </p:spPr>
      </p:sp>
      <p:sp>
        <p:nvSpPr>
          <p:cNvPr id="402" name="object-402">
            <a:extLst>
              <a:ext uri="{FF2B5EF4-FFF2-40B4-BE49-F238E27FC236}">
                <a16:creationId xmlns:a16="http://schemas.microsoft.com/office/drawing/2014/main" id="{7FA1DC98-8088-48EC-B066-D4097B0C3E07}"/>
              </a:ext>
            </a:extLst>
          </p:cNvPr>
          <p:cNvSpPr>
            <a:spLocks noGrp="1"/>
          </p:cNvSpPr>
          <p:nvPr/>
        </p:nvSpPr>
        <p:spPr>
          <a:xfrm>
            <a:off x="13034963" y="4048125"/>
            <a:ext cx="52388" cy="547688"/>
          </a:xfrm>
          <a:prstGeom prst="rect">
            <a:avLst/>
          </a:prstGeom>
          <a:solidFill>
            <a:srgbClr val="FFFFFF"/>
          </a:solidFill>
          <a:ln w="13097">
            <a:solidFill>
              <a:srgbClr val="172B4D"/>
            </a:solidFill>
          </a:ln>
        </p:spPr>
      </p:sp>
      <p:sp>
        <p:nvSpPr>
          <p:cNvPr id="403" name="object-403">
            <a:extLst>
              <a:ext uri="{FF2B5EF4-FFF2-40B4-BE49-F238E27FC236}">
                <a16:creationId xmlns:a16="http://schemas.microsoft.com/office/drawing/2014/main" id="{49ECDD9E-0B66-4DC5-A2E9-6A31A363D275}"/>
              </a:ext>
            </a:extLst>
          </p:cNvPr>
          <p:cNvSpPr>
            <a:spLocks noGrp="1"/>
          </p:cNvSpPr>
          <p:nvPr/>
        </p:nvSpPr>
        <p:spPr>
          <a:xfrm>
            <a:off x="13087350" y="4048125"/>
            <a:ext cx="52388" cy="547688"/>
          </a:xfrm>
          <a:prstGeom prst="rect">
            <a:avLst/>
          </a:prstGeom>
          <a:solidFill>
            <a:srgbClr val="FFFFFF"/>
          </a:solidFill>
          <a:ln w="13097">
            <a:solidFill>
              <a:srgbClr val="172B4D"/>
            </a:solidFill>
          </a:ln>
        </p:spPr>
      </p:sp>
      <p:sp>
        <p:nvSpPr>
          <p:cNvPr id="404" name="object-404">
            <a:extLst>
              <a:ext uri="{FF2B5EF4-FFF2-40B4-BE49-F238E27FC236}">
                <a16:creationId xmlns:a16="http://schemas.microsoft.com/office/drawing/2014/main" id="{720490B5-8464-4DAE-A6A8-C089A4619CC3}"/>
              </a:ext>
            </a:extLst>
          </p:cNvPr>
          <p:cNvSpPr>
            <a:spLocks noGrp="1"/>
          </p:cNvSpPr>
          <p:nvPr/>
        </p:nvSpPr>
        <p:spPr>
          <a:xfrm>
            <a:off x="13139738" y="4048125"/>
            <a:ext cx="52388" cy="547688"/>
          </a:xfrm>
          <a:prstGeom prst="rect">
            <a:avLst/>
          </a:prstGeom>
          <a:solidFill>
            <a:srgbClr val="FFFFFF"/>
          </a:solidFill>
          <a:ln w="13097">
            <a:solidFill>
              <a:srgbClr val="172B4D"/>
            </a:solidFill>
          </a:ln>
        </p:spPr>
      </p:sp>
      <p:sp>
        <p:nvSpPr>
          <p:cNvPr id="405" name="object-405">
            <a:extLst>
              <a:ext uri="{FF2B5EF4-FFF2-40B4-BE49-F238E27FC236}">
                <a16:creationId xmlns:a16="http://schemas.microsoft.com/office/drawing/2014/main" id="{3901274F-1EE2-4394-BCBE-895EFA75ED1E}"/>
              </a:ext>
            </a:extLst>
          </p:cNvPr>
          <p:cNvSpPr>
            <a:spLocks noGrp="1"/>
          </p:cNvSpPr>
          <p:nvPr/>
        </p:nvSpPr>
        <p:spPr>
          <a:xfrm>
            <a:off x="13192125" y="4048125"/>
            <a:ext cx="52388" cy="547688"/>
          </a:xfrm>
          <a:prstGeom prst="rect">
            <a:avLst/>
          </a:prstGeom>
          <a:solidFill>
            <a:srgbClr val="FFFFFF"/>
          </a:solidFill>
          <a:ln w="13097">
            <a:solidFill>
              <a:srgbClr val="172B4D"/>
            </a:solidFill>
          </a:ln>
        </p:spPr>
      </p:sp>
      <p:sp>
        <p:nvSpPr>
          <p:cNvPr id="406" name="object-406">
            <a:extLst>
              <a:ext uri="{FF2B5EF4-FFF2-40B4-BE49-F238E27FC236}">
                <a16:creationId xmlns:a16="http://schemas.microsoft.com/office/drawing/2014/main" id="{E168BCF7-D9EF-4736-BFB6-43C82C35A651}"/>
              </a:ext>
            </a:extLst>
          </p:cNvPr>
          <p:cNvSpPr>
            <a:spLocks noGrp="1"/>
          </p:cNvSpPr>
          <p:nvPr/>
        </p:nvSpPr>
        <p:spPr>
          <a:xfrm>
            <a:off x="13244513" y="4048125"/>
            <a:ext cx="52388" cy="547688"/>
          </a:xfrm>
          <a:prstGeom prst="rect">
            <a:avLst/>
          </a:prstGeom>
          <a:solidFill>
            <a:srgbClr val="FFFFFF"/>
          </a:solidFill>
          <a:ln w="13097">
            <a:solidFill>
              <a:srgbClr val="172B4D"/>
            </a:solidFill>
          </a:ln>
        </p:spPr>
      </p:sp>
      <p:sp>
        <p:nvSpPr>
          <p:cNvPr id="407" name="object-407">
            <a:extLst>
              <a:ext uri="{FF2B5EF4-FFF2-40B4-BE49-F238E27FC236}">
                <a16:creationId xmlns:a16="http://schemas.microsoft.com/office/drawing/2014/main" id="{13A79EF3-15DF-4C04-956A-4782CE8CD27F}"/>
              </a:ext>
            </a:extLst>
          </p:cNvPr>
          <p:cNvSpPr>
            <a:spLocks noGrp="1"/>
          </p:cNvSpPr>
          <p:nvPr/>
        </p:nvSpPr>
        <p:spPr>
          <a:xfrm>
            <a:off x="13296900" y="4048125"/>
            <a:ext cx="52388" cy="547688"/>
          </a:xfrm>
          <a:prstGeom prst="rect">
            <a:avLst/>
          </a:prstGeom>
          <a:solidFill>
            <a:srgbClr val="FFFFFF"/>
          </a:solidFill>
          <a:ln w="13097">
            <a:solidFill>
              <a:srgbClr val="172B4D"/>
            </a:solidFill>
          </a:ln>
        </p:spPr>
      </p:sp>
      <p:sp>
        <p:nvSpPr>
          <p:cNvPr id="408" name="object-408">
            <a:extLst>
              <a:ext uri="{FF2B5EF4-FFF2-40B4-BE49-F238E27FC236}">
                <a16:creationId xmlns:a16="http://schemas.microsoft.com/office/drawing/2014/main" id="{0E3C2668-C65B-42CF-A5E4-1910D70D757B}"/>
              </a:ext>
            </a:extLst>
          </p:cNvPr>
          <p:cNvSpPr>
            <a:spLocks noGrp="1"/>
          </p:cNvSpPr>
          <p:nvPr/>
        </p:nvSpPr>
        <p:spPr>
          <a:xfrm>
            <a:off x="13349288" y="4048125"/>
            <a:ext cx="52388" cy="547688"/>
          </a:xfrm>
          <a:prstGeom prst="rect">
            <a:avLst/>
          </a:prstGeom>
          <a:solidFill>
            <a:srgbClr val="FFFFFF"/>
          </a:solidFill>
          <a:ln w="13097">
            <a:solidFill>
              <a:srgbClr val="172B4D"/>
            </a:solidFill>
          </a:ln>
        </p:spPr>
      </p:sp>
      <p:sp>
        <p:nvSpPr>
          <p:cNvPr id="409" name="object-409">
            <a:extLst>
              <a:ext uri="{FF2B5EF4-FFF2-40B4-BE49-F238E27FC236}">
                <a16:creationId xmlns:a16="http://schemas.microsoft.com/office/drawing/2014/main" id="{C3B4AEA2-2805-4FC0-A56F-F52FBA153DCB}"/>
              </a:ext>
            </a:extLst>
          </p:cNvPr>
          <p:cNvSpPr>
            <a:spLocks noGrp="1"/>
          </p:cNvSpPr>
          <p:nvPr/>
        </p:nvSpPr>
        <p:spPr>
          <a:xfrm>
            <a:off x="13401675" y="4048125"/>
            <a:ext cx="52388" cy="547688"/>
          </a:xfrm>
          <a:prstGeom prst="rect">
            <a:avLst/>
          </a:prstGeom>
          <a:solidFill>
            <a:srgbClr val="FFFFFF"/>
          </a:solidFill>
          <a:ln w="13097">
            <a:solidFill>
              <a:srgbClr val="172B4D"/>
            </a:solidFill>
          </a:ln>
        </p:spPr>
      </p:sp>
      <p:sp>
        <p:nvSpPr>
          <p:cNvPr id="410" name="object-410">
            <a:extLst>
              <a:ext uri="{FF2B5EF4-FFF2-40B4-BE49-F238E27FC236}">
                <a16:creationId xmlns:a16="http://schemas.microsoft.com/office/drawing/2014/main" id="{9F227E3A-3E37-43F5-AB62-C7B707746A10}"/>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170/100</a:t>
            </a:r>
          </a:p>
        </p:txBody>
      </p:sp>
      <p:sp>
        <p:nvSpPr>
          <p:cNvPr id="411" name="object-411">
            <a:extLst>
              <a:ext uri="{FF2B5EF4-FFF2-40B4-BE49-F238E27FC236}">
                <a16:creationId xmlns:a16="http://schemas.microsoft.com/office/drawing/2014/main" id="{B820A611-9AC9-4931-803B-D85E2071AEE3}"/>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173%</a:t>
            </a:r>
          </a:p>
        </p:txBody>
      </p:sp>
      <p:sp>
        <p:nvSpPr>
          <p:cNvPr id="412" name="object-412">
            <a:extLst>
              <a:ext uri="{FF2B5EF4-FFF2-40B4-BE49-F238E27FC236}">
                <a16:creationId xmlns:a16="http://schemas.microsoft.com/office/drawing/2014/main" id="{B6865D0C-C3D5-4A52-9321-96CD8DC2C0CF}"/>
              </a:ext>
            </a:extLst>
          </p:cNvPr>
          <p:cNvSpPr>
            <a:spLocks noGrp="1"/>
          </p:cNvSpPr>
          <p:nvPr/>
        </p:nvSpPr>
        <p:spPr>
          <a:xfrm>
            <a:off x="2976563" y="5238750"/>
            <a:ext cx="52388" cy="547688"/>
          </a:xfrm>
          <a:prstGeom prst="rect">
            <a:avLst/>
          </a:prstGeom>
          <a:solidFill>
            <a:srgbClr val="1D4ED8"/>
          </a:solidFill>
          <a:ln w="13097">
            <a:solidFill>
              <a:srgbClr val="172B4D"/>
            </a:solidFill>
          </a:ln>
        </p:spPr>
      </p:sp>
      <p:sp>
        <p:nvSpPr>
          <p:cNvPr id="413" name="object-413">
            <a:extLst>
              <a:ext uri="{FF2B5EF4-FFF2-40B4-BE49-F238E27FC236}">
                <a16:creationId xmlns:a16="http://schemas.microsoft.com/office/drawing/2014/main" id="{6F9BE23B-CD20-401C-AEE8-E6FBC812DD59}"/>
              </a:ext>
            </a:extLst>
          </p:cNvPr>
          <p:cNvSpPr>
            <a:spLocks noGrp="1"/>
          </p:cNvSpPr>
          <p:nvPr/>
        </p:nvSpPr>
        <p:spPr>
          <a:xfrm>
            <a:off x="3028950" y="5238750"/>
            <a:ext cx="52388" cy="547688"/>
          </a:xfrm>
          <a:prstGeom prst="rect">
            <a:avLst/>
          </a:prstGeom>
          <a:solidFill>
            <a:srgbClr val="1D4ED8"/>
          </a:solidFill>
          <a:ln w="13097">
            <a:solidFill>
              <a:srgbClr val="172B4D"/>
            </a:solidFill>
          </a:ln>
        </p:spPr>
      </p:sp>
      <p:sp>
        <p:nvSpPr>
          <p:cNvPr id="414" name="object-414">
            <a:extLst>
              <a:ext uri="{FF2B5EF4-FFF2-40B4-BE49-F238E27FC236}">
                <a16:creationId xmlns:a16="http://schemas.microsoft.com/office/drawing/2014/main" id="{A4F2D9AB-4E97-465A-BA1B-E167CA7909D8}"/>
              </a:ext>
            </a:extLst>
          </p:cNvPr>
          <p:cNvSpPr>
            <a:spLocks noGrp="1"/>
          </p:cNvSpPr>
          <p:nvPr/>
        </p:nvSpPr>
        <p:spPr>
          <a:xfrm>
            <a:off x="3081338" y="5238750"/>
            <a:ext cx="52388" cy="547688"/>
          </a:xfrm>
          <a:prstGeom prst="rect">
            <a:avLst/>
          </a:prstGeom>
          <a:solidFill>
            <a:srgbClr val="1D4ED8"/>
          </a:solidFill>
          <a:ln w="13097">
            <a:solidFill>
              <a:srgbClr val="172B4D"/>
            </a:solidFill>
          </a:ln>
        </p:spPr>
      </p:sp>
      <p:sp>
        <p:nvSpPr>
          <p:cNvPr id="415" name="object-415">
            <a:extLst>
              <a:ext uri="{FF2B5EF4-FFF2-40B4-BE49-F238E27FC236}">
                <a16:creationId xmlns:a16="http://schemas.microsoft.com/office/drawing/2014/main" id="{A8243C3A-9389-49F7-AF56-4FA7E187EB92}"/>
              </a:ext>
            </a:extLst>
          </p:cNvPr>
          <p:cNvSpPr>
            <a:spLocks noGrp="1"/>
          </p:cNvSpPr>
          <p:nvPr/>
        </p:nvSpPr>
        <p:spPr>
          <a:xfrm>
            <a:off x="3133725" y="5238750"/>
            <a:ext cx="52388" cy="547688"/>
          </a:xfrm>
          <a:prstGeom prst="rect">
            <a:avLst/>
          </a:prstGeom>
          <a:solidFill>
            <a:srgbClr val="1D4ED8"/>
          </a:solidFill>
          <a:ln w="13097">
            <a:solidFill>
              <a:srgbClr val="172B4D"/>
            </a:solidFill>
          </a:ln>
        </p:spPr>
      </p:sp>
      <p:sp>
        <p:nvSpPr>
          <p:cNvPr id="416" name="object-416">
            <a:extLst>
              <a:ext uri="{FF2B5EF4-FFF2-40B4-BE49-F238E27FC236}">
                <a16:creationId xmlns:a16="http://schemas.microsoft.com/office/drawing/2014/main" id="{8B56DA03-616E-4200-8C91-F2180D18094D}"/>
              </a:ext>
            </a:extLst>
          </p:cNvPr>
          <p:cNvSpPr>
            <a:spLocks noGrp="1"/>
          </p:cNvSpPr>
          <p:nvPr/>
        </p:nvSpPr>
        <p:spPr>
          <a:xfrm>
            <a:off x="3186113" y="5238750"/>
            <a:ext cx="52388" cy="547688"/>
          </a:xfrm>
          <a:prstGeom prst="rect">
            <a:avLst/>
          </a:prstGeom>
          <a:solidFill>
            <a:srgbClr val="1D4ED8"/>
          </a:solidFill>
          <a:ln w="13097">
            <a:solidFill>
              <a:srgbClr val="172B4D"/>
            </a:solidFill>
          </a:ln>
        </p:spPr>
      </p:sp>
      <p:sp>
        <p:nvSpPr>
          <p:cNvPr id="417" name="object-417">
            <a:extLst>
              <a:ext uri="{FF2B5EF4-FFF2-40B4-BE49-F238E27FC236}">
                <a16:creationId xmlns:a16="http://schemas.microsoft.com/office/drawing/2014/main" id="{C29337EC-5D03-4C8D-B7EA-454255F5C0C4}"/>
              </a:ext>
            </a:extLst>
          </p:cNvPr>
          <p:cNvSpPr>
            <a:spLocks noGrp="1"/>
          </p:cNvSpPr>
          <p:nvPr/>
        </p:nvSpPr>
        <p:spPr>
          <a:xfrm>
            <a:off x="3238500" y="5238750"/>
            <a:ext cx="52388" cy="547688"/>
          </a:xfrm>
          <a:prstGeom prst="rect">
            <a:avLst/>
          </a:prstGeom>
          <a:solidFill>
            <a:srgbClr val="1D4ED8"/>
          </a:solidFill>
          <a:ln w="13097">
            <a:solidFill>
              <a:srgbClr val="172B4D"/>
            </a:solidFill>
          </a:ln>
        </p:spPr>
      </p:sp>
      <p:sp>
        <p:nvSpPr>
          <p:cNvPr id="418" name="object-418">
            <a:extLst>
              <a:ext uri="{FF2B5EF4-FFF2-40B4-BE49-F238E27FC236}">
                <a16:creationId xmlns:a16="http://schemas.microsoft.com/office/drawing/2014/main" id="{8285208B-7257-4673-A13D-C882BBE740BD}"/>
              </a:ext>
            </a:extLst>
          </p:cNvPr>
          <p:cNvSpPr>
            <a:spLocks noGrp="1"/>
          </p:cNvSpPr>
          <p:nvPr/>
        </p:nvSpPr>
        <p:spPr>
          <a:xfrm>
            <a:off x="3290888" y="5238750"/>
            <a:ext cx="52388" cy="547688"/>
          </a:xfrm>
          <a:prstGeom prst="rect">
            <a:avLst/>
          </a:prstGeom>
          <a:solidFill>
            <a:srgbClr val="1D4ED8"/>
          </a:solidFill>
          <a:ln w="13097">
            <a:solidFill>
              <a:srgbClr val="172B4D"/>
            </a:solidFill>
          </a:ln>
        </p:spPr>
      </p:sp>
      <p:sp>
        <p:nvSpPr>
          <p:cNvPr id="419" name="object-419">
            <a:extLst>
              <a:ext uri="{FF2B5EF4-FFF2-40B4-BE49-F238E27FC236}">
                <a16:creationId xmlns:a16="http://schemas.microsoft.com/office/drawing/2014/main" id="{782F2E41-5D57-43D2-9369-132C6FA15875}"/>
              </a:ext>
            </a:extLst>
          </p:cNvPr>
          <p:cNvSpPr>
            <a:spLocks noGrp="1"/>
          </p:cNvSpPr>
          <p:nvPr/>
        </p:nvSpPr>
        <p:spPr>
          <a:xfrm>
            <a:off x="3343275" y="5238750"/>
            <a:ext cx="52388" cy="547688"/>
          </a:xfrm>
          <a:prstGeom prst="rect">
            <a:avLst/>
          </a:prstGeom>
          <a:solidFill>
            <a:srgbClr val="1D4ED8"/>
          </a:solidFill>
          <a:ln w="13097">
            <a:solidFill>
              <a:srgbClr val="172B4D"/>
            </a:solidFill>
          </a:ln>
        </p:spPr>
      </p:sp>
      <p:sp>
        <p:nvSpPr>
          <p:cNvPr id="420" name="object-420">
            <a:extLst>
              <a:ext uri="{FF2B5EF4-FFF2-40B4-BE49-F238E27FC236}">
                <a16:creationId xmlns:a16="http://schemas.microsoft.com/office/drawing/2014/main" id="{0C3A04B5-60DD-4E80-BBC6-1CF1BF8770E1}"/>
              </a:ext>
            </a:extLst>
          </p:cNvPr>
          <p:cNvSpPr>
            <a:spLocks noGrp="1"/>
          </p:cNvSpPr>
          <p:nvPr/>
        </p:nvSpPr>
        <p:spPr>
          <a:xfrm>
            <a:off x="3395663" y="5238750"/>
            <a:ext cx="52388" cy="547688"/>
          </a:xfrm>
          <a:prstGeom prst="rect">
            <a:avLst/>
          </a:prstGeom>
          <a:solidFill>
            <a:srgbClr val="1D4ED8"/>
          </a:solidFill>
          <a:ln w="13097">
            <a:solidFill>
              <a:srgbClr val="172B4D"/>
            </a:solidFill>
          </a:ln>
        </p:spPr>
      </p:sp>
      <p:sp>
        <p:nvSpPr>
          <p:cNvPr id="421" name="object-421">
            <a:extLst>
              <a:ext uri="{FF2B5EF4-FFF2-40B4-BE49-F238E27FC236}">
                <a16:creationId xmlns:a16="http://schemas.microsoft.com/office/drawing/2014/main" id="{D1C9813A-BE6C-46A1-A4E5-E45AAABC9E39}"/>
              </a:ext>
            </a:extLst>
          </p:cNvPr>
          <p:cNvSpPr>
            <a:spLocks noGrp="1"/>
          </p:cNvSpPr>
          <p:nvPr/>
        </p:nvSpPr>
        <p:spPr>
          <a:xfrm>
            <a:off x="3448050" y="5238750"/>
            <a:ext cx="52388" cy="547688"/>
          </a:xfrm>
          <a:prstGeom prst="rect">
            <a:avLst/>
          </a:prstGeom>
          <a:solidFill>
            <a:srgbClr val="1D4ED8"/>
          </a:solidFill>
          <a:ln w="13097">
            <a:solidFill>
              <a:srgbClr val="172B4D"/>
            </a:solidFill>
          </a:ln>
        </p:spPr>
      </p:sp>
      <p:sp>
        <p:nvSpPr>
          <p:cNvPr id="422" name="object-422">
            <a:extLst>
              <a:ext uri="{FF2B5EF4-FFF2-40B4-BE49-F238E27FC236}">
                <a16:creationId xmlns:a16="http://schemas.microsoft.com/office/drawing/2014/main" id="{6F6EE83A-D084-448D-B342-146F749CB590}"/>
              </a:ext>
            </a:extLst>
          </p:cNvPr>
          <p:cNvSpPr>
            <a:spLocks noGrp="1"/>
          </p:cNvSpPr>
          <p:nvPr/>
        </p:nvSpPr>
        <p:spPr>
          <a:xfrm>
            <a:off x="3500438" y="5238750"/>
            <a:ext cx="52388" cy="547688"/>
          </a:xfrm>
          <a:prstGeom prst="rect">
            <a:avLst/>
          </a:prstGeom>
          <a:solidFill>
            <a:srgbClr val="1D4ED8"/>
          </a:solidFill>
          <a:ln w="13097">
            <a:solidFill>
              <a:srgbClr val="172B4D"/>
            </a:solidFill>
          </a:ln>
        </p:spPr>
      </p:sp>
      <p:sp>
        <p:nvSpPr>
          <p:cNvPr id="423" name="object-423">
            <a:extLst>
              <a:ext uri="{FF2B5EF4-FFF2-40B4-BE49-F238E27FC236}">
                <a16:creationId xmlns:a16="http://schemas.microsoft.com/office/drawing/2014/main" id="{DBDBD52A-3B85-482C-ACBB-AEB2EDE9CC66}"/>
              </a:ext>
            </a:extLst>
          </p:cNvPr>
          <p:cNvSpPr>
            <a:spLocks noGrp="1"/>
          </p:cNvSpPr>
          <p:nvPr/>
        </p:nvSpPr>
        <p:spPr>
          <a:xfrm>
            <a:off x="3552825" y="5238750"/>
            <a:ext cx="52388" cy="547688"/>
          </a:xfrm>
          <a:prstGeom prst="rect">
            <a:avLst/>
          </a:prstGeom>
          <a:solidFill>
            <a:srgbClr val="1D4ED8"/>
          </a:solidFill>
          <a:ln w="13097">
            <a:solidFill>
              <a:srgbClr val="172B4D"/>
            </a:solidFill>
          </a:ln>
        </p:spPr>
      </p:sp>
      <p:sp>
        <p:nvSpPr>
          <p:cNvPr id="424" name="object-424">
            <a:extLst>
              <a:ext uri="{FF2B5EF4-FFF2-40B4-BE49-F238E27FC236}">
                <a16:creationId xmlns:a16="http://schemas.microsoft.com/office/drawing/2014/main" id="{DBC6EB4E-FA53-4435-9D87-330C3AAE98E8}"/>
              </a:ext>
            </a:extLst>
          </p:cNvPr>
          <p:cNvSpPr>
            <a:spLocks noGrp="1"/>
          </p:cNvSpPr>
          <p:nvPr/>
        </p:nvSpPr>
        <p:spPr>
          <a:xfrm>
            <a:off x="3605213" y="5238750"/>
            <a:ext cx="52388" cy="547688"/>
          </a:xfrm>
          <a:prstGeom prst="rect">
            <a:avLst/>
          </a:prstGeom>
          <a:solidFill>
            <a:srgbClr val="1D4ED8"/>
          </a:solidFill>
          <a:ln w="13097">
            <a:solidFill>
              <a:srgbClr val="172B4D"/>
            </a:solidFill>
          </a:ln>
        </p:spPr>
      </p:sp>
      <p:sp>
        <p:nvSpPr>
          <p:cNvPr id="425" name="object-425">
            <a:extLst>
              <a:ext uri="{FF2B5EF4-FFF2-40B4-BE49-F238E27FC236}">
                <a16:creationId xmlns:a16="http://schemas.microsoft.com/office/drawing/2014/main" id="{3415976E-EE45-4E20-91F9-C09AB3C178AB}"/>
              </a:ext>
            </a:extLst>
          </p:cNvPr>
          <p:cNvSpPr>
            <a:spLocks noGrp="1"/>
          </p:cNvSpPr>
          <p:nvPr/>
        </p:nvSpPr>
        <p:spPr>
          <a:xfrm>
            <a:off x="3657600" y="5238750"/>
            <a:ext cx="52388" cy="547688"/>
          </a:xfrm>
          <a:prstGeom prst="rect">
            <a:avLst/>
          </a:prstGeom>
          <a:solidFill>
            <a:srgbClr val="1D4ED8"/>
          </a:solidFill>
          <a:ln w="13097">
            <a:solidFill>
              <a:srgbClr val="172B4D"/>
            </a:solidFill>
          </a:ln>
        </p:spPr>
      </p:sp>
      <p:sp>
        <p:nvSpPr>
          <p:cNvPr id="426" name="object-426">
            <a:extLst>
              <a:ext uri="{FF2B5EF4-FFF2-40B4-BE49-F238E27FC236}">
                <a16:creationId xmlns:a16="http://schemas.microsoft.com/office/drawing/2014/main" id="{701BE2FB-3419-47C7-8210-985167E0BBBD}"/>
              </a:ext>
            </a:extLst>
          </p:cNvPr>
          <p:cNvSpPr>
            <a:spLocks noGrp="1"/>
          </p:cNvSpPr>
          <p:nvPr/>
        </p:nvSpPr>
        <p:spPr>
          <a:xfrm>
            <a:off x="3709988" y="5238750"/>
            <a:ext cx="52388" cy="547688"/>
          </a:xfrm>
          <a:prstGeom prst="rect">
            <a:avLst/>
          </a:prstGeom>
          <a:solidFill>
            <a:srgbClr val="1D4ED8"/>
          </a:solidFill>
          <a:ln w="13097">
            <a:solidFill>
              <a:srgbClr val="172B4D"/>
            </a:solidFill>
          </a:ln>
        </p:spPr>
      </p:sp>
      <p:sp>
        <p:nvSpPr>
          <p:cNvPr id="427" name="object-427">
            <a:extLst>
              <a:ext uri="{FF2B5EF4-FFF2-40B4-BE49-F238E27FC236}">
                <a16:creationId xmlns:a16="http://schemas.microsoft.com/office/drawing/2014/main" id="{20B5E255-5D83-4FDD-9F87-62BADBDE801C}"/>
              </a:ext>
            </a:extLst>
          </p:cNvPr>
          <p:cNvSpPr>
            <a:spLocks noGrp="1"/>
          </p:cNvSpPr>
          <p:nvPr/>
        </p:nvSpPr>
        <p:spPr>
          <a:xfrm>
            <a:off x="3762375" y="5238750"/>
            <a:ext cx="52388" cy="547688"/>
          </a:xfrm>
          <a:prstGeom prst="rect">
            <a:avLst/>
          </a:prstGeom>
          <a:solidFill>
            <a:srgbClr val="1D4ED8"/>
          </a:solidFill>
          <a:ln w="13097">
            <a:solidFill>
              <a:srgbClr val="172B4D"/>
            </a:solidFill>
          </a:ln>
        </p:spPr>
      </p:sp>
      <p:sp>
        <p:nvSpPr>
          <p:cNvPr id="428" name="object-428">
            <a:extLst>
              <a:ext uri="{FF2B5EF4-FFF2-40B4-BE49-F238E27FC236}">
                <a16:creationId xmlns:a16="http://schemas.microsoft.com/office/drawing/2014/main" id="{19D5A892-3007-4607-99E4-962FFCB5FED0}"/>
              </a:ext>
            </a:extLst>
          </p:cNvPr>
          <p:cNvSpPr>
            <a:spLocks noGrp="1"/>
          </p:cNvSpPr>
          <p:nvPr/>
        </p:nvSpPr>
        <p:spPr>
          <a:xfrm>
            <a:off x="3814763" y="5238750"/>
            <a:ext cx="52388" cy="547688"/>
          </a:xfrm>
          <a:prstGeom prst="rect">
            <a:avLst/>
          </a:prstGeom>
          <a:solidFill>
            <a:srgbClr val="1D4ED8"/>
          </a:solidFill>
          <a:ln w="13097">
            <a:solidFill>
              <a:srgbClr val="172B4D"/>
            </a:solidFill>
          </a:ln>
        </p:spPr>
      </p:sp>
      <p:sp>
        <p:nvSpPr>
          <p:cNvPr id="429" name="object-429">
            <a:extLst>
              <a:ext uri="{FF2B5EF4-FFF2-40B4-BE49-F238E27FC236}">
                <a16:creationId xmlns:a16="http://schemas.microsoft.com/office/drawing/2014/main" id="{E96E46D1-5AF4-4968-A928-A278BD5D7044}"/>
              </a:ext>
            </a:extLst>
          </p:cNvPr>
          <p:cNvSpPr>
            <a:spLocks noGrp="1"/>
          </p:cNvSpPr>
          <p:nvPr/>
        </p:nvSpPr>
        <p:spPr>
          <a:xfrm>
            <a:off x="3867150" y="5238750"/>
            <a:ext cx="52388" cy="547688"/>
          </a:xfrm>
          <a:prstGeom prst="rect">
            <a:avLst/>
          </a:prstGeom>
          <a:solidFill>
            <a:srgbClr val="1D4ED8"/>
          </a:solidFill>
          <a:ln w="13097">
            <a:solidFill>
              <a:srgbClr val="172B4D"/>
            </a:solidFill>
          </a:ln>
        </p:spPr>
      </p:sp>
      <p:sp>
        <p:nvSpPr>
          <p:cNvPr id="430" name="object-430">
            <a:extLst>
              <a:ext uri="{FF2B5EF4-FFF2-40B4-BE49-F238E27FC236}">
                <a16:creationId xmlns:a16="http://schemas.microsoft.com/office/drawing/2014/main" id="{72F15C43-AE1B-43C8-9856-CF0673A3FB72}"/>
              </a:ext>
            </a:extLst>
          </p:cNvPr>
          <p:cNvSpPr>
            <a:spLocks noGrp="1"/>
          </p:cNvSpPr>
          <p:nvPr/>
        </p:nvSpPr>
        <p:spPr>
          <a:xfrm>
            <a:off x="3919538" y="5238750"/>
            <a:ext cx="52388" cy="547688"/>
          </a:xfrm>
          <a:prstGeom prst="rect">
            <a:avLst/>
          </a:prstGeom>
          <a:solidFill>
            <a:srgbClr val="1D4ED8"/>
          </a:solidFill>
          <a:ln w="13097">
            <a:solidFill>
              <a:srgbClr val="172B4D"/>
            </a:solidFill>
          </a:ln>
        </p:spPr>
      </p:sp>
      <p:sp>
        <p:nvSpPr>
          <p:cNvPr id="431" name="object-431">
            <a:extLst>
              <a:ext uri="{FF2B5EF4-FFF2-40B4-BE49-F238E27FC236}">
                <a16:creationId xmlns:a16="http://schemas.microsoft.com/office/drawing/2014/main" id="{9C16C6B2-7D89-44E7-B841-BF067ECDBE67}"/>
              </a:ext>
            </a:extLst>
          </p:cNvPr>
          <p:cNvSpPr>
            <a:spLocks noGrp="1"/>
          </p:cNvSpPr>
          <p:nvPr/>
        </p:nvSpPr>
        <p:spPr>
          <a:xfrm>
            <a:off x="3971925" y="5238750"/>
            <a:ext cx="52388" cy="547688"/>
          </a:xfrm>
          <a:prstGeom prst="rect">
            <a:avLst/>
          </a:prstGeom>
          <a:solidFill>
            <a:srgbClr val="1D4ED8"/>
          </a:solidFill>
          <a:ln w="13097">
            <a:solidFill>
              <a:srgbClr val="172B4D"/>
            </a:solidFill>
          </a:ln>
        </p:spPr>
      </p:sp>
      <p:sp>
        <p:nvSpPr>
          <p:cNvPr id="432" name="object-432">
            <a:extLst>
              <a:ext uri="{FF2B5EF4-FFF2-40B4-BE49-F238E27FC236}">
                <a16:creationId xmlns:a16="http://schemas.microsoft.com/office/drawing/2014/main" id="{1EBEA0F5-4CF1-43C3-A87B-F1D8AFEEFCBB}"/>
              </a:ext>
            </a:extLst>
          </p:cNvPr>
          <p:cNvSpPr>
            <a:spLocks noGrp="1"/>
          </p:cNvSpPr>
          <p:nvPr/>
        </p:nvSpPr>
        <p:spPr>
          <a:xfrm>
            <a:off x="4024313" y="5238750"/>
            <a:ext cx="52388" cy="547688"/>
          </a:xfrm>
          <a:prstGeom prst="rect">
            <a:avLst/>
          </a:prstGeom>
          <a:solidFill>
            <a:srgbClr val="1D4ED8"/>
          </a:solidFill>
          <a:ln w="13097">
            <a:solidFill>
              <a:srgbClr val="172B4D"/>
            </a:solidFill>
          </a:ln>
        </p:spPr>
      </p:sp>
      <p:sp>
        <p:nvSpPr>
          <p:cNvPr id="433" name="object-433">
            <a:extLst>
              <a:ext uri="{FF2B5EF4-FFF2-40B4-BE49-F238E27FC236}">
                <a16:creationId xmlns:a16="http://schemas.microsoft.com/office/drawing/2014/main" id="{37BCD3BB-1CAC-420C-BD61-572F8E2AE6D9}"/>
              </a:ext>
            </a:extLst>
          </p:cNvPr>
          <p:cNvSpPr>
            <a:spLocks noGrp="1"/>
          </p:cNvSpPr>
          <p:nvPr/>
        </p:nvSpPr>
        <p:spPr>
          <a:xfrm>
            <a:off x="4076700" y="5238750"/>
            <a:ext cx="52388" cy="547688"/>
          </a:xfrm>
          <a:prstGeom prst="rect">
            <a:avLst/>
          </a:prstGeom>
          <a:solidFill>
            <a:srgbClr val="1D4ED8"/>
          </a:solidFill>
          <a:ln w="13097">
            <a:solidFill>
              <a:srgbClr val="172B4D"/>
            </a:solidFill>
          </a:ln>
        </p:spPr>
      </p:sp>
      <p:sp>
        <p:nvSpPr>
          <p:cNvPr id="434" name="object-434">
            <a:extLst>
              <a:ext uri="{FF2B5EF4-FFF2-40B4-BE49-F238E27FC236}">
                <a16:creationId xmlns:a16="http://schemas.microsoft.com/office/drawing/2014/main" id="{6E74A0F2-8455-4DC3-AB25-3811FB6392DF}"/>
              </a:ext>
            </a:extLst>
          </p:cNvPr>
          <p:cNvSpPr>
            <a:spLocks noGrp="1"/>
          </p:cNvSpPr>
          <p:nvPr/>
        </p:nvSpPr>
        <p:spPr>
          <a:xfrm>
            <a:off x="4129088" y="5238750"/>
            <a:ext cx="52388" cy="547688"/>
          </a:xfrm>
          <a:prstGeom prst="rect">
            <a:avLst/>
          </a:prstGeom>
          <a:solidFill>
            <a:srgbClr val="1D4ED8"/>
          </a:solidFill>
          <a:ln w="13097">
            <a:solidFill>
              <a:srgbClr val="172B4D"/>
            </a:solidFill>
          </a:ln>
        </p:spPr>
      </p:sp>
      <p:sp>
        <p:nvSpPr>
          <p:cNvPr id="435" name="object-435">
            <a:extLst>
              <a:ext uri="{FF2B5EF4-FFF2-40B4-BE49-F238E27FC236}">
                <a16:creationId xmlns:a16="http://schemas.microsoft.com/office/drawing/2014/main" id="{A9FA47B4-1FA1-46E6-AF86-047ACE7875EE}"/>
              </a:ext>
            </a:extLst>
          </p:cNvPr>
          <p:cNvSpPr>
            <a:spLocks noGrp="1"/>
          </p:cNvSpPr>
          <p:nvPr/>
        </p:nvSpPr>
        <p:spPr>
          <a:xfrm>
            <a:off x="4181475" y="5238750"/>
            <a:ext cx="52388" cy="547688"/>
          </a:xfrm>
          <a:prstGeom prst="rect">
            <a:avLst/>
          </a:prstGeom>
          <a:solidFill>
            <a:srgbClr val="1D4ED8"/>
          </a:solidFill>
          <a:ln w="13097">
            <a:solidFill>
              <a:srgbClr val="172B4D"/>
            </a:solidFill>
          </a:ln>
        </p:spPr>
      </p:sp>
      <p:sp>
        <p:nvSpPr>
          <p:cNvPr id="436" name="object-436">
            <a:extLst>
              <a:ext uri="{FF2B5EF4-FFF2-40B4-BE49-F238E27FC236}">
                <a16:creationId xmlns:a16="http://schemas.microsoft.com/office/drawing/2014/main" id="{51D529B8-27E4-41C6-BD42-78F4F2D5B06F}"/>
              </a:ext>
            </a:extLst>
          </p:cNvPr>
          <p:cNvSpPr>
            <a:spLocks noGrp="1"/>
          </p:cNvSpPr>
          <p:nvPr/>
        </p:nvSpPr>
        <p:spPr>
          <a:xfrm>
            <a:off x="4233863" y="5238750"/>
            <a:ext cx="52388" cy="547688"/>
          </a:xfrm>
          <a:prstGeom prst="rect">
            <a:avLst/>
          </a:prstGeom>
          <a:solidFill>
            <a:srgbClr val="1D4ED8"/>
          </a:solidFill>
          <a:ln w="13097">
            <a:solidFill>
              <a:srgbClr val="172B4D"/>
            </a:solidFill>
          </a:ln>
        </p:spPr>
      </p:sp>
      <p:sp>
        <p:nvSpPr>
          <p:cNvPr id="437" name="object-437">
            <a:extLst>
              <a:ext uri="{FF2B5EF4-FFF2-40B4-BE49-F238E27FC236}">
                <a16:creationId xmlns:a16="http://schemas.microsoft.com/office/drawing/2014/main" id="{43E37D51-7A07-40C4-BA74-F3F7BC386B7E}"/>
              </a:ext>
            </a:extLst>
          </p:cNvPr>
          <p:cNvSpPr>
            <a:spLocks noGrp="1"/>
          </p:cNvSpPr>
          <p:nvPr/>
        </p:nvSpPr>
        <p:spPr>
          <a:xfrm>
            <a:off x="4286250" y="5238750"/>
            <a:ext cx="52388" cy="547688"/>
          </a:xfrm>
          <a:prstGeom prst="rect">
            <a:avLst/>
          </a:prstGeom>
          <a:solidFill>
            <a:srgbClr val="1D4ED8"/>
          </a:solidFill>
          <a:ln w="13097">
            <a:solidFill>
              <a:srgbClr val="172B4D"/>
            </a:solidFill>
          </a:ln>
        </p:spPr>
      </p:sp>
      <p:sp>
        <p:nvSpPr>
          <p:cNvPr id="438" name="object-438">
            <a:extLst>
              <a:ext uri="{FF2B5EF4-FFF2-40B4-BE49-F238E27FC236}">
                <a16:creationId xmlns:a16="http://schemas.microsoft.com/office/drawing/2014/main" id="{D92021EC-A3C2-46AC-BE23-DCB552DD2C8C}"/>
              </a:ext>
            </a:extLst>
          </p:cNvPr>
          <p:cNvSpPr>
            <a:spLocks noGrp="1"/>
          </p:cNvSpPr>
          <p:nvPr/>
        </p:nvSpPr>
        <p:spPr>
          <a:xfrm>
            <a:off x="4338638" y="5238750"/>
            <a:ext cx="52388" cy="547688"/>
          </a:xfrm>
          <a:prstGeom prst="rect">
            <a:avLst/>
          </a:prstGeom>
          <a:solidFill>
            <a:srgbClr val="1D4ED8"/>
          </a:solidFill>
          <a:ln w="13097">
            <a:solidFill>
              <a:srgbClr val="172B4D"/>
            </a:solidFill>
          </a:ln>
        </p:spPr>
      </p:sp>
      <p:sp>
        <p:nvSpPr>
          <p:cNvPr id="439" name="object-439">
            <a:extLst>
              <a:ext uri="{FF2B5EF4-FFF2-40B4-BE49-F238E27FC236}">
                <a16:creationId xmlns:a16="http://schemas.microsoft.com/office/drawing/2014/main" id="{AD290798-8569-4090-875A-2802025AE5AC}"/>
              </a:ext>
            </a:extLst>
          </p:cNvPr>
          <p:cNvSpPr>
            <a:spLocks noGrp="1"/>
          </p:cNvSpPr>
          <p:nvPr/>
        </p:nvSpPr>
        <p:spPr>
          <a:xfrm>
            <a:off x="4391025" y="5238750"/>
            <a:ext cx="52388" cy="547688"/>
          </a:xfrm>
          <a:prstGeom prst="rect">
            <a:avLst/>
          </a:prstGeom>
          <a:solidFill>
            <a:srgbClr val="1D4ED8"/>
          </a:solidFill>
          <a:ln w="13097">
            <a:solidFill>
              <a:srgbClr val="172B4D"/>
            </a:solidFill>
          </a:ln>
        </p:spPr>
      </p:sp>
      <p:sp>
        <p:nvSpPr>
          <p:cNvPr id="440" name="object-440">
            <a:extLst>
              <a:ext uri="{FF2B5EF4-FFF2-40B4-BE49-F238E27FC236}">
                <a16:creationId xmlns:a16="http://schemas.microsoft.com/office/drawing/2014/main" id="{9D1D8712-E6D4-4125-9FAD-E6AD13359443}"/>
              </a:ext>
            </a:extLst>
          </p:cNvPr>
          <p:cNvSpPr>
            <a:spLocks noGrp="1"/>
          </p:cNvSpPr>
          <p:nvPr/>
        </p:nvSpPr>
        <p:spPr>
          <a:xfrm>
            <a:off x="4443413" y="5238750"/>
            <a:ext cx="52388" cy="547688"/>
          </a:xfrm>
          <a:prstGeom prst="rect">
            <a:avLst/>
          </a:prstGeom>
          <a:solidFill>
            <a:srgbClr val="1D4ED8"/>
          </a:solidFill>
          <a:ln w="13097">
            <a:solidFill>
              <a:srgbClr val="172B4D"/>
            </a:solidFill>
          </a:ln>
        </p:spPr>
      </p:sp>
      <p:sp>
        <p:nvSpPr>
          <p:cNvPr id="441" name="object-441">
            <a:extLst>
              <a:ext uri="{FF2B5EF4-FFF2-40B4-BE49-F238E27FC236}">
                <a16:creationId xmlns:a16="http://schemas.microsoft.com/office/drawing/2014/main" id="{ECDBE58F-D72F-4A4C-AC40-0A793E64EA2F}"/>
              </a:ext>
            </a:extLst>
          </p:cNvPr>
          <p:cNvSpPr>
            <a:spLocks noGrp="1"/>
          </p:cNvSpPr>
          <p:nvPr/>
        </p:nvSpPr>
        <p:spPr>
          <a:xfrm>
            <a:off x="4495800" y="5238750"/>
            <a:ext cx="52388" cy="547688"/>
          </a:xfrm>
          <a:prstGeom prst="rect">
            <a:avLst/>
          </a:prstGeom>
          <a:solidFill>
            <a:srgbClr val="1D4ED8"/>
          </a:solidFill>
          <a:ln w="13097">
            <a:solidFill>
              <a:srgbClr val="172B4D"/>
            </a:solidFill>
          </a:ln>
        </p:spPr>
      </p:sp>
      <p:sp>
        <p:nvSpPr>
          <p:cNvPr id="442" name="object-442">
            <a:extLst>
              <a:ext uri="{FF2B5EF4-FFF2-40B4-BE49-F238E27FC236}">
                <a16:creationId xmlns:a16="http://schemas.microsoft.com/office/drawing/2014/main" id="{17D7D961-CCD0-4686-9F5A-98803F960098}"/>
              </a:ext>
            </a:extLst>
          </p:cNvPr>
          <p:cNvSpPr>
            <a:spLocks noGrp="1"/>
          </p:cNvSpPr>
          <p:nvPr/>
        </p:nvSpPr>
        <p:spPr>
          <a:xfrm>
            <a:off x="4548188" y="5238750"/>
            <a:ext cx="52388" cy="547688"/>
          </a:xfrm>
          <a:prstGeom prst="rect">
            <a:avLst/>
          </a:prstGeom>
          <a:solidFill>
            <a:srgbClr val="1D4ED8"/>
          </a:solidFill>
          <a:ln w="13097">
            <a:solidFill>
              <a:srgbClr val="172B4D"/>
            </a:solidFill>
          </a:ln>
        </p:spPr>
      </p:sp>
      <p:sp>
        <p:nvSpPr>
          <p:cNvPr id="443" name="object-443">
            <a:extLst>
              <a:ext uri="{FF2B5EF4-FFF2-40B4-BE49-F238E27FC236}">
                <a16:creationId xmlns:a16="http://schemas.microsoft.com/office/drawing/2014/main" id="{3D5AF93E-7EDA-4F42-BA39-E3B6495E9E29}"/>
              </a:ext>
            </a:extLst>
          </p:cNvPr>
          <p:cNvSpPr>
            <a:spLocks noGrp="1"/>
          </p:cNvSpPr>
          <p:nvPr/>
        </p:nvSpPr>
        <p:spPr>
          <a:xfrm>
            <a:off x="4600575" y="5238750"/>
            <a:ext cx="52388" cy="547688"/>
          </a:xfrm>
          <a:prstGeom prst="rect">
            <a:avLst/>
          </a:prstGeom>
          <a:solidFill>
            <a:srgbClr val="1D4ED8"/>
          </a:solidFill>
          <a:ln w="13097">
            <a:solidFill>
              <a:srgbClr val="172B4D"/>
            </a:solidFill>
          </a:ln>
        </p:spPr>
      </p:sp>
      <p:sp>
        <p:nvSpPr>
          <p:cNvPr id="444" name="object-444">
            <a:extLst>
              <a:ext uri="{FF2B5EF4-FFF2-40B4-BE49-F238E27FC236}">
                <a16:creationId xmlns:a16="http://schemas.microsoft.com/office/drawing/2014/main" id="{9DB7F462-702D-4FED-9FE4-E38CDAE2F39F}"/>
              </a:ext>
            </a:extLst>
          </p:cNvPr>
          <p:cNvSpPr>
            <a:spLocks noGrp="1"/>
          </p:cNvSpPr>
          <p:nvPr/>
        </p:nvSpPr>
        <p:spPr>
          <a:xfrm>
            <a:off x="4652963" y="5238750"/>
            <a:ext cx="52388" cy="547688"/>
          </a:xfrm>
          <a:prstGeom prst="rect">
            <a:avLst/>
          </a:prstGeom>
          <a:solidFill>
            <a:srgbClr val="1D4ED8"/>
          </a:solidFill>
          <a:ln w="13097">
            <a:solidFill>
              <a:srgbClr val="172B4D"/>
            </a:solidFill>
          </a:ln>
        </p:spPr>
      </p:sp>
      <p:sp>
        <p:nvSpPr>
          <p:cNvPr id="445" name="object-445">
            <a:extLst>
              <a:ext uri="{FF2B5EF4-FFF2-40B4-BE49-F238E27FC236}">
                <a16:creationId xmlns:a16="http://schemas.microsoft.com/office/drawing/2014/main" id="{F56F178C-E72D-44F1-A5C1-B8BEF0F1188B}"/>
              </a:ext>
            </a:extLst>
          </p:cNvPr>
          <p:cNvSpPr>
            <a:spLocks noGrp="1"/>
          </p:cNvSpPr>
          <p:nvPr/>
        </p:nvSpPr>
        <p:spPr>
          <a:xfrm>
            <a:off x="4705350" y="5238750"/>
            <a:ext cx="52388" cy="547688"/>
          </a:xfrm>
          <a:prstGeom prst="rect">
            <a:avLst/>
          </a:prstGeom>
          <a:solidFill>
            <a:srgbClr val="1D4ED8"/>
          </a:solidFill>
          <a:ln w="13097">
            <a:solidFill>
              <a:srgbClr val="172B4D"/>
            </a:solidFill>
          </a:ln>
        </p:spPr>
      </p:sp>
      <p:sp>
        <p:nvSpPr>
          <p:cNvPr id="446" name="object-446">
            <a:extLst>
              <a:ext uri="{FF2B5EF4-FFF2-40B4-BE49-F238E27FC236}">
                <a16:creationId xmlns:a16="http://schemas.microsoft.com/office/drawing/2014/main" id="{B59091AB-867C-482C-99D6-F2B55B5C0A2D}"/>
              </a:ext>
            </a:extLst>
          </p:cNvPr>
          <p:cNvSpPr>
            <a:spLocks noGrp="1"/>
          </p:cNvSpPr>
          <p:nvPr/>
        </p:nvSpPr>
        <p:spPr>
          <a:xfrm>
            <a:off x="4757738" y="5238750"/>
            <a:ext cx="52388" cy="547688"/>
          </a:xfrm>
          <a:prstGeom prst="rect">
            <a:avLst/>
          </a:prstGeom>
          <a:solidFill>
            <a:srgbClr val="1D4ED8"/>
          </a:solidFill>
          <a:ln w="13097">
            <a:solidFill>
              <a:srgbClr val="172B4D"/>
            </a:solidFill>
          </a:ln>
        </p:spPr>
      </p:sp>
      <p:sp>
        <p:nvSpPr>
          <p:cNvPr id="447" name="object-447">
            <a:extLst>
              <a:ext uri="{FF2B5EF4-FFF2-40B4-BE49-F238E27FC236}">
                <a16:creationId xmlns:a16="http://schemas.microsoft.com/office/drawing/2014/main" id="{989DB1C2-54FE-482E-A63A-0D6356E31AA3}"/>
              </a:ext>
            </a:extLst>
          </p:cNvPr>
          <p:cNvSpPr>
            <a:spLocks noGrp="1"/>
          </p:cNvSpPr>
          <p:nvPr/>
        </p:nvSpPr>
        <p:spPr>
          <a:xfrm>
            <a:off x="4810125" y="5238750"/>
            <a:ext cx="52388" cy="547688"/>
          </a:xfrm>
          <a:prstGeom prst="rect">
            <a:avLst/>
          </a:prstGeom>
          <a:solidFill>
            <a:srgbClr val="1D4ED8"/>
          </a:solidFill>
          <a:ln w="13097">
            <a:solidFill>
              <a:srgbClr val="172B4D"/>
            </a:solidFill>
          </a:ln>
        </p:spPr>
      </p:sp>
      <p:sp>
        <p:nvSpPr>
          <p:cNvPr id="448" name="object-448">
            <a:extLst>
              <a:ext uri="{FF2B5EF4-FFF2-40B4-BE49-F238E27FC236}">
                <a16:creationId xmlns:a16="http://schemas.microsoft.com/office/drawing/2014/main" id="{ACF3357A-7A1E-49E2-B4CE-539357BB3852}"/>
              </a:ext>
            </a:extLst>
          </p:cNvPr>
          <p:cNvSpPr>
            <a:spLocks noGrp="1"/>
          </p:cNvSpPr>
          <p:nvPr/>
        </p:nvSpPr>
        <p:spPr>
          <a:xfrm>
            <a:off x="4862513" y="5238750"/>
            <a:ext cx="52388" cy="547688"/>
          </a:xfrm>
          <a:prstGeom prst="rect">
            <a:avLst/>
          </a:prstGeom>
          <a:solidFill>
            <a:srgbClr val="1D4ED8"/>
          </a:solidFill>
          <a:ln w="13097">
            <a:solidFill>
              <a:srgbClr val="172B4D"/>
            </a:solidFill>
          </a:ln>
        </p:spPr>
      </p:sp>
      <p:sp>
        <p:nvSpPr>
          <p:cNvPr id="449" name="object-449">
            <a:extLst>
              <a:ext uri="{FF2B5EF4-FFF2-40B4-BE49-F238E27FC236}">
                <a16:creationId xmlns:a16="http://schemas.microsoft.com/office/drawing/2014/main" id="{BBC6A65F-539B-42AC-B68A-2E38794F26FE}"/>
              </a:ext>
            </a:extLst>
          </p:cNvPr>
          <p:cNvSpPr>
            <a:spLocks noGrp="1"/>
          </p:cNvSpPr>
          <p:nvPr/>
        </p:nvSpPr>
        <p:spPr>
          <a:xfrm>
            <a:off x="4914900" y="5238750"/>
            <a:ext cx="52388" cy="547688"/>
          </a:xfrm>
          <a:prstGeom prst="rect">
            <a:avLst/>
          </a:prstGeom>
          <a:solidFill>
            <a:srgbClr val="1D4ED8"/>
          </a:solidFill>
          <a:ln w="13097">
            <a:solidFill>
              <a:srgbClr val="172B4D"/>
            </a:solidFill>
          </a:ln>
        </p:spPr>
      </p:sp>
      <p:sp>
        <p:nvSpPr>
          <p:cNvPr id="450" name="object-450">
            <a:extLst>
              <a:ext uri="{FF2B5EF4-FFF2-40B4-BE49-F238E27FC236}">
                <a16:creationId xmlns:a16="http://schemas.microsoft.com/office/drawing/2014/main" id="{B34B06EF-2242-40B3-BE81-D63587514CD9}"/>
              </a:ext>
            </a:extLst>
          </p:cNvPr>
          <p:cNvSpPr>
            <a:spLocks noGrp="1"/>
          </p:cNvSpPr>
          <p:nvPr/>
        </p:nvSpPr>
        <p:spPr>
          <a:xfrm>
            <a:off x="4967288" y="5238750"/>
            <a:ext cx="52388" cy="547688"/>
          </a:xfrm>
          <a:prstGeom prst="rect">
            <a:avLst/>
          </a:prstGeom>
          <a:solidFill>
            <a:srgbClr val="1D4ED8"/>
          </a:solidFill>
          <a:ln w="13097">
            <a:solidFill>
              <a:srgbClr val="172B4D"/>
            </a:solidFill>
          </a:ln>
        </p:spPr>
      </p:sp>
      <p:sp>
        <p:nvSpPr>
          <p:cNvPr id="451" name="object-451">
            <a:extLst>
              <a:ext uri="{FF2B5EF4-FFF2-40B4-BE49-F238E27FC236}">
                <a16:creationId xmlns:a16="http://schemas.microsoft.com/office/drawing/2014/main" id="{233BBEE0-2470-4A12-A175-CC3DB006C8BB}"/>
              </a:ext>
            </a:extLst>
          </p:cNvPr>
          <p:cNvSpPr>
            <a:spLocks noGrp="1"/>
          </p:cNvSpPr>
          <p:nvPr/>
        </p:nvSpPr>
        <p:spPr>
          <a:xfrm>
            <a:off x="5019675" y="5238750"/>
            <a:ext cx="52388" cy="547688"/>
          </a:xfrm>
          <a:prstGeom prst="rect">
            <a:avLst/>
          </a:prstGeom>
          <a:solidFill>
            <a:srgbClr val="1D4ED8"/>
          </a:solidFill>
          <a:ln w="13097">
            <a:solidFill>
              <a:srgbClr val="172B4D"/>
            </a:solidFill>
          </a:ln>
        </p:spPr>
      </p:sp>
      <p:sp>
        <p:nvSpPr>
          <p:cNvPr id="452" name="object-452">
            <a:extLst>
              <a:ext uri="{FF2B5EF4-FFF2-40B4-BE49-F238E27FC236}">
                <a16:creationId xmlns:a16="http://schemas.microsoft.com/office/drawing/2014/main" id="{B1D8F557-4434-4018-9DB0-DEDBF791D24C}"/>
              </a:ext>
            </a:extLst>
          </p:cNvPr>
          <p:cNvSpPr>
            <a:spLocks noGrp="1"/>
          </p:cNvSpPr>
          <p:nvPr/>
        </p:nvSpPr>
        <p:spPr>
          <a:xfrm>
            <a:off x="5072063" y="5238750"/>
            <a:ext cx="52388" cy="547688"/>
          </a:xfrm>
          <a:prstGeom prst="rect">
            <a:avLst/>
          </a:prstGeom>
          <a:solidFill>
            <a:srgbClr val="1D4ED8"/>
          </a:solidFill>
          <a:ln w="13097">
            <a:solidFill>
              <a:srgbClr val="172B4D"/>
            </a:solidFill>
          </a:ln>
        </p:spPr>
      </p:sp>
      <p:sp>
        <p:nvSpPr>
          <p:cNvPr id="453" name="object-453">
            <a:extLst>
              <a:ext uri="{FF2B5EF4-FFF2-40B4-BE49-F238E27FC236}">
                <a16:creationId xmlns:a16="http://schemas.microsoft.com/office/drawing/2014/main" id="{44385E8E-24DF-4A82-9AE2-45EE2B4328C8}"/>
              </a:ext>
            </a:extLst>
          </p:cNvPr>
          <p:cNvSpPr>
            <a:spLocks noGrp="1"/>
          </p:cNvSpPr>
          <p:nvPr/>
        </p:nvSpPr>
        <p:spPr>
          <a:xfrm>
            <a:off x="5124450" y="5238750"/>
            <a:ext cx="52388" cy="547688"/>
          </a:xfrm>
          <a:prstGeom prst="rect">
            <a:avLst/>
          </a:prstGeom>
          <a:solidFill>
            <a:srgbClr val="1D4ED8"/>
          </a:solidFill>
          <a:ln w="13097">
            <a:solidFill>
              <a:srgbClr val="172B4D"/>
            </a:solidFill>
          </a:ln>
        </p:spPr>
      </p:sp>
      <p:sp>
        <p:nvSpPr>
          <p:cNvPr id="454" name="object-454">
            <a:extLst>
              <a:ext uri="{FF2B5EF4-FFF2-40B4-BE49-F238E27FC236}">
                <a16:creationId xmlns:a16="http://schemas.microsoft.com/office/drawing/2014/main" id="{91137954-D6C6-4B33-9B0C-1FEAD2552BB0}"/>
              </a:ext>
            </a:extLst>
          </p:cNvPr>
          <p:cNvSpPr>
            <a:spLocks noGrp="1"/>
          </p:cNvSpPr>
          <p:nvPr/>
        </p:nvSpPr>
        <p:spPr>
          <a:xfrm>
            <a:off x="5176838" y="5238750"/>
            <a:ext cx="52388" cy="547688"/>
          </a:xfrm>
          <a:prstGeom prst="rect">
            <a:avLst/>
          </a:prstGeom>
          <a:solidFill>
            <a:srgbClr val="1D4ED8"/>
          </a:solidFill>
          <a:ln w="13097">
            <a:solidFill>
              <a:srgbClr val="172B4D"/>
            </a:solidFill>
          </a:ln>
        </p:spPr>
      </p:sp>
      <p:sp>
        <p:nvSpPr>
          <p:cNvPr id="455" name="object-455">
            <a:extLst>
              <a:ext uri="{FF2B5EF4-FFF2-40B4-BE49-F238E27FC236}">
                <a16:creationId xmlns:a16="http://schemas.microsoft.com/office/drawing/2014/main" id="{F87BF92F-FCE9-42A1-81C1-12B6BFD4EE65}"/>
              </a:ext>
            </a:extLst>
          </p:cNvPr>
          <p:cNvSpPr>
            <a:spLocks noGrp="1"/>
          </p:cNvSpPr>
          <p:nvPr/>
        </p:nvSpPr>
        <p:spPr>
          <a:xfrm>
            <a:off x="5229225" y="5238750"/>
            <a:ext cx="52388" cy="547688"/>
          </a:xfrm>
          <a:prstGeom prst="rect">
            <a:avLst/>
          </a:prstGeom>
          <a:solidFill>
            <a:srgbClr val="1D4ED8"/>
          </a:solidFill>
          <a:ln w="13097">
            <a:solidFill>
              <a:srgbClr val="172B4D"/>
            </a:solidFill>
          </a:ln>
        </p:spPr>
      </p:sp>
      <p:sp>
        <p:nvSpPr>
          <p:cNvPr id="456" name="object-456">
            <a:extLst>
              <a:ext uri="{FF2B5EF4-FFF2-40B4-BE49-F238E27FC236}">
                <a16:creationId xmlns:a16="http://schemas.microsoft.com/office/drawing/2014/main" id="{691FB52A-794B-4C92-80CA-9C47FE8F055E}"/>
              </a:ext>
            </a:extLst>
          </p:cNvPr>
          <p:cNvSpPr>
            <a:spLocks noGrp="1"/>
          </p:cNvSpPr>
          <p:nvPr/>
        </p:nvSpPr>
        <p:spPr>
          <a:xfrm>
            <a:off x="5281613" y="5238750"/>
            <a:ext cx="52388" cy="547688"/>
          </a:xfrm>
          <a:prstGeom prst="rect">
            <a:avLst/>
          </a:prstGeom>
          <a:solidFill>
            <a:srgbClr val="1D4ED8"/>
          </a:solidFill>
          <a:ln w="13097">
            <a:solidFill>
              <a:srgbClr val="172B4D"/>
            </a:solidFill>
          </a:ln>
        </p:spPr>
      </p:sp>
      <p:sp>
        <p:nvSpPr>
          <p:cNvPr id="457" name="object-457">
            <a:extLst>
              <a:ext uri="{FF2B5EF4-FFF2-40B4-BE49-F238E27FC236}">
                <a16:creationId xmlns:a16="http://schemas.microsoft.com/office/drawing/2014/main" id="{8D23036B-7B63-42EF-85BF-94EBED7A28AB}"/>
              </a:ext>
            </a:extLst>
          </p:cNvPr>
          <p:cNvSpPr>
            <a:spLocks noGrp="1"/>
          </p:cNvSpPr>
          <p:nvPr/>
        </p:nvSpPr>
        <p:spPr>
          <a:xfrm>
            <a:off x="5334000" y="5238750"/>
            <a:ext cx="52388" cy="547688"/>
          </a:xfrm>
          <a:prstGeom prst="rect">
            <a:avLst/>
          </a:prstGeom>
          <a:solidFill>
            <a:srgbClr val="1D4ED8"/>
          </a:solidFill>
          <a:ln w="13097">
            <a:solidFill>
              <a:srgbClr val="172B4D"/>
            </a:solidFill>
          </a:ln>
        </p:spPr>
      </p:sp>
      <p:sp>
        <p:nvSpPr>
          <p:cNvPr id="458" name="object-458">
            <a:extLst>
              <a:ext uri="{FF2B5EF4-FFF2-40B4-BE49-F238E27FC236}">
                <a16:creationId xmlns:a16="http://schemas.microsoft.com/office/drawing/2014/main" id="{783D4699-FD30-4576-BEB3-4515764175CE}"/>
              </a:ext>
            </a:extLst>
          </p:cNvPr>
          <p:cNvSpPr>
            <a:spLocks noGrp="1"/>
          </p:cNvSpPr>
          <p:nvPr/>
        </p:nvSpPr>
        <p:spPr>
          <a:xfrm>
            <a:off x="5386388" y="5238750"/>
            <a:ext cx="52388" cy="547688"/>
          </a:xfrm>
          <a:prstGeom prst="rect">
            <a:avLst/>
          </a:prstGeom>
          <a:solidFill>
            <a:srgbClr val="1D4ED8"/>
          </a:solidFill>
          <a:ln w="13097">
            <a:solidFill>
              <a:srgbClr val="172B4D"/>
            </a:solidFill>
          </a:ln>
        </p:spPr>
      </p:sp>
      <p:sp>
        <p:nvSpPr>
          <p:cNvPr id="459" name="object-459">
            <a:extLst>
              <a:ext uri="{FF2B5EF4-FFF2-40B4-BE49-F238E27FC236}">
                <a16:creationId xmlns:a16="http://schemas.microsoft.com/office/drawing/2014/main" id="{6F770DAD-189A-4209-8D44-37200532820A}"/>
              </a:ext>
            </a:extLst>
          </p:cNvPr>
          <p:cNvSpPr>
            <a:spLocks noGrp="1"/>
          </p:cNvSpPr>
          <p:nvPr/>
        </p:nvSpPr>
        <p:spPr>
          <a:xfrm>
            <a:off x="5438775" y="5238750"/>
            <a:ext cx="52388" cy="547688"/>
          </a:xfrm>
          <a:prstGeom prst="rect">
            <a:avLst/>
          </a:prstGeom>
          <a:solidFill>
            <a:srgbClr val="1D4ED8"/>
          </a:solidFill>
          <a:ln w="13097">
            <a:solidFill>
              <a:srgbClr val="172B4D"/>
            </a:solidFill>
          </a:ln>
        </p:spPr>
      </p:sp>
      <p:sp>
        <p:nvSpPr>
          <p:cNvPr id="460" name="object-460">
            <a:extLst>
              <a:ext uri="{FF2B5EF4-FFF2-40B4-BE49-F238E27FC236}">
                <a16:creationId xmlns:a16="http://schemas.microsoft.com/office/drawing/2014/main" id="{9082B463-4756-41E0-9B0B-A12B6D9F7904}"/>
              </a:ext>
            </a:extLst>
          </p:cNvPr>
          <p:cNvSpPr>
            <a:spLocks noGrp="1"/>
          </p:cNvSpPr>
          <p:nvPr/>
        </p:nvSpPr>
        <p:spPr>
          <a:xfrm>
            <a:off x="5491163" y="5238750"/>
            <a:ext cx="52388" cy="547688"/>
          </a:xfrm>
          <a:prstGeom prst="rect">
            <a:avLst/>
          </a:prstGeom>
          <a:solidFill>
            <a:srgbClr val="1D4ED8"/>
          </a:solidFill>
          <a:ln w="13097">
            <a:solidFill>
              <a:srgbClr val="172B4D"/>
            </a:solidFill>
          </a:ln>
        </p:spPr>
      </p:sp>
      <p:sp>
        <p:nvSpPr>
          <p:cNvPr id="461" name="object-461">
            <a:extLst>
              <a:ext uri="{FF2B5EF4-FFF2-40B4-BE49-F238E27FC236}">
                <a16:creationId xmlns:a16="http://schemas.microsoft.com/office/drawing/2014/main" id="{F0997B87-F5E5-4917-9299-E0E62F8B48E4}"/>
              </a:ext>
            </a:extLst>
          </p:cNvPr>
          <p:cNvSpPr>
            <a:spLocks noGrp="1"/>
          </p:cNvSpPr>
          <p:nvPr/>
        </p:nvSpPr>
        <p:spPr>
          <a:xfrm>
            <a:off x="5543550" y="5238750"/>
            <a:ext cx="52388" cy="547688"/>
          </a:xfrm>
          <a:prstGeom prst="rect">
            <a:avLst/>
          </a:prstGeom>
          <a:solidFill>
            <a:srgbClr val="1D4ED8"/>
          </a:solidFill>
          <a:ln w="13097">
            <a:solidFill>
              <a:srgbClr val="172B4D"/>
            </a:solidFill>
          </a:ln>
        </p:spPr>
      </p:sp>
      <p:sp>
        <p:nvSpPr>
          <p:cNvPr id="462" name="object-462">
            <a:extLst>
              <a:ext uri="{FF2B5EF4-FFF2-40B4-BE49-F238E27FC236}">
                <a16:creationId xmlns:a16="http://schemas.microsoft.com/office/drawing/2014/main" id="{3F8B3BD1-AF88-4E35-9B3B-3D86C00243E6}"/>
              </a:ext>
            </a:extLst>
          </p:cNvPr>
          <p:cNvSpPr>
            <a:spLocks noGrp="1"/>
          </p:cNvSpPr>
          <p:nvPr/>
        </p:nvSpPr>
        <p:spPr>
          <a:xfrm>
            <a:off x="5595938" y="5238750"/>
            <a:ext cx="52388" cy="547688"/>
          </a:xfrm>
          <a:prstGeom prst="rect">
            <a:avLst/>
          </a:prstGeom>
          <a:solidFill>
            <a:srgbClr val="1D4ED8"/>
          </a:solidFill>
          <a:ln w="13097">
            <a:solidFill>
              <a:srgbClr val="172B4D"/>
            </a:solidFill>
          </a:ln>
        </p:spPr>
      </p:sp>
      <p:sp>
        <p:nvSpPr>
          <p:cNvPr id="463" name="object-463">
            <a:extLst>
              <a:ext uri="{FF2B5EF4-FFF2-40B4-BE49-F238E27FC236}">
                <a16:creationId xmlns:a16="http://schemas.microsoft.com/office/drawing/2014/main" id="{8CF15242-526B-4E1C-BDD9-0A223815FC0A}"/>
              </a:ext>
            </a:extLst>
          </p:cNvPr>
          <p:cNvSpPr>
            <a:spLocks noGrp="1"/>
          </p:cNvSpPr>
          <p:nvPr/>
        </p:nvSpPr>
        <p:spPr>
          <a:xfrm>
            <a:off x="5648325" y="5238750"/>
            <a:ext cx="52388" cy="547688"/>
          </a:xfrm>
          <a:prstGeom prst="rect">
            <a:avLst/>
          </a:prstGeom>
          <a:solidFill>
            <a:srgbClr val="1D4ED8"/>
          </a:solidFill>
          <a:ln w="13097">
            <a:solidFill>
              <a:srgbClr val="172B4D"/>
            </a:solidFill>
          </a:ln>
        </p:spPr>
      </p:sp>
      <p:sp>
        <p:nvSpPr>
          <p:cNvPr id="464" name="object-464">
            <a:extLst>
              <a:ext uri="{FF2B5EF4-FFF2-40B4-BE49-F238E27FC236}">
                <a16:creationId xmlns:a16="http://schemas.microsoft.com/office/drawing/2014/main" id="{A4DB4B9D-1A07-4B1E-B82B-E4FF9E082FD2}"/>
              </a:ext>
            </a:extLst>
          </p:cNvPr>
          <p:cNvSpPr>
            <a:spLocks noGrp="1"/>
          </p:cNvSpPr>
          <p:nvPr/>
        </p:nvSpPr>
        <p:spPr>
          <a:xfrm>
            <a:off x="5700713" y="5238750"/>
            <a:ext cx="52388" cy="547688"/>
          </a:xfrm>
          <a:prstGeom prst="rect">
            <a:avLst/>
          </a:prstGeom>
          <a:solidFill>
            <a:srgbClr val="1D4ED8"/>
          </a:solidFill>
          <a:ln w="13097">
            <a:solidFill>
              <a:srgbClr val="172B4D"/>
            </a:solidFill>
          </a:ln>
        </p:spPr>
      </p:sp>
      <p:sp>
        <p:nvSpPr>
          <p:cNvPr id="465" name="object-465">
            <a:extLst>
              <a:ext uri="{FF2B5EF4-FFF2-40B4-BE49-F238E27FC236}">
                <a16:creationId xmlns:a16="http://schemas.microsoft.com/office/drawing/2014/main" id="{2DEB59EB-FD50-47D1-BEA9-71BEEE78D050}"/>
              </a:ext>
            </a:extLst>
          </p:cNvPr>
          <p:cNvSpPr>
            <a:spLocks noGrp="1"/>
          </p:cNvSpPr>
          <p:nvPr/>
        </p:nvSpPr>
        <p:spPr>
          <a:xfrm>
            <a:off x="5753100" y="5238750"/>
            <a:ext cx="52388" cy="547688"/>
          </a:xfrm>
          <a:prstGeom prst="rect">
            <a:avLst/>
          </a:prstGeom>
          <a:solidFill>
            <a:srgbClr val="1D4ED8"/>
          </a:solidFill>
          <a:ln w="13097">
            <a:solidFill>
              <a:srgbClr val="172B4D"/>
            </a:solidFill>
          </a:ln>
        </p:spPr>
      </p:sp>
      <p:sp>
        <p:nvSpPr>
          <p:cNvPr id="466" name="object-466">
            <a:extLst>
              <a:ext uri="{FF2B5EF4-FFF2-40B4-BE49-F238E27FC236}">
                <a16:creationId xmlns:a16="http://schemas.microsoft.com/office/drawing/2014/main" id="{371D4063-35AD-4F57-8226-A0C2F276D46A}"/>
              </a:ext>
            </a:extLst>
          </p:cNvPr>
          <p:cNvSpPr>
            <a:spLocks noGrp="1"/>
          </p:cNvSpPr>
          <p:nvPr/>
        </p:nvSpPr>
        <p:spPr>
          <a:xfrm>
            <a:off x="5805488" y="5238750"/>
            <a:ext cx="52388" cy="547688"/>
          </a:xfrm>
          <a:prstGeom prst="rect">
            <a:avLst/>
          </a:prstGeom>
          <a:solidFill>
            <a:srgbClr val="1D4ED8"/>
          </a:solidFill>
          <a:ln w="13097">
            <a:solidFill>
              <a:srgbClr val="172B4D"/>
            </a:solidFill>
          </a:ln>
        </p:spPr>
      </p:sp>
      <p:sp>
        <p:nvSpPr>
          <p:cNvPr id="467" name="object-467">
            <a:extLst>
              <a:ext uri="{FF2B5EF4-FFF2-40B4-BE49-F238E27FC236}">
                <a16:creationId xmlns:a16="http://schemas.microsoft.com/office/drawing/2014/main" id="{500EA5DF-2B84-4A03-AD1E-8E2F3AE30A43}"/>
              </a:ext>
            </a:extLst>
          </p:cNvPr>
          <p:cNvSpPr>
            <a:spLocks noGrp="1"/>
          </p:cNvSpPr>
          <p:nvPr/>
        </p:nvSpPr>
        <p:spPr>
          <a:xfrm>
            <a:off x="5857875" y="5238750"/>
            <a:ext cx="52388" cy="547688"/>
          </a:xfrm>
          <a:prstGeom prst="rect">
            <a:avLst/>
          </a:prstGeom>
          <a:solidFill>
            <a:srgbClr val="1D4ED8"/>
          </a:solidFill>
          <a:ln w="13097">
            <a:solidFill>
              <a:srgbClr val="172B4D"/>
            </a:solidFill>
          </a:ln>
        </p:spPr>
      </p:sp>
      <p:sp>
        <p:nvSpPr>
          <p:cNvPr id="468" name="object-468">
            <a:extLst>
              <a:ext uri="{FF2B5EF4-FFF2-40B4-BE49-F238E27FC236}">
                <a16:creationId xmlns:a16="http://schemas.microsoft.com/office/drawing/2014/main" id="{A631A938-238C-49A9-A485-61892A232D68}"/>
              </a:ext>
            </a:extLst>
          </p:cNvPr>
          <p:cNvSpPr>
            <a:spLocks noGrp="1"/>
          </p:cNvSpPr>
          <p:nvPr/>
        </p:nvSpPr>
        <p:spPr>
          <a:xfrm>
            <a:off x="5910263" y="5238750"/>
            <a:ext cx="52388" cy="547688"/>
          </a:xfrm>
          <a:prstGeom prst="rect">
            <a:avLst/>
          </a:prstGeom>
          <a:solidFill>
            <a:srgbClr val="1D4ED8"/>
          </a:solidFill>
          <a:ln w="13097">
            <a:solidFill>
              <a:srgbClr val="172B4D"/>
            </a:solidFill>
          </a:ln>
        </p:spPr>
      </p:sp>
      <p:sp>
        <p:nvSpPr>
          <p:cNvPr id="469" name="object-469">
            <a:extLst>
              <a:ext uri="{FF2B5EF4-FFF2-40B4-BE49-F238E27FC236}">
                <a16:creationId xmlns:a16="http://schemas.microsoft.com/office/drawing/2014/main" id="{FDDD1FB0-616C-4CDF-9AC5-47D3C19DE65B}"/>
              </a:ext>
            </a:extLst>
          </p:cNvPr>
          <p:cNvSpPr>
            <a:spLocks noGrp="1"/>
          </p:cNvSpPr>
          <p:nvPr/>
        </p:nvSpPr>
        <p:spPr>
          <a:xfrm>
            <a:off x="5962650" y="5238750"/>
            <a:ext cx="52388" cy="547688"/>
          </a:xfrm>
          <a:prstGeom prst="rect">
            <a:avLst/>
          </a:prstGeom>
          <a:solidFill>
            <a:srgbClr val="1D4ED8"/>
          </a:solidFill>
          <a:ln w="13097">
            <a:solidFill>
              <a:srgbClr val="172B4D"/>
            </a:solidFill>
          </a:ln>
        </p:spPr>
      </p:sp>
      <p:sp>
        <p:nvSpPr>
          <p:cNvPr id="470" name="object-470">
            <a:extLst>
              <a:ext uri="{FF2B5EF4-FFF2-40B4-BE49-F238E27FC236}">
                <a16:creationId xmlns:a16="http://schemas.microsoft.com/office/drawing/2014/main" id="{20B596E5-61A1-4DF4-951D-6F7254AC6963}"/>
              </a:ext>
            </a:extLst>
          </p:cNvPr>
          <p:cNvSpPr>
            <a:spLocks noGrp="1"/>
          </p:cNvSpPr>
          <p:nvPr/>
        </p:nvSpPr>
        <p:spPr>
          <a:xfrm>
            <a:off x="6015038" y="5238750"/>
            <a:ext cx="52388" cy="547688"/>
          </a:xfrm>
          <a:prstGeom prst="rect">
            <a:avLst/>
          </a:prstGeom>
          <a:solidFill>
            <a:srgbClr val="1D4ED8"/>
          </a:solidFill>
          <a:ln w="13097">
            <a:solidFill>
              <a:srgbClr val="172B4D"/>
            </a:solidFill>
          </a:ln>
        </p:spPr>
      </p:sp>
      <p:sp>
        <p:nvSpPr>
          <p:cNvPr id="471" name="object-471">
            <a:extLst>
              <a:ext uri="{FF2B5EF4-FFF2-40B4-BE49-F238E27FC236}">
                <a16:creationId xmlns:a16="http://schemas.microsoft.com/office/drawing/2014/main" id="{D63C545B-C398-4637-AA2C-3CAFED9EBE89}"/>
              </a:ext>
            </a:extLst>
          </p:cNvPr>
          <p:cNvSpPr>
            <a:spLocks noGrp="1"/>
          </p:cNvSpPr>
          <p:nvPr/>
        </p:nvSpPr>
        <p:spPr>
          <a:xfrm>
            <a:off x="6067425" y="5238750"/>
            <a:ext cx="52388" cy="547688"/>
          </a:xfrm>
          <a:prstGeom prst="rect">
            <a:avLst/>
          </a:prstGeom>
          <a:solidFill>
            <a:srgbClr val="1D4ED8"/>
          </a:solidFill>
          <a:ln w="13097">
            <a:solidFill>
              <a:srgbClr val="172B4D"/>
            </a:solidFill>
          </a:ln>
        </p:spPr>
      </p:sp>
      <p:sp>
        <p:nvSpPr>
          <p:cNvPr id="472" name="object-472">
            <a:extLst>
              <a:ext uri="{FF2B5EF4-FFF2-40B4-BE49-F238E27FC236}">
                <a16:creationId xmlns:a16="http://schemas.microsoft.com/office/drawing/2014/main" id="{CFE0A88D-69C1-425D-9F21-C6D74E35160C}"/>
              </a:ext>
            </a:extLst>
          </p:cNvPr>
          <p:cNvSpPr>
            <a:spLocks noGrp="1"/>
          </p:cNvSpPr>
          <p:nvPr/>
        </p:nvSpPr>
        <p:spPr>
          <a:xfrm>
            <a:off x="6119813" y="5238750"/>
            <a:ext cx="52388" cy="547688"/>
          </a:xfrm>
          <a:prstGeom prst="rect">
            <a:avLst/>
          </a:prstGeom>
          <a:solidFill>
            <a:srgbClr val="1D4ED8"/>
          </a:solidFill>
          <a:ln w="13097">
            <a:solidFill>
              <a:srgbClr val="172B4D"/>
            </a:solidFill>
          </a:ln>
        </p:spPr>
      </p:sp>
      <p:sp>
        <p:nvSpPr>
          <p:cNvPr id="473" name="object-473">
            <a:extLst>
              <a:ext uri="{FF2B5EF4-FFF2-40B4-BE49-F238E27FC236}">
                <a16:creationId xmlns:a16="http://schemas.microsoft.com/office/drawing/2014/main" id="{35C7F413-0A80-4C2D-A357-B07AE0CE7648}"/>
              </a:ext>
            </a:extLst>
          </p:cNvPr>
          <p:cNvSpPr>
            <a:spLocks noGrp="1"/>
          </p:cNvSpPr>
          <p:nvPr/>
        </p:nvSpPr>
        <p:spPr>
          <a:xfrm>
            <a:off x="6172200" y="5238750"/>
            <a:ext cx="52388" cy="547688"/>
          </a:xfrm>
          <a:prstGeom prst="rect">
            <a:avLst/>
          </a:prstGeom>
          <a:solidFill>
            <a:srgbClr val="1D4ED8"/>
          </a:solidFill>
          <a:ln w="13097">
            <a:solidFill>
              <a:srgbClr val="172B4D"/>
            </a:solidFill>
          </a:ln>
        </p:spPr>
      </p:sp>
      <p:sp>
        <p:nvSpPr>
          <p:cNvPr id="474" name="object-474">
            <a:extLst>
              <a:ext uri="{FF2B5EF4-FFF2-40B4-BE49-F238E27FC236}">
                <a16:creationId xmlns:a16="http://schemas.microsoft.com/office/drawing/2014/main" id="{5D751FEC-8234-4C53-A53F-349A139F5CAD}"/>
              </a:ext>
            </a:extLst>
          </p:cNvPr>
          <p:cNvSpPr>
            <a:spLocks noGrp="1"/>
          </p:cNvSpPr>
          <p:nvPr/>
        </p:nvSpPr>
        <p:spPr>
          <a:xfrm>
            <a:off x="6224588" y="5238750"/>
            <a:ext cx="52388" cy="547688"/>
          </a:xfrm>
          <a:prstGeom prst="rect">
            <a:avLst/>
          </a:prstGeom>
          <a:solidFill>
            <a:srgbClr val="1D4ED8"/>
          </a:solidFill>
          <a:ln w="13097">
            <a:solidFill>
              <a:srgbClr val="172B4D"/>
            </a:solidFill>
          </a:ln>
        </p:spPr>
      </p:sp>
      <p:sp>
        <p:nvSpPr>
          <p:cNvPr id="475" name="object-475">
            <a:extLst>
              <a:ext uri="{FF2B5EF4-FFF2-40B4-BE49-F238E27FC236}">
                <a16:creationId xmlns:a16="http://schemas.microsoft.com/office/drawing/2014/main" id="{4BEF8A3F-E9DD-4C54-987D-4A1BB705CF23}"/>
              </a:ext>
            </a:extLst>
          </p:cNvPr>
          <p:cNvSpPr>
            <a:spLocks noGrp="1"/>
          </p:cNvSpPr>
          <p:nvPr/>
        </p:nvSpPr>
        <p:spPr>
          <a:xfrm>
            <a:off x="6276975" y="5238750"/>
            <a:ext cx="52388" cy="547688"/>
          </a:xfrm>
          <a:prstGeom prst="rect">
            <a:avLst/>
          </a:prstGeom>
          <a:solidFill>
            <a:srgbClr val="1D4ED8"/>
          </a:solidFill>
          <a:ln w="13097">
            <a:solidFill>
              <a:srgbClr val="172B4D"/>
            </a:solidFill>
          </a:ln>
        </p:spPr>
      </p:sp>
      <p:sp>
        <p:nvSpPr>
          <p:cNvPr id="476" name="object-476">
            <a:extLst>
              <a:ext uri="{FF2B5EF4-FFF2-40B4-BE49-F238E27FC236}">
                <a16:creationId xmlns:a16="http://schemas.microsoft.com/office/drawing/2014/main" id="{74E5DB10-D1E9-461E-8C5B-2866219A2139}"/>
              </a:ext>
            </a:extLst>
          </p:cNvPr>
          <p:cNvSpPr>
            <a:spLocks noGrp="1"/>
          </p:cNvSpPr>
          <p:nvPr/>
        </p:nvSpPr>
        <p:spPr>
          <a:xfrm>
            <a:off x="6329363" y="5238750"/>
            <a:ext cx="52388" cy="547688"/>
          </a:xfrm>
          <a:prstGeom prst="rect">
            <a:avLst/>
          </a:prstGeom>
          <a:solidFill>
            <a:srgbClr val="1D4ED8"/>
          </a:solidFill>
          <a:ln w="13097">
            <a:solidFill>
              <a:srgbClr val="172B4D"/>
            </a:solidFill>
          </a:ln>
        </p:spPr>
      </p:sp>
      <p:sp>
        <p:nvSpPr>
          <p:cNvPr id="477" name="object-477">
            <a:extLst>
              <a:ext uri="{FF2B5EF4-FFF2-40B4-BE49-F238E27FC236}">
                <a16:creationId xmlns:a16="http://schemas.microsoft.com/office/drawing/2014/main" id="{A49C5333-9213-4249-8E9D-43EFFB3FF6A6}"/>
              </a:ext>
            </a:extLst>
          </p:cNvPr>
          <p:cNvSpPr>
            <a:spLocks noGrp="1"/>
          </p:cNvSpPr>
          <p:nvPr/>
        </p:nvSpPr>
        <p:spPr>
          <a:xfrm>
            <a:off x="6381750" y="5238750"/>
            <a:ext cx="52388" cy="547688"/>
          </a:xfrm>
          <a:prstGeom prst="rect">
            <a:avLst/>
          </a:prstGeom>
          <a:solidFill>
            <a:srgbClr val="1D4ED8"/>
          </a:solidFill>
          <a:ln w="13097">
            <a:solidFill>
              <a:srgbClr val="172B4D"/>
            </a:solidFill>
          </a:ln>
        </p:spPr>
      </p:sp>
      <p:sp>
        <p:nvSpPr>
          <p:cNvPr id="478" name="object-478">
            <a:extLst>
              <a:ext uri="{FF2B5EF4-FFF2-40B4-BE49-F238E27FC236}">
                <a16:creationId xmlns:a16="http://schemas.microsoft.com/office/drawing/2014/main" id="{ED162571-58DB-40A3-80F6-CA73DD9CD02B}"/>
              </a:ext>
            </a:extLst>
          </p:cNvPr>
          <p:cNvSpPr>
            <a:spLocks noGrp="1"/>
          </p:cNvSpPr>
          <p:nvPr/>
        </p:nvSpPr>
        <p:spPr>
          <a:xfrm>
            <a:off x="6434138" y="5238750"/>
            <a:ext cx="52388" cy="547688"/>
          </a:xfrm>
          <a:prstGeom prst="rect">
            <a:avLst/>
          </a:prstGeom>
          <a:solidFill>
            <a:srgbClr val="1D4ED8"/>
          </a:solidFill>
          <a:ln w="13097">
            <a:solidFill>
              <a:srgbClr val="172B4D"/>
            </a:solidFill>
          </a:ln>
        </p:spPr>
      </p:sp>
      <p:sp>
        <p:nvSpPr>
          <p:cNvPr id="479" name="object-479">
            <a:extLst>
              <a:ext uri="{FF2B5EF4-FFF2-40B4-BE49-F238E27FC236}">
                <a16:creationId xmlns:a16="http://schemas.microsoft.com/office/drawing/2014/main" id="{E3CBB0B0-0B0D-4091-9383-C3581B0DC89E}"/>
              </a:ext>
            </a:extLst>
          </p:cNvPr>
          <p:cNvSpPr>
            <a:spLocks noGrp="1"/>
          </p:cNvSpPr>
          <p:nvPr/>
        </p:nvSpPr>
        <p:spPr>
          <a:xfrm>
            <a:off x="6486525" y="5238750"/>
            <a:ext cx="52388" cy="547688"/>
          </a:xfrm>
          <a:prstGeom prst="rect">
            <a:avLst/>
          </a:prstGeom>
          <a:solidFill>
            <a:srgbClr val="1D4ED8"/>
          </a:solidFill>
          <a:ln w="13097">
            <a:solidFill>
              <a:srgbClr val="172B4D"/>
            </a:solidFill>
          </a:ln>
        </p:spPr>
      </p:sp>
      <p:sp>
        <p:nvSpPr>
          <p:cNvPr id="480" name="object-480">
            <a:extLst>
              <a:ext uri="{FF2B5EF4-FFF2-40B4-BE49-F238E27FC236}">
                <a16:creationId xmlns:a16="http://schemas.microsoft.com/office/drawing/2014/main" id="{530DC987-BD27-40EB-AC27-C1B5B045BE4B}"/>
              </a:ext>
            </a:extLst>
          </p:cNvPr>
          <p:cNvSpPr>
            <a:spLocks noGrp="1"/>
          </p:cNvSpPr>
          <p:nvPr/>
        </p:nvSpPr>
        <p:spPr>
          <a:xfrm>
            <a:off x="6538913" y="5238750"/>
            <a:ext cx="52388" cy="547688"/>
          </a:xfrm>
          <a:prstGeom prst="rect">
            <a:avLst/>
          </a:prstGeom>
          <a:solidFill>
            <a:srgbClr val="1D4ED8"/>
          </a:solidFill>
          <a:ln w="13097">
            <a:solidFill>
              <a:srgbClr val="172B4D"/>
            </a:solidFill>
          </a:ln>
        </p:spPr>
      </p:sp>
      <p:sp>
        <p:nvSpPr>
          <p:cNvPr id="481" name="object-481">
            <a:extLst>
              <a:ext uri="{FF2B5EF4-FFF2-40B4-BE49-F238E27FC236}">
                <a16:creationId xmlns:a16="http://schemas.microsoft.com/office/drawing/2014/main" id="{6726D667-142B-4727-B0D9-1E255DFDD851}"/>
              </a:ext>
            </a:extLst>
          </p:cNvPr>
          <p:cNvSpPr>
            <a:spLocks noGrp="1"/>
          </p:cNvSpPr>
          <p:nvPr/>
        </p:nvSpPr>
        <p:spPr>
          <a:xfrm>
            <a:off x="6591300" y="5238750"/>
            <a:ext cx="52388" cy="547688"/>
          </a:xfrm>
          <a:prstGeom prst="rect">
            <a:avLst/>
          </a:prstGeom>
          <a:solidFill>
            <a:srgbClr val="1D4ED8"/>
          </a:solidFill>
          <a:ln w="13097">
            <a:solidFill>
              <a:srgbClr val="172B4D"/>
            </a:solidFill>
          </a:ln>
        </p:spPr>
      </p:sp>
      <p:sp>
        <p:nvSpPr>
          <p:cNvPr id="482" name="object-482">
            <a:extLst>
              <a:ext uri="{FF2B5EF4-FFF2-40B4-BE49-F238E27FC236}">
                <a16:creationId xmlns:a16="http://schemas.microsoft.com/office/drawing/2014/main" id="{F27E6FE3-441F-4DB7-BECB-8C7FCFA6E365}"/>
              </a:ext>
            </a:extLst>
          </p:cNvPr>
          <p:cNvSpPr>
            <a:spLocks noGrp="1"/>
          </p:cNvSpPr>
          <p:nvPr/>
        </p:nvSpPr>
        <p:spPr>
          <a:xfrm>
            <a:off x="6643688" y="5238750"/>
            <a:ext cx="52388" cy="547688"/>
          </a:xfrm>
          <a:prstGeom prst="rect">
            <a:avLst/>
          </a:prstGeom>
          <a:solidFill>
            <a:srgbClr val="1D4ED8"/>
          </a:solidFill>
          <a:ln w="13097">
            <a:solidFill>
              <a:srgbClr val="172B4D"/>
            </a:solidFill>
          </a:ln>
        </p:spPr>
      </p:sp>
      <p:sp>
        <p:nvSpPr>
          <p:cNvPr id="483" name="object-483">
            <a:extLst>
              <a:ext uri="{FF2B5EF4-FFF2-40B4-BE49-F238E27FC236}">
                <a16:creationId xmlns:a16="http://schemas.microsoft.com/office/drawing/2014/main" id="{97834929-2AE4-45E3-9CD9-D9A9046B17E8}"/>
              </a:ext>
            </a:extLst>
          </p:cNvPr>
          <p:cNvSpPr>
            <a:spLocks noGrp="1"/>
          </p:cNvSpPr>
          <p:nvPr/>
        </p:nvSpPr>
        <p:spPr>
          <a:xfrm>
            <a:off x="6696075" y="5238750"/>
            <a:ext cx="52388" cy="547688"/>
          </a:xfrm>
          <a:prstGeom prst="rect">
            <a:avLst/>
          </a:prstGeom>
          <a:solidFill>
            <a:srgbClr val="1D4ED8"/>
          </a:solidFill>
          <a:ln w="13097">
            <a:solidFill>
              <a:srgbClr val="172B4D"/>
            </a:solidFill>
          </a:ln>
        </p:spPr>
      </p:sp>
      <p:sp>
        <p:nvSpPr>
          <p:cNvPr id="484" name="object-484">
            <a:extLst>
              <a:ext uri="{FF2B5EF4-FFF2-40B4-BE49-F238E27FC236}">
                <a16:creationId xmlns:a16="http://schemas.microsoft.com/office/drawing/2014/main" id="{48E6E6C2-A699-4B94-95ED-10E7F3BAE260}"/>
              </a:ext>
            </a:extLst>
          </p:cNvPr>
          <p:cNvSpPr>
            <a:spLocks noGrp="1"/>
          </p:cNvSpPr>
          <p:nvPr/>
        </p:nvSpPr>
        <p:spPr>
          <a:xfrm>
            <a:off x="6748463" y="5238750"/>
            <a:ext cx="52388" cy="547688"/>
          </a:xfrm>
          <a:prstGeom prst="rect">
            <a:avLst/>
          </a:prstGeom>
          <a:solidFill>
            <a:srgbClr val="1D4ED8"/>
          </a:solidFill>
          <a:ln w="13097">
            <a:solidFill>
              <a:srgbClr val="172B4D"/>
            </a:solidFill>
          </a:ln>
        </p:spPr>
      </p:sp>
      <p:sp>
        <p:nvSpPr>
          <p:cNvPr id="485" name="object-485">
            <a:extLst>
              <a:ext uri="{FF2B5EF4-FFF2-40B4-BE49-F238E27FC236}">
                <a16:creationId xmlns:a16="http://schemas.microsoft.com/office/drawing/2014/main" id="{DB0A3EF0-1181-45CB-89BF-59F0E0E44F33}"/>
              </a:ext>
            </a:extLst>
          </p:cNvPr>
          <p:cNvSpPr>
            <a:spLocks noGrp="1"/>
          </p:cNvSpPr>
          <p:nvPr/>
        </p:nvSpPr>
        <p:spPr>
          <a:xfrm>
            <a:off x="6800850" y="5238750"/>
            <a:ext cx="52388" cy="547688"/>
          </a:xfrm>
          <a:prstGeom prst="rect">
            <a:avLst/>
          </a:prstGeom>
          <a:solidFill>
            <a:srgbClr val="1D4ED8"/>
          </a:solidFill>
          <a:ln w="13097">
            <a:solidFill>
              <a:srgbClr val="172B4D"/>
            </a:solidFill>
          </a:ln>
        </p:spPr>
      </p:sp>
      <p:sp>
        <p:nvSpPr>
          <p:cNvPr id="486" name="object-486">
            <a:extLst>
              <a:ext uri="{FF2B5EF4-FFF2-40B4-BE49-F238E27FC236}">
                <a16:creationId xmlns:a16="http://schemas.microsoft.com/office/drawing/2014/main" id="{036B46B5-54A9-4771-AACB-C286B36ABDE2}"/>
              </a:ext>
            </a:extLst>
          </p:cNvPr>
          <p:cNvSpPr>
            <a:spLocks noGrp="1"/>
          </p:cNvSpPr>
          <p:nvPr/>
        </p:nvSpPr>
        <p:spPr>
          <a:xfrm>
            <a:off x="6853238" y="5238750"/>
            <a:ext cx="52388" cy="547688"/>
          </a:xfrm>
          <a:prstGeom prst="rect">
            <a:avLst/>
          </a:prstGeom>
          <a:solidFill>
            <a:srgbClr val="1D4ED8"/>
          </a:solidFill>
          <a:ln w="13097">
            <a:solidFill>
              <a:srgbClr val="172B4D"/>
            </a:solidFill>
          </a:ln>
        </p:spPr>
      </p:sp>
      <p:sp>
        <p:nvSpPr>
          <p:cNvPr id="487" name="object-487">
            <a:extLst>
              <a:ext uri="{FF2B5EF4-FFF2-40B4-BE49-F238E27FC236}">
                <a16:creationId xmlns:a16="http://schemas.microsoft.com/office/drawing/2014/main" id="{E993F5CE-74F0-4892-BCE6-22EC28889A6A}"/>
              </a:ext>
            </a:extLst>
          </p:cNvPr>
          <p:cNvSpPr>
            <a:spLocks noGrp="1"/>
          </p:cNvSpPr>
          <p:nvPr/>
        </p:nvSpPr>
        <p:spPr>
          <a:xfrm>
            <a:off x="6905625" y="5238750"/>
            <a:ext cx="52388" cy="547688"/>
          </a:xfrm>
          <a:prstGeom prst="rect">
            <a:avLst/>
          </a:prstGeom>
          <a:solidFill>
            <a:srgbClr val="1D4ED8"/>
          </a:solidFill>
          <a:ln w="13097">
            <a:solidFill>
              <a:srgbClr val="172B4D"/>
            </a:solidFill>
          </a:ln>
        </p:spPr>
      </p:sp>
      <p:sp>
        <p:nvSpPr>
          <p:cNvPr id="488" name="object-488">
            <a:extLst>
              <a:ext uri="{FF2B5EF4-FFF2-40B4-BE49-F238E27FC236}">
                <a16:creationId xmlns:a16="http://schemas.microsoft.com/office/drawing/2014/main" id="{8293136D-F6BF-4B63-A375-54CC2609601D}"/>
              </a:ext>
            </a:extLst>
          </p:cNvPr>
          <p:cNvSpPr>
            <a:spLocks noGrp="1"/>
          </p:cNvSpPr>
          <p:nvPr/>
        </p:nvSpPr>
        <p:spPr>
          <a:xfrm>
            <a:off x="6958013" y="5238750"/>
            <a:ext cx="52388" cy="547688"/>
          </a:xfrm>
          <a:prstGeom prst="rect">
            <a:avLst/>
          </a:prstGeom>
          <a:solidFill>
            <a:srgbClr val="1D4ED8"/>
          </a:solidFill>
          <a:ln w="13097">
            <a:solidFill>
              <a:srgbClr val="172B4D"/>
            </a:solidFill>
          </a:ln>
        </p:spPr>
      </p:sp>
      <p:sp>
        <p:nvSpPr>
          <p:cNvPr id="489" name="object-489">
            <a:extLst>
              <a:ext uri="{FF2B5EF4-FFF2-40B4-BE49-F238E27FC236}">
                <a16:creationId xmlns:a16="http://schemas.microsoft.com/office/drawing/2014/main" id="{CCC2C83D-3AA7-4992-88B7-43EE952C79ED}"/>
              </a:ext>
            </a:extLst>
          </p:cNvPr>
          <p:cNvSpPr>
            <a:spLocks noGrp="1"/>
          </p:cNvSpPr>
          <p:nvPr/>
        </p:nvSpPr>
        <p:spPr>
          <a:xfrm>
            <a:off x="7010400" y="5238750"/>
            <a:ext cx="52388" cy="547688"/>
          </a:xfrm>
          <a:prstGeom prst="rect">
            <a:avLst/>
          </a:prstGeom>
          <a:solidFill>
            <a:srgbClr val="1D4ED8"/>
          </a:solidFill>
          <a:ln w="13097">
            <a:solidFill>
              <a:srgbClr val="172B4D"/>
            </a:solidFill>
          </a:ln>
        </p:spPr>
      </p:sp>
      <p:sp>
        <p:nvSpPr>
          <p:cNvPr id="490" name="object-490">
            <a:extLst>
              <a:ext uri="{FF2B5EF4-FFF2-40B4-BE49-F238E27FC236}">
                <a16:creationId xmlns:a16="http://schemas.microsoft.com/office/drawing/2014/main" id="{2B8AE023-C325-4AEF-89D7-AD893303DAEF}"/>
              </a:ext>
            </a:extLst>
          </p:cNvPr>
          <p:cNvSpPr>
            <a:spLocks noGrp="1"/>
          </p:cNvSpPr>
          <p:nvPr/>
        </p:nvSpPr>
        <p:spPr>
          <a:xfrm>
            <a:off x="7062788" y="5238750"/>
            <a:ext cx="52388" cy="547688"/>
          </a:xfrm>
          <a:prstGeom prst="rect">
            <a:avLst/>
          </a:prstGeom>
          <a:solidFill>
            <a:srgbClr val="1D4ED8"/>
          </a:solidFill>
          <a:ln w="13097">
            <a:solidFill>
              <a:srgbClr val="172B4D"/>
            </a:solidFill>
          </a:ln>
        </p:spPr>
      </p:sp>
      <p:sp>
        <p:nvSpPr>
          <p:cNvPr id="491" name="object-491">
            <a:extLst>
              <a:ext uri="{FF2B5EF4-FFF2-40B4-BE49-F238E27FC236}">
                <a16:creationId xmlns:a16="http://schemas.microsoft.com/office/drawing/2014/main" id="{A2B2C248-6162-4A7C-90D9-8521AF84F8D4}"/>
              </a:ext>
            </a:extLst>
          </p:cNvPr>
          <p:cNvSpPr>
            <a:spLocks noGrp="1"/>
          </p:cNvSpPr>
          <p:nvPr/>
        </p:nvSpPr>
        <p:spPr>
          <a:xfrm>
            <a:off x="7115175" y="5238750"/>
            <a:ext cx="52388" cy="547688"/>
          </a:xfrm>
          <a:prstGeom prst="rect">
            <a:avLst/>
          </a:prstGeom>
          <a:solidFill>
            <a:srgbClr val="1D4ED8"/>
          </a:solidFill>
          <a:ln w="13097">
            <a:solidFill>
              <a:srgbClr val="172B4D"/>
            </a:solidFill>
          </a:ln>
        </p:spPr>
      </p:sp>
      <p:sp>
        <p:nvSpPr>
          <p:cNvPr id="492" name="object-492">
            <a:extLst>
              <a:ext uri="{FF2B5EF4-FFF2-40B4-BE49-F238E27FC236}">
                <a16:creationId xmlns:a16="http://schemas.microsoft.com/office/drawing/2014/main" id="{48676CBD-CE67-4A1A-8675-2FAEFE88F84A}"/>
              </a:ext>
            </a:extLst>
          </p:cNvPr>
          <p:cNvSpPr>
            <a:spLocks noGrp="1"/>
          </p:cNvSpPr>
          <p:nvPr/>
        </p:nvSpPr>
        <p:spPr>
          <a:xfrm>
            <a:off x="7167563" y="5238750"/>
            <a:ext cx="52388" cy="547688"/>
          </a:xfrm>
          <a:prstGeom prst="rect">
            <a:avLst/>
          </a:prstGeom>
          <a:solidFill>
            <a:srgbClr val="1D4ED8"/>
          </a:solidFill>
          <a:ln w="13097">
            <a:solidFill>
              <a:srgbClr val="172B4D"/>
            </a:solidFill>
          </a:ln>
        </p:spPr>
      </p:sp>
      <p:sp>
        <p:nvSpPr>
          <p:cNvPr id="493" name="object-493">
            <a:extLst>
              <a:ext uri="{FF2B5EF4-FFF2-40B4-BE49-F238E27FC236}">
                <a16:creationId xmlns:a16="http://schemas.microsoft.com/office/drawing/2014/main" id="{ECDF9CFB-9201-4890-BDB7-542EA3DFAB9A}"/>
              </a:ext>
            </a:extLst>
          </p:cNvPr>
          <p:cNvSpPr>
            <a:spLocks noGrp="1"/>
          </p:cNvSpPr>
          <p:nvPr/>
        </p:nvSpPr>
        <p:spPr>
          <a:xfrm>
            <a:off x="7219950" y="5238750"/>
            <a:ext cx="52388" cy="547688"/>
          </a:xfrm>
          <a:prstGeom prst="rect">
            <a:avLst/>
          </a:prstGeom>
          <a:solidFill>
            <a:srgbClr val="1D4ED8"/>
          </a:solidFill>
          <a:ln w="13097">
            <a:solidFill>
              <a:srgbClr val="172B4D"/>
            </a:solidFill>
          </a:ln>
        </p:spPr>
      </p:sp>
      <p:sp>
        <p:nvSpPr>
          <p:cNvPr id="494" name="object-494">
            <a:extLst>
              <a:ext uri="{FF2B5EF4-FFF2-40B4-BE49-F238E27FC236}">
                <a16:creationId xmlns:a16="http://schemas.microsoft.com/office/drawing/2014/main" id="{534FA232-7D63-430C-9639-15A4C0292025}"/>
              </a:ext>
            </a:extLst>
          </p:cNvPr>
          <p:cNvSpPr>
            <a:spLocks noGrp="1"/>
          </p:cNvSpPr>
          <p:nvPr/>
        </p:nvSpPr>
        <p:spPr>
          <a:xfrm>
            <a:off x="7272338" y="5238750"/>
            <a:ext cx="52388" cy="547688"/>
          </a:xfrm>
          <a:prstGeom prst="rect">
            <a:avLst/>
          </a:prstGeom>
          <a:solidFill>
            <a:srgbClr val="1D4ED8"/>
          </a:solidFill>
          <a:ln w="13097">
            <a:solidFill>
              <a:srgbClr val="172B4D"/>
            </a:solidFill>
          </a:ln>
        </p:spPr>
      </p:sp>
      <p:sp>
        <p:nvSpPr>
          <p:cNvPr id="495" name="object-495">
            <a:extLst>
              <a:ext uri="{FF2B5EF4-FFF2-40B4-BE49-F238E27FC236}">
                <a16:creationId xmlns:a16="http://schemas.microsoft.com/office/drawing/2014/main" id="{B6C509E4-8756-477A-B201-B9E530C7A1AF}"/>
              </a:ext>
            </a:extLst>
          </p:cNvPr>
          <p:cNvSpPr>
            <a:spLocks noGrp="1"/>
          </p:cNvSpPr>
          <p:nvPr/>
        </p:nvSpPr>
        <p:spPr>
          <a:xfrm>
            <a:off x="7324725" y="5238750"/>
            <a:ext cx="52388" cy="547688"/>
          </a:xfrm>
          <a:prstGeom prst="rect">
            <a:avLst/>
          </a:prstGeom>
          <a:solidFill>
            <a:srgbClr val="1D4ED8"/>
          </a:solidFill>
          <a:ln w="13097">
            <a:solidFill>
              <a:srgbClr val="172B4D"/>
            </a:solidFill>
          </a:ln>
        </p:spPr>
      </p:sp>
      <p:sp>
        <p:nvSpPr>
          <p:cNvPr id="496" name="object-496">
            <a:extLst>
              <a:ext uri="{FF2B5EF4-FFF2-40B4-BE49-F238E27FC236}">
                <a16:creationId xmlns:a16="http://schemas.microsoft.com/office/drawing/2014/main" id="{9B2DBA53-40C4-4681-A80D-38044D8892CA}"/>
              </a:ext>
            </a:extLst>
          </p:cNvPr>
          <p:cNvSpPr>
            <a:spLocks noGrp="1"/>
          </p:cNvSpPr>
          <p:nvPr/>
        </p:nvSpPr>
        <p:spPr>
          <a:xfrm>
            <a:off x="7377113" y="5238750"/>
            <a:ext cx="52388" cy="547688"/>
          </a:xfrm>
          <a:prstGeom prst="rect">
            <a:avLst/>
          </a:prstGeom>
          <a:solidFill>
            <a:srgbClr val="1D4ED8"/>
          </a:solidFill>
          <a:ln w="13097">
            <a:solidFill>
              <a:srgbClr val="172B4D"/>
            </a:solidFill>
          </a:ln>
        </p:spPr>
      </p:sp>
      <p:sp>
        <p:nvSpPr>
          <p:cNvPr id="497" name="object-497">
            <a:extLst>
              <a:ext uri="{FF2B5EF4-FFF2-40B4-BE49-F238E27FC236}">
                <a16:creationId xmlns:a16="http://schemas.microsoft.com/office/drawing/2014/main" id="{DB86B09C-8592-47A8-BB1F-35B6D3FE49F8}"/>
              </a:ext>
            </a:extLst>
          </p:cNvPr>
          <p:cNvSpPr>
            <a:spLocks noGrp="1"/>
          </p:cNvSpPr>
          <p:nvPr/>
        </p:nvSpPr>
        <p:spPr>
          <a:xfrm>
            <a:off x="7429500" y="5238750"/>
            <a:ext cx="52388" cy="547688"/>
          </a:xfrm>
          <a:prstGeom prst="rect">
            <a:avLst/>
          </a:prstGeom>
          <a:solidFill>
            <a:srgbClr val="1D4ED8"/>
          </a:solidFill>
          <a:ln w="13097">
            <a:solidFill>
              <a:srgbClr val="172B4D"/>
            </a:solidFill>
          </a:ln>
        </p:spPr>
      </p:sp>
      <p:sp>
        <p:nvSpPr>
          <p:cNvPr id="498" name="object-498">
            <a:extLst>
              <a:ext uri="{FF2B5EF4-FFF2-40B4-BE49-F238E27FC236}">
                <a16:creationId xmlns:a16="http://schemas.microsoft.com/office/drawing/2014/main" id="{ADF3C34B-5A80-4AC2-90E1-5EB008BF8788}"/>
              </a:ext>
            </a:extLst>
          </p:cNvPr>
          <p:cNvSpPr>
            <a:spLocks noGrp="1"/>
          </p:cNvSpPr>
          <p:nvPr/>
        </p:nvSpPr>
        <p:spPr>
          <a:xfrm>
            <a:off x="7481888" y="5238750"/>
            <a:ext cx="52388" cy="547688"/>
          </a:xfrm>
          <a:prstGeom prst="rect">
            <a:avLst/>
          </a:prstGeom>
          <a:solidFill>
            <a:srgbClr val="1D4ED8"/>
          </a:solidFill>
          <a:ln w="13097">
            <a:solidFill>
              <a:srgbClr val="172B4D"/>
            </a:solidFill>
          </a:ln>
        </p:spPr>
      </p:sp>
      <p:sp>
        <p:nvSpPr>
          <p:cNvPr id="499" name="object-499">
            <a:extLst>
              <a:ext uri="{FF2B5EF4-FFF2-40B4-BE49-F238E27FC236}">
                <a16:creationId xmlns:a16="http://schemas.microsoft.com/office/drawing/2014/main" id="{3D2A09EA-C6F6-4ADF-9ADC-C9FB094F37B6}"/>
              </a:ext>
            </a:extLst>
          </p:cNvPr>
          <p:cNvSpPr>
            <a:spLocks noGrp="1"/>
          </p:cNvSpPr>
          <p:nvPr/>
        </p:nvSpPr>
        <p:spPr>
          <a:xfrm>
            <a:off x="7534275" y="5238750"/>
            <a:ext cx="52388" cy="547688"/>
          </a:xfrm>
          <a:prstGeom prst="rect">
            <a:avLst/>
          </a:prstGeom>
          <a:solidFill>
            <a:srgbClr val="1D4ED8"/>
          </a:solidFill>
          <a:ln w="13097">
            <a:solidFill>
              <a:srgbClr val="172B4D"/>
            </a:solidFill>
          </a:ln>
        </p:spPr>
      </p:sp>
      <p:sp>
        <p:nvSpPr>
          <p:cNvPr id="500" name="object-500">
            <a:extLst>
              <a:ext uri="{FF2B5EF4-FFF2-40B4-BE49-F238E27FC236}">
                <a16:creationId xmlns:a16="http://schemas.microsoft.com/office/drawing/2014/main" id="{10755841-68BE-4982-B6CF-A0152608F78E}"/>
              </a:ext>
            </a:extLst>
          </p:cNvPr>
          <p:cNvSpPr>
            <a:spLocks noGrp="1"/>
          </p:cNvSpPr>
          <p:nvPr/>
        </p:nvSpPr>
        <p:spPr>
          <a:xfrm>
            <a:off x="7586663" y="5238750"/>
            <a:ext cx="52388" cy="547688"/>
          </a:xfrm>
          <a:prstGeom prst="rect">
            <a:avLst/>
          </a:prstGeom>
          <a:solidFill>
            <a:srgbClr val="1D4ED8"/>
          </a:solidFill>
          <a:ln w="13097">
            <a:solidFill>
              <a:srgbClr val="172B4D"/>
            </a:solidFill>
          </a:ln>
        </p:spPr>
      </p:sp>
      <p:sp>
        <p:nvSpPr>
          <p:cNvPr id="501" name="object-501">
            <a:extLst>
              <a:ext uri="{FF2B5EF4-FFF2-40B4-BE49-F238E27FC236}">
                <a16:creationId xmlns:a16="http://schemas.microsoft.com/office/drawing/2014/main" id="{3C491614-6E65-418B-AAC5-A24F19349969}"/>
              </a:ext>
            </a:extLst>
          </p:cNvPr>
          <p:cNvSpPr>
            <a:spLocks noGrp="1"/>
          </p:cNvSpPr>
          <p:nvPr/>
        </p:nvSpPr>
        <p:spPr>
          <a:xfrm>
            <a:off x="7639050" y="5238750"/>
            <a:ext cx="52388" cy="547688"/>
          </a:xfrm>
          <a:prstGeom prst="rect">
            <a:avLst/>
          </a:prstGeom>
          <a:solidFill>
            <a:srgbClr val="1D4ED8"/>
          </a:solidFill>
          <a:ln w="13097">
            <a:solidFill>
              <a:srgbClr val="172B4D"/>
            </a:solidFill>
          </a:ln>
        </p:spPr>
      </p:sp>
      <p:sp>
        <p:nvSpPr>
          <p:cNvPr id="502" name="object-502">
            <a:extLst>
              <a:ext uri="{FF2B5EF4-FFF2-40B4-BE49-F238E27FC236}">
                <a16:creationId xmlns:a16="http://schemas.microsoft.com/office/drawing/2014/main" id="{0104A5D9-9059-4E7F-81DE-5D0D7EEF35CC}"/>
              </a:ext>
            </a:extLst>
          </p:cNvPr>
          <p:cNvSpPr>
            <a:spLocks noGrp="1"/>
          </p:cNvSpPr>
          <p:nvPr/>
        </p:nvSpPr>
        <p:spPr>
          <a:xfrm>
            <a:off x="7691438" y="5238750"/>
            <a:ext cx="52388" cy="547688"/>
          </a:xfrm>
          <a:prstGeom prst="rect">
            <a:avLst/>
          </a:prstGeom>
          <a:solidFill>
            <a:srgbClr val="1D4ED8"/>
          </a:solidFill>
          <a:ln w="13097">
            <a:solidFill>
              <a:srgbClr val="172B4D"/>
            </a:solidFill>
          </a:ln>
        </p:spPr>
      </p:sp>
      <p:sp>
        <p:nvSpPr>
          <p:cNvPr id="503" name="object-503">
            <a:extLst>
              <a:ext uri="{FF2B5EF4-FFF2-40B4-BE49-F238E27FC236}">
                <a16:creationId xmlns:a16="http://schemas.microsoft.com/office/drawing/2014/main" id="{7F81A3C2-7E87-4CFC-99D6-8819504381EF}"/>
              </a:ext>
            </a:extLst>
          </p:cNvPr>
          <p:cNvSpPr>
            <a:spLocks noGrp="1"/>
          </p:cNvSpPr>
          <p:nvPr/>
        </p:nvSpPr>
        <p:spPr>
          <a:xfrm>
            <a:off x="7743825" y="5238750"/>
            <a:ext cx="52388" cy="547688"/>
          </a:xfrm>
          <a:prstGeom prst="rect">
            <a:avLst/>
          </a:prstGeom>
          <a:solidFill>
            <a:srgbClr val="1D4ED8"/>
          </a:solidFill>
          <a:ln w="13097">
            <a:solidFill>
              <a:srgbClr val="172B4D"/>
            </a:solidFill>
          </a:ln>
        </p:spPr>
      </p:sp>
      <p:sp>
        <p:nvSpPr>
          <p:cNvPr id="504" name="object-504">
            <a:extLst>
              <a:ext uri="{FF2B5EF4-FFF2-40B4-BE49-F238E27FC236}">
                <a16:creationId xmlns:a16="http://schemas.microsoft.com/office/drawing/2014/main" id="{00FA87B6-5BC1-449D-9904-4824EF2F17BC}"/>
              </a:ext>
            </a:extLst>
          </p:cNvPr>
          <p:cNvSpPr>
            <a:spLocks noGrp="1"/>
          </p:cNvSpPr>
          <p:nvPr/>
        </p:nvSpPr>
        <p:spPr>
          <a:xfrm>
            <a:off x="7796213" y="5238750"/>
            <a:ext cx="52388" cy="547688"/>
          </a:xfrm>
          <a:prstGeom prst="rect">
            <a:avLst/>
          </a:prstGeom>
          <a:solidFill>
            <a:srgbClr val="1D4ED8"/>
          </a:solidFill>
          <a:ln w="13097">
            <a:solidFill>
              <a:srgbClr val="172B4D"/>
            </a:solidFill>
          </a:ln>
        </p:spPr>
      </p:sp>
      <p:sp>
        <p:nvSpPr>
          <p:cNvPr id="505" name="object-505">
            <a:extLst>
              <a:ext uri="{FF2B5EF4-FFF2-40B4-BE49-F238E27FC236}">
                <a16:creationId xmlns:a16="http://schemas.microsoft.com/office/drawing/2014/main" id="{1479510D-DB8D-425C-A8BE-8DF0D034BC28}"/>
              </a:ext>
            </a:extLst>
          </p:cNvPr>
          <p:cNvSpPr>
            <a:spLocks noGrp="1"/>
          </p:cNvSpPr>
          <p:nvPr/>
        </p:nvSpPr>
        <p:spPr>
          <a:xfrm>
            <a:off x="7848600" y="5238750"/>
            <a:ext cx="52388" cy="547688"/>
          </a:xfrm>
          <a:prstGeom prst="rect">
            <a:avLst/>
          </a:prstGeom>
          <a:solidFill>
            <a:srgbClr val="1D4ED8"/>
          </a:solidFill>
          <a:ln w="13097">
            <a:solidFill>
              <a:srgbClr val="172B4D"/>
            </a:solidFill>
          </a:ln>
        </p:spPr>
      </p:sp>
      <p:sp>
        <p:nvSpPr>
          <p:cNvPr id="506" name="object-506">
            <a:extLst>
              <a:ext uri="{FF2B5EF4-FFF2-40B4-BE49-F238E27FC236}">
                <a16:creationId xmlns:a16="http://schemas.microsoft.com/office/drawing/2014/main" id="{319177D2-E3C9-4CD3-9DCC-58D2FBAE5D64}"/>
              </a:ext>
            </a:extLst>
          </p:cNvPr>
          <p:cNvSpPr>
            <a:spLocks noGrp="1"/>
          </p:cNvSpPr>
          <p:nvPr/>
        </p:nvSpPr>
        <p:spPr>
          <a:xfrm>
            <a:off x="7900988" y="5238750"/>
            <a:ext cx="52388" cy="547688"/>
          </a:xfrm>
          <a:prstGeom prst="rect">
            <a:avLst/>
          </a:prstGeom>
          <a:solidFill>
            <a:srgbClr val="1D4ED8"/>
          </a:solidFill>
          <a:ln w="13097">
            <a:solidFill>
              <a:srgbClr val="172B4D"/>
            </a:solidFill>
          </a:ln>
        </p:spPr>
      </p:sp>
      <p:sp>
        <p:nvSpPr>
          <p:cNvPr id="507" name="object-507">
            <a:extLst>
              <a:ext uri="{FF2B5EF4-FFF2-40B4-BE49-F238E27FC236}">
                <a16:creationId xmlns:a16="http://schemas.microsoft.com/office/drawing/2014/main" id="{0AEFCD07-DEC2-461B-8992-EBE2AB7E181F}"/>
              </a:ext>
            </a:extLst>
          </p:cNvPr>
          <p:cNvSpPr>
            <a:spLocks noGrp="1"/>
          </p:cNvSpPr>
          <p:nvPr/>
        </p:nvSpPr>
        <p:spPr>
          <a:xfrm>
            <a:off x="7953375" y="5238750"/>
            <a:ext cx="52388" cy="547688"/>
          </a:xfrm>
          <a:prstGeom prst="rect">
            <a:avLst/>
          </a:prstGeom>
          <a:solidFill>
            <a:srgbClr val="1D4ED8"/>
          </a:solidFill>
          <a:ln w="13097">
            <a:solidFill>
              <a:srgbClr val="172B4D"/>
            </a:solidFill>
          </a:ln>
        </p:spPr>
      </p:sp>
      <p:sp>
        <p:nvSpPr>
          <p:cNvPr id="508" name="object-508">
            <a:extLst>
              <a:ext uri="{FF2B5EF4-FFF2-40B4-BE49-F238E27FC236}">
                <a16:creationId xmlns:a16="http://schemas.microsoft.com/office/drawing/2014/main" id="{ACB5D84C-7D5A-4A47-98FF-CC56DADD1DED}"/>
              </a:ext>
            </a:extLst>
          </p:cNvPr>
          <p:cNvSpPr>
            <a:spLocks noGrp="1"/>
          </p:cNvSpPr>
          <p:nvPr/>
        </p:nvSpPr>
        <p:spPr>
          <a:xfrm>
            <a:off x="8005763" y="5238750"/>
            <a:ext cx="52388" cy="547688"/>
          </a:xfrm>
          <a:prstGeom prst="rect">
            <a:avLst/>
          </a:prstGeom>
          <a:solidFill>
            <a:srgbClr val="1D4ED8"/>
          </a:solidFill>
          <a:ln w="13097">
            <a:solidFill>
              <a:srgbClr val="172B4D"/>
            </a:solidFill>
          </a:ln>
        </p:spPr>
      </p:sp>
      <p:sp>
        <p:nvSpPr>
          <p:cNvPr id="509" name="object-509">
            <a:extLst>
              <a:ext uri="{FF2B5EF4-FFF2-40B4-BE49-F238E27FC236}">
                <a16:creationId xmlns:a16="http://schemas.microsoft.com/office/drawing/2014/main" id="{419B8B6E-DD68-46A3-BC6B-9960B56567FE}"/>
              </a:ext>
            </a:extLst>
          </p:cNvPr>
          <p:cNvSpPr>
            <a:spLocks noGrp="1"/>
          </p:cNvSpPr>
          <p:nvPr/>
        </p:nvSpPr>
        <p:spPr>
          <a:xfrm>
            <a:off x="8058150" y="5238750"/>
            <a:ext cx="52388" cy="547688"/>
          </a:xfrm>
          <a:prstGeom prst="rect">
            <a:avLst/>
          </a:prstGeom>
          <a:solidFill>
            <a:srgbClr val="1D4ED8"/>
          </a:solidFill>
          <a:ln w="13097">
            <a:solidFill>
              <a:srgbClr val="172B4D"/>
            </a:solidFill>
          </a:ln>
        </p:spPr>
      </p:sp>
      <p:sp>
        <p:nvSpPr>
          <p:cNvPr id="510" name="object-510">
            <a:extLst>
              <a:ext uri="{FF2B5EF4-FFF2-40B4-BE49-F238E27FC236}">
                <a16:creationId xmlns:a16="http://schemas.microsoft.com/office/drawing/2014/main" id="{EE008CF6-3F4B-4D17-8821-CA096E2FA077}"/>
              </a:ext>
            </a:extLst>
          </p:cNvPr>
          <p:cNvSpPr>
            <a:spLocks noGrp="1"/>
          </p:cNvSpPr>
          <p:nvPr/>
        </p:nvSpPr>
        <p:spPr>
          <a:xfrm>
            <a:off x="8110538" y="5238750"/>
            <a:ext cx="52388" cy="547688"/>
          </a:xfrm>
          <a:prstGeom prst="rect">
            <a:avLst/>
          </a:prstGeom>
          <a:solidFill>
            <a:srgbClr val="1D4ED8"/>
          </a:solidFill>
          <a:ln w="13097">
            <a:solidFill>
              <a:srgbClr val="172B4D"/>
            </a:solidFill>
          </a:ln>
        </p:spPr>
      </p:sp>
      <p:sp>
        <p:nvSpPr>
          <p:cNvPr id="511" name="object-511">
            <a:extLst>
              <a:ext uri="{FF2B5EF4-FFF2-40B4-BE49-F238E27FC236}">
                <a16:creationId xmlns:a16="http://schemas.microsoft.com/office/drawing/2014/main" id="{59841ED0-43BD-4BC3-913C-4277B628CE33}"/>
              </a:ext>
            </a:extLst>
          </p:cNvPr>
          <p:cNvSpPr>
            <a:spLocks noGrp="1"/>
          </p:cNvSpPr>
          <p:nvPr/>
        </p:nvSpPr>
        <p:spPr>
          <a:xfrm>
            <a:off x="8162925" y="5238750"/>
            <a:ext cx="52388" cy="547688"/>
          </a:xfrm>
          <a:prstGeom prst="rect">
            <a:avLst/>
          </a:prstGeom>
          <a:solidFill>
            <a:srgbClr val="1D4ED8"/>
          </a:solidFill>
          <a:ln w="13097">
            <a:solidFill>
              <a:srgbClr val="172B4D"/>
            </a:solidFill>
          </a:ln>
        </p:spPr>
      </p:sp>
      <p:sp>
        <p:nvSpPr>
          <p:cNvPr id="512" name="object-512">
            <a:extLst>
              <a:ext uri="{FF2B5EF4-FFF2-40B4-BE49-F238E27FC236}">
                <a16:creationId xmlns:a16="http://schemas.microsoft.com/office/drawing/2014/main" id="{229C46C8-7248-47AD-839E-ECC1B789983C}"/>
              </a:ext>
            </a:extLst>
          </p:cNvPr>
          <p:cNvSpPr>
            <a:spLocks noGrp="1"/>
          </p:cNvSpPr>
          <p:nvPr/>
        </p:nvSpPr>
        <p:spPr>
          <a:xfrm>
            <a:off x="8215313" y="5238750"/>
            <a:ext cx="52388" cy="547688"/>
          </a:xfrm>
          <a:prstGeom prst="rect">
            <a:avLst/>
          </a:prstGeom>
          <a:solidFill>
            <a:srgbClr val="1D4ED8"/>
          </a:solidFill>
          <a:ln w="13097">
            <a:solidFill>
              <a:srgbClr val="172B4D"/>
            </a:solidFill>
          </a:ln>
        </p:spPr>
      </p:sp>
      <p:sp>
        <p:nvSpPr>
          <p:cNvPr id="513" name="object-513">
            <a:extLst>
              <a:ext uri="{FF2B5EF4-FFF2-40B4-BE49-F238E27FC236}">
                <a16:creationId xmlns:a16="http://schemas.microsoft.com/office/drawing/2014/main" id="{38CEB8B2-CD12-4304-80F2-4DE5A73751E8}"/>
              </a:ext>
            </a:extLst>
          </p:cNvPr>
          <p:cNvSpPr>
            <a:spLocks noGrp="1"/>
          </p:cNvSpPr>
          <p:nvPr/>
        </p:nvSpPr>
        <p:spPr>
          <a:xfrm>
            <a:off x="8267700" y="5238750"/>
            <a:ext cx="52388" cy="547688"/>
          </a:xfrm>
          <a:prstGeom prst="rect">
            <a:avLst/>
          </a:prstGeom>
          <a:solidFill>
            <a:srgbClr val="1D4ED8"/>
          </a:solidFill>
          <a:ln w="13097">
            <a:solidFill>
              <a:srgbClr val="172B4D"/>
            </a:solidFill>
          </a:ln>
        </p:spPr>
      </p:sp>
      <p:sp>
        <p:nvSpPr>
          <p:cNvPr id="514" name="object-514">
            <a:extLst>
              <a:ext uri="{FF2B5EF4-FFF2-40B4-BE49-F238E27FC236}">
                <a16:creationId xmlns:a16="http://schemas.microsoft.com/office/drawing/2014/main" id="{E0EB64C7-AF9B-4497-B072-1AB50F87F4F0}"/>
              </a:ext>
            </a:extLst>
          </p:cNvPr>
          <p:cNvSpPr>
            <a:spLocks noGrp="1"/>
          </p:cNvSpPr>
          <p:nvPr/>
        </p:nvSpPr>
        <p:spPr>
          <a:xfrm>
            <a:off x="8320088" y="5238750"/>
            <a:ext cx="52388" cy="547688"/>
          </a:xfrm>
          <a:prstGeom prst="rect">
            <a:avLst/>
          </a:prstGeom>
          <a:solidFill>
            <a:srgbClr val="1D4ED8"/>
          </a:solidFill>
          <a:ln w="13097">
            <a:solidFill>
              <a:srgbClr val="172B4D"/>
            </a:solidFill>
          </a:ln>
        </p:spPr>
      </p:sp>
      <p:sp>
        <p:nvSpPr>
          <p:cNvPr id="515" name="object-515">
            <a:extLst>
              <a:ext uri="{FF2B5EF4-FFF2-40B4-BE49-F238E27FC236}">
                <a16:creationId xmlns:a16="http://schemas.microsoft.com/office/drawing/2014/main" id="{2E2A2452-31BB-4BB2-8571-76BB507E5246}"/>
              </a:ext>
            </a:extLst>
          </p:cNvPr>
          <p:cNvSpPr>
            <a:spLocks noGrp="1"/>
          </p:cNvSpPr>
          <p:nvPr/>
        </p:nvSpPr>
        <p:spPr>
          <a:xfrm>
            <a:off x="8372475" y="5238750"/>
            <a:ext cx="52388" cy="547688"/>
          </a:xfrm>
          <a:prstGeom prst="rect">
            <a:avLst/>
          </a:prstGeom>
          <a:solidFill>
            <a:srgbClr val="1D4ED8"/>
          </a:solidFill>
          <a:ln w="13097">
            <a:solidFill>
              <a:srgbClr val="172B4D"/>
            </a:solidFill>
          </a:ln>
        </p:spPr>
      </p:sp>
      <p:sp>
        <p:nvSpPr>
          <p:cNvPr id="516" name="object-516">
            <a:extLst>
              <a:ext uri="{FF2B5EF4-FFF2-40B4-BE49-F238E27FC236}">
                <a16:creationId xmlns:a16="http://schemas.microsoft.com/office/drawing/2014/main" id="{3DF7CDEF-BBFD-4780-B344-DCDBAF6E0D27}"/>
              </a:ext>
            </a:extLst>
          </p:cNvPr>
          <p:cNvSpPr>
            <a:spLocks noGrp="1"/>
          </p:cNvSpPr>
          <p:nvPr/>
        </p:nvSpPr>
        <p:spPr>
          <a:xfrm>
            <a:off x="8424863" y="5238750"/>
            <a:ext cx="52388" cy="547688"/>
          </a:xfrm>
          <a:prstGeom prst="rect">
            <a:avLst/>
          </a:prstGeom>
          <a:solidFill>
            <a:srgbClr val="1D4ED8"/>
          </a:solidFill>
          <a:ln w="13097">
            <a:solidFill>
              <a:srgbClr val="172B4D"/>
            </a:solidFill>
          </a:ln>
        </p:spPr>
      </p:sp>
      <p:sp>
        <p:nvSpPr>
          <p:cNvPr id="517" name="object-517">
            <a:extLst>
              <a:ext uri="{FF2B5EF4-FFF2-40B4-BE49-F238E27FC236}">
                <a16:creationId xmlns:a16="http://schemas.microsoft.com/office/drawing/2014/main" id="{00AFBD7C-89D7-4C3E-AB16-7F7276EB7879}"/>
              </a:ext>
            </a:extLst>
          </p:cNvPr>
          <p:cNvSpPr>
            <a:spLocks noGrp="1"/>
          </p:cNvSpPr>
          <p:nvPr/>
        </p:nvSpPr>
        <p:spPr>
          <a:xfrm>
            <a:off x="8477250" y="5238750"/>
            <a:ext cx="52388" cy="547688"/>
          </a:xfrm>
          <a:prstGeom prst="rect">
            <a:avLst/>
          </a:prstGeom>
          <a:solidFill>
            <a:srgbClr val="1D4ED8"/>
          </a:solidFill>
          <a:ln w="13097">
            <a:solidFill>
              <a:srgbClr val="172B4D"/>
            </a:solidFill>
          </a:ln>
        </p:spPr>
      </p:sp>
      <p:sp>
        <p:nvSpPr>
          <p:cNvPr id="518" name="object-518">
            <a:extLst>
              <a:ext uri="{FF2B5EF4-FFF2-40B4-BE49-F238E27FC236}">
                <a16:creationId xmlns:a16="http://schemas.microsoft.com/office/drawing/2014/main" id="{48846B4B-1619-4D20-B415-B2D2830FE555}"/>
              </a:ext>
            </a:extLst>
          </p:cNvPr>
          <p:cNvSpPr>
            <a:spLocks noGrp="1"/>
          </p:cNvSpPr>
          <p:nvPr/>
        </p:nvSpPr>
        <p:spPr>
          <a:xfrm>
            <a:off x="8529638" y="5238750"/>
            <a:ext cx="52388" cy="547688"/>
          </a:xfrm>
          <a:prstGeom prst="rect">
            <a:avLst/>
          </a:prstGeom>
          <a:solidFill>
            <a:srgbClr val="1D4ED8"/>
          </a:solidFill>
          <a:ln w="13097">
            <a:solidFill>
              <a:srgbClr val="172B4D"/>
            </a:solidFill>
          </a:ln>
        </p:spPr>
      </p:sp>
      <p:sp>
        <p:nvSpPr>
          <p:cNvPr id="519" name="object-519">
            <a:extLst>
              <a:ext uri="{FF2B5EF4-FFF2-40B4-BE49-F238E27FC236}">
                <a16:creationId xmlns:a16="http://schemas.microsoft.com/office/drawing/2014/main" id="{555ADFF7-2BCD-4477-A84A-252E632078A6}"/>
              </a:ext>
            </a:extLst>
          </p:cNvPr>
          <p:cNvSpPr>
            <a:spLocks noGrp="1"/>
          </p:cNvSpPr>
          <p:nvPr/>
        </p:nvSpPr>
        <p:spPr>
          <a:xfrm>
            <a:off x="8582025" y="5238750"/>
            <a:ext cx="52388" cy="547688"/>
          </a:xfrm>
          <a:prstGeom prst="rect">
            <a:avLst/>
          </a:prstGeom>
          <a:solidFill>
            <a:srgbClr val="1D4ED8"/>
          </a:solidFill>
          <a:ln w="13097">
            <a:solidFill>
              <a:srgbClr val="172B4D"/>
            </a:solidFill>
          </a:ln>
        </p:spPr>
      </p:sp>
      <p:sp>
        <p:nvSpPr>
          <p:cNvPr id="520" name="object-520">
            <a:extLst>
              <a:ext uri="{FF2B5EF4-FFF2-40B4-BE49-F238E27FC236}">
                <a16:creationId xmlns:a16="http://schemas.microsoft.com/office/drawing/2014/main" id="{ED309E48-62EC-4B1A-A6CE-1AFE99E2BC50}"/>
              </a:ext>
            </a:extLst>
          </p:cNvPr>
          <p:cNvSpPr>
            <a:spLocks noGrp="1"/>
          </p:cNvSpPr>
          <p:nvPr/>
        </p:nvSpPr>
        <p:spPr>
          <a:xfrm>
            <a:off x="8634413" y="5238750"/>
            <a:ext cx="52388" cy="547688"/>
          </a:xfrm>
          <a:prstGeom prst="rect">
            <a:avLst/>
          </a:prstGeom>
          <a:solidFill>
            <a:srgbClr val="1D4ED8"/>
          </a:solidFill>
          <a:ln w="13097">
            <a:solidFill>
              <a:srgbClr val="172B4D"/>
            </a:solidFill>
          </a:ln>
        </p:spPr>
      </p:sp>
      <p:sp>
        <p:nvSpPr>
          <p:cNvPr id="521" name="object-521">
            <a:extLst>
              <a:ext uri="{FF2B5EF4-FFF2-40B4-BE49-F238E27FC236}">
                <a16:creationId xmlns:a16="http://schemas.microsoft.com/office/drawing/2014/main" id="{1AA2D65E-4C72-4B27-8BAB-9908102AB894}"/>
              </a:ext>
            </a:extLst>
          </p:cNvPr>
          <p:cNvSpPr>
            <a:spLocks noGrp="1"/>
          </p:cNvSpPr>
          <p:nvPr/>
        </p:nvSpPr>
        <p:spPr>
          <a:xfrm>
            <a:off x="8686800" y="5238750"/>
            <a:ext cx="52388" cy="547688"/>
          </a:xfrm>
          <a:prstGeom prst="rect">
            <a:avLst/>
          </a:prstGeom>
          <a:solidFill>
            <a:srgbClr val="1D4ED8"/>
          </a:solidFill>
          <a:ln w="13097">
            <a:solidFill>
              <a:srgbClr val="172B4D"/>
            </a:solidFill>
          </a:ln>
        </p:spPr>
      </p:sp>
      <p:sp>
        <p:nvSpPr>
          <p:cNvPr id="522" name="object-522">
            <a:extLst>
              <a:ext uri="{FF2B5EF4-FFF2-40B4-BE49-F238E27FC236}">
                <a16:creationId xmlns:a16="http://schemas.microsoft.com/office/drawing/2014/main" id="{B8CFF2D1-889A-4B52-BC44-1B5FCED495A9}"/>
              </a:ext>
            </a:extLst>
          </p:cNvPr>
          <p:cNvSpPr>
            <a:spLocks noGrp="1"/>
          </p:cNvSpPr>
          <p:nvPr/>
        </p:nvSpPr>
        <p:spPr>
          <a:xfrm>
            <a:off x="8739188" y="5238750"/>
            <a:ext cx="52388" cy="547688"/>
          </a:xfrm>
          <a:prstGeom prst="rect">
            <a:avLst/>
          </a:prstGeom>
          <a:solidFill>
            <a:srgbClr val="1D4ED8"/>
          </a:solidFill>
          <a:ln w="13097">
            <a:solidFill>
              <a:srgbClr val="172B4D"/>
            </a:solidFill>
          </a:ln>
        </p:spPr>
      </p:sp>
      <p:sp>
        <p:nvSpPr>
          <p:cNvPr id="523" name="object-523">
            <a:extLst>
              <a:ext uri="{FF2B5EF4-FFF2-40B4-BE49-F238E27FC236}">
                <a16:creationId xmlns:a16="http://schemas.microsoft.com/office/drawing/2014/main" id="{F6D1ED77-AD33-4F5B-95C6-CEC5CE6F71EB}"/>
              </a:ext>
            </a:extLst>
          </p:cNvPr>
          <p:cNvSpPr>
            <a:spLocks noGrp="1"/>
          </p:cNvSpPr>
          <p:nvPr/>
        </p:nvSpPr>
        <p:spPr>
          <a:xfrm>
            <a:off x="8791575" y="5238750"/>
            <a:ext cx="52388" cy="547688"/>
          </a:xfrm>
          <a:prstGeom prst="rect">
            <a:avLst/>
          </a:prstGeom>
          <a:solidFill>
            <a:srgbClr val="1D4ED8"/>
          </a:solidFill>
          <a:ln w="13097">
            <a:solidFill>
              <a:srgbClr val="172B4D"/>
            </a:solidFill>
          </a:ln>
        </p:spPr>
      </p:sp>
      <p:sp>
        <p:nvSpPr>
          <p:cNvPr id="524" name="object-524">
            <a:extLst>
              <a:ext uri="{FF2B5EF4-FFF2-40B4-BE49-F238E27FC236}">
                <a16:creationId xmlns:a16="http://schemas.microsoft.com/office/drawing/2014/main" id="{1B11F7C4-5FDC-4E1E-927C-340814284A20}"/>
              </a:ext>
            </a:extLst>
          </p:cNvPr>
          <p:cNvSpPr>
            <a:spLocks noGrp="1"/>
          </p:cNvSpPr>
          <p:nvPr/>
        </p:nvSpPr>
        <p:spPr>
          <a:xfrm>
            <a:off x="8843963" y="5238750"/>
            <a:ext cx="52388" cy="547688"/>
          </a:xfrm>
          <a:prstGeom prst="rect">
            <a:avLst/>
          </a:prstGeom>
          <a:solidFill>
            <a:srgbClr val="1D4ED8"/>
          </a:solidFill>
          <a:ln w="13097">
            <a:solidFill>
              <a:srgbClr val="172B4D"/>
            </a:solidFill>
          </a:ln>
        </p:spPr>
      </p:sp>
      <p:sp>
        <p:nvSpPr>
          <p:cNvPr id="525" name="object-525">
            <a:extLst>
              <a:ext uri="{FF2B5EF4-FFF2-40B4-BE49-F238E27FC236}">
                <a16:creationId xmlns:a16="http://schemas.microsoft.com/office/drawing/2014/main" id="{AE2DF733-4800-4FA6-ACC1-7109B3F051E3}"/>
              </a:ext>
            </a:extLst>
          </p:cNvPr>
          <p:cNvSpPr>
            <a:spLocks noGrp="1"/>
          </p:cNvSpPr>
          <p:nvPr/>
        </p:nvSpPr>
        <p:spPr>
          <a:xfrm>
            <a:off x="8896350" y="5238750"/>
            <a:ext cx="52388" cy="547688"/>
          </a:xfrm>
          <a:prstGeom prst="rect">
            <a:avLst/>
          </a:prstGeom>
          <a:solidFill>
            <a:srgbClr val="1D4ED8"/>
          </a:solidFill>
          <a:ln w="13097">
            <a:solidFill>
              <a:srgbClr val="172B4D"/>
            </a:solidFill>
          </a:ln>
        </p:spPr>
      </p:sp>
      <p:sp>
        <p:nvSpPr>
          <p:cNvPr id="526" name="object-526">
            <a:extLst>
              <a:ext uri="{FF2B5EF4-FFF2-40B4-BE49-F238E27FC236}">
                <a16:creationId xmlns:a16="http://schemas.microsoft.com/office/drawing/2014/main" id="{13D356F9-EBD0-4ACF-AD0A-F5318D26D3E5}"/>
              </a:ext>
            </a:extLst>
          </p:cNvPr>
          <p:cNvSpPr>
            <a:spLocks noGrp="1"/>
          </p:cNvSpPr>
          <p:nvPr/>
        </p:nvSpPr>
        <p:spPr>
          <a:xfrm>
            <a:off x="8948738" y="5238750"/>
            <a:ext cx="52388" cy="547688"/>
          </a:xfrm>
          <a:prstGeom prst="rect">
            <a:avLst/>
          </a:prstGeom>
          <a:solidFill>
            <a:srgbClr val="1D4ED8"/>
          </a:solidFill>
          <a:ln w="13097">
            <a:solidFill>
              <a:srgbClr val="172B4D"/>
            </a:solidFill>
          </a:ln>
        </p:spPr>
      </p:sp>
      <p:sp>
        <p:nvSpPr>
          <p:cNvPr id="527" name="object-527">
            <a:extLst>
              <a:ext uri="{FF2B5EF4-FFF2-40B4-BE49-F238E27FC236}">
                <a16:creationId xmlns:a16="http://schemas.microsoft.com/office/drawing/2014/main" id="{740E604D-2E80-4DDD-BD75-B077F9B894BE}"/>
              </a:ext>
            </a:extLst>
          </p:cNvPr>
          <p:cNvSpPr>
            <a:spLocks noGrp="1"/>
          </p:cNvSpPr>
          <p:nvPr/>
        </p:nvSpPr>
        <p:spPr>
          <a:xfrm>
            <a:off x="9001125" y="5238750"/>
            <a:ext cx="52388" cy="547688"/>
          </a:xfrm>
          <a:prstGeom prst="rect">
            <a:avLst/>
          </a:prstGeom>
          <a:solidFill>
            <a:srgbClr val="1D4ED8"/>
          </a:solidFill>
          <a:ln w="13097">
            <a:solidFill>
              <a:srgbClr val="172B4D"/>
            </a:solidFill>
          </a:ln>
        </p:spPr>
      </p:sp>
      <p:sp>
        <p:nvSpPr>
          <p:cNvPr id="528" name="object-528">
            <a:extLst>
              <a:ext uri="{FF2B5EF4-FFF2-40B4-BE49-F238E27FC236}">
                <a16:creationId xmlns:a16="http://schemas.microsoft.com/office/drawing/2014/main" id="{93C06E83-40A2-4223-891B-0F541102B675}"/>
              </a:ext>
            </a:extLst>
          </p:cNvPr>
          <p:cNvSpPr>
            <a:spLocks noGrp="1"/>
          </p:cNvSpPr>
          <p:nvPr/>
        </p:nvSpPr>
        <p:spPr>
          <a:xfrm>
            <a:off x="9053513" y="5238750"/>
            <a:ext cx="52388" cy="547688"/>
          </a:xfrm>
          <a:prstGeom prst="rect">
            <a:avLst/>
          </a:prstGeom>
          <a:solidFill>
            <a:srgbClr val="1D4ED8"/>
          </a:solidFill>
          <a:ln w="13097">
            <a:solidFill>
              <a:srgbClr val="172B4D"/>
            </a:solidFill>
          </a:ln>
        </p:spPr>
      </p:sp>
      <p:sp>
        <p:nvSpPr>
          <p:cNvPr id="529" name="object-529">
            <a:extLst>
              <a:ext uri="{FF2B5EF4-FFF2-40B4-BE49-F238E27FC236}">
                <a16:creationId xmlns:a16="http://schemas.microsoft.com/office/drawing/2014/main" id="{187E8A84-4989-4888-9AB9-4974E36305D7}"/>
              </a:ext>
            </a:extLst>
          </p:cNvPr>
          <p:cNvSpPr>
            <a:spLocks noGrp="1"/>
          </p:cNvSpPr>
          <p:nvPr/>
        </p:nvSpPr>
        <p:spPr>
          <a:xfrm>
            <a:off x="9105900" y="5238750"/>
            <a:ext cx="52388" cy="547688"/>
          </a:xfrm>
          <a:prstGeom prst="rect">
            <a:avLst/>
          </a:prstGeom>
          <a:solidFill>
            <a:srgbClr val="1D4ED8"/>
          </a:solidFill>
          <a:ln w="13097">
            <a:solidFill>
              <a:srgbClr val="172B4D"/>
            </a:solidFill>
          </a:ln>
        </p:spPr>
      </p:sp>
      <p:sp>
        <p:nvSpPr>
          <p:cNvPr id="530" name="object-530">
            <a:extLst>
              <a:ext uri="{FF2B5EF4-FFF2-40B4-BE49-F238E27FC236}">
                <a16:creationId xmlns:a16="http://schemas.microsoft.com/office/drawing/2014/main" id="{5B1C2FF4-7EAF-4DBB-A8E4-41F9920FAEA6}"/>
              </a:ext>
            </a:extLst>
          </p:cNvPr>
          <p:cNvSpPr>
            <a:spLocks noGrp="1"/>
          </p:cNvSpPr>
          <p:nvPr/>
        </p:nvSpPr>
        <p:spPr>
          <a:xfrm>
            <a:off x="9158288" y="5238750"/>
            <a:ext cx="52388" cy="547688"/>
          </a:xfrm>
          <a:prstGeom prst="rect">
            <a:avLst/>
          </a:prstGeom>
          <a:solidFill>
            <a:srgbClr val="1D4ED8"/>
          </a:solidFill>
          <a:ln w="13097">
            <a:solidFill>
              <a:srgbClr val="172B4D"/>
            </a:solidFill>
          </a:ln>
        </p:spPr>
      </p:sp>
      <p:sp>
        <p:nvSpPr>
          <p:cNvPr id="531" name="object-531">
            <a:extLst>
              <a:ext uri="{FF2B5EF4-FFF2-40B4-BE49-F238E27FC236}">
                <a16:creationId xmlns:a16="http://schemas.microsoft.com/office/drawing/2014/main" id="{6BF4413F-7B1A-4BE4-9CBF-BE99AF72EF55}"/>
              </a:ext>
            </a:extLst>
          </p:cNvPr>
          <p:cNvSpPr>
            <a:spLocks noGrp="1"/>
          </p:cNvSpPr>
          <p:nvPr/>
        </p:nvSpPr>
        <p:spPr>
          <a:xfrm>
            <a:off x="9210675" y="5238750"/>
            <a:ext cx="52388" cy="547688"/>
          </a:xfrm>
          <a:prstGeom prst="rect">
            <a:avLst/>
          </a:prstGeom>
          <a:solidFill>
            <a:srgbClr val="1D4ED8"/>
          </a:solidFill>
          <a:ln w="13097">
            <a:solidFill>
              <a:srgbClr val="172B4D"/>
            </a:solidFill>
          </a:ln>
        </p:spPr>
      </p:sp>
      <p:sp>
        <p:nvSpPr>
          <p:cNvPr id="532" name="object-532">
            <a:extLst>
              <a:ext uri="{FF2B5EF4-FFF2-40B4-BE49-F238E27FC236}">
                <a16:creationId xmlns:a16="http://schemas.microsoft.com/office/drawing/2014/main" id="{A46C482B-994C-46B2-842D-AC3B8DB08AD5}"/>
              </a:ext>
            </a:extLst>
          </p:cNvPr>
          <p:cNvSpPr>
            <a:spLocks noGrp="1"/>
          </p:cNvSpPr>
          <p:nvPr/>
        </p:nvSpPr>
        <p:spPr>
          <a:xfrm>
            <a:off x="9263063" y="5238750"/>
            <a:ext cx="52388" cy="547688"/>
          </a:xfrm>
          <a:prstGeom prst="rect">
            <a:avLst/>
          </a:prstGeom>
          <a:solidFill>
            <a:srgbClr val="1D4ED8"/>
          </a:solidFill>
          <a:ln w="13097">
            <a:solidFill>
              <a:srgbClr val="172B4D"/>
            </a:solidFill>
          </a:ln>
        </p:spPr>
      </p:sp>
      <p:sp>
        <p:nvSpPr>
          <p:cNvPr id="533" name="object-533">
            <a:extLst>
              <a:ext uri="{FF2B5EF4-FFF2-40B4-BE49-F238E27FC236}">
                <a16:creationId xmlns:a16="http://schemas.microsoft.com/office/drawing/2014/main" id="{CA7F4D28-2B4C-43D1-9FFD-4610DA7D32B3}"/>
              </a:ext>
            </a:extLst>
          </p:cNvPr>
          <p:cNvSpPr>
            <a:spLocks noGrp="1"/>
          </p:cNvSpPr>
          <p:nvPr/>
        </p:nvSpPr>
        <p:spPr>
          <a:xfrm>
            <a:off x="9315450" y="5238750"/>
            <a:ext cx="52388" cy="547688"/>
          </a:xfrm>
          <a:prstGeom prst="rect">
            <a:avLst/>
          </a:prstGeom>
          <a:solidFill>
            <a:srgbClr val="1D4ED8"/>
          </a:solidFill>
          <a:ln w="13097">
            <a:solidFill>
              <a:srgbClr val="172B4D"/>
            </a:solidFill>
          </a:ln>
        </p:spPr>
      </p:sp>
      <p:sp>
        <p:nvSpPr>
          <p:cNvPr id="534" name="object-534">
            <a:extLst>
              <a:ext uri="{FF2B5EF4-FFF2-40B4-BE49-F238E27FC236}">
                <a16:creationId xmlns:a16="http://schemas.microsoft.com/office/drawing/2014/main" id="{9268F465-840F-42C9-9256-6605714ACD1C}"/>
              </a:ext>
            </a:extLst>
          </p:cNvPr>
          <p:cNvSpPr>
            <a:spLocks noGrp="1"/>
          </p:cNvSpPr>
          <p:nvPr/>
        </p:nvSpPr>
        <p:spPr>
          <a:xfrm>
            <a:off x="9367838" y="5238750"/>
            <a:ext cx="52388" cy="547688"/>
          </a:xfrm>
          <a:prstGeom prst="rect">
            <a:avLst/>
          </a:prstGeom>
          <a:solidFill>
            <a:srgbClr val="1D4ED8"/>
          </a:solidFill>
          <a:ln w="13097">
            <a:solidFill>
              <a:srgbClr val="172B4D"/>
            </a:solidFill>
          </a:ln>
        </p:spPr>
      </p:sp>
      <p:sp>
        <p:nvSpPr>
          <p:cNvPr id="535" name="object-535">
            <a:extLst>
              <a:ext uri="{FF2B5EF4-FFF2-40B4-BE49-F238E27FC236}">
                <a16:creationId xmlns:a16="http://schemas.microsoft.com/office/drawing/2014/main" id="{08680BFD-2ABA-4FF7-9EB3-D522B7DA2A56}"/>
              </a:ext>
            </a:extLst>
          </p:cNvPr>
          <p:cNvSpPr>
            <a:spLocks noGrp="1"/>
          </p:cNvSpPr>
          <p:nvPr/>
        </p:nvSpPr>
        <p:spPr>
          <a:xfrm>
            <a:off x="9420225" y="5238750"/>
            <a:ext cx="52388" cy="547688"/>
          </a:xfrm>
          <a:prstGeom prst="rect">
            <a:avLst/>
          </a:prstGeom>
          <a:solidFill>
            <a:srgbClr val="1D4ED8"/>
          </a:solidFill>
          <a:ln w="13097">
            <a:solidFill>
              <a:srgbClr val="172B4D"/>
            </a:solidFill>
          </a:ln>
        </p:spPr>
      </p:sp>
      <p:sp>
        <p:nvSpPr>
          <p:cNvPr id="536" name="object-536">
            <a:extLst>
              <a:ext uri="{FF2B5EF4-FFF2-40B4-BE49-F238E27FC236}">
                <a16:creationId xmlns:a16="http://schemas.microsoft.com/office/drawing/2014/main" id="{FC61328C-480A-49A2-A064-F31B496A256D}"/>
              </a:ext>
            </a:extLst>
          </p:cNvPr>
          <p:cNvSpPr>
            <a:spLocks noGrp="1"/>
          </p:cNvSpPr>
          <p:nvPr/>
        </p:nvSpPr>
        <p:spPr>
          <a:xfrm>
            <a:off x="9472613" y="5238750"/>
            <a:ext cx="52388" cy="547688"/>
          </a:xfrm>
          <a:prstGeom prst="rect">
            <a:avLst/>
          </a:prstGeom>
          <a:solidFill>
            <a:srgbClr val="1D4ED8"/>
          </a:solidFill>
          <a:ln w="13097">
            <a:solidFill>
              <a:srgbClr val="172B4D"/>
            </a:solidFill>
          </a:ln>
        </p:spPr>
      </p:sp>
      <p:sp>
        <p:nvSpPr>
          <p:cNvPr id="537" name="object-537">
            <a:extLst>
              <a:ext uri="{FF2B5EF4-FFF2-40B4-BE49-F238E27FC236}">
                <a16:creationId xmlns:a16="http://schemas.microsoft.com/office/drawing/2014/main" id="{69926298-1071-4871-936A-AEBBC93C52FB}"/>
              </a:ext>
            </a:extLst>
          </p:cNvPr>
          <p:cNvSpPr>
            <a:spLocks noGrp="1"/>
          </p:cNvSpPr>
          <p:nvPr/>
        </p:nvSpPr>
        <p:spPr>
          <a:xfrm>
            <a:off x="9525000" y="5238750"/>
            <a:ext cx="52388" cy="547688"/>
          </a:xfrm>
          <a:prstGeom prst="rect">
            <a:avLst/>
          </a:prstGeom>
          <a:solidFill>
            <a:srgbClr val="1D4ED8"/>
          </a:solidFill>
          <a:ln w="13097">
            <a:solidFill>
              <a:srgbClr val="172B4D"/>
            </a:solidFill>
          </a:ln>
        </p:spPr>
      </p:sp>
      <p:sp>
        <p:nvSpPr>
          <p:cNvPr id="538" name="object-538">
            <a:extLst>
              <a:ext uri="{FF2B5EF4-FFF2-40B4-BE49-F238E27FC236}">
                <a16:creationId xmlns:a16="http://schemas.microsoft.com/office/drawing/2014/main" id="{04D76D1E-9B8F-4174-B1B5-62238603D690}"/>
              </a:ext>
            </a:extLst>
          </p:cNvPr>
          <p:cNvSpPr>
            <a:spLocks noGrp="1"/>
          </p:cNvSpPr>
          <p:nvPr/>
        </p:nvSpPr>
        <p:spPr>
          <a:xfrm>
            <a:off x="9577388" y="5238750"/>
            <a:ext cx="52388" cy="547688"/>
          </a:xfrm>
          <a:prstGeom prst="rect">
            <a:avLst/>
          </a:prstGeom>
          <a:solidFill>
            <a:srgbClr val="1D4ED8"/>
          </a:solidFill>
          <a:ln w="13097">
            <a:solidFill>
              <a:srgbClr val="172B4D"/>
            </a:solidFill>
          </a:ln>
        </p:spPr>
      </p:sp>
      <p:sp>
        <p:nvSpPr>
          <p:cNvPr id="539" name="object-539">
            <a:extLst>
              <a:ext uri="{FF2B5EF4-FFF2-40B4-BE49-F238E27FC236}">
                <a16:creationId xmlns:a16="http://schemas.microsoft.com/office/drawing/2014/main" id="{1478F734-B76A-4F6E-91A2-3E08647EC166}"/>
              </a:ext>
            </a:extLst>
          </p:cNvPr>
          <p:cNvSpPr>
            <a:spLocks noGrp="1"/>
          </p:cNvSpPr>
          <p:nvPr/>
        </p:nvSpPr>
        <p:spPr>
          <a:xfrm>
            <a:off x="9629775" y="5238750"/>
            <a:ext cx="52388" cy="547688"/>
          </a:xfrm>
          <a:prstGeom prst="rect">
            <a:avLst/>
          </a:prstGeom>
          <a:solidFill>
            <a:srgbClr val="1D4ED8"/>
          </a:solidFill>
          <a:ln w="13097">
            <a:solidFill>
              <a:srgbClr val="172B4D"/>
            </a:solidFill>
          </a:ln>
        </p:spPr>
      </p:sp>
      <p:sp>
        <p:nvSpPr>
          <p:cNvPr id="540" name="object-540">
            <a:extLst>
              <a:ext uri="{FF2B5EF4-FFF2-40B4-BE49-F238E27FC236}">
                <a16:creationId xmlns:a16="http://schemas.microsoft.com/office/drawing/2014/main" id="{5980A579-48B1-422F-8ACE-B3BCA78B8FE8}"/>
              </a:ext>
            </a:extLst>
          </p:cNvPr>
          <p:cNvSpPr>
            <a:spLocks noGrp="1"/>
          </p:cNvSpPr>
          <p:nvPr/>
        </p:nvSpPr>
        <p:spPr>
          <a:xfrm>
            <a:off x="9682163" y="5238750"/>
            <a:ext cx="52388" cy="547688"/>
          </a:xfrm>
          <a:prstGeom prst="rect">
            <a:avLst/>
          </a:prstGeom>
          <a:solidFill>
            <a:srgbClr val="1D4ED8"/>
          </a:solidFill>
          <a:ln w="13097">
            <a:solidFill>
              <a:srgbClr val="172B4D"/>
            </a:solidFill>
          </a:ln>
        </p:spPr>
      </p:sp>
      <p:sp>
        <p:nvSpPr>
          <p:cNvPr id="541" name="object-541">
            <a:extLst>
              <a:ext uri="{FF2B5EF4-FFF2-40B4-BE49-F238E27FC236}">
                <a16:creationId xmlns:a16="http://schemas.microsoft.com/office/drawing/2014/main" id="{D3F60DC0-A0BF-4E7F-A81A-3D8B4EE04D6D}"/>
              </a:ext>
            </a:extLst>
          </p:cNvPr>
          <p:cNvSpPr>
            <a:spLocks noGrp="1"/>
          </p:cNvSpPr>
          <p:nvPr/>
        </p:nvSpPr>
        <p:spPr>
          <a:xfrm>
            <a:off x="9734550" y="5238750"/>
            <a:ext cx="52388" cy="547688"/>
          </a:xfrm>
          <a:prstGeom prst="rect">
            <a:avLst/>
          </a:prstGeom>
          <a:solidFill>
            <a:srgbClr val="1D4ED8"/>
          </a:solidFill>
          <a:ln w="13097">
            <a:solidFill>
              <a:srgbClr val="172B4D"/>
            </a:solidFill>
          </a:ln>
        </p:spPr>
      </p:sp>
      <p:sp>
        <p:nvSpPr>
          <p:cNvPr id="542" name="object-542">
            <a:extLst>
              <a:ext uri="{FF2B5EF4-FFF2-40B4-BE49-F238E27FC236}">
                <a16:creationId xmlns:a16="http://schemas.microsoft.com/office/drawing/2014/main" id="{39EEBB34-B274-46B8-9F2C-BEDD6A061598}"/>
              </a:ext>
            </a:extLst>
          </p:cNvPr>
          <p:cNvSpPr>
            <a:spLocks noGrp="1"/>
          </p:cNvSpPr>
          <p:nvPr/>
        </p:nvSpPr>
        <p:spPr>
          <a:xfrm>
            <a:off x="9786938" y="5238750"/>
            <a:ext cx="52388" cy="547688"/>
          </a:xfrm>
          <a:prstGeom prst="rect">
            <a:avLst/>
          </a:prstGeom>
          <a:solidFill>
            <a:srgbClr val="1D4ED8"/>
          </a:solidFill>
          <a:ln w="13097">
            <a:solidFill>
              <a:srgbClr val="172B4D"/>
            </a:solidFill>
          </a:ln>
        </p:spPr>
      </p:sp>
      <p:sp>
        <p:nvSpPr>
          <p:cNvPr id="543" name="object-543">
            <a:extLst>
              <a:ext uri="{FF2B5EF4-FFF2-40B4-BE49-F238E27FC236}">
                <a16:creationId xmlns:a16="http://schemas.microsoft.com/office/drawing/2014/main" id="{E9067AB8-4896-4D57-892A-D4969AEE50E6}"/>
              </a:ext>
            </a:extLst>
          </p:cNvPr>
          <p:cNvSpPr>
            <a:spLocks noGrp="1"/>
          </p:cNvSpPr>
          <p:nvPr/>
        </p:nvSpPr>
        <p:spPr>
          <a:xfrm>
            <a:off x="9839325" y="5238750"/>
            <a:ext cx="52388" cy="547688"/>
          </a:xfrm>
          <a:prstGeom prst="rect">
            <a:avLst/>
          </a:prstGeom>
          <a:solidFill>
            <a:srgbClr val="1D4ED8"/>
          </a:solidFill>
          <a:ln w="13097">
            <a:solidFill>
              <a:srgbClr val="172B4D"/>
            </a:solidFill>
          </a:ln>
        </p:spPr>
      </p:sp>
      <p:sp>
        <p:nvSpPr>
          <p:cNvPr id="544" name="object-544">
            <a:extLst>
              <a:ext uri="{FF2B5EF4-FFF2-40B4-BE49-F238E27FC236}">
                <a16:creationId xmlns:a16="http://schemas.microsoft.com/office/drawing/2014/main" id="{BE2839FB-55C4-4B8C-BCA9-A7614C63A6B4}"/>
              </a:ext>
            </a:extLst>
          </p:cNvPr>
          <p:cNvSpPr>
            <a:spLocks noGrp="1"/>
          </p:cNvSpPr>
          <p:nvPr/>
        </p:nvSpPr>
        <p:spPr>
          <a:xfrm>
            <a:off x="9891713" y="5238750"/>
            <a:ext cx="52388" cy="547688"/>
          </a:xfrm>
          <a:prstGeom prst="rect">
            <a:avLst/>
          </a:prstGeom>
          <a:solidFill>
            <a:srgbClr val="1D4ED8"/>
          </a:solidFill>
          <a:ln w="13097">
            <a:solidFill>
              <a:srgbClr val="172B4D"/>
            </a:solidFill>
          </a:ln>
        </p:spPr>
      </p:sp>
      <p:sp>
        <p:nvSpPr>
          <p:cNvPr id="545" name="object-545">
            <a:extLst>
              <a:ext uri="{FF2B5EF4-FFF2-40B4-BE49-F238E27FC236}">
                <a16:creationId xmlns:a16="http://schemas.microsoft.com/office/drawing/2014/main" id="{2279CE0F-2F46-4A29-9B27-97AFF7C46F60}"/>
              </a:ext>
            </a:extLst>
          </p:cNvPr>
          <p:cNvSpPr>
            <a:spLocks noGrp="1"/>
          </p:cNvSpPr>
          <p:nvPr/>
        </p:nvSpPr>
        <p:spPr>
          <a:xfrm>
            <a:off x="9944100" y="5238750"/>
            <a:ext cx="52388" cy="547688"/>
          </a:xfrm>
          <a:prstGeom prst="rect">
            <a:avLst/>
          </a:prstGeom>
          <a:solidFill>
            <a:srgbClr val="1D4ED8"/>
          </a:solidFill>
          <a:ln w="13097">
            <a:solidFill>
              <a:srgbClr val="172B4D"/>
            </a:solidFill>
          </a:ln>
        </p:spPr>
      </p:sp>
      <p:sp>
        <p:nvSpPr>
          <p:cNvPr id="546" name="object-546">
            <a:extLst>
              <a:ext uri="{FF2B5EF4-FFF2-40B4-BE49-F238E27FC236}">
                <a16:creationId xmlns:a16="http://schemas.microsoft.com/office/drawing/2014/main" id="{CE6E351B-2B67-4B23-BEC4-3BA48BAD5EFD}"/>
              </a:ext>
            </a:extLst>
          </p:cNvPr>
          <p:cNvSpPr>
            <a:spLocks noGrp="1"/>
          </p:cNvSpPr>
          <p:nvPr/>
        </p:nvSpPr>
        <p:spPr>
          <a:xfrm>
            <a:off x="9996488" y="5238750"/>
            <a:ext cx="52388" cy="547688"/>
          </a:xfrm>
          <a:prstGeom prst="rect">
            <a:avLst/>
          </a:prstGeom>
          <a:solidFill>
            <a:srgbClr val="1D4ED8"/>
          </a:solidFill>
          <a:ln w="13097">
            <a:solidFill>
              <a:srgbClr val="172B4D"/>
            </a:solidFill>
          </a:ln>
        </p:spPr>
      </p:sp>
      <p:sp>
        <p:nvSpPr>
          <p:cNvPr id="547" name="object-547">
            <a:extLst>
              <a:ext uri="{FF2B5EF4-FFF2-40B4-BE49-F238E27FC236}">
                <a16:creationId xmlns:a16="http://schemas.microsoft.com/office/drawing/2014/main" id="{EE80897B-95AC-4E17-8679-513F18F38B00}"/>
              </a:ext>
            </a:extLst>
          </p:cNvPr>
          <p:cNvSpPr>
            <a:spLocks noGrp="1"/>
          </p:cNvSpPr>
          <p:nvPr/>
        </p:nvSpPr>
        <p:spPr>
          <a:xfrm>
            <a:off x="10048875" y="5238750"/>
            <a:ext cx="52388" cy="547688"/>
          </a:xfrm>
          <a:prstGeom prst="rect">
            <a:avLst/>
          </a:prstGeom>
          <a:solidFill>
            <a:srgbClr val="1D4ED8"/>
          </a:solidFill>
          <a:ln w="13097">
            <a:solidFill>
              <a:srgbClr val="172B4D"/>
            </a:solidFill>
          </a:ln>
        </p:spPr>
      </p:sp>
      <p:sp>
        <p:nvSpPr>
          <p:cNvPr id="548" name="object-548">
            <a:extLst>
              <a:ext uri="{FF2B5EF4-FFF2-40B4-BE49-F238E27FC236}">
                <a16:creationId xmlns:a16="http://schemas.microsoft.com/office/drawing/2014/main" id="{A51E3979-EAD8-4262-BEA3-DD838BC18A84}"/>
              </a:ext>
            </a:extLst>
          </p:cNvPr>
          <p:cNvSpPr>
            <a:spLocks noGrp="1"/>
          </p:cNvSpPr>
          <p:nvPr/>
        </p:nvSpPr>
        <p:spPr>
          <a:xfrm>
            <a:off x="10101263" y="5238750"/>
            <a:ext cx="52388" cy="547688"/>
          </a:xfrm>
          <a:prstGeom prst="rect">
            <a:avLst/>
          </a:prstGeom>
          <a:solidFill>
            <a:srgbClr val="1D4ED8"/>
          </a:solidFill>
          <a:ln w="13097">
            <a:solidFill>
              <a:srgbClr val="172B4D"/>
            </a:solidFill>
          </a:ln>
        </p:spPr>
      </p:sp>
      <p:sp>
        <p:nvSpPr>
          <p:cNvPr id="549" name="object-549">
            <a:extLst>
              <a:ext uri="{FF2B5EF4-FFF2-40B4-BE49-F238E27FC236}">
                <a16:creationId xmlns:a16="http://schemas.microsoft.com/office/drawing/2014/main" id="{790D26A3-FA3F-4236-A15F-4A497C771F06}"/>
              </a:ext>
            </a:extLst>
          </p:cNvPr>
          <p:cNvSpPr>
            <a:spLocks noGrp="1"/>
          </p:cNvSpPr>
          <p:nvPr/>
        </p:nvSpPr>
        <p:spPr>
          <a:xfrm>
            <a:off x="10153650" y="5238750"/>
            <a:ext cx="52388" cy="547688"/>
          </a:xfrm>
          <a:prstGeom prst="rect">
            <a:avLst/>
          </a:prstGeom>
          <a:solidFill>
            <a:srgbClr val="1D4ED8"/>
          </a:solidFill>
          <a:ln w="13097">
            <a:solidFill>
              <a:srgbClr val="172B4D"/>
            </a:solidFill>
          </a:ln>
        </p:spPr>
      </p:sp>
      <p:sp>
        <p:nvSpPr>
          <p:cNvPr id="550" name="object-550">
            <a:extLst>
              <a:ext uri="{FF2B5EF4-FFF2-40B4-BE49-F238E27FC236}">
                <a16:creationId xmlns:a16="http://schemas.microsoft.com/office/drawing/2014/main" id="{0275ADAB-2D99-453C-BA3D-6732B3E54C74}"/>
              </a:ext>
            </a:extLst>
          </p:cNvPr>
          <p:cNvSpPr>
            <a:spLocks noGrp="1"/>
          </p:cNvSpPr>
          <p:nvPr/>
        </p:nvSpPr>
        <p:spPr>
          <a:xfrm>
            <a:off x="10206038" y="5238750"/>
            <a:ext cx="52388" cy="547688"/>
          </a:xfrm>
          <a:prstGeom prst="rect">
            <a:avLst/>
          </a:prstGeom>
          <a:solidFill>
            <a:srgbClr val="1D4ED8"/>
          </a:solidFill>
          <a:ln w="13097">
            <a:solidFill>
              <a:srgbClr val="172B4D"/>
            </a:solidFill>
          </a:ln>
        </p:spPr>
      </p:sp>
      <p:sp>
        <p:nvSpPr>
          <p:cNvPr id="551" name="object-551">
            <a:extLst>
              <a:ext uri="{FF2B5EF4-FFF2-40B4-BE49-F238E27FC236}">
                <a16:creationId xmlns:a16="http://schemas.microsoft.com/office/drawing/2014/main" id="{3455A2C8-7C67-44EA-AD94-3F60E9D7E677}"/>
              </a:ext>
            </a:extLst>
          </p:cNvPr>
          <p:cNvSpPr>
            <a:spLocks noGrp="1"/>
          </p:cNvSpPr>
          <p:nvPr/>
        </p:nvSpPr>
        <p:spPr>
          <a:xfrm>
            <a:off x="10258425" y="5238750"/>
            <a:ext cx="52388" cy="547688"/>
          </a:xfrm>
          <a:prstGeom prst="rect">
            <a:avLst/>
          </a:prstGeom>
          <a:solidFill>
            <a:srgbClr val="1D4ED8"/>
          </a:solidFill>
          <a:ln w="13097">
            <a:solidFill>
              <a:srgbClr val="172B4D"/>
            </a:solidFill>
          </a:ln>
        </p:spPr>
      </p:sp>
      <p:sp>
        <p:nvSpPr>
          <p:cNvPr id="552" name="object-552">
            <a:extLst>
              <a:ext uri="{FF2B5EF4-FFF2-40B4-BE49-F238E27FC236}">
                <a16:creationId xmlns:a16="http://schemas.microsoft.com/office/drawing/2014/main" id="{E02ED736-3671-42A3-B1D5-E93E723A484D}"/>
              </a:ext>
            </a:extLst>
          </p:cNvPr>
          <p:cNvSpPr>
            <a:spLocks noGrp="1"/>
          </p:cNvSpPr>
          <p:nvPr/>
        </p:nvSpPr>
        <p:spPr>
          <a:xfrm>
            <a:off x="10310813" y="5238750"/>
            <a:ext cx="52388" cy="547688"/>
          </a:xfrm>
          <a:prstGeom prst="rect">
            <a:avLst/>
          </a:prstGeom>
          <a:solidFill>
            <a:srgbClr val="1D4ED8"/>
          </a:solidFill>
          <a:ln w="13097">
            <a:solidFill>
              <a:srgbClr val="172B4D"/>
            </a:solidFill>
          </a:ln>
        </p:spPr>
      </p:sp>
      <p:sp>
        <p:nvSpPr>
          <p:cNvPr id="553" name="object-553">
            <a:extLst>
              <a:ext uri="{FF2B5EF4-FFF2-40B4-BE49-F238E27FC236}">
                <a16:creationId xmlns:a16="http://schemas.microsoft.com/office/drawing/2014/main" id="{39B7B11E-0592-4315-B699-AC300B4F810D}"/>
              </a:ext>
            </a:extLst>
          </p:cNvPr>
          <p:cNvSpPr>
            <a:spLocks noGrp="1"/>
          </p:cNvSpPr>
          <p:nvPr/>
        </p:nvSpPr>
        <p:spPr>
          <a:xfrm>
            <a:off x="10363200" y="5238750"/>
            <a:ext cx="52388" cy="547688"/>
          </a:xfrm>
          <a:prstGeom prst="rect">
            <a:avLst/>
          </a:prstGeom>
          <a:solidFill>
            <a:srgbClr val="1D4ED8"/>
          </a:solidFill>
          <a:ln w="13097">
            <a:solidFill>
              <a:srgbClr val="172B4D"/>
            </a:solidFill>
          </a:ln>
        </p:spPr>
      </p:sp>
      <p:sp>
        <p:nvSpPr>
          <p:cNvPr id="554" name="object-554">
            <a:extLst>
              <a:ext uri="{FF2B5EF4-FFF2-40B4-BE49-F238E27FC236}">
                <a16:creationId xmlns:a16="http://schemas.microsoft.com/office/drawing/2014/main" id="{E76A15E8-8C7E-45BF-9B57-F034F83E24C4}"/>
              </a:ext>
            </a:extLst>
          </p:cNvPr>
          <p:cNvSpPr>
            <a:spLocks noGrp="1"/>
          </p:cNvSpPr>
          <p:nvPr/>
        </p:nvSpPr>
        <p:spPr>
          <a:xfrm>
            <a:off x="10415588" y="5238750"/>
            <a:ext cx="52388" cy="547688"/>
          </a:xfrm>
          <a:prstGeom prst="rect">
            <a:avLst/>
          </a:prstGeom>
          <a:solidFill>
            <a:srgbClr val="1D4ED8"/>
          </a:solidFill>
          <a:ln w="13097">
            <a:solidFill>
              <a:srgbClr val="172B4D"/>
            </a:solidFill>
          </a:ln>
        </p:spPr>
      </p:sp>
      <p:sp>
        <p:nvSpPr>
          <p:cNvPr id="555" name="object-555">
            <a:extLst>
              <a:ext uri="{FF2B5EF4-FFF2-40B4-BE49-F238E27FC236}">
                <a16:creationId xmlns:a16="http://schemas.microsoft.com/office/drawing/2014/main" id="{A79EF6C8-BE6E-4C4E-8A67-603ED96C4CB5}"/>
              </a:ext>
            </a:extLst>
          </p:cNvPr>
          <p:cNvSpPr>
            <a:spLocks noGrp="1"/>
          </p:cNvSpPr>
          <p:nvPr/>
        </p:nvSpPr>
        <p:spPr>
          <a:xfrm>
            <a:off x="10467975" y="5238750"/>
            <a:ext cx="52388" cy="547688"/>
          </a:xfrm>
          <a:prstGeom prst="rect">
            <a:avLst/>
          </a:prstGeom>
          <a:solidFill>
            <a:srgbClr val="1D4ED8"/>
          </a:solidFill>
          <a:ln w="13097">
            <a:solidFill>
              <a:srgbClr val="172B4D"/>
            </a:solidFill>
          </a:ln>
        </p:spPr>
      </p:sp>
      <p:sp>
        <p:nvSpPr>
          <p:cNvPr id="556" name="object-556">
            <a:extLst>
              <a:ext uri="{FF2B5EF4-FFF2-40B4-BE49-F238E27FC236}">
                <a16:creationId xmlns:a16="http://schemas.microsoft.com/office/drawing/2014/main" id="{18A1ECD7-AA12-4928-A8EB-3E02BDD2A7ED}"/>
              </a:ext>
            </a:extLst>
          </p:cNvPr>
          <p:cNvSpPr>
            <a:spLocks noGrp="1"/>
          </p:cNvSpPr>
          <p:nvPr/>
        </p:nvSpPr>
        <p:spPr>
          <a:xfrm>
            <a:off x="10520363" y="5238750"/>
            <a:ext cx="52388" cy="547688"/>
          </a:xfrm>
          <a:prstGeom prst="rect">
            <a:avLst/>
          </a:prstGeom>
          <a:solidFill>
            <a:srgbClr val="1D4ED8"/>
          </a:solidFill>
          <a:ln w="13097">
            <a:solidFill>
              <a:srgbClr val="172B4D"/>
            </a:solidFill>
          </a:ln>
        </p:spPr>
      </p:sp>
      <p:sp>
        <p:nvSpPr>
          <p:cNvPr id="557" name="object-557">
            <a:extLst>
              <a:ext uri="{FF2B5EF4-FFF2-40B4-BE49-F238E27FC236}">
                <a16:creationId xmlns:a16="http://schemas.microsoft.com/office/drawing/2014/main" id="{B517ABDD-5D11-462D-88FB-4C3381A07BCA}"/>
              </a:ext>
            </a:extLst>
          </p:cNvPr>
          <p:cNvSpPr>
            <a:spLocks noGrp="1"/>
          </p:cNvSpPr>
          <p:nvPr/>
        </p:nvSpPr>
        <p:spPr>
          <a:xfrm>
            <a:off x="10572750" y="5238750"/>
            <a:ext cx="52388" cy="547688"/>
          </a:xfrm>
          <a:prstGeom prst="rect">
            <a:avLst/>
          </a:prstGeom>
          <a:solidFill>
            <a:srgbClr val="1D4ED8"/>
          </a:solidFill>
          <a:ln w="13097">
            <a:solidFill>
              <a:srgbClr val="172B4D"/>
            </a:solidFill>
          </a:ln>
        </p:spPr>
      </p:sp>
      <p:sp>
        <p:nvSpPr>
          <p:cNvPr id="558" name="object-558">
            <a:extLst>
              <a:ext uri="{FF2B5EF4-FFF2-40B4-BE49-F238E27FC236}">
                <a16:creationId xmlns:a16="http://schemas.microsoft.com/office/drawing/2014/main" id="{30849BC6-08F4-4136-A680-AB6D39F0C71F}"/>
              </a:ext>
            </a:extLst>
          </p:cNvPr>
          <p:cNvSpPr>
            <a:spLocks noGrp="1"/>
          </p:cNvSpPr>
          <p:nvPr/>
        </p:nvSpPr>
        <p:spPr>
          <a:xfrm>
            <a:off x="10625138" y="5238750"/>
            <a:ext cx="52388" cy="547688"/>
          </a:xfrm>
          <a:prstGeom prst="rect">
            <a:avLst/>
          </a:prstGeom>
          <a:solidFill>
            <a:srgbClr val="1D4ED8"/>
          </a:solidFill>
          <a:ln w="13097">
            <a:solidFill>
              <a:srgbClr val="172B4D"/>
            </a:solidFill>
          </a:ln>
        </p:spPr>
      </p:sp>
      <p:sp>
        <p:nvSpPr>
          <p:cNvPr id="559" name="object-559">
            <a:extLst>
              <a:ext uri="{FF2B5EF4-FFF2-40B4-BE49-F238E27FC236}">
                <a16:creationId xmlns:a16="http://schemas.microsoft.com/office/drawing/2014/main" id="{A8752BC5-8403-457C-B97B-8A9CA4118496}"/>
              </a:ext>
            </a:extLst>
          </p:cNvPr>
          <p:cNvSpPr>
            <a:spLocks noGrp="1"/>
          </p:cNvSpPr>
          <p:nvPr/>
        </p:nvSpPr>
        <p:spPr>
          <a:xfrm>
            <a:off x="10677525" y="5238750"/>
            <a:ext cx="52388" cy="547688"/>
          </a:xfrm>
          <a:prstGeom prst="rect">
            <a:avLst/>
          </a:prstGeom>
          <a:solidFill>
            <a:srgbClr val="1D4ED8"/>
          </a:solidFill>
          <a:ln w="13097">
            <a:solidFill>
              <a:srgbClr val="172B4D"/>
            </a:solidFill>
          </a:ln>
        </p:spPr>
      </p:sp>
      <p:sp>
        <p:nvSpPr>
          <p:cNvPr id="560" name="object-560">
            <a:extLst>
              <a:ext uri="{FF2B5EF4-FFF2-40B4-BE49-F238E27FC236}">
                <a16:creationId xmlns:a16="http://schemas.microsoft.com/office/drawing/2014/main" id="{B74B274E-35F7-4CB8-811A-4DF27565426C}"/>
              </a:ext>
            </a:extLst>
          </p:cNvPr>
          <p:cNvSpPr>
            <a:spLocks noGrp="1"/>
          </p:cNvSpPr>
          <p:nvPr/>
        </p:nvSpPr>
        <p:spPr>
          <a:xfrm>
            <a:off x="10729913" y="5238750"/>
            <a:ext cx="52388" cy="547688"/>
          </a:xfrm>
          <a:prstGeom prst="rect">
            <a:avLst/>
          </a:prstGeom>
          <a:solidFill>
            <a:srgbClr val="1D4ED8"/>
          </a:solidFill>
          <a:ln w="13097">
            <a:solidFill>
              <a:srgbClr val="172B4D"/>
            </a:solidFill>
          </a:ln>
        </p:spPr>
      </p:sp>
      <p:sp>
        <p:nvSpPr>
          <p:cNvPr id="561" name="object-561">
            <a:extLst>
              <a:ext uri="{FF2B5EF4-FFF2-40B4-BE49-F238E27FC236}">
                <a16:creationId xmlns:a16="http://schemas.microsoft.com/office/drawing/2014/main" id="{50FC7FFA-9548-476F-ACE9-5E4FD85AFB56}"/>
              </a:ext>
            </a:extLst>
          </p:cNvPr>
          <p:cNvSpPr>
            <a:spLocks noGrp="1"/>
          </p:cNvSpPr>
          <p:nvPr/>
        </p:nvSpPr>
        <p:spPr>
          <a:xfrm>
            <a:off x="10782300" y="5238750"/>
            <a:ext cx="52388" cy="547688"/>
          </a:xfrm>
          <a:prstGeom prst="rect">
            <a:avLst/>
          </a:prstGeom>
          <a:solidFill>
            <a:srgbClr val="1D4ED8"/>
          </a:solidFill>
          <a:ln w="13097">
            <a:solidFill>
              <a:srgbClr val="172B4D"/>
            </a:solidFill>
          </a:ln>
        </p:spPr>
      </p:sp>
      <p:sp>
        <p:nvSpPr>
          <p:cNvPr id="562" name="object-562">
            <a:extLst>
              <a:ext uri="{FF2B5EF4-FFF2-40B4-BE49-F238E27FC236}">
                <a16:creationId xmlns:a16="http://schemas.microsoft.com/office/drawing/2014/main" id="{ABAF9E2B-5E11-4D03-94A4-069D51E3BFAF}"/>
              </a:ext>
            </a:extLst>
          </p:cNvPr>
          <p:cNvSpPr>
            <a:spLocks noGrp="1"/>
          </p:cNvSpPr>
          <p:nvPr/>
        </p:nvSpPr>
        <p:spPr>
          <a:xfrm>
            <a:off x="10834688" y="5238750"/>
            <a:ext cx="52388" cy="547688"/>
          </a:xfrm>
          <a:prstGeom prst="rect">
            <a:avLst/>
          </a:prstGeom>
          <a:solidFill>
            <a:srgbClr val="1D4ED8"/>
          </a:solidFill>
          <a:ln w="13097">
            <a:solidFill>
              <a:srgbClr val="172B4D"/>
            </a:solidFill>
          </a:ln>
        </p:spPr>
      </p:sp>
      <p:sp>
        <p:nvSpPr>
          <p:cNvPr id="563" name="object-563">
            <a:extLst>
              <a:ext uri="{FF2B5EF4-FFF2-40B4-BE49-F238E27FC236}">
                <a16:creationId xmlns:a16="http://schemas.microsoft.com/office/drawing/2014/main" id="{AFA92FA7-9E2F-41FE-99C4-0157F2CBBBD0}"/>
              </a:ext>
            </a:extLst>
          </p:cNvPr>
          <p:cNvSpPr>
            <a:spLocks noGrp="1"/>
          </p:cNvSpPr>
          <p:nvPr/>
        </p:nvSpPr>
        <p:spPr>
          <a:xfrm>
            <a:off x="10887075" y="5238750"/>
            <a:ext cx="52388" cy="547688"/>
          </a:xfrm>
          <a:prstGeom prst="rect">
            <a:avLst/>
          </a:prstGeom>
          <a:solidFill>
            <a:srgbClr val="1D4ED8"/>
          </a:solidFill>
          <a:ln w="13097">
            <a:solidFill>
              <a:srgbClr val="172B4D"/>
            </a:solidFill>
          </a:ln>
        </p:spPr>
      </p:sp>
      <p:sp>
        <p:nvSpPr>
          <p:cNvPr id="564" name="object-564">
            <a:extLst>
              <a:ext uri="{FF2B5EF4-FFF2-40B4-BE49-F238E27FC236}">
                <a16:creationId xmlns:a16="http://schemas.microsoft.com/office/drawing/2014/main" id="{47205810-8CA6-4CBD-B7A1-02BE8F578C1C}"/>
              </a:ext>
            </a:extLst>
          </p:cNvPr>
          <p:cNvSpPr>
            <a:spLocks noGrp="1"/>
          </p:cNvSpPr>
          <p:nvPr/>
        </p:nvSpPr>
        <p:spPr>
          <a:xfrm>
            <a:off x="10939463" y="5238750"/>
            <a:ext cx="52388" cy="547688"/>
          </a:xfrm>
          <a:prstGeom prst="rect">
            <a:avLst/>
          </a:prstGeom>
          <a:solidFill>
            <a:srgbClr val="1D4ED8"/>
          </a:solidFill>
          <a:ln w="13097">
            <a:solidFill>
              <a:srgbClr val="172B4D"/>
            </a:solidFill>
          </a:ln>
        </p:spPr>
      </p:sp>
      <p:sp>
        <p:nvSpPr>
          <p:cNvPr id="565" name="object-565">
            <a:extLst>
              <a:ext uri="{FF2B5EF4-FFF2-40B4-BE49-F238E27FC236}">
                <a16:creationId xmlns:a16="http://schemas.microsoft.com/office/drawing/2014/main" id="{8BCC252D-ABE3-445B-8AB6-5506AC1069B1}"/>
              </a:ext>
            </a:extLst>
          </p:cNvPr>
          <p:cNvSpPr>
            <a:spLocks noGrp="1"/>
          </p:cNvSpPr>
          <p:nvPr/>
        </p:nvSpPr>
        <p:spPr>
          <a:xfrm>
            <a:off x="10991850" y="5238750"/>
            <a:ext cx="52388" cy="547688"/>
          </a:xfrm>
          <a:prstGeom prst="rect">
            <a:avLst/>
          </a:prstGeom>
          <a:solidFill>
            <a:srgbClr val="1D4ED8"/>
          </a:solidFill>
          <a:ln w="13097">
            <a:solidFill>
              <a:srgbClr val="172B4D"/>
            </a:solidFill>
          </a:ln>
        </p:spPr>
      </p:sp>
      <p:sp>
        <p:nvSpPr>
          <p:cNvPr id="566" name="object-566">
            <a:extLst>
              <a:ext uri="{FF2B5EF4-FFF2-40B4-BE49-F238E27FC236}">
                <a16:creationId xmlns:a16="http://schemas.microsoft.com/office/drawing/2014/main" id="{C0F687AF-609F-44A5-B40F-4A327C0AC102}"/>
              </a:ext>
            </a:extLst>
          </p:cNvPr>
          <p:cNvSpPr>
            <a:spLocks noGrp="1"/>
          </p:cNvSpPr>
          <p:nvPr/>
        </p:nvSpPr>
        <p:spPr>
          <a:xfrm>
            <a:off x="11044238" y="5238750"/>
            <a:ext cx="52388" cy="547688"/>
          </a:xfrm>
          <a:prstGeom prst="rect">
            <a:avLst/>
          </a:prstGeom>
          <a:solidFill>
            <a:srgbClr val="1D4ED8"/>
          </a:solidFill>
          <a:ln w="13097">
            <a:solidFill>
              <a:srgbClr val="172B4D"/>
            </a:solidFill>
          </a:ln>
        </p:spPr>
      </p:sp>
      <p:sp>
        <p:nvSpPr>
          <p:cNvPr id="567" name="object-567">
            <a:extLst>
              <a:ext uri="{FF2B5EF4-FFF2-40B4-BE49-F238E27FC236}">
                <a16:creationId xmlns:a16="http://schemas.microsoft.com/office/drawing/2014/main" id="{A36F23B9-D01A-4711-8F25-A0760E819046}"/>
              </a:ext>
            </a:extLst>
          </p:cNvPr>
          <p:cNvSpPr>
            <a:spLocks noGrp="1"/>
          </p:cNvSpPr>
          <p:nvPr/>
        </p:nvSpPr>
        <p:spPr>
          <a:xfrm>
            <a:off x="11096625" y="5238750"/>
            <a:ext cx="52388" cy="547688"/>
          </a:xfrm>
          <a:prstGeom prst="rect">
            <a:avLst/>
          </a:prstGeom>
          <a:solidFill>
            <a:srgbClr val="1D4ED8"/>
          </a:solidFill>
          <a:ln w="13097">
            <a:solidFill>
              <a:srgbClr val="172B4D"/>
            </a:solidFill>
          </a:ln>
        </p:spPr>
      </p:sp>
      <p:sp>
        <p:nvSpPr>
          <p:cNvPr id="568" name="object-568">
            <a:extLst>
              <a:ext uri="{FF2B5EF4-FFF2-40B4-BE49-F238E27FC236}">
                <a16:creationId xmlns:a16="http://schemas.microsoft.com/office/drawing/2014/main" id="{79EEFA69-2DF2-4A18-B978-287A183749F3}"/>
              </a:ext>
            </a:extLst>
          </p:cNvPr>
          <p:cNvSpPr>
            <a:spLocks noGrp="1"/>
          </p:cNvSpPr>
          <p:nvPr/>
        </p:nvSpPr>
        <p:spPr>
          <a:xfrm>
            <a:off x="11149013" y="5238750"/>
            <a:ext cx="52388" cy="547688"/>
          </a:xfrm>
          <a:prstGeom prst="rect">
            <a:avLst/>
          </a:prstGeom>
          <a:solidFill>
            <a:srgbClr val="1D4ED8"/>
          </a:solidFill>
          <a:ln w="13097">
            <a:solidFill>
              <a:srgbClr val="172B4D"/>
            </a:solidFill>
          </a:ln>
        </p:spPr>
      </p:sp>
      <p:sp>
        <p:nvSpPr>
          <p:cNvPr id="569" name="object-569">
            <a:extLst>
              <a:ext uri="{FF2B5EF4-FFF2-40B4-BE49-F238E27FC236}">
                <a16:creationId xmlns:a16="http://schemas.microsoft.com/office/drawing/2014/main" id="{C69C6739-61BE-4E83-9B2E-4DD88E781B54}"/>
              </a:ext>
            </a:extLst>
          </p:cNvPr>
          <p:cNvSpPr>
            <a:spLocks noGrp="1"/>
          </p:cNvSpPr>
          <p:nvPr/>
        </p:nvSpPr>
        <p:spPr>
          <a:xfrm>
            <a:off x="11201400" y="5238750"/>
            <a:ext cx="52388" cy="547688"/>
          </a:xfrm>
          <a:prstGeom prst="rect">
            <a:avLst/>
          </a:prstGeom>
          <a:solidFill>
            <a:srgbClr val="1D4ED8"/>
          </a:solidFill>
          <a:ln w="13097">
            <a:solidFill>
              <a:srgbClr val="172B4D"/>
            </a:solidFill>
          </a:ln>
        </p:spPr>
      </p:sp>
      <p:sp>
        <p:nvSpPr>
          <p:cNvPr id="570" name="object-570">
            <a:extLst>
              <a:ext uri="{FF2B5EF4-FFF2-40B4-BE49-F238E27FC236}">
                <a16:creationId xmlns:a16="http://schemas.microsoft.com/office/drawing/2014/main" id="{9FA03DBB-9CC3-4076-81A9-253330305CE9}"/>
              </a:ext>
            </a:extLst>
          </p:cNvPr>
          <p:cNvSpPr>
            <a:spLocks noGrp="1"/>
          </p:cNvSpPr>
          <p:nvPr/>
        </p:nvSpPr>
        <p:spPr>
          <a:xfrm>
            <a:off x="11253788" y="5238750"/>
            <a:ext cx="52388" cy="547688"/>
          </a:xfrm>
          <a:prstGeom prst="rect">
            <a:avLst/>
          </a:prstGeom>
          <a:solidFill>
            <a:srgbClr val="1D4ED8"/>
          </a:solidFill>
          <a:ln w="13097">
            <a:solidFill>
              <a:srgbClr val="172B4D"/>
            </a:solidFill>
          </a:ln>
        </p:spPr>
      </p:sp>
      <p:sp>
        <p:nvSpPr>
          <p:cNvPr id="571" name="object-571">
            <a:extLst>
              <a:ext uri="{FF2B5EF4-FFF2-40B4-BE49-F238E27FC236}">
                <a16:creationId xmlns:a16="http://schemas.microsoft.com/office/drawing/2014/main" id="{D46A672A-3501-43EF-BD5A-D84EC25B1A4F}"/>
              </a:ext>
            </a:extLst>
          </p:cNvPr>
          <p:cNvSpPr>
            <a:spLocks noGrp="1"/>
          </p:cNvSpPr>
          <p:nvPr/>
        </p:nvSpPr>
        <p:spPr>
          <a:xfrm>
            <a:off x="11306175" y="5238750"/>
            <a:ext cx="52388" cy="547688"/>
          </a:xfrm>
          <a:prstGeom prst="rect">
            <a:avLst/>
          </a:prstGeom>
          <a:solidFill>
            <a:srgbClr val="1D4ED8"/>
          </a:solidFill>
          <a:ln w="13097">
            <a:solidFill>
              <a:srgbClr val="172B4D"/>
            </a:solidFill>
          </a:ln>
        </p:spPr>
      </p:sp>
      <p:sp>
        <p:nvSpPr>
          <p:cNvPr id="572" name="object-572">
            <a:extLst>
              <a:ext uri="{FF2B5EF4-FFF2-40B4-BE49-F238E27FC236}">
                <a16:creationId xmlns:a16="http://schemas.microsoft.com/office/drawing/2014/main" id="{B68A41EB-67B9-4C4C-A969-BDD05AA2CC4D}"/>
              </a:ext>
            </a:extLst>
          </p:cNvPr>
          <p:cNvSpPr>
            <a:spLocks noGrp="1"/>
          </p:cNvSpPr>
          <p:nvPr/>
        </p:nvSpPr>
        <p:spPr>
          <a:xfrm>
            <a:off x="11358563" y="5238750"/>
            <a:ext cx="52388" cy="547688"/>
          </a:xfrm>
          <a:prstGeom prst="rect">
            <a:avLst/>
          </a:prstGeom>
          <a:solidFill>
            <a:srgbClr val="1D4ED8"/>
          </a:solidFill>
          <a:ln w="13097">
            <a:solidFill>
              <a:srgbClr val="172B4D"/>
            </a:solidFill>
          </a:ln>
        </p:spPr>
      </p:sp>
      <p:sp>
        <p:nvSpPr>
          <p:cNvPr id="573" name="object-573">
            <a:extLst>
              <a:ext uri="{FF2B5EF4-FFF2-40B4-BE49-F238E27FC236}">
                <a16:creationId xmlns:a16="http://schemas.microsoft.com/office/drawing/2014/main" id="{FFE429CB-FC8E-45BB-874B-1467042DE677}"/>
              </a:ext>
            </a:extLst>
          </p:cNvPr>
          <p:cNvSpPr>
            <a:spLocks noGrp="1"/>
          </p:cNvSpPr>
          <p:nvPr/>
        </p:nvSpPr>
        <p:spPr>
          <a:xfrm>
            <a:off x="11410950" y="5238750"/>
            <a:ext cx="52388" cy="547688"/>
          </a:xfrm>
          <a:prstGeom prst="rect">
            <a:avLst/>
          </a:prstGeom>
          <a:solidFill>
            <a:srgbClr val="1D4ED8"/>
          </a:solidFill>
          <a:ln w="13097">
            <a:solidFill>
              <a:srgbClr val="172B4D"/>
            </a:solidFill>
          </a:ln>
        </p:spPr>
      </p:sp>
      <p:sp>
        <p:nvSpPr>
          <p:cNvPr id="574" name="object-574">
            <a:extLst>
              <a:ext uri="{FF2B5EF4-FFF2-40B4-BE49-F238E27FC236}">
                <a16:creationId xmlns:a16="http://schemas.microsoft.com/office/drawing/2014/main" id="{5432E0D5-B50B-4067-B244-E213D18E690C}"/>
              </a:ext>
            </a:extLst>
          </p:cNvPr>
          <p:cNvSpPr>
            <a:spLocks noGrp="1"/>
          </p:cNvSpPr>
          <p:nvPr/>
        </p:nvSpPr>
        <p:spPr>
          <a:xfrm>
            <a:off x="11463338" y="5238750"/>
            <a:ext cx="52388" cy="547688"/>
          </a:xfrm>
          <a:prstGeom prst="rect">
            <a:avLst/>
          </a:prstGeom>
          <a:solidFill>
            <a:srgbClr val="1D4ED8"/>
          </a:solidFill>
          <a:ln w="13097">
            <a:solidFill>
              <a:srgbClr val="172B4D"/>
            </a:solidFill>
          </a:ln>
        </p:spPr>
      </p:sp>
      <p:sp>
        <p:nvSpPr>
          <p:cNvPr id="575" name="object-575">
            <a:extLst>
              <a:ext uri="{FF2B5EF4-FFF2-40B4-BE49-F238E27FC236}">
                <a16:creationId xmlns:a16="http://schemas.microsoft.com/office/drawing/2014/main" id="{7794B4EA-4391-4CEF-B70A-952C04635765}"/>
              </a:ext>
            </a:extLst>
          </p:cNvPr>
          <p:cNvSpPr>
            <a:spLocks noGrp="1"/>
          </p:cNvSpPr>
          <p:nvPr/>
        </p:nvSpPr>
        <p:spPr>
          <a:xfrm>
            <a:off x="11515725" y="5238750"/>
            <a:ext cx="52388" cy="547688"/>
          </a:xfrm>
          <a:prstGeom prst="rect">
            <a:avLst/>
          </a:prstGeom>
          <a:solidFill>
            <a:srgbClr val="1D4ED8"/>
          </a:solidFill>
          <a:ln w="13097">
            <a:solidFill>
              <a:srgbClr val="172B4D"/>
            </a:solidFill>
          </a:ln>
        </p:spPr>
      </p:sp>
      <p:sp>
        <p:nvSpPr>
          <p:cNvPr id="576" name="object-576">
            <a:extLst>
              <a:ext uri="{FF2B5EF4-FFF2-40B4-BE49-F238E27FC236}">
                <a16:creationId xmlns:a16="http://schemas.microsoft.com/office/drawing/2014/main" id="{EA8BEA17-C2A6-4A4C-ACBD-B0BB86FB1A5D}"/>
              </a:ext>
            </a:extLst>
          </p:cNvPr>
          <p:cNvSpPr>
            <a:spLocks noGrp="1"/>
          </p:cNvSpPr>
          <p:nvPr/>
        </p:nvSpPr>
        <p:spPr>
          <a:xfrm>
            <a:off x="11568113" y="5238750"/>
            <a:ext cx="52388" cy="547688"/>
          </a:xfrm>
          <a:prstGeom prst="rect">
            <a:avLst/>
          </a:prstGeom>
          <a:solidFill>
            <a:srgbClr val="1D4ED8"/>
          </a:solidFill>
          <a:ln w="13097">
            <a:solidFill>
              <a:srgbClr val="172B4D"/>
            </a:solidFill>
          </a:ln>
        </p:spPr>
      </p:sp>
      <p:sp>
        <p:nvSpPr>
          <p:cNvPr id="577" name="object-577">
            <a:extLst>
              <a:ext uri="{FF2B5EF4-FFF2-40B4-BE49-F238E27FC236}">
                <a16:creationId xmlns:a16="http://schemas.microsoft.com/office/drawing/2014/main" id="{A7F2EA0F-5B5A-48C3-9054-E7B6C6DC703B}"/>
              </a:ext>
            </a:extLst>
          </p:cNvPr>
          <p:cNvSpPr>
            <a:spLocks noGrp="1"/>
          </p:cNvSpPr>
          <p:nvPr/>
        </p:nvSpPr>
        <p:spPr>
          <a:xfrm>
            <a:off x="11620500" y="5238750"/>
            <a:ext cx="52388" cy="547688"/>
          </a:xfrm>
          <a:prstGeom prst="rect">
            <a:avLst/>
          </a:prstGeom>
          <a:solidFill>
            <a:srgbClr val="1D4ED8"/>
          </a:solidFill>
          <a:ln w="13097">
            <a:solidFill>
              <a:srgbClr val="172B4D"/>
            </a:solidFill>
          </a:ln>
        </p:spPr>
      </p:sp>
      <p:sp>
        <p:nvSpPr>
          <p:cNvPr id="578" name="object-578">
            <a:extLst>
              <a:ext uri="{FF2B5EF4-FFF2-40B4-BE49-F238E27FC236}">
                <a16:creationId xmlns:a16="http://schemas.microsoft.com/office/drawing/2014/main" id="{B4D6B815-884D-49F2-A8B0-35B0D701B30A}"/>
              </a:ext>
            </a:extLst>
          </p:cNvPr>
          <p:cNvSpPr>
            <a:spLocks noGrp="1"/>
          </p:cNvSpPr>
          <p:nvPr/>
        </p:nvSpPr>
        <p:spPr>
          <a:xfrm>
            <a:off x="11672888" y="5238750"/>
            <a:ext cx="52388" cy="547688"/>
          </a:xfrm>
          <a:prstGeom prst="rect">
            <a:avLst/>
          </a:prstGeom>
          <a:solidFill>
            <a:srgbClr val="1D4ED8"/>
          </a:solidFill>
          <a:ln w="13097">
            <a:solidFill>
              <a:srgbClr val="172B4D"/>
            </a:solidFill>
          </a:ln>
        </p:spPr>
      </p:sp>
      <p:sp>
        <p:nvSpPr>
          <p:cNvPr id="579" name="object-579">
            <a:extLst>
              <a:ext uri="{FF2B5EF4-FFF2-40B4-BE49-F238E27FC236}">
                <a16:creationId xmlns:a16="http://schemas.microsoft.com/office/drawing/2014/main" id="{1360AAC2-B26F-465E-A5AB-59111992E9DB}"/>
              </a:ext>
            </a:extLst>
          </p:cNvPr>
          <p:cNvSpPr>
            <a:spLocks noGrp="1"/>
          </p:cNvSpPr>
          <p:nvPr/>
        </p:nvSpPr>
        <p:spPr>
          <a:xfrm>
            <a:off x="11725275" y="5238750"/>
            <a:ext cx="52388" cy="547688"/>
          </a:xfrm>
          <a:prstGeom prst="rect">
            <a:avLst/>
          </a:prstGeom>
          <a:solidFill>
            <a:srgbClr val="1D4ED8"/>
          </a:solidFill>
          <a:ln w="13097">
            <a:solidFill>
              <a:srgbClr val="172B4D"/>
            </a:solidFill>
          </a:ln>
        </p:spPr>
      </p:sp>
      <p:sp>
        <p:nvSpPr>
          <p:cNvPr id="580" name="object-580">
            <a:extLst>
              <a:ext uri="{FF2B5EF4-FFF2-40B4-BE49-F238E27FC236}">
                <a16:creationId xmlns:a16="http://schemas.microsoft.com/office/drawing/2014/main" id="{DC0CE2D7-219F-467E-90AF-A88F1D7706B4}"/>
              </a:ext>
            </a:extLst>
          </p:cNvPr>
          <p:cNvSpPr>
            <a:spLocks noGrp="1"/>
          </p:cNvSpPr>
          <p:nvPr/>
        </p:nvSpPr>
        <p:spPr>
          <a:xfrm>
            <a:off x="11777663" y="5238750"/>
            <a:ext cx="52388" cy="547688"/>
          </a:xfrm>
          <a:prstGeom prst="rect">
            <a:avLst/>
          </a:prstGeom>
          <a:solidFill>
            <a:srgbClr val="1D4ED8"/>
          </a:solidFill>
          <a:ln w="13097">
            <a:solidFill>
              <a:srgbClr val="172B4D"/>
            </a:solidFill>
          </a:ln>
        </p:spPr>
      </p:sp>
      <p:sp>
        <p:nvSpPr>
          <p:cNvPr id="581" name="object-581">
            <a:extLst>
              <a:ext uri="{FF2B5EF4-FFF2-40B4-BE49-F238E27FC236}">
                <a16:creationId xmlns:a16="http://schemas.microsoft.com/office/drawing/2014/main" id="{14B59CBE-63E8-408E-B0F8-A2363CE11AFF}"/>
              </a:ext>
            </a:extLst>
          </p:cNvPr>
          <p:cNvSpPr>
            <a:spLocks noGrp="1"/>
          </p:cNvSpPr>
          <p:nvPr/>
        </p:nvSpPr>
        <p:spPr>
          <a:xfrm>
            <a:off x="11830050" y="5238750"/>
            <a:ext cx="52388" cy="547688"/>
          </a:xfrm>
          <a:prstGeom prst="rect">
            <a:avLst/>
          </a:prstGeom>
          <a:solidFill>
            <a:srgbClr val="1D4ED8"/>
          </a:solidFill>
          <a:ln w="13097">
            <a:solidFill>
              <a:srgbClr val="172B4D"/>
            </a:solidFill>
          </a:ln>
        </p:spPr>
      </p:sp>
      <p:sp>
        <p:nvSpPr>
          <p:cNvPr id="582" name="object-582">
            <a:extLst>
              <a:ext uri="{FF2B5EF4-FFF2-40B4-BE49-F238E27FC236}">
                <a16:creationId xmlns:a16="http://schemas.microsoft.com/office/drawing/2014/main" id="{1D5EAC17-7143-46D3-A863-3336A8B47B82}"/>
              </a:ext>
            </a:extLst>
          </p:cNvPr>
          <p:cNvSpPr>
            <a:spLocks noGrp="1"/>
          </p:cNvSpPr>
          <p:nvPr/>
        </p:nvSpPr>
        <p:spPr>
          <a:xfrm>
            <a:off x="11882438" y="5238750"/>
            <a:ext cx="52388" cy="547688"/>
          </a:xfrm>
          <a:prstGeom prst="rect">
            <a:avLst/>
          </a:prstGeom>
          <a:solidFill>
            <a:srgbClr val="1D4ED8"/>
          </a:solidFill>
          <a:ln w="13097">
            <a:solidFill>
              <a:srgbClr val="172B4D"/>
            </a:solidFill>
          </a:ln>
        </p:spPr>
      </p:sp>
      <p:sp>
        <p:nvSpPr>
          <p:cNvPr id="583" name="object-583">
            <a:extLst>
              <a:ext uri="{FF2B5EF4-FFF2-40B4-BE49-F238E27FC236}">
                <a16:creationId xmlns:a16="http://schemas.microsoft.com/office/drawing/2014/main" id="{8BD89E1C-891D-458B-A312-BBB28C898158}"/>
              </a:ext>
            </a:extLst>
          </p:cNvPr>
          <p:cNvSpPr>
            <a:spLocks noGrp="1"/>
          </p:cNvSpPr>
          <p:nvPr/>
        </p:nvSpPr>
        <p:spPr>
          <a:xfrm>
            <a:off x="11934825" y="5238750"/>
            <a:ext cx="52388" cy="547688"/>
          </a:xfrm>
          <a:prstGeom prst="rect">
            <a:avLst/>
          </a:prstGeom>
          <a:solidFill>
            <a:srgbClr val="1D4ED8"/>
          </a:solidFill>
          <a:ln w="13097">
            <a:solidFill>
              <a:srgbClr val="172B4D"/>
            </a:solidFill>
          </a:ln>
        </p:spPr>
      </p:sp>
      <p:sp>
        <p:nvSpPr>
          <p:cNvPr id="584" name="object-584">
            <a:extLst>
              <a:ext uri="{FF2B5EF4-FFF2-40B4-BE49-F238E27FC236}">
                <a16:creationId xmlns:a16="http://schemas.microsoft.com/office/drawing/2014/main" id="{C535E9EC-F4C3-4CEC-BC29-8851AD6B8F91}"/>
              </a:ext>
            </a:extLst>
          </p:cNvPr>
          <p:cNvSpPr>
            <a:spLocks noGrp="1"/>
          </p:cNvSpPr>
          <p:nvPr/>
        </p:nvSpPr>
        <p:spPr>
          <a:xfrm>
            <a:off x="11987213" y="5238750"/>
            <a:ext cx="52388" cy="547688"/>
          </a:xfrm>
          <a:prstGeom prst="rect">
            <a:avLst/>
          </a:prstGeom>
          <a:solidFill>
            <a:srgbClr val="1D4ED8"/>
          </a:solidFill>
          <a:ln w="13097">
            <a:solidFill>
              <a:srgbClr val="172B4D"/>
            </a:solidFill>
          </a:ln>
        </p:spPr>
      </p:sp>
      <p:sp>
        <p:nvSpPr>
          <p:cNvPr id="585" name="object-585">
            <a:extLst>
              <a:ext uri="{FF2B5EF4-FFF2-40B4-BE49-F238E27FC236}">
                <a16:creationId xmlns:a16="http://schemas.microsoft.com/office/drawing/2014/main" id="{826AE334-1EA7-4FBA-8F90-A405644B4FA2}"/>
              </a:ext>
            </a:extLst>
          </p:cNvPr>
          <p:cNvSpPr>
            <a:spLocks noGrp="1"/>
          </p:cNvSpPr>
          <p:nvPr/>
        </p:nvSpPr>
        <p:spPr>
          <a:xfrm>
            <a:off x="12039600" y="5238750"/>
            <a:ext cx="52388" cy="547688"/>
          </a:xfrm>
          <a:prstGeom prst="rect">
            <a:avLst/>
          </a:prstGeom>
          <a:solidFill>
            <a:srgbClr val="FFFFFF"/>
          </a:solidFill>
          <a:ln w="13097">
            <a:solidFill>
              <a:srgbClr val="172B4D"/>
            </a:solidFill>
          </a:ln>
        </p:spPr>
      </p:sp>
      <p:sp>
        <p:nvSpPr>
          <p:cNvPr id="586" name="object-586">
            <a:extLst>
              <a:ext uri="{FF2B5EF4-FFF2-40B4-BE49-F238E27FC236}">
                <a16:creationId xmlns:a16="http://schemas.microsoft.com/office/drawing/2014/main" id="{4BED3C33-8652-45F1-9656-70532087D5F9}"/>
              </a:ext>
            </a:extLst>
          </p:cNvPr>
          <p:cNvSpPr>
            <a:spLocks noGrp="1"/>
          </p:cNvSpPr>
          <p:nvPr/>
        </p:nvSpPr>
        <p:spPr>
          <a:xfrm>
            <a:off x="12091988" y="5238750"/>
            <a:ext cx="52388" cy="547688"/>
          </a:xfrm>
          <a:prstGeom prst="rect">
            <a:avLst/>
          </a:prstGeom>
          <a:solidFill>
            <a:srgbClr val="FFFFFF"/>
          </a:solidFill>
          <a:ln w="13097">
            <a:solidFill>
              <a:srgbClr val="172B4D"/>
            </a:solidFill>
          </a:ln>
        </p:spPr>
      </p:sp>
      <p:sp>
        <p:nvSpPr>
          <p:cNvPr id="587" name="object-587">
            <a:extLst>
              <a:ext uri="{FF2B5EF4-FFF2-40B4-BE49-F238E27FC236}">
                <a16:creationId xmlns:a16="http://schemas.microsoft.com/office/drawing/2014/main" id="{538C2855-5654-4A52-A28B-1CDEFD561002}"/>
              </a:ext>
            </a:extLst>
          </p:cNvPr>
          <p:cNvSpPr>
            <a:spLocks noGrp="1"/>
          </p:cNvSpPr>
          <p:nvPr/>
        </p:nvSpPr>
        <p:spPr>
          <a:xfrm>
            <a:off x="12144375" y="5238750"/>
            <a:ext cx="52388" cy="547688"/>
          </a:xfrm>
          <a:prstGeom prst="rect">
            <a:avLst/>
          </a:prstGeom>
          <a:solidFill>
            <a:srgbClr val="FFFFFF"/>
          </a:solidFill>
          <a:ln w="13097">
            <a:solidFill>
              <a:srgbClr val="172B4D"/>
            </a:solidFill>
          </a:ln>
        </p:spPr>
      </p:sp>
      <p:sp>
        <p:nvSpPr>
          <p:cNvPr id="588" name="object-588">
            <a:extLst>
              <a:ext uri="{FF2B5EF4-FFF2-40B4-BE49-F238E27FC236}">
                <a16:creationId xmlns:a16="http://schemas.microsoft.com/office/drawing/2014/main" id="{19279323-40DB-480F-857B-0A681EF5421C}"/>
              </a:ext>
            </a:extLst>
          </p:cNvPr>
          <p:cNvSpPr>
            <a:spLocks noGrp="1"/>
          </p:cNvSpPr>
          <p:nvPr/>
        </p:nvSpPr>
        <p:spPr>
          <a:xfrm>
            <a:off x="12196763" y="5238750"/>
            <a:ext cx="52388" cy="547688"/>
          </a:xfrm>
          <a:prstGeom prst="rect">
            <a:avLst/>
          </a:prstGeom>
          <a:solidFill>
            <a:srgbClr val="FFFFFF"/>
          </a:solidFill>
          <a:ln w="13097">
            <a:solidFill>
              <a:srgbClr val="172B4D"/>
            </a:solidFill>
          </a:ln>
        </p:spPr>
      </p:sp>
      <p:sp>
        <p:nvSpPr>
          <p:cNvPr id="589" name="object-589">
            <a:extLst>
              <a:ext uri="{FF2B5EF4-FFF2-40B4-BE49-F238E27FC236}">
                <a16:creationId xmlns:a16="http://schemas.microsoft.com/office/drawing/2014/main" id="{AE91E3B8-7C56-4D1F-8DC6-F4DA06AE6700}"/>
              </a:ext>
            </a:extLst>
          </p:cNvPr>
          <p:cNvSpPr>
            <a:spLocks noGrp="1"/>
          </p:cNvSpPr>
          <p:nvPr/>
        </p:nvSpPr>
        <p:spPr>
          <a:xfrm>
            <a:off x="12249150" y="5238750"/>
            <a:ext cx="52388" cy="547688"/>
          </a:xfrm>
          <a:prstGeom prst="rect">
            <a:avLst/>
          </a:prstGeom>
          <a:solidFill>
            <a:srgbClr val="FFFFFF"/>
          </a:solidFill>
          <a:ln w="13097">
            <a:solidFill>
              <a:srgbClr val="172B4D"/>
            </a:solidFill>
          </a:ln>
        </p:spPr>
      </p:sp>
      <p:sp>
        <p:nvSpPr>
          <p:cNvPr id="590" name="object-590">
            <a:extLst>
              <a:ext uri="{FF2B5EF4-FFF2-40B4-BE49-F238E27FC236}">
                <a16:creationId xmlns:a16="http://schemas.microsoft.com/office/drawing/2014/main" id="{F980CCAA-47A5-4999-8313-908CD3AA0F77}"/>
              </a:ext>
            </a:extLst>
          </p:cNvPr>
          <p:cNvSpPr>
            <a:spLocks noGrp="1"/>
          </p:cNvSpPr>
          <p:nvPr/>
        </p:nvSpPr>
        <p:spPr>
          <a:xfrm>
            <a:off x="12301538" y="5238750"/>
            <a:ext cx="52388" cy="547688"/>
          </a:xfrm>
          <a:prstGeom prst="rect">
            <a:avLst/>
          </a:prstGeom>
          <a:solidFill>
            <a:srgbClr val="FFFFFF"/>
          </a:solidFill>
          <a:ln w="13097">
            <a:solidFill>
              <a:srgbClr val="172B4D"/>
            </a:solidFill>
          </a:ln>
        </p:spPr>
      </p:sp>
      <p:sp>
        <p:nvSpPr>
          <p:cNvPr id="591" name="object-591">
            <a:extLst>
              <a:ext uri="{FF2B5EF4-FFF2-40B4-BE49-F238E27FC236}">
                <a16:creationId xmlns:a16="http://schemas.microsoft.com/office/drawing/2014/main" id="{CFF77805-6C60-4AE8-991A-82AB7770F892}"/>
              </a:ext>
            </a:extLst>
          </p:cNvPr>
          <p:cNvSpPr>
            <a:spLocks noGrp="1"/>
          </p:cNvSpPr>
          <p:nvPr/>
        </p:nvSpPr>
        <p:spPr>
          <a:xfrm>
            <a:off x="12353925" y="5238750"/>
            <a:ext cx="52388" cy="547688"/>
          </a:xfrm>
          <a:prstGeom prst="rect">
            <a:avLst/>
          </a:prstGeom>
          <a:solidFill>
            <a:srgbClr val="FFFFFF"/>
          </a:solidFill>
          <a:ln w="13097">
            <a:solidFill>
              <a:srgbClr val="172B4D"/>
            </a:solidFill>
          </a:ln>
        </p:spPr>
      </p:sp>
      <p:sp>
        <p:nvSpPr>
          <p:cNvPr id="592" name="object-592">
            <a:extLst>
              <a:ext uri="{FF2B5EF4-FFF2-40B4-BE49-F238E27FC236}">
                <a16:creationId xmlns:a16="http://schemas.microsoft.com/office/drawing/2014/main" id="{9D18043A-965D-4E19-AC73-3F8DE3F77039}"/>
              </a:ext>
            </a:extLst>
          </p:cNvPr>
          <p:cNvSpPr>
            <a:spLocks noGrp="1"/>
          </p:cNvSpPr>
          <p:nvPr/>
        </p:nvSpPr>
        <p:spPr>
          <a:xfrm>
            <a:off x="12406313" y="5238750"/>
            <a:ext cx="52388" cy="547688"/>
          </a:xfrm>
          <a:prstGeom prst="rect">
            <a:avLst/>
          </a:prstGeom>
          <a:solidFill>
            <a:srgbClr val="FFFFFF"/>
          </a:solidFill>
          <a:ln w="13097">
            <a:solidFill>
              <a:srgbClr val="172B4D"/>
            </a:solidFill>
          </a:ln>
        </p:spPr>
      </p:sp>
      <p:sp>
        <p:nvSpPr>
          <p:cNvPr id="593" name="object-593">
            <a:extLst>
              <a:ext uri="{FF2B5EF4-FFF2-40B4-BE49-F238E27FC236}">
                <a16:creationId xmlns:a16="http://schemas.microsoft.com/office/drawing/2014/main" id="{9750A554-AB5A-4EDA-BB4C-E358B2ADF851}"/>
              </a:ext>
            </a:extLst>
          </p:cNvPr>
          <p:cNvSpPr>
            <a:spLocks noGrp="1"/>
          </p:cNvSpPr>
          <p:nvPr/>
        </p:nvSpPr>
        <p:spPr>
          <a:xfrm>
            <a:off x="12458700" y="5238750"/>
            <a:ext cx="52388" cy="547688"/>
          </a:xfrm>
          <a:prstGeom prst="rect">
            <a:avLst/>
          </a:prstGeom>
          <a:solidFill>
            <a:srgbClr val="FFFFFF"/>
          </a:solidFill>
          <a:ln w="13097">
            <a:solidFill>
              <a:srgbClr val="172B4D"/>
            </a:solidFill>
          </a:ln>
        </p:spPr>
      </p:sp>
      <p:sp>
        <p:nvSpPr>
          <p:cNvPr id="594" name="object-594">
            <a:extLst>
              <a:ext uri="{FF2B5EF4-FFF2-40B4-BE49-F238E27FC236}">
                <a16:creationId xmlns:a16="http://schemas.microsoft.com/office/drawing/2014/main" id="{657B33BB-D28E-4443-9524-04133C480E11}"/>
              </a:ext>
            </a:extLst>
          </p:cNvPr>
          <p:cNvSpPr>
            <a:spLocks noGrp="1"/>
          </p:cNvSpPr>
          <p:nvPr/>
        </p:nvSpPr>
        <p:spPr>
          <a:xfrm>
            <a:off x="12511088" y="5238750"/>
            <a:ext cx="52388" cy="547688"/>
          </a:xfrm>
          <a:prstGeom prst="rect">
            <a:avLst/>
          </a:prstGeom>
          <a:solidFill>
            <a:srgbClr val="FFFFFF"/>
          </a:solidFill>
          <a:ln w="13097">
            <a:solidFill>
              <a:srgbClr val="172B4D"/>
            </a:solidFill>
          </a:ln>
        </p:spPr>
      </p:sp>
      <p:sp>
        <p:nvSpPr>
          <p:cNvPr id="595" name="object-595">
            <a:extLst>
              <a:ext uri="{FF2B5EF4-FFF2-40B4-BE49-F238E27FC236}">
                <a16:creationId xmlns:a16="http://schemas.microsoft.com/office/drawing/2014/main" id="{FB3B5016-1D5F-41AF-B5C9-A0D645ADF505}"/>
              </a:ext>
            </a:extLst>
          </p:cNvPr>
          <p:cNvSpPr>
            <a:spLocks noGrp="1"/>
          </p:cNvSpPr>
          <p:nvPr/>
        </p:nvSpPr>
        <p:spPr>
          <a:xfrm>
            <a:off x="12563475" y="5238750"/>
            <a:ext cx="52388" cy="547688"/>
          </a:xfrm>
          <a:prstGeom prst="rect">
            <a:avLst/>
          </a:prstGeom>
          <a:solidFill>
            <a:srgbClr val="FFFFFF"/>
          </a:solidFill>
          <a:ln w="13097">
            <a:solidFill>
              <a:srgbClr val="172B4D"/>
            </a:solidFill>
          </a:ln>
        </p:spPr>
      </p:sp>
      <p:sp>
        <p:nvSpPr>
          <p:cNvPr id="596" name="object-596">
            <a:extLst>
              <a:ext uri="{FF2B5EF4-FFF2-40B4-BE49-F238E27FC236}">
                <a16:creationId xmlns:a16="http://schemas.microsoft.com/office/drawing/2014/main" id="{9251AD0A-5DE0-4A09-81D8-03AF41FBC755}"/>
              </a:ext>
            </a:extLst>
          </p:cNvPr>
          <p:cNvSpPr>
            <a:spLocks noGrp="1"/>
          </p:cNvSpPr>
          <p:nvPr/>
        </p:nvSpPr>
        <p:spPr>
          <a:xfrm>
            <a:off x="12615863" y="5238750"/>
            <a:ext cx="52388" cy="547688"/>
          </a:xfrm>
          <a:prstGeom prst="rect">
            <a:avLst/>
          </a:prstGeom>
          <a:solidFill>
            <a:srgbClr val="FFFFFF"/>
          </a:solidFill>
          <a:ln w="13097">
            <a:solidFill>
              <a:srgbClr val="172B4D"/>
            </a:solidFill>
          </a:ln>
        </p:spPr>
      </p:sp>
      <p:sp>
        <p:nvSpPr>
          <p:cNvPr id="597" name="object-597">
            <a:extLst>
              <a:ext uri="{FF2B5EF4-FFF2-40B4-BE49-F238E27FC236}">
                <a16:creationId xmlns:a16="http://schemas.microsoft.com/office/drawing/2014/main" id="{3259C70F-1BDC-4189-8CD4-F99C9E4C337F}"/>
              </a:ext>
            </a:extLst>
          </p:cNvPr>
          <p:cNvSpPr>
            <a:spLocks noGrp="1"/>
          </p:cNvSpPr>
          <p:nvPr/>
        </p:nvSpPr>
        <p:spPr>
          <a:xfrm>
            <a:off x="12668250" y="5238750"/>
            <a:ext cx="52388" cy="547688"/>
          </a:xfrm>
          <a:prstGeom prst="rect">
            <a:avLst/>
          </a:prstGeom>
          <a:solidFill>
            <a:srgbClr val="FFFFFF"/>
          </a:solidFill>
          <a:ln w="13097">
            <a:solidFill>
              <a:srgbClr val="172B4D"/>
            </a:solidFill>
          </a:ln>
        </p:spPr>
      </p:sp>
      <p:sp>
        <p:nvSpPr>
          <p:cNvPr id="598" name="object-598">
            <a:extLst>
              <a:ext uri="{FF2B5EF4-FFF2-40B4-BE49-F238E27FC236}">
                <a16:creationId xmlns:a16="http://schemas.microsoft.com/office/drawing/2014/main" id="{2549B9BB-2AD4-4D96-9C5E-8BD92604681E}"/>
              </a:ext>
            </a:extLst>
          </p:cNvPr>
          <p:cNvSpPr>
            <a:spLocks noGrp="1"/>
          </p:cNvSpPr>
          <p:nvPr/>
        </p:nvSpPr>
        <p:spPr>
          <a:xfrm>
            <a:off x="12720638" y="5238750"/>
            <a:ext cx="52388" cy="547688"/>
          </a:xfrm>
          <a:prstGeom prst="rect">
            <a:avLst/>
          </a:prstGeom>
          <a:solidFill>
            <a:srgbClr val="FFFFFF"/>
          </a:solidFill>
          <a:ln w="13097">
            <a:solidFill>
              <a:srgbClr val="172B4D"/>
            </a:solidFill>
          </a:ln>
        </p:spPr>
      </p:sp>
      <p:sp>
        <p:nvSpPr>
          <p:cNvPr id="599" name="object-599">
            <a:extLst>
              <a:ext uri="{FF2B5EF4-FFF2-40B4-BE49-F238E27FC236}">
                <a16:creationId xmlns:a16="http://schemas.microsoft.com/office/drawing/2014/main" id="{6EA4D54D-D34A-465C-BEB4-EAD95BD1BA7B}"/>
              </a:ext>
            </a:extLst>
          </p:cNvPr>
          <p:cNvSpPr>
            <a:spLocks noGrp="1"/>
          </p:cNvSpPr>
          <p:nvPr/>
        </p:nvSpPr>
        <p:spPr>
          <a:xfrm>
            <a:off x="12773025" y="5238750"/>
            <a:ext cx="52388" cy="547688"/>
          </a:xfrm>
          <a:prstGeom prst="rect">
            <a:avLst/>
          </a:prstGeom>
          <a:solidFill>
            <a:srgbClr val="FFFFFF"/>
          </a:solidFill>
          <a:ln w="13097">
            <a:solidFill>
              <a:srgbClr val="172B4D"/>
            </a:solidFill>
          </a:ln>
        </p:spPr>
      </p:sp>
      <p:sp>
        <p:nvSpPr>
          <p:cNvPr id="600" name="object-600">
            <a:extLst>
              <a:ext uri="{FF2B5EF4-FFF2-40B4-BE49-F238E27FC236}">
                <a16:creationId xmlns:a16="http://schemas.microsoft.com/office/drawing/2014/main" id="{D60CD16E-0E96-499E-A45A-0A1D40DEDE49}"/>
              </a:ext>
            </a:extLst>
          </p:cNvPr>
          <p:cNvSpPr>
            <a:spLocks noGrp="1"/>
          </p:cNvSpPr>
          <p:nvPr/>
        </p:nvSpPr>
        <p:spPr>
          <a:xfrm>
            <a:off x="12825413" y="5238750"/>
            <a:ext cx="52388" cy="547688"/>
          </a:xfrm>
          <a:prstGeom prst="rect">
            <a:avLst/>
          </a:prstGeom>
          <a:solidFill>
            <a:srgbClr val="FFFFFF"/>
          </a:solidFill>
          <a:ln w="13097">
            <a:solidFill>
              <a:srgbClr val="172B4D"/>
            </a:solidFill>
          </a:ln>
        </p:spPr>
      </p:sp>
      <p:sp>
        <p:nvSpPr>
          <p:cNvPr id="601" name="object-601">
            <a:extLst>
              <a:ext uri="{FF2B5EF4-FFF2-40B4-BE49-F238E27FC236}">
                <a16:creationId xmlns:a16="http://schemas.microsoft.com/office/drawing/2014/main" id="{321D7840-26B9-4E68-9AA5-8C779911938F}"/>
              </a:ext>
            </a:extLst>
          </p:cNvPr>
          <p:cNvSpPr>
            <a:spLocks noGrp="1"/>
          </p:cNvSpPr>
          <p:nvPr/>
        </p:nvSpPr>
        <p:spPr>
          <a:xfrm>
            <a:off x="12877800" y="5238750"/>
            <a:ext cx="52388" cy="547688"/>
          </a:xfrm>
          <a:prstGeom prst="rect">
            <a:avLst/>
          </a:prstGeom>
          <a:solidFill>
            <a:srgbClr val="FFFFFF"/>
          </a:solidFill>
          <a:ln w="13097">
            <a:solidFill>
              <a:srgbClr val="172B4D"/>
            </a:solidFill>
          </a:ln>
        </p:spPr>
      </p:sp>
      <p:sp>
        <p:nvSpPr>
          <p:cNvPr id="602" name="object-602">
            <a:extLst>
              <a:ext uri="{FF2B5EF4-FFF2-40B4-BE49-F238E27FC236}">
                <a16:creationId xmlns:a16="http://schemas.microsoft.com/office/drawing/2014/main" id="{03CF4E62-7DDA-4462-A49E-5B1C9BECFAF3}"/>
              </a:ext>
            </a:extLst>
          </p:cNvPr>
          <p:cNvSpPr>
            <a:spLocks noGrp="1"/>
          </p:cNvSpPr>
          <p:nvPr/>
        </p:nvSpPr>
        <p:spPr>
          <a:xfrm>
            <a:off x="12930188" y="5238750"/>
            <a:ext cx="52388" cy="547688"/>
          </a:xfrm>
          <a:prstGeom prst="rect">
            <a:avLst/>
          </a:prstGeom>
          <a:solidFill>
            <a:srgbClr val="FFFFFF"/>
          </a:solidFill>
          <a:ln w="13097">
            <a:solidFill>
              <a:srgbClr val="172B4D"/>
            </a:solidFill>
          </a:ln>
        </p:spPr>
      </p:sp>
      <p:sp>
        <p:nvSpPr>
          <p:cNvPr id="603" name="object-603">
            <a:extLst>
              <a:ext uri="{FF2B5EF4-FFF2-40B4-BE49-F238E27FC236}">
                <a16:creationId xmlns:a16="http://schemas.microsoft.com/office/drawing/2014/main" id="{60AD3543-22F4-4D26-BEEB-3072EFD888D9}"/>
              </a:ext>
            </a:extLst>
          </p:cNvPr>
          <p:cNvSpPr>
            <a:spLocks noGrp="1"/>
          </p:cNvSpPr>
          <p:nvPr/>
        </p:nvSpPr>
        <p:spPr>
          <a:xfrm>
            <a:off x="12982575" y="5238750"/>
            <a:ext cx="52388" cy="547688"/>
          </a:xfrm>
          <a:prstGeom prst="rect">
            <a:avLst/>
          </a:prstGeom>
          <a:solidFill>
            <a:srgbClr val="FFFFFF"/>
          </a:solidFill>
          <a:ln w="13097">
            <a:solidFill>
              <a:srgbClr val="172B4D"/>
            </a:solidFill>
          </a:ln>
        </p:spPr>
      </p:sp>
      <p:sp>
        <p:nvSpPr>
          <p:cNvPr id="604" name="object-604">
            <a:extLst>
              <a:ext uri="{FF2B5EF4-FFF2-40B4-BE49-F238E27FC236}">
                <a16:creationId xmlns:a16="http://schemas.microsoft.com/office/drawing/2014/main" id="{F19D231E-3F57-4E48-AC2E-12D92BE527E3}"/>
              </a:ext>
            </a:extLst>
          </p:cNvPr>
          <p:cNvSpPr>
            <a:spLocks noGrp="1"/>
          </p:cNvSpPr>
          <p:nvPr/>
        </p:nvSpPr>
        <p:spPr>
          <a:xfrm>
            <a:off x="13034963" y="5238750"/>
            <a:ext cx="52388" cy="547688"/>
          </a:xfrm>
          <a:prstGeom prst="rect">
            <a:avLst/>
          </a:prstGeom>
          <a:solidFill>
            <a:srgbClr val="FFFFFF"/>
          </a:solidFill>
          <a:ln w="13097">
            <a:solidFill>
              <a:srgbClr val="172B4D"/>
            </a:solidFill>
          </a:ln>
        </p:spPr>
      </p:sp>
      <p:sp>
        <p:nvSpPr>
          <p:cNvPr id="605" name="object-605">
            <a:extLst>
              <a:ext uri="{FF2B5EF4-FFF2-40B4-BE49-F238E27FC236}">
                <a16:creationId xmlns:a16="http://schemas.microsoft.com/office/drawing/2014/main" id="{F12D9B00-99DB-4603-B23C-F2B059340E77}"/>
              </a:ext>
            </a:extLst>
          </p:cNvPr>
          <p:cNvSpPr>
            <a:spLocks noGrp="1"/>
          </p:cNvSpPr>
          <p:nvPr/>
        </p:nvSpPr>
        <p:spPr>
          <a:xfrm>
            <a:off x="13087350" y="5238750"/>
            <a:ext cx="52388" cy="547688"/>
          </a:xfrm>
          <a:prstGeom prst="rect">
            <a:avLst/>
          </a:prstGeom>
          <a:solidFill>
            <a:srgbClr val="FFFFFF"/>
          </a:solidFill>
          <a:ln w="13097">
            <a:solidFill>
              <a:srgbClr val="172B4D"/>
            </a:solidFill>
          </a:ln>
        </p:spPr>
      </p:sp>
      <p:sp>
        <p:nvSpPr>
          <p:cNvPr id="606" name="object-606">
            <a:extLst>
              <a:ext uri="{FF2B5EF4-FFF2-40B4-BE49-F238E27FC236}">
                <a16:creationId xmlns:a16="http://schemas.microsoft.com/office/drawing/2014/main" id="{BE79CC7C-1F96-4FA7-A184-9BAF446CAC2A}"/>
              </a:ext>
            </a:extLst>
          </p:cNvPr>
          <p:cNvSpPr>
            <a:spLocks noGrp="1"/>
          </p:cNvSpPr>
          <p:nvPr/>
        </p:nvSpPr>
        <p:spPr>
          <a:xfrm>
            <a:off x="13139738" y="5238750"/>
            <a:ext cx="52388" cy="547688"/>
          </a:xfrm>
          <a:prstGeom prst="rect">
            <a:avLst/>
          </a:prstGeom>
          <a:solidFill>
            <a:srgbClr val="FFFFFF"/>
          </a:solidFill>
          <a:ln w="13097">
            <a:solidFill>
              <a:srgbClr val="172B4D"/>
            </a:solidFill>
          </a:ln>
        </p:spPr>
      </p:sp>
      <p:sp>
        <p:nvSpPr>
          <p:cNvPr id="607" name="object-607">
            <a:extLst>
              <a:ext uri="{FF2B5EF4-FFF2-40B4-BE49-F238E27FC236}">
                <a16:creationId xmlns:a16="http://schemas.microsoft.com/office/drawing/2014/main" id="{46668EC2-C020-43B0-AE3F-3B802A263C3D}"/>
              </a:ext>
            </a:extLst>
          </p:cNvPr>
          <p:cNvSpPr>
            <a:spLocks noGrp="1"/>
          </p:cNvSpPr>
          <p:nvPr/>
        </p:nvSpPr>
        <p:spPr>
          <a:xfrm>
            <a:off x="13192125" y="5238750"/>
            <a:ext cx="52388" cy="547688"/>
          </a:xfrm>
          <a:prstGeom prst="rect">
            <a:avLst/>
          </a:prstGeom>
          <a:solidFill>
            <a:srgbClr val="FFFFFF"/>
          </a:solidFill>
          <a:ln w="13097">
            <a:solidFill>
              <a:srgbClr val="172B4D"/>
            </a:solidFill>
          </a:ln>
        </p:spPr>
      </p:sp>
      <p:sp>
        <p:nvSpPr>
          <p:cNvPr id="608" name="object-608">
            <a:extLst>
              <a:ext uri="{FF2B5EF4-FFF2-40B4-BE49-F238E27FC236}">
                <a16:creationId xmlns:a16="http://schemas.microsoft.com/office/drawing/2014/main" id="{72857C61-9B72-4810-85BA-8DB981FFEC70}"/>
              </a:ext>
            </a:extLst>
          </p:cNvPr>
          <p:cNvSpPr>
            <a:spLocks noGrp="1"/>
          </p:cNvSpPr>
          <p:nvPr/>
        </p:nvSpPr>
        <p:spPr>
          <a:xfrm>
            <a:off x="13244513" y="5238750"/>
            <a:ext cx="52388" cy="547688"/>
          </a:xfrm>
          <a:prstGeom prst="rect">
            <a:avLst/>
          </a:prstGeom>
          <a:solidFill>
            <a:srgbClr val="FFFFFF"/>
          </a:solidFill>
          <a:ln w="13097">
            <a:solidFill>
              <a:srgbClr val="172B4D"/>
            </a:solidFill>
          </a:ln>
        </p:spPr>
      </p:sp>
      <p:sp>
        <p:nvSpPr>
          <p:cNvPr id="609" name="object-609">
            <a:extLst>
              <a:ext uri="{FF2B5EF4-FFF2-40B4-BE49-F238E27FC236}">
                <a16:creationId xmlns:a16="http://schemas.microsoft.com/office/drawing/2014/main" id="{BB1E8386-9A7A-491B-A9FC-E9D935D7ECC2}"/>
              </a:ext>
            </a:extLst>
          </p:cNvPr>
          <p:cNvSpPr>
            <a:spLocks noGrp="1"/>
          </p:cNvSpPr>
          <p:nvPr/>
        </p:nvSpPr>
        <p:spPr>
          <a:xfrm>
            <a:off x="13296900" y="5238750"/>
            <a:ext cx="52388" cy="547688"/>
          </a:xfrm>
          <a:prstGeom prst="rect">
            <a:avLst/>
          </a:prstGeom>
          <a:solidFill>
            <a:srgbClr val="FFFFFF"/>
          </a:solidFill>
          <a:ln w="13097">
            <a:solidFill>
              <a:srgbClr val="172B4D"/>
            </a:solidFill>
          </a:ln>
        </p:spPr>
      </p:sp>
      <p:sp>
        <p:nvSpPr>
          <p:cNvPr id="610" name="object-610">
            <a:extLst>
              <a:ext uri="{FF2B5EF4-FFF2-40B4-BE49-F238E27FC236}">
                <a16:creationId xmlns:a16="http://schemas.microsoft.com/office/drawing/2014/main" id="{B1BE6581-9F65-41E1-8EF0-0AFE572E55F9}"/>
              </a:ext>
            </a:extLst>
          </p:cNvPr>
          <p:cNvSpPr>
            <a:spLocks noGrp="1"/>
          </p:cNvSpPr>
          <p:nvPr/>
        </p:nvSpPr>
        <p:spPr>
          <a:xfrm>
            <a:off x="13349288" y="5238750"/>
            <a:ext cx="52388" cy="547688"/>
          </a:xfrm>
          <a:prstGeom prst="rect">
            <a:avLst/>
          </a:prstGeom>
          <a:solidFill>
            <a:srgbClr val="FFFFFF"/>
          </a:solidFill>
          <a:ln w="13097">
            <a:solidFill>
              <a:srgbClr val="172B4D"/>
            </a:solidFill>
          </a:ln>
        </p:spPr>
      </p:sp>
      <p:sp>
        <p:nvSpPr>
          <p:cNvPr id="611" name="object-611">
            <a:extLst>
              <a:ext uri="{FF2B5EF4-FFF2-40B4-BE49-F238E27FC236}">
                <a16:creationId xmlns:a16="http://schemas.microsoft.com/office/drawing/2014/main" id="{BDD52155-B956-42AB-A574-C3FB8276278E}"/>
              </a:ext>
            </a:extLst>
          </p:cNvPr>
          <p:cNvSpPr>
            <a:spLocks noGrp="1"/>
          </p:cNvSpPr>
          <p:nvPr/>
        </p:nvSpPr>
        <p:spPr>
          <a:xfrm>
            <a:off x="13401675" y="5238750"/>
            <a:ext cx="52388" cy="547688"/>
          </a:xfrm>
          <a:prstGeom prst="rect">
            <a:avLst/>
          </a:prstGeom>
          <a:solidFill>
            <a:srgbClr val="FFFFFF"/>
          </a:solidFill>
          <a:ln w="13097">
            <a:solidFill>
              <a:srgbClr val="172B4D"/>
            </a:solidFill>
          </a:ln>
        </p:spPr>
      </p:sp>
      <p:sp>
        <p:nvSpPr>
          <p:cNvPr id="612" name="object-612">
            <a:extLst>
              <a:ext uri="{FF2B5EF4-FFF2-40B4-BE49-F238E27FC236}">
                <a16:creationId xmlns:a16="http://schemas.microsoft.com/office/drawing/2014/main" id="{DDB9F708-4A6E-4CB1-94A4-0894D58822FE}"/>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173/100</a:t>
            </a:r>
          </a:p>
        </p:txBody>
      </p:sp>
      <p:sp>
        <p:nvSpPr>
          <p:cNvPr id="613" name="object-613">
            <a:extLst>
              <a:ext uri="{FF2B5EF4-FFF2-40B4-BE49-F238E27FC236}">
                <a16:creationId xmlns:a16="http://schemas.microsoft.com/office/drawing/2014/main" id="{11DCEFC5-AA76-4256-A966-4EA2DCE0B037}"/>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17/10 &lt; 1.72 &lt; 173%</a:t>
            </a:r>
          </a:p>
        </p:txBody>
      </p:sp>
    </p:spTree>
    <p:extLst>
      <p:ext uri="{BB962C8B-B14F-4D97-AF65-F5344CB8AC3E}">
        <p14:creationId xmlns:p14="http://schemas.microsoft.com/office/powerpoint/2010/main" val="172530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3"/>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3"/>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5"/>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6"/>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8"/>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60"/>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2"/>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3"/>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4"/>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5"/>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6"/>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7"/>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8"/>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9"/>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70"/>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1"/>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8"/>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9"/>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80"/>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9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10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2"/>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3"/>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4"/>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5"/>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6"/>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7"/>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8"/>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9"/>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10"/>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1"/>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2"/>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3"/>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4"/>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5"/>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6"/>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7"/>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8"/>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9"/>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20"/>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1"/>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2"/>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3"/>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4"/>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5"/>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6"/>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7"/>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8"/>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9"/>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30"/>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1"/>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2"/>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3"/>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4"/>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5"/>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6"/>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7"/>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8"/>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9"/>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40"/>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1"/>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2"/>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3"/>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4"/>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5"/>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6"/>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7"/>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8"/>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9"/>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50"/>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1"/>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2"/>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3"/>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4"/>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5"/>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6"/>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7"/>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8"/>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9"/>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60"/>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1"/>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2"/>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3"/>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4"/>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5"/>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6"/>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7"/>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8"/>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9"/>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70"/>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1"/>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2"/>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3"/>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4"/>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5"/>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6"/>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7"/>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8"/>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9"/>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80"/>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1"/>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2"/>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3"/>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4"/>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5"/>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6"/>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7"/>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8"/>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9"/>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90"/>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1"/>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2"/>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3"/>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4"/>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5"/>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6"/>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7"/>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8"/>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9"/>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200"/>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1"/>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2"/>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3"/>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4"/>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5"/>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6"/>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08"/>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210"/>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1"/>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2"/>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3"/>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4"/>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5"/>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6"/>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7"/>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8"/>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9"/>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20"/>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1"/>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2"/>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3"/>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4"/>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5"/>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6"/>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7"/>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8"/>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9"/>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30"/>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1"/>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2"/>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3"/>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4"/>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5"/>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6"/>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7"/>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8"/>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9"/>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40"/>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1"/>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2"/>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3"/>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4"/>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5"/>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6"/>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7"/>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8"/>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9"/>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50"/>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1"/>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2"/>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3"/>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4"/>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5"/>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6"/>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7"/>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8"/>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9"/>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60"/>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1"/>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2"/>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3"/>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4"/>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5"/>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6"/>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7"/>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8"/>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9"/>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70"/>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1"/>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2"/>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3"/>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4"/>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5"/>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6"/>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7"/>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8"/>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9"/>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80"/>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1"/>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2"/>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3"/>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4"/>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5"/>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6"/>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7"/>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8"/>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9"/>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90"/>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1"/>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2"/>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3"/>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4"/>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5"/>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6"/>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7"/>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8"/>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9"/>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300"/>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1"/>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2"/>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3"/>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4"/>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5"/>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6"/>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7"/>
                                        </p:tgtEl>
                                        <p:attrNameLst>
                                          <p:attrName>style.visibility</p:attrName>
                                        </p:attrNameLst>
                                      </p:cBhvr>
                                      <p:to>
                                        <p:strVal val="visible"/>
                                      </p:to>
                                    </p:set>
                                  </p:childTnLst>
                                </p:cTn>
                              </p:par>
                              <p:par>
                                <p:cTn id="605" presetID="1" presetClass="entr" presetSubtype="0" fill="hold" nodeType="withEffect">
                                  <p:stCondLst>
                                    <p:cond delay="0"/>
                                  </p:stCondLst>
                                  <p:childTnLst>
                                    <p:set>
                                      <p:cBhvr>
                                        <p:cTn id="606" dur="1" fill="hold">
                                          <p:stCondLst>
                                            <p:cond delay="0"/>
                                          </p:stCondLst>
                                        </p:cTn>
                                        <p:tgtEl>
                                          <p:spTgt spid="308"/>
                                        </p:tgtEl>
                                        <p:attrNameLst>
                                          <p:attrName>style.visibility</p:attrName>
                                        </p:attrNameLst>
                                      </p:cBhvr>
                                      <p:to>
                                        <p:strVal val="visible"/>
                                      </p:to>
                                    </p:set>
                                  </p:childTnLst>
                                </p:cTn>
                              </p:par>
                              <p:par>
                                <p:cTn id="607" presetID="1" presetClass="entr" presetSubtype="0" fill="hold" nodeType="withEffect">
                                  <p:stCondLst>
                                    <p:cond delay="0"/>
                                  </p:stCondLst>
                                  <p:childTnLst>
                                    <p:set>
                                      <p:cBhvr>
                                        <p:cTn id="608" dur="1" fill="hold">
                                          <p:stCondLst>
                                            <p:cond delay="0"/>
                                          </p:stCondLst>
                                        </p:cTn>
                                        <p:tgtEl>
                                          <p:spTgt spid="309"/>
                                        </p:tgtEl>
                                        <p:attrNameLst>
                                          <p:attrName>style.visibility</p:attrName>
                                        </p:attrNameLst>
                                      </p:cBhvr>
                                      <p:to>
                                        <p:strVal val="visible"/>
                                      </p:to>
                                    </p:set>
                                  </p:childTnLst>
                                </p:cTn>
                              </p:par>
                              <p:par>
                                <p:cTn id="609" presetID="1" presetClass="entr" presetSubtype="0" fill="hold" nodeType="withEffect">
                                  <p:stCondLst>
                                    <p:cond delay="0"/>
                                  </p:stCondLst>
                                  <p:childTnLst>
                                    <p:set>
                                      <p:cBhvr>
                                        <p:cTn id="610" dur="1" fill="hold">
                                          <p:stCondLst>
                                            <p:cond delay="0"/>
                                          </p:stCondLst>
                                        </p:cTn>
                                        <p:tgtEl>
                                          <p:spTgt spid="310"/>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1"/>
                                        </p:tgtEl>
                                        <p:attrNameLst>
                                          <p:attrName>style.visibility</p:attrName>
                                        </p:attrNameLst>
                                      </p:cBhvr>
                                      <p:to>
                                        <p:strVal val="visible"/>
                                      </p:to>
                                    </p:set>
                                  </p:childTnLst>
                                </p:cTn>
                              </p:par>
                              <p:par>
                                <p:cTn id="613" presetID="1" presetClass="entr" presetSubtype="0" fill="hold" nodeType="withEffect">
                                  <p:stCondLst>
                                    <p:cond delay="0"/>
                                  </p:stCondLst>
                                  <p:childTnLst>
                                    <p:set>
                                      <p:cBhvr>
                                        <p:cTn id="614" dur="1" fill="hold">
                                          <p:stCondLst>
                                            <p:cond delay="0"/>
                                          </p:stCondLst>
                                        </p:cTn>
                                        <p:tgtEl>
                                          <p:spTgt spid="312"/>
                                        </p:tgtEl>
                                        <p:attrNameLst>
                                          <p:attrName>style.visibility</p:attrName>
                                        </p:attrNameLst>
                                      </p:cBhvr>
                                      <p:to>
                                        <p:strVal val="visible"/>
                                      </p:to>
                                    </p:set>
                                  </p:childTnLst>
                                </p:cTn>
                              </p:par>
                              <p:par>
                                <p:cTn id="615" presetID="1" presetClass="entr" presetSubtype="0" fill="hold" nodeType="withEffect">
                                  <p:stCondLst>
                                    <p:cond delay="0"/>
                                  </p:stCondLst>
                                  <p:childTnLst>
                                    <p:set>
                                      <p:cBhvr>
                                        <p:cTn id="616" dur="1" fill="hold">
                                          <p:stCondLst>
                                            <p:cond delay="0"/>
                                          </p:stCondLst>
                                        </p:cTn>
                                        <p:tgtEl>
                                          <p:spTgt spid="313"/>
                                        </p:tgtEl>
                                        <p:attrNameLst>
                                          <p:attrName>style.visibility</p:attrName>
                                        </p:attrNameLst>
                                      </p:cBhvr>
                                      <p:to>
                                        <p:strVal val="visible"/>
                                      </p:to>
                                    </p:set>
                                  </p:childTnLst>
                                </p:cTn>
                              </p:par>
                              <p:par>
                                <p:cTn id="617" presetID="1" presetClass="entr" presetSubtype="0" fill="hold" nodeType="withEffect">
                                  <p:stCondLst>
                                    <p:cond delay="0"/>
                                  </p:stCondLst>
                                  <p:childTnLst>
                                    <p:set>
                                      <p:cBhvr>
                                        <p:cTn id="618" dur="1" fill="hold">
                                          <p:stCondLst>
                                            <p:cond delay="0"/>
                                          </p:stCondLst>
                                        </p:cTn>
                                        <p:tgtEl>
                                          <p:spTgt spid="314"/>
                                        </p:tgtEl>
                                        <p:attrNameLst>
                                          <p:attrName>style.visibility</p:attrName>
                                        </p:attrNameLst>
                                      </p:cBhvr>
                                      <p:to>
                                        <p:strVal val="visible"/>
                                      </p:to>
                                    </p:set>
                                  </p:childTnLst>
                                </p:cTn>
                              </p:par>
                              <p:par>
                                <p:cTn id="619" presetID="1" presetClass="entr" presetSubtype="0" fill="hold" nodeType="withEffect">
                                  <p:stCondLst>
                                    <p:cond delay="0"/>
                                  </p:stCondLst>
                                  <p:childTnLst>
                                    <p:set>
                                      <p:cBhvr>
                                        <p:cTn id="620" dur="1" fill="hold">
                                          <p:stCondLst>
                                            <p:cond delay="0"/>
                                          </p:stCondLst>
                                        </p:cTn>
                                        <p:tgtEl>
                                          <p:spTgt spid="315"/>
                                        </p:tgtEl>
                                        <p:attrNameLst>
                                          <p:attrName>style.visibility</p:attrName>
                                        </p:attrNameLst>
                                      </p:cBhvr>
                                      <p:to>
                                        <p:strVal val="visible"/>
                                      </p:to>
                                    </p:set>
                                  </p:childTnLst>
                                </p:cTn>
                              </p:par>
                              <p:par>
                                <p:cTn id="621" presetID="1" presetClass="entr" presetSubtype="0" fill="hold" nodeType="withEffect">
                                  <p:stCondLst>
                                    <p:cond delay="0"/>
                                  </p:stCondLst>
                                  <p:childTnLst>
                                    <p:set>
                                      <p:cBhvr>
                                        <p:cTn id="622" dur="1" fill="hold">
                                          <p:stCondLst>
                                            <p:cond delay="0"/>
                                          </p:stCondLst>
                                        </p:cTn>
                                        <p:tgtEl>
                                          <p:spTgt spid="316"/>
                                        </p:tgtEl>
                                        <p:attrNameLst>
                                          <p:attrName>style.visibility</p:attrName>
                                        </p:attrNameLst>
                                      </p:cBhvr>
                                      <p:to>
                                        <p:strVal val="visible"/>
                                      </p:to>
                                    </p:set>
                                  </p:childTnLst>
                                </p:cTn>
                              </p:par>
                              <p:par>
                                <p:cTn id="623" presetID="1" presetClass="entr" presetSubtype="0" fill="hold" nodeType="withEffect">
                                  <p:stCondLst>
                                    <p:cond delay="0"/>
                                  </p:stCondLst>
                                  <p:childTnLst>
                                    <p:set>
                                      <p:cBhvr>
                                        <p:cTn id="624" dur="1" fill="hold">
                                          <p:stCondLst>
                                            <p:cond delay="0"/>
                                          </p:stCondLst>
                                        </p:cTn>
                                        <p:tgtEl>
                                          <p:spTgt spid="317"/>
                                        </p:tgtEl>
                                        <p:attrNameLst>
                                          <p:attrName>style.visibility</p:attrName>
                                        </p:attrNameLst>
                                      </p:cBhvr>
                                      <p:to>
                                        <p:strVal val="visible"/>
                                      </p:to>
                                    </p:set>
                                  </p:childTnLst>
                                </p:cTn>
                              </p:par>
                              <p:par>
                                <p:cTn id="625" presetID="1" presetClass="entr" presetSubtype="0" fill="hold" nodeType="withEffect">
                                  <p:stCondLst>
                                    <p:cond delay="0"/>
                                  </p:stCondLst>
                                  <p:childTnLst>
                                    <p:set>
                                      <p:cBhvr>
                                        <p:cTn id="626" dur="1" fill="hold">
                                          <p:stCondLst>
                                            <p:cond delay="0"/>
                                          </p:stCondLst>
                                        </p:cTn>
                                        <p:tgtEl>
                                          <p:spTgt spid="318"/>
                                        </p:tgtEl>
                                        <p:attrNameLst>
                                          <p:attrName>style.visibility</p:attrName>
                                        </p:attrNameLst>
                                      </p:cBhvr>
                                      <p:to>
                                        <p:strVal val="visible"/>
                                      </p:to>
                                    </p:set>
                                  </p:childTnLst>
                                </p:cTn>
                              </p:par>
                              <p:par>
                                <p:cTn id="627" presetID="1" presetClass="entr" presetSubtype="0" fill="hold" nodeType="withEffect">
                                  <p:stCondLst>
                                    <p:cond delay="0"/>
                                  </p:stCondLst>
                                  <p:childTnLst>
                                    <p:set>
                                      <p:cBhvr>
                                        <p:cTn id="628" dur="1" fill="hold">
                                          <p:stCondLst>
                                            <p:cond delay="0"/>
                                          </p:stCondLst>
                                        </p:cTn>
                                        <p:tgtEl>
                                          <p:spTgt spid="319"/>
                                        </p:tgtEl>
                                        <p:attrNameLst>
                                          <p:attrName>style.visibility</p:attrName>
                                        </p:attrNameLst>
                                      </p:cBhvr>
                                      <p:to>
                                        <p:strVal val="visible"/>
                                      </p:to>
                                    </p:set>
                                  </p:childTnLst>
                                </p:cTn>
                              </p:par>
                              <p:par>
                                <p:cTn id="629" presetID="1" presetClass="entr" presetSubtype="0" fill="hold" nodeType="withEffect">
                                  <p:stCondLst>
                                    <p:cond delay="0"/>
                                  </p:stCondLst>
                                  <p:childTnLst>
                                    <p:set>
                                      <p:cBhvr>
                                        <p:cTn id="630" dur="1" fill="hold">
                                          <p:stCondLst>
                                            <p:cond delay="0"/>
                                          </p:stCondLst>
                                        </p:cTn>
                                        <p:tgtEl>
                                          <p:spTgt spid="320"/>
                                        </p:tgtEl>
                                        <p:attrNameLst>
                                          <p:attrName>style.visibility</p:attrName>
                                        </p:attrNameLst>
                                      </p:cBhvr>
                                      <p:to>
                                        <p:strVal val="visible"/>
                                      </p:to>
                                    </p:set>
                                  </p:childTnLst>
                                </p:cTn>
                              </p:par>
                              <p:par>
                                <p:cTn id="631" presetID="1" presetClass="entr" presetSubtype="0" fill="hold" nodeType="withEffect">
                                  <p:stCondLst>
                                    <p:cond delay="0"/>
                                  </p:stCondLst>
                                  <p:childTnLst>
                                    <p:set>
                                      <p:cBhvr>
                                        <p:cTn id="632" dur="1" fill="hold">
                                          <p:stCondLst>
                                            <p:cond delay="0"/>
                                          </p:stCondLst>
                                        </p:cTn>
                                        <p:tgtEl>
                                          <p:spTgt spid="321"/>
                                        </p:tgtEl>
                                        <p:attrNameLst>
                                          <p:attrName>style.visibility</p:attrName>
                                        </p:attrNameLst>
                                      </p:cBhvr>
                                      <p:to>
                                        <p:strVal val="visible"/>
                                      </p:to>
                                    </p:set>
                                  </p:childTnLst>
                                </p:cTn>
                              </p:par>
                              <p:par>
                                <p:cTn id="633" presetID="1" presetClass="entr" presetSubtype="0" fill="hold" nodeType="withEffect">
                                  <p:stCondLst>
                                    <p:cond delay="0"/>
                                  </p:stCondLst>
                                  <p:childTnLst>
                                    <p:set>
                                      <p:cBhvr>
                                        <p:cTn id="634" dur="1" fill="hold">
                                          <p:stCondLst>
                                            <p:cond delay="0"/>
                                          </p:stCondLst>
                                        </p:cTn>
                                        <p:tgtEl>
                                          <p:spTgt spid="322"/>
                                        </p:tgtEl>
                                        <p:attrNameLst>
                                          <p:attrName>style.visibility</p:attrName>
                                        </p:attrNameLst>
                                      </p:cBhvr>
                                      <p:to>
                                        <p:strVal val="visible"/>
                                      </p:to>
                                    </p:set>
                                  </p:childTnLst>
                                </p:cTn>
                              </p:par>
                              <p:par>
                                <p:cTn id="635" presetID="1" presetClass="entr" presetSubtype="0" fill="hold" nodeType="withEffect">
                                  <p:stCondLst>
                                    <p:cond delay="0"/>
                                  </p:stCondLst>
                                  <p:childTnLst>
                                    <p:set>
                                      <p:cBhvr>
                                        <p:cTn id="636" dur="1" fill="hold">
                                          <p:stCondLst>
                                            <p:cond delay="0"/>
                                          </p:stCondLst>
                                        </p:cTn>
                                        <p:tgtEl>
                                          <p:spTgt spid="323"/>
                                        </p:tgtEl>
                                        <p:attrNameLst>
                                          <p:attrName>style.visibility</p:attrName>
                                        </p:attrNameLst>
                                      </p:cBhvr>
                                      <p:to>
                                        <p:strVal val="visible"/>
                                      </p:to>
                                    </p:set>
                                  </p:childTnLst>
                                </p:cTn>
                              </p:par>
                              <p:par>
                                <p:cTn id="637" presetID="1" presetClass="entr" presetSubtype="0" fill="hold" nodeType="withEffect">
                                  <p:stCondLst>
                                    <p:cond delay="0"/>
                                  </p:stCondLst>
                                  <p:childTnLst>
                                    <p:set>
                                      <p:cBhvr>
                                        <p:cTn id="638" dur="1" fill="hold">
                                          <p:stCondLst>
                                            <p:cond delay="0"/>
                                          </p:stCondLst>
                                        </p:cTn>
                                        <p:tgtEl>
                                          <p:spTgt spid="324"/>
                                        </p:tgtEl>
                                        <p:attrNameLst>
                                          <p:attrName>style.visibility</p:attrName>
                                        </p:attrNameLst>
                                      </p:cBhvr>
                                      <p:to>
                                        <p:strVal val="visible"/>
                                      </p:to>
                                    </p:set>
                                  </p:childTnLst>
                                </p:cTn>
                              </p:par>
                              <p:par>
                                <p:cTn id="639" presetID="1" presetClass="entr" presetSubtype="0" fill="hold" nodeType="withEffect">
                                  <p:stCondLst>
                                    <p:cond delay="0"/>
                                  </p:stCondLst>
                                  <p:childTnLst>
                                    <p:set>
                                      <p:cBhvr>
                                        <p:cTn id="640" dur="1" fill="hold">
                                          <p:stCondLst>
                                            <p:cond delay="0"/>
                                          </p:stCondLst>
                                        </p:cTn>
                                        <p:tgtEl>
                                          <p:spTgt spid="325"/>
                                        </p:tgtEl>
                                        <p:attrNameLst>
                                          <p:attrName>style.visibility</p:attrName>
                                        </p:attrNameLst>
                                      </p:cBhvr>
                                      <p:to>
                                        <p:strVal val="visible"/>
                                      </p:to>
                                    </p:set>
                                  </p:childTnLst>
                                </p:cTn>
                              </p:par>
                              <p:par>
                                <p:cTn id="641" presetID="1" presetClass="entr" presetSubtype="0" fill="hold" nodeType="withEffect">
                                  <p:stCondLst>
                                    <p:cond delay="0"/>
                                  </p:stCondLst>
                                  <p:childTnLst>
                                    <p:set>
                                      <p:cBhvr>
                                        <p:cTn id="642" dur="1" fill="hold">
                                          <p:stCondLst>
                                            <p:cond delay="0"/>
                                          </p:stCondLst>
                                        </p:cTn>
                                        <p:tgtEl>
                                          <p:spTgt spid="326"/>
                                        </p:tgtEl>
                                        <p:attrNameLst>
                                          <p:attrName>style.visibility</p:attrName>
                                        </p:attrNameLst>
                                      </p:cBhvr>
                                      <p:to>
                                        <p:strVal val="visible"/>
                                      </p:to>
                                    </p:set>
                                  </p:childTnLst>
                                </p:cTn>
                              </p:par>
                              <p:par>
                                <p:cTn id="643" presetID="1" presetClass="entr" presetSubtype="0" fill="hold" nodeType="withEffect">
                                  <p:stCondLst>
                                    <p:cond delay="0"/>
                                  </p:stCondLst>
                                  <p:childTnLst>
                                    <p:set>
                                      <p:cBhvr>
                                        <p:cTn id="644" dur="1" fill="hold">
                                          <p:stCondLst>
                                            <p:cond delay="0"/>
                                          </p:stCondLst>
                                        </p:cTn>
                                        <p:tgtEl>
                                          <p:spTgt spid="327"/>
                                        </p:tgtEl>
                                        <p:attrNameLst>
                                          <p:attrName>style.visibility</p:attrName>
                                        </p:attrNameLst>
                                      </p:cBhvr>
                                      <p:to>
                                        <p:strVal val="visible"/>
                                      </p:to>
                                    </p:set>
                                  </p:childTnLst>
                                </p:cTn>
                              </p:par>
                              <p:par>
                                <p:cTn id="645" presetID="1" presetClass="entr" presetSubtype="0" fill="hold" nodeType="withEffect">
                                  <p:stCondLst>
                                    <p:cond delay="0"/>
                                  </p:stCondLst>
                                  <p:childTnLst>
                                    <p:set>
                                      <p:cBhvr>
                                        <p:cTn id="646" dur="1" fill="hold">
                                          <p:stCondLst>
                                            <p:cond delay="0"/>
                                          </p:stCondLst>
                                        </p:cTn>
                                        <p:tgtEl>
                                          <p:spTgt spid="328"/>
                                        </p:tgtEl>
                                        <p:attrNameLst>
                                          <p:attrName>style.visibility</p:attrName>
                                        </p:attrNameLst>
                                      </p:cBhvr>
                                      <p:to>
                                        <p:strVal val="visible"/>
                                      </p:to>
                                    </p:set>
                                  </p:childTnLst>
                                </p:cTn>
                              </p:par>
                              <p:par>
                                <p:cTn id="647" presetID="1" presetClass="entr" presetSubtype="0" fill="hold" nodeType="withEffect">
                                  <p:stCondLst>
                                    <p:cond delay="0"/>
                                  </p:stCondLst>
                                  <p:childTnLst>
                                    <p:set>
                                      <p:cBhvr>
                                        <p:cTn id="648" dur="1" fill="hold">
                                          <p:stCondLst>
                                            <p:cond delay="0"/>
                                          </p:stCondLst>
                                        </p:cTn>
                                        <p:tgtEl>
                                          <p:spTgt spid="329"/>
                                        </p:tgtEl>
                                        <p:attrNameLst>
                                          <p:attrName>style.visibility</p:attrName>
                                        </p:attrNameLst>
                                      </p:cBhvr>
                                      <p:to>
                                        <p:strVal val="visible"/>
                                      </p:to>
                                    </p:set>
                                  </p:childTnLst>
                                </p:cTn>
                              </p:par>
                              <p:par>
                                <p:cTn id="649" presetID="1" presetClass="entr" presetSubtype="0" fill="hold" nodeType="withEffect">
                                  <p:stCondLst>
                                    <p:cond delay="0"/>
                                  </p:stCondLst>
                                  <p:childTnLst>
                                    <p:set>
                                      <p:cBhvr>
                                        <p:cTn id="650" dur="1" fill="hold">
                                          <p:stCondLst>
                                            <p:cond delay="0"/>
                                          </p:stCondLst>
                                        </p:cTn>
                                        <p:tgtEl>
                                          <p:spTgt spid="330"/>
                                        </p:tgtEl>
                                        <p:attrNameLst>
                                          <p:attrName>style.visibility</p:attrName>
                                        </p:attrNameLst>
                                      </p:cBhvr>
                                      <p:to>
                                        <p:strVal val="visible"/>
                                      </p:to>
                                    </p:set>
                                  </p:childTnLst>
                                </p:cTn>
                              </p:par>
                              <p:par>
                                <p:cTn id="651" presetID="1" presetClass="entr" presetSubtype="0" fill="hold" nodeType="withEffect">
                                  <p:stCondLst>
                                    <p:cond delay="0"/>
                                  </p:stCondLst>
                                  <p:childTnLst>
                                    <p:set>
                                      <p:cBhvr>
                                        <p:cTn id="652" dur="1" fill="hold">
                                          <p:stCondLst>
                                            <p:cond delay="0"/>
                                          </p:stCondLst>
                                        </p:cTn>
                                        <p:tgtEl>
                                          <p:spTgt spid="331"/>
                                        </p:tgtEl>
                                        <p:attrNameLst>
                                          <p:attrName>style.visibility</p:attrName>
                                        </p:attrNameLst>
                                      </p:cBhvr>
                                      <p:to>
                                        <p:strVal val="visible"/>
                                      </p:to>
                                    </p:set>
                                  </p:childTnLst>
                                </p:cTn>
                              </p:par>
                              <p:par>
                                <p:cTn id="653" presetID="1" presetClass="entr" presetSubtype="0" fill="hold" nodeType="withEffect">
                                  <p:stCondLst>
                                    <p:cond delay="0"/>
                                  </p:stCondLst>
                                  <p:childTnLst>
                                    <p:set>
                                      <p:cBhvr>
                                        <p:cTn id="654" dur="1" fill="hold">
                                          <p:stCondLst>
                                            <p:cond delay="0"/>
                                          </p:stCondLst>
                                        </p:cTn>
                                        <p:tgtEl>
                                          <p:spTgt spid="332"/>
                                        </p:tgtEl>
                                        <p:attrNameLst>
                                          <p:attrName>style.visibility</p:attrName>
                                        </p:attrNameLst>
                                      </p:cBhvr>
                                      <p:to>
                                        <p:strVal val="visible"/>
                                      </p:to>
                                    </p:set>
                                  </p:childTnLst>
                                </p:cTn>
                              </p:par>
                              <p:par>
                                <p:cTn id="655" presetID="1" presetClass="entr" presetSubtype="0" fill="hold" nodeType="withEffect">
                                  <p:stCondLst>
                                    <p:cond delay="0"/>
                                  </p:stCondLst>
                                  <p:childTnLst>
                                    <p:set>
                                      <p:cBhvr>
                                        <p:cTn id="656" dur="1" fill="hold">
                                          <p:stCondLst>
                                            <p:cond delay="0"/>
                                          </p:stCondLst>
                                        </p:cTn>
                                        <p:tgtEl>
                                          <p:spTgt spid="333"/>
                                        </p:tgtEl>
                                        <p:attrNameLst>
                                          <p:attrName>style.visibility</p:attrName>
                                        </p:attrNameLst>
                                      </p:cBhvr>
                                      <p:to>
                                        <p:strVal val="visible"/>
                                      </p:to>
                                    </p:set>
                                  </p:childTnLst>
                                </p:cTn>
                              </p:par>
                              <p:par>
                                <p:cTn id="657" presetID="1" presetClass="entr" presetSubtype="0" fill="hold" nodeType="withEffect">
                                  <p:stCondLst>
                                    <p:cond delay="0"/>
                                  </p:stCondLst>
                                  <p:childTnLst>
                                    <p:set>
                                      <p:cBhvr>
                                        <p:cTn id="658" dur="1" fill="hold">
                                          <p:stCondLst>
                                            <p:cond delay="0"/>
                                          </p:stCondLst>
                                        </p:cTn>
                                        <p:tgtEl>
                                          <p:spTgt spid="334"/>
                                        </p:tgtEl>
                                        <p:attrNameLst>
                                          <p:attrName>style.visibility</p:attrName>
                                        </p:attrNameLst>
                                      </p:cBhvr>
                                      <p:to>
                                        <p:strVal val="visible"/>
                                      </p:to>
                                    </p:set>
                                  </p:childTnLst>
                                </p:cTn>
                              </p:par>
                              <p:par>
                                <p:cTn id="659" presetID="1" presetClass="entr" presetSubtype="0" fill="hold" nodeType="withEffect">
                                  <p:stCondLst>
                                    <p:cond delay="0"/>
                                  </p:stCondLst>
                                  <p:childTnLst>
                                    <p:set>
                                      <p:cBhvr>
                                        <p:cTn id="660" dur="1" fill="hold">
                                          <p:stCondLst>
                                            <p:cond delay="0"/>
                                          </p:stCondLst>
                                        </p:cTn>
                                        <p:tgtEl>
                                          <p:spTgt spid="335"/>
                                        </p:tgtEl>
                                        <p:attrNameLst>
                                          <p:attrName>style.visibility</p:attrName>
                                        </p:attrNameLst>
                                      </p:cBhvr>
                                      <p:to>
                                        <p:strVal val="visible"/>
                                      </p:to>
                                    </p:set>
                                  </p:childTnLst>
                                </p:cTn>
                              </p:par>
                              <p:par>
                                <p:cTn id="661" presetID="1" presetClass="entr" presetSubtype="0" fill="hold" nodeType="withEffect">
                                  <p:stCondLst>
                                    <p:cond delay="0"/>
                                  </p:stCondLst>
                                  <p:childTnLst>
                                    <p:set>
                                      <p:cBhvr>
                                        <p:cTn id="662" dur="1" fill="hold">
                                          <p:stCondLst>
                                            <p:cond delay="0"/>
                                          </p:stCondLst>
                                        </p:cTn>
                                        <p:tgtEl>
                                          <p:spTgt spid="336"/>
                                        </p:tgtEl>
                                        <p:attrNameLst>
                                          <p:attrName>style.visibility</p:attrName>
                                        </p:attrNameLst>
                                      </p:cBhvr>
                                      <p:to>
                                        <p:strVal val="visible"/>
                                      </p:to>
                                    </p:set>
                                  </p:childTnLst>
                                </p:cTn>
                              </p:par>
                              <p:par>
                                <p:cTn id="663" presetID="1" presetClass="entr" presetSubtype="0" fill="hold" nodeType="withEffect">
                                  <p:stCondLst>
                                    <p:cond delay="0"/>
                                  </p:stCondLst>
                                  <p:childTnLst>
                                    <p:set>
                                      <p:cBhvr>
                                        <p:cTn id="664" dur="1" fill="hold">
                                          <p:stCondLst>
                                            <p:cond delay="0"/>
                                          </p:stCondLst>
                                        </p:cTn>
                                        <p:tgtEl>
                                          <p:spTgt spid="337"/>
                                        </p:tgtEl>
                                        <p:attrNameLst>
                                          <p:attrName>style.visibility</p:attrName>
                                        </p:attrNameLst>
                                      </p:cBhvr>
                                      <p:to>
                                        <p:strVal val="visible"/>
                                      </p:to>
                                    </p:set>
                                  </p:childTnLst>
                                </p:cTn>
                              </p:par>
                              <p:par>
                                <p:cTn id="665" presetID="1" presetClass="entr" presetSubtype="0" fill="hold" nodeType="withEffect">
                                  <p:stCondLst>
                                    <p:cond delay="0"/>
                                  </p:stCondLst>
                                  <p:childTnLst>
                                    <p:set>
                                      <p:cBhvr>
                                        <p:cTn id="666" dur="1" fill="hold">
                                          <p:stCondLst>
                                            <p:cond delay="0"/>
                                          </p:stCondLst>
                                        </p:cTn>
                                        <p:tgtEl>
                                          <p:spTgt spid="338"/>
                                        </p:tgtEl>
                                        <p:attrNameLst>
                                          <p:attrName>style.visibility</p:attrName>
                                        </p:attrNameLst>
                                      </p:cBhvr>
                                      <p:to>
                                        <p:strVal val="visible"/>
                                      </p:to>
                                    </p:set>
                                  </p:childTnLst>
                                </p:cTn>
                              </p:par>
                              <p:par>
                                <p:cTn id="667" presetID="1" presetClass="entr" presetSubtype="0" fill="hold" nodeType="withEffect">
                                  <p:stCondLst>
                                    <p:cond delay="0"/>
                                  </p:stCondLst>
                                  <p:childTnLst>
                                    <p:set>
                                      <p:cBhvr>
                                        <p:cTn id="668" dur="1" fill="hold">
                                          <p:stCondLst>
                                            <p:cond delay="0"/>
                                          </p:stCondLst>
                                        </p:cTn>
                                        <p:tgtEl>
                                          <p:spTgt spid="339"/>
                                        </p:tgtEl>
                                        <p:attrNameLst>
                                          <p:attrName>style.visibility</p:attrName>
                                        </p:attrNameLst>
                                      </p:cBhvr>
                                      <p:to>
                                        <p:strVal val="visible"/>
                                      </p:to>
                                    </p:set>
                                  </p:childTnLst>
                                </p:cTn>
                              </p:par>
                              <p:par>
                                <p:cTn id="669" presetID="1" presetClass="entr" presetSubtype="0" fill="hold" nodeType="withEffect">
                                  <p:stCondLst>
                                    <p:cond delay="0"/>
                                  </p:stCondLst>
                                  <p:childTnLst>
                                    <p:set>
                                      <p:cBhvr>
                                        <p:cTn id="670" dur="1" fill="hold">
                                          <p:stCondLst>
                                            <p:cond delay="0"/>
                                          </p:stCondLst>
                                        </p:cTn>
                                        <p:tgtEl>
                                          <p:spTgt spid="340"/>
                                        </p:tgtEl>
                                        <p:attrNameLst>
                                          <p:attrName>style.visibility</p:attrName>
                                        </p:attrNameLst>
                                      </p:cBhvr>
                                      <p:to>
                                        <p:strVal val="visible"/>
                                      </p:to>
                                    </p:set>
                                  </p:childTnLst>
                                </p:cTn>
                              </p:par>
                              <p:par>
                                <p:cTn id="671" presetID="1" presetClass="entr" presetSubtype="0" fill="hold" nodeType="withEffect">
                                  <p:stCondLst>
                                    <p:cond delay="0"/>
                                  </p:stCondLst>
                                  <p:childTnLst>
                                    <p:set>
                                      <p:cBhvr>
                                        <p:cTn id="672" dur="1" fill="hold">
                                          <p:stCondLst>
                                            <p:cond delay="0"/>
                                          </p:stCondLst>
                                        </p:cTn>
                                        <p:tgtEl>
                                          <p:spTgt spid="341"/>
                                        </p:tgtEl>
                                        <p:attrNameLst>
                                          <p:attrName>style.visibility</p:attrName>
                                        </p:attrNameLst>
                                      </p:cBhvr>
                                      <p:to>
                                        <p:strVal val="visible"/>
                                      </p:to>
                                    </p:set>
                                  </p:childTnLst>
                                </p:cTn>
                              </p:par>
                              <p:par>
                                <p:cTn id="673" presetID="1" presetClass="entr" presetSubtype="0" fill="hold" nodeType="withEffect">
                                  <p:stCondLst>
                                    <p:cond delay="0"/>
                                  </p:stCondLst>
                                  <p:childTnLst>
                                    <p:set>
                                      <p:cBhvr>
                                        <p:cTn id="674" dur="1" fill="hold">
                                          <p:stCondLst>
                                            <p:cond delay="0"/>
                                          </p:stCondLst>
                                        </p:cTn>
                                        <p:tgtEl>
                                          <p:spTgt spid="342"/>
                                        </p:tgtEl>
                                        <p:attrNameLst>
                                          <p:attrName>style.visibility</p:attrName>
                                        </p:attrNameLst>
                                      </p:cBhvr>
                                      <p:to>
                                        <p:strVal val="visible"/>
                                      </p:to>
                                    </p:set>
                                  </p:childTnLst>
                                </p:cTn>
                              </p:par>
                              <p:par>
                                <p:cTn id="675" presetID="1" presetClass="entr" presetSubtype="0" fill="hold" nodeType="withEffect">
                                  <p:stCondLst>
                                    <p:cond delay="0"/>
                                  </p:stCondLst>
                                  <p:childTnLst>
                                    <p:set>
                                      <p:cBhvr>
                                        <p:cTn id="676" dur="1" fill="hold">
                                          <p:stCondLst>
                                            <p:cond delay="0"/>
                                          </p:stCondLst>
                                        </p:cTn>
                                        <p:tgtEl>
                                          <p:spTgt spid="343"/>
                                        </p:tgtEl>
                                        <p:attrNameLst>
                                          <p:attrName>style.visibility</p:attrName>
                                        </p:attrNameLst>
                                      </p:cBhvr>
                                      <p:to>
                                        <p:strVal val="visible"/>
                                      </p:to>
                                    </p:set>
                                  </p:childTnLst>
                                </p:cTn>
                              </p:par>
                              <p:par>
                                <p:cTn id="677" presetID="1" presetClass="entr" presetSubtype="0" fill="hold" nodeType="withEffect">
                                  <p:stCondLst>
                                    <p:cond delay="0"/>
                                  </p:stCondLst>
                                  <p:childTnLst>
                                    <p:set>
                                      <p:cBhvr>
                                        <p:cTn id="678" dur="1" fill="hold">
                                          <p:stCondLst>
                                            <p:cond delay="0"/>
                                          </p:stCondLst>
                                        </p:cTn>
                                        <p:tgtEl>
                                          <p:spTgt spid="344"/>
                                        </p:tgtEl>
                                        <p:attrNameLst>
                                          <p:attrName>style.visibility</p:attrName>
                                        </p:attrNameLst>
                                      </p:cBhvr>
                                      <p:to>
                                        <p:strVal val="visible"/>
                                      </p:to>
                                    </p:set>
                                  </p:childTnLst>
                                </p:cTn>
                              </p:par>
                              <p:par>
                                <p:cTn id="679" presetID="1" presetClass="entr" presetSubtype="0" fill="hold" nodeType="withEffect">
                                  <p:stCondLst>
                                    <p:cond delay="0"/>
                                  </p:stCondLst>
                                  <p:childTnLst>
                                    <p:set>
                                      <p:cBhvr>
                                        <p:cTn id="680" dur="1" fill="hold">
                                          <p:stCondLst>
                                            <p:cond delay="0"/>
                                          </p:stCondLst>
                                        </p:cTn>
                                        <p:tgtEl>
                                          <p:spTgt spid="345"/>
                                        </p:tgtEl>
                                        <p:attrNameLst>
                                          <p:attrName>style.visibility</p:attrName>
                                        </p:attrNameLst>
                                      </p:cBhvr>
                                      <p:to>
                                        <p:strVal val="visible"/>
                                      </p:to>
                                    </p:set>
                                  </p:childTnLst>
                                </p:cTn>
                              </p:par>
                              <p:par>
                                <p:cTn id="681" presetID="1" presetClass="entr" presetSubtype="0" fill="hold" nodeType="withEffect">
                                  <p:stCondLst>
                                    <p:cond delay="0"/>
                                  </p:stCondLst>
                                  <p:childTnLst>
                                    <p:set>
                                      <p:cBhvr>
                                        <p:cTn id="682" dur="1" fill="hold">
                                          <p:stCondLst>
                                            <p:cond delay="0"/>
                                          </p:stCondLst>
                                        </p:cTn>
                                        <p:tgtEl>
                                          <p:spTgt spid="346"/>
                                        </p:tgtEl>
                                        <p:attrNameLst>
                                          <p:attrName>style.visibility</p:attrName>
                                        </p:attrNameLst>
                                      </p:cBhvr>
                                      <p:to>
                                        <p:strVal val="visible"/>
                                      </p:to>
                                    </p:set>
                                  </p:childTnLst>
                                </p:cTn>
                              </p:par>
                              <p:par>
                                <p:cTn id="683" presetID="1" presetClass="entr" presetSubtype="0" fill="hold" nodeType="withEffect">
                                  <p:stCondLst>
                                    <p:cond delay="0"/>
                                  </p:stCondLst>
                                  <p:childTnLst>
                                    <p:set>
                                      <p:cBhvr>
                                        <p:cTn id="684" dur="1" fill="hold">
                                          <p:stCondLst>
                                            <p:cond delay="0"/>
                                          </p:stCondLst>
                                        </p:cTn>
                                        <p:tgtEl>
                                          <p:spTgt spid="347"/>
                                        </p:tgtEl>
                                        <p:attrNameLst>
                                          <p:attrName>style.visibility</p:attrName>
                                        </p:attrNameLst>
                                      </p:cBhvr>
                                      <p:to>
                                        <p:strVal val="visible"/>
                                      </p:to>
                                    </p:set>
                                  </p:childTnLst>
                                </p:cTn>
                              </p:par>
                              <p:par>
                                <p:cTn id="685" presetID="1" presetClass="entr" presetSubtype="0" fill="hold" nodeType="withEffect">
                                  <p:stCondLst>
                                    <p:cond delay="0"/>
                                  </p:stCondLst>
                                  <p:childTnLst>
                                    <p:set>
                                      <p:cBhvr>
                                        <p:cTn id="686" dur="1" fill="hold">
                                          <p:stCondLst>
                                            <p:cond delay="0"/>
                                          </p:stCondLst>
                                        </p:cTn>
                                        <p:tgtEl>
                                          <p:spTgt spid="348"/>
                                        </p:tgtEl>
                                        <p:attrNameLst>
                                          <p:attrName>style.visibility</p:attrName>
                                        </p:attrNameLst>
                                      </p:cBhvr>
                                      <p:to>
                                        <p:strVal val="visible"/>
                                      </p:to>
                                    </p:set>
                                  </p:childTnLst>
                                </p:cTn>
                              </p:par>
                              <p:par>
                                <p:cTn id="687" presetID="1" presetClass="entr" presetSubtype="0" fill="hold" nodeType="withEffect">
                                  <p:stCondLst>
                                    <p:cond delay="0"/>
                                  </p:stCondLst>
                                  <p:childTnLst>
                                    <p:set>
                                      <p:cBhvr>
                                        <p:cTn id="688" dur="1" fill="hold">
                                          <p:stCondLst>
                                            <p:cond delay="0"/>
                                          </p:stCondLst>
                                        </p:cTn>
                                        <p:tgtEl>
                                          <p:spTgt spid="349"/>
                                        </p:tgtEl>
                                        <p:attrNameLst>
                                          <p:attrName>style.visibility</p:attrName>
                                        </p:attrNameLst>
                                      </p:cBhvr>
                                      <p:to>
                                        <p:strVal val="visible"/>
                                      </p:to>
                                    </p:set>
                                  </p:childTnLst>
                                </p:cTn>
                              </p:par>
                              <p:par>
                                <p:cTn id="689" presetID="1" presetClass="entr" presetSubtype="0" fill="hold" nodeType="withEffect">
                                  <p:stCondLst>
                                    <p:cond delay="0"/>
                                  </p:stCondLst>
                                  <p:childTnLst>
                                    <p:set>
                                      <p:cBhvr>
                                        <p:cTn id="690" dur="1" fill="hold">
                                          <p:stCondLst>
                                            <p:cond delay="0"/>
                                          </p:stCondLst>
                                        </p:cTn>
                                        <p:tgtEl>
                                          <p:spTgt spid="350"/>
                                        </p:tgtEl>
                                        <p:attrNameLst>
                                          <p:attrName>style.visibility</p:attrName>
                                        </p:attrNameLst>
                                      </p:cBhvr>
                                      <p:to>
                                        <p:strVal val="visible"/>
                                      </p:to>
                                    </p:set>
                                  </p:childTnLst>
                                </p:cTn>
                              </p:par>
                              <p:par>
                                <p:cTn id="691" presetID="1" presetClass="entr" presetSubtype="0" fill="hold" nodeType="withEffect">
                                  <p:stCondLst>
                                    <p:cond delay="0"/>
                                  </p:stCondLst>
                                  <p:childTnLst>
                                    <p:set>
                                      <p:cBhvr>
                                        <p:cTn id="692" dur="1" fill="hold">
                                          <p:stCondLst>
                                            <p:cond delay="0"/>
                                          </p:stCondLst>
                                        </p:cTn>
                                        <p:tgtEl>
                                          <p:spTgt spid="351"/>
                                        </p:tgtEl>
                                        <p:attrNameLst>
                                          <p:attrName>style.visibility</p:attrName>
                                        </p:attrNameLst>
                                      </p:cBhvr>
                                      <p:to>
                                        <p:strVal val="visible"/>
                                      </p:to>
                                    </p:set>
                                  </p:childTnLst>
                                </p:cTn>
                              </p:par>
                              <p:par>
                                <p:cTn id="693" presetID="1" presetClass="entr" presetSubtype="0" fill="hold" nodeType="withEffect">
                                  <p:stCondLst>
                                    <p:cond delay="0"/>
                                  </p:stCondLst>
                                  <p:childTnLst>
                                    <p:set>
                                      <p:cBhvr>
                                        <p:cTn id="694" dur="1" fill="hold">
                                          <p:stCondLst>
                                            <p:cond delay="0"/>
                                          </p:stCondLst>
                                        </p:cTn>
                                        <p:tgtEl>
                                          <p:spTgt spid="352"/>
                                        </p:tgtEl>
                                        <p:attrNameLst>
                                          <p:attrName>style.visibility</p:attrName>
                                        </p:attrNameLst>
                                      </p:cBhvr>
                                      <p:to>
                                        <p:strVal val="visible"/>
                                      </p:to>
                                    </p:set>
                                  </p:childTnLst>
                                </p:cTn>
                              </p:par>
                              <p:par>
                                <p:cTn id="695" presetID="1" presetClass="entr" presetSubtype="0" fill="hold" nodeType="withEffect">
                                  <p:stCondLst>
                                    <p:cond delay="0"/>
                                  </p:stCondLst>
                                  <p:childTnLst>
                                    <p:set>
                                      <p:cBhvr>
                                        <p:cTn id="696" dur="1" fill="hold">
                                          <p:stCondLst>
                                            <p:cond delay="0"/>
                                          </p:stCondLst>
                                        </p:cTn>
                                        <p:tgtEl>
                                          <p:spTgt spid="353"/>
                                        </p:tgtEl>
                                        <p:attrNameLst>
                                          <p:attrName>style.visibility</p:attrName>
                                        </p:attrNameLst>
                                      </p:cBhvr>
                                      <p:to>
                                        <p:strVal val="visible"/>
                                      </p:to>
                                    </p:set>
                                  </p:childTnLst>
                                </p:cTn>
                              </p:par>
                              <p:par>
                                <p:cTn id="697" presetID="1" presetClass="entr" presetSubtype="0" fill="hold" nodeType="withEffect">
                                  <p:stCondLst>
                                    <p:cond delay="0"/>
                                  </p:stCondLst>
                                  <p:childTnLst>
                                    <p:set>
                                      <p:cBhvr>
                                        <p:cTn id="698" dur="1" fill="hold">
                                          <p:stCondLst>
                                            <p:cond delay="0"/>
                                          </p:stCondLst>
                                        </p:cTn>
                                        <p:tgtEl>
                                          <p:spTgt spid="354"/>
                                        </p:tgtEl>
                                        <p:attrNameLst>
                                          <p:attrName>style.visibility</p:attrName>
                                        </p:attrNameLst>
                                      </p:cBhvr>
                                      <p:to>
                                        <p:strVal val="visible"/>
                                      </p:to>
                                    </p:set>
                                  </p:childTnLst>
                                </p:cTn>
                              </p:par>
                              <p:par>
                                <p:cTn id="699" presetID="1" presetClass="entr" presetSubtype="0" fill="hold" nodeType="withEffect">
                                  <p:stCondLst>
                                    <p:cond delay="0"/>
                                  </p:stCondLst>
                                  <p:childTnLst>
                                    <p:set>
                                      <p:cBhvr>
                                        <p:cTn id="700" dur="1" fill="hold">
                                          <p:stCondLst>
                                            <p:cond delay="0"/>
                                          </p:stCondLst>
                                        </p:cTn>
                                        <p:tgtEl>
                                          <p:spTgt spid="355"/>
                                        </p:tgtEl>
                                        <p:attrNameLst>
                                          <p:attrName>style.visibility</p:attrName>
                                        </p:attrNameLst>
                                      </p:cBhvr>
                                      <p:to>
                                        <p:strVal val="visible"/>
                                      </p:to>
                                    </p:set>
                                  </p:childTnLst>
                                </p:cTn>
                              </p:par>
                              <p:par>
                                <p:cTn id="701" presetID="1" presetClass="entr" presetSubtype="0" fill="hold" nodeType="withEffect">
                                  <p:stCondLst>
                                    <p:cond delay="0"/>
                                  </p:stCondLst>
                                  <p:childTnLst>
                                    <p:set>
                                      <p:cBhvr>
                                        <p:cTn id="702" dur="1" fill="hold">
                                          <p:stCondLst>
                                            <p:cond delay="0"/>
                                          </p:stCondLst>
                                        </p:cTn>
                                        <p:tgtEl>
                                          <p:spTgt spid="356"/>
                                        </p:tgtEl>
                                        <p:attrNameLst>
                                          <p:attrName>style.visibility</p:attrName>
                                        </p:attrNameLst>
                                      </p:cBhvr>
                                      <p:to>
                                        <p:strVal val="visible"/>
                                      </p:to>
                                    </p:set>
                                  </p:childTnLst>
                                </p:cTn>
                              </p:par>
                              <p:par>
                                <p:cTn id="703" presetID="1" presetClass="entr" presetSubtype="0" fill="hold" nodeType="withEffect">
                                  <p:stCondLst>
                                    <p:cond delay="0"/>
                                  </p:stCondLst>
                                  <p:childTnLst>
                                    <p:set>
                                      <p:cBhvr>
                                        <p:cTn id="704" dur="1" fill="hold">
                                          <p:stCondLst>
                                            <p:cond delay="0"/>
                                          </p:stCondLst>
                                        </p:cTn>
                                        <p:tgtEl>
                                          <p:spTgt spid="357"/>
                                        </p:tgtEl>
                                        <p:attrNameLst>
                                          <p:attrName>style.visibility</p:attrName>
                                        </p:attrNameLst>
                                      </p:cBhvr>
                                      <p:to>
                                        <p:strVal val="visible"/>
                                      </p:to>
                                    </p:set>
                                  </p:childTnLst>
                                </p:cTn>
                              </p:par>
                              <p:par>
                                <p:cTn id="705" presetID="1" presetClass="entr" presetSubtype="0" fill="hold" nodeType="withEffect">
                                  <p:stCondLst>
                                    <p:cond delay="0"/>
                                  </p:stCondLst>
                                  <p:childTnLst>
                                    <p:set>
                                      <p:cBhvr>
                                        <p:cTn id="706" dur="1" fill="hold">
                                          <p:stCondLst>
                                            <p:cond delay="0"/>
                                          </p:stCondLst>
                                        </p:cTn>
                                        <p:tgtEl>
                                          <p:spTgt spid="358"/>
                                        </p:tgtEl>
                                        <p:attrNameLst>
                                          <p:attrName>style.visibility</p:attrName>
                                        </p:attrNameLst>
                                      </p:cBhvr>
                                      <p:to>
                                        <p:strVal val="visible"/>
                                      </p:to>
                                    </p:set>
                                  </p:childTnLst>
                                </p:cTn>
                              </p:par>
                              <p:par>
                                <p:cTn id="707" presetID="1" presetClass="entr" presetSubtype="0" fill="hold" nodeType="withEffect">
                                  <p:stCondLst>
                                    <p:cond delay="0"/>
                                  </p:stCondLst>
                                  <p:childTnLst>
                                    <p:set>
                                      <p:cBhvr>
                                        <p:cTn id="708" dur="1" fill="hold">
                                          <p:stCondLst>
                                            <p:cond delay="0"/>
                                          </p:stCondLst>
                                        </p:cTn>
                                        <p:tgtEl>
                                          <p:spTgt spid="359"/>
                                        </p:tgtEl>
                                        <p:attrNameLst>
                                          <p:attrName>style.visibility</p:attrName>
                                        </p:attrNameLst>
                                      </p:cBhvr>
                                      <p:to>
                                        <p:strVal val="visible"/>
                                      </p:to>
                                    </p:set>
                                  </p:childTnLst>
                                </p:cTn>
                              </p:par>
                              <p:par>
                                <p:cTn id="709" presetID="1" presetClass="entr" presetSubtype="0" fill="hold" nodeType="withEffect">
                                  <p:stCondLst>
                                    <p:cond delay="0"/>
                                  </p:stCondLst>
                                  <p:childTnLst>
                                    <p:set>
                                      <p:cBhvr>
                                        <p:cTn id="710" dur="1" fill="hold">
                                          <p:stCondLst>
                                            <p:cond delay="0"/>
                                          </p:stCondLst>
                                        </p:cTn>
                                        <p:tgtEl>
                                          <p:spTgt spid="360"/>
                                        </p:tgtEl>
                                        <p:attrNameLst>
                                          <p:attrName>style.visibility</p:attrName>
                                        </p:attrNameLst>
                                      </p:cBhvr>
                                      <p:to>
                                        <p:strVal val="visible"/>
                                      </p:to>
                                    </p:set>
                                  </p:childTnLst>
                                </p:cTn>
                              </p:par>
                              <p:par>
                                <p:cTn id="711" presetID="1" presetClass="entr" presetSubtype="0" fill="hold" nodeType="withEffect">
                                  <p:stCondLst>
                                    <p:cond delay="0"/>
                                  </p:stCondLst>
                                  <p:childTnLst>
                                    <p:set>
                                      <p:cBhvr>
                                        <p:cTn id="712" dur="1" fill="hold">
                                          <p:stCondLst>
                                            <p:cond delay="0"/>
                                          </p:stCondLst>
                                        </p:cTn>
                                        <p:tgtEl>
                                          <p:spTgt spid="361"/>
                                        </p:tgtEl>
                                        <p:attrNameLst>
                                          <p:attrName>style.visibility</p:attrName>
                                        </p:attrNameLst>
                                      </p:cBhvr>
                                      <p:to>
                                        <p:strVal val="visible"/>
                                      </p:to>
                                    </p:set>
                                  </p:childTnLst>
                                </p:cTn>
                              </p:par>
                              <p:par>
                                <p:cTn id="713" presetID="1" presetClass="entr" presetSubtype="0" fill="hold" nodeType="withEffect">
                                  <p:stCondLst>
                                    <p:cond delay="0"/>
                                  </p:stCondLst>
                                  <p:childTnLst>
                                    <p:set>
                                      <p:cBhvr>
                                        <p:cTn id="714" dur="1" fill="hold">
                                          <p:stCondLst>
                                            <p:cond delay="0"/>
                                          </p:stCondLst>
                                        </p:cTn>
                                        <p:tgtEl>
                                          <p:spTgt spid="362"/>
                                        </p:tgtEl>
                                        <p:attrNameLst>
                                          <p:attrName>style.visibility</p:attrName>
                                        </p:attrNameLst>
                                      </p:cBhvr>
                                      <p:to>
                                        <p:strVal val="visible"/>
                                      </p:to>
                                    </p:set>
                                  </p:childTnLst>
                                </p:cTn>
                              </p:par>
                              <p:par>
                                <p:cTn id="715" presetID="1" presetClass="entr" presetSubtype="0" fill="hold" nodeType="withEffect">
                                  <p:stCondLst>
                                    <p:cond delay="0"/>
                                  </p:stCondLst>
                                  <p:childTnLst>
                                    <p:set>
                                      <p:cBhvr>
                                        <p:cTn id="716" dur="1" fill="hold">
                                          <p:stCondLst>
                                            <p:cond delay="0"/>
                                          </p:stCondLst>
                                        </p:cTn>
                                        <p:tgtEl>
                                          <p:spTgt spid="363"/>
                                        </p:tgtEl>
                                        <p:attrNameLst>
                                          <p:attrName>style.visibility</p:attrName>
                                        </p:attrNameLst>
                                      </p:cBhvr>
                                      <p:to>
                                        <p:strVal val="visible"/>
                                      </p:to>
                                    </p:set>
                                  </p:childTnLst>
                                </p:cTn>
                              </p:par>
                              <p:par>
                                <p:cTn id="717" presetID="1" presetClass="entr" presetSubtype="0" fill="hold" nodeType="withEffect">
                                  <p:stCondLst>
                                    <p:cond delay="0"/>
                                  </p:stCondLst>
                                  <p:childTnLst>
                                    <p:set>
                                      <p:cBhvr>
                                        <p:cTn id="718" dur="1" fill="hold">
                                          <p:stCondLst>
                                            <p:cond delay="0"/>
                                          </p:stCondLst>
                                        </p:cTn>
                                        <p:tgtEl>
                                          <p:spTgt spid="364"/>
                                        </p:tgtEl>
                                        <p:attrNameLst>
                                          <p:attrName>style.visibility</p:attrName>
                                        </p:attrNameLst>
                                      </p:cBhvr>
                                      <p:to>
                                        <p:strVal val="visible"/>
                                      </p:to>
                                    </p:set>
                                  </p:childTnLst>
                                </p:cTn>
                              </p:par>
                              <p:par>
                                <p:cTn id="719" presetID="1" presetClass="entr" presetSubtype="0" fill="hold" nodeType="withEffect">
                                  <p:stCondLst>
                                    <p:cond delay="0"/>
                                  </p:stCondLst>
                                  <p:childTnLst>
                                    <p:set>
                                      <p:cBhvr>
                                        <p:cTn id="720" dur="1" fill="hold">
                                          <p:stCondLst>
                                            <p:cond delay="0"/>
                                          </p:stCondLst>
                                        </p:cTn>
                                        <p:tgtEl>
                                          <p:spTgt spid="365"/>
                                        </p:tgtEl>
                                        <p:attrNameLst>
                                          <p:attrName>style.visibility</p:attrName>
                                        </p:attrNameLst>
                                      </p:cBhvr>
                                      <p:to>
                                        <p:strVal val="visible"/>
                                      </p:to>
                                    </p:set>
                                  </p:childTnLst>
                                </p:cTn>
                              </p:par>
                              <p:par>
                                <p:cTn id="721" presetID="1" presetClass="entr" presetSubtype="0" fill="hold" nodeType="withEffect">
                                  <p:stCondLst>
                                    <p:cond delay="0"/>
                                  </p:stCondLst>
                                  <p:childTnLst>
                                    <p:set>
                                      <p:cBhvr>
                                        <p:cTn id="722" dur="1" fill="hold">
                                          <p:stCondLst>
                                            <p:cond delay="0"/>
                                          </p:stCondLst>
                                        </p:cTn>
                                        <p:tgtEl>
                                          <p:spTgt spid="366"/>
                                        </p:tgtEl>
                                        <p:attrNameLst>
                                          <p:attrName>style.visibility</p:attrName>
                                        </p:attrNameLst>
                                      </p:cBhvr>
                                      <p:to>
                                        <p:strVal val="visible"/>
                                      </p:to>
                                    </p:set>
                                  </p:childTnLst>
                                </p:cTn>
                              </p:par>
                              <p:par>
                                <p:cTn id="723" presetID="1" presetClass="entr" presetSubtype="0" fill="hold" nodeType="withEffect">
                                  <p:stCondLst>
                                    <p:cond delay="0"/>
                                  </p:stCondLst>
                                  <p:childTnLst>
                                    <p:set>
                                      <p:cBhvr>
                                        <p:cTn id="724" dur="1" fill="hold">
                                          <p:stCondLst>
                                            <p:cond delay="0"/>
                                          </p:stCondLst>
                                        </p:cTn>
                                        <p:tgtEl>
                                          <p:spTgt spid="367"/>
                                        </p:tgtEl>
                                        <p:attrNameLst>
                                          <p:attrName>style.visibility</p:attrName>
                                        </p:attrNameLst>
                                      </p:cBhvr>
                                      <p:to>
                                        <p:strVal val="visible"/>
                                      </p:to>
                                    </p:set>
                                  </p:childTnLst>
                                </p:cTn>
                              </p:par>
                              <p:par>
                                <p:cTn id="725" presetID="1" presetClass="entr" presetSubtype="0" fill="hold" nodeType="withEffect">
                                  <p:stCondLst>
                                    <p:cond delay="0"/>
                                  </p:stCondLst>
                                  <p:childTnLst>
                                    <p:set>
                                      <p:cBhvr>
                                        <p:cTn id="726" dur="1" fill="hold">
                                          <p:stCondLst>
                                            <p:cond delay="0"/>
                                          </p:stCondLst>
                                        </p:cTn>
                                        <p:tgtEl>
                                          <p:spTgt spid="368"/>
                                        </p:tgtEl>
                                        <p:attrNameLst>
                                          <p:attrName>style.visibility</p:attrName>
                                        </p:attrNameLst>
                                      </p:cBhvr>
                                      <p:to>
                                        <p:strVal val="visible"/>
                                      </p:to>
                                    </p:set>
                                  </p:childTnLst>
                                </p:cTn>
                              </p:par>
                              <p:par>
                                <p:cTn id="727" presetID="1" presetClass="entr" presetSubtype="0" fill="hold" nodeType="withEffect">
                                  <p:stCondLst>
                                    <p:cond delay="0"/>
                                  </p:stCondLst>
                                  <p:childTnLst>
                                    <p:set>
                                      <p:cBhvr>
                                        <p:cTn id="728" dur="1" fill="hold">
                                          <p:stCondLst>
                                            <p:cond delay="0"/>
                                          </p:stCondLst>
                                        </p:cTn>
                                        <p:tgtEl>
                                          <p:spTgt spid="369"/>
                                        </p:tgtEl>
                                        <p:attrNameLst>
                                          <p:attrName>style.visibility</p:attrName>
                                        </p:attrNameLst>
                                      </p:cBhvr>
                                      <p:to>
                                        <p:strVal val="visible"/>
                                      </p:to>
                                    </p:set>
                                  </p:childTnLst>
                                </p:cTn>
                              </p:par>
                              <p:par>
                                <p:cTn id="729" presetID="1" presetClass="entr" presetSubtype="0" fill="hold" nodeType="withEffect">
                                  <p:stCondLst>
                                    <p:cond delay="0"/>
                                  </p:stCondLst>
                                  <p:childTnLst>
                                    <p:set>
                                      <p:cBhvr>
                                        <p:cTn id="730" dur="1" fill="hold">
                                          <p:stCondLst>
                                            <p:cond delay="0"/>
                                          </p:stCondLst>
                                        </p:cTn>
                                        <p:tgtEl>
                                          <p:spTgt spid="370"/>
                                        </p:tgtEl>
                                        <p:attrNameLst>
                                          <p:attrName>style.visibility</p:attrName>
                                        </p:attrNameLst>
                                      </p:cBhvr>
                                      <p:to>
                                        <p:strVal val="visible"/>
                                      </p:to>
                                    </p:set>
                                  </p:childTnLst>
                                </p:cTn>
                              </p:par>
                              <p:par>
                                <p:cTn id="731" presetID="1" presetClass="entr" presetSubtype="0" fill="hold" nodeType="withEffect">
                                  <p:stCondLst>
                                    <p:cond delay="0"/>
                                  </p:stCondLst>
                                  <p:childTnLst>
                                    <p:set>
                                      <p:cBhvr>
                                        <p:cTn id="732" dur="1" fill="hold">
                                          <p:stCondLst>
                                            <p:cond delay="0"/>
                                          </p:stCondLst>
                                        </p:cTn>
                                        <p:tgtEl>
                                          <p:spTgt spid="371"/>
                                        </p:tgtEl>
                                        <p:attrNameLst>
                                          <p:attrName>style.visibility</p:attrName>
                                        </p:attrNameLst>
                                      </p:cBhvr>
                                      <p:to>
                                        <p:strVal val="visible"/>
                                      </p:to>
                                    </p:set>
                                  </p:childTnLst>
                                </p:cTn>
                              </p:par>
                              <p:par>
                                <p:cTn id="733" presetID="1" presetClass="entr" presetSubtype="0" fill="hold" nodeType="withEffect">
                                  <p:stCondLst>
                                    <p:cond delay="0"/>
                                  </p:stCondLst>
                                  <p:childTnLst>
                                    <p:set>
                                      <p:cBhvr>
                                        <p:cTn id="734" dur="1" fill="hold">
                                          <p:stCondLst>
                                            <p:cond delay="0"/>
                                          </p:stCondLst>
                                        </p:cTn>
                                        <p:tgtEl>
                                          <p:spTgt spid="372"/>
                                        </p:tgtEl>
                                        <p:attrNameLst>
                                          <p:attrName>style.visibility</p:attrName>
                                        </p:attrNameLst>
                                      </p:cBhvr>
                                      <p:to>
                                        <p:strVal val="visible"/>
                                      </p:to>
                                    </p:set>
                                  </p:childTnLst>
                                </p:cTn>
                              </p:par>
                              <p:par>
                                <p:cTn id="735" presetID="1" presetClass="entr" presetSubtype="0" fill="hold" nodeType="withEffect">
                                  <p:stCondLst>
                                    <p:cond delay="0"/>
                                  </p:stCondLst>
                                  <p:childTnLst>
                                    <p:set>
                                      <p:cBhvr>
                                        <p:cTn id="736" dur="1" fill="hold">
                                          <p:stCondLst>
                                            <p:cond delay="0"/>
                                          </p:stCondLst>
                                        </p:cTn>
                                        <p:tgtEl>
                                          <p:spTgt spid="373"/>
                                        </p:tgtEl>
                                        <p:attrNameLst>
                                          <p:attrName>style.visibility</p:attrName>
                                        </p:attrNameLst>
                                      </p:cBhvr>
                                      <p:to>
                                        <p:strVal val="visible"/>
                                      </p:to>
                                    </p:set>
                                  </p:childTnLst>
                                </p:cTn>
                              </p:par>
                              <p:par>
                                <p:cTn id="737" presetID="1" presetClass="entr" presetSubtype="0" fill="hold" nodeType="withEffect">
                                  <p:stCondLst>
                                    <p:cond delay="0"/>
                                  </p:stCondLst>
                                  <p:childTnLst>
                                    <p:set>
                                      <p:cBhvr>
                                        <p:cTn id="738" dur="1" fill="hold">
                                          <p:stCondLst>
                                            <p:cond delay="0"/>
                                          </p:stCondLst>
                                        </p:cTn>
                                        <p:tgtEl>
                                          <p:spTgt spid="374"/>
                                        </p:tgtEl>
                                        <p:attrNameLst>
                                          <p:attrName>style.visibility</p:attrName>
                                        </p:attrNameLst>
                                      </p:cBhvr>
                                      <p:to>
                                        <p:strVal val="visible"/>
                                      </p:to>
                                    </p:set>
                                  </p:childTnLst>
                                </p:cTn>
                              </p:par>
                              <p:par>
                                <p:cTn id="739" presetID="1" presetClass="entr" presetSubtype="0" fill="hold" nodeType="withEffect">
                                  <p:stCondLst>
                                    <p:cond delay="0"/>
                                  </p:stCondLst>
                                  <p:childTnLst>
                                    <p:set>
                                      <p:cBhvr>
                                        <p:cTn id="740" dur="1" fill="hold">
                                          <p:stCondLst>
                                            <p:cond delay="0"/>
                                          </p:stCondLst>
                                        </p:cTn>
                                        <p:tgtEl>
                                          <p:spTgt spid="375"/>
                                        </p:tgtEl>
                                        <p:attrNameLst>
                                          <p:attrName>style.visibility</p:attrName>
                                        </p:attrNameLst>
                                      </p:cBhvr>
                                      <p:to>
                                        <p:strVal val="visible"/>
                                      </p:to>
                                    </p:set>
                                  </p:childTnLst>
                                </p:cTn>
                              </p:par>
                              <p:par>
                                <p:cTn id="741" presetID="1" presetClass="entr" presetSubtype="0" fill="hold" nodeType="withEffect">
                                  <p:stCondLst>
                                    <p:cond delay="0"/>
                                  </p:stCondLst>
                                  <p:childTnLst>
                                    <p:set>
                                      <p:cBhvr>
                                        <p:cTn id="742" dur="1" fill="hold">
                                          <p:stCondLst>
                                            <p:cond delay="0"/>
                                          </p:stCondLst>
                                        </p:cTn>
                                        <p:tgtEl>
                                          <p:spTgt spid="376"/>
                                        </p:tgtEl>
                                        <p:attrNameLst>
                                          <p:attrName>style.visibility</p:attrName>
                                        </p:attrNameLst>
                                      </p:cBhvr>
                                      <p:to>
                                        <p:strVal val="visible"/>
                                      </p:to>
                                    </p:set>
                                  </p:childTnLst>
                                </p:cTn>
                              </p:par>
                              <p:par>
                                <p:cTn id="743" presetID="1" presetClass="entr" presetSubtype="0" fill="hold" nodeType="withEffect">
                                  <p:stCondLst>
                                    <p:cond delay="0"/>
                                  </p:stCondLst>
                                  <p:childTnLst>
                                    <p:set>
                                      <p:cBhvr>
                                        <p:cTn id="744" dur="1" fill="hold">
                                          <p:stCondLst>
                                            <p:cond delay="0"/>
                                          </p:stCondLst>
                                        </p:cTn>
                                        <p:tgtEl>
                                          <p:spTgt spid="377"/>
                                        </p:tgtEl>
                                        <p:attrNameLst>
                                          <p:attrName>style.visibility</p:attrName>
                                        </p:attrNameLst>
                                      </p:cBhvr>
                                      <p:to>
                                        <p:strVal val="visible"/>
                                      </p:to>
                                    </p:set>
                                  </p:childTnLst>
                                </p:cTn>
                              </p:par>
                              <p:par>
                                <p:cTn id="745" presetID="1" presetClass="entr" presetSubtype="0" fill="hold" nodeType="withEffect">
                                  <p:stCondLst>
                                    <p:cond delay="0"/>
                                  </p:stCondLst>
                                  <p:childTnLst>
                                    <p:set>
                                      <p:cBhvr>
                                        <p:cTn id="746" dur="1" fill="hold">
                                          <p:stCondLst>
                                            <p:cond delay="0"/>
                                          </p:stCondLst>
                                        </p:cTn>
                                        <p:tgtEl>
                                          <p:spTgt spid="378"/>
                                        </p:tgtEl>
                                        <p:attrNameLst>
                                          <p:attrName>style.visibility</p:attrName>
                                        </p:attrNameLst>
                                      </p:cBhvr>
                                      <p:to>
                                        <p:strVal val="visible"/>
                                      </p:to>
                                    </p:set>
                                  </p:childTnLst>
                                </p:cTn>
                              </p:par>
                              <p:par>
                                <p:cTn id="747" presetID="1" presetClass="entr" presetSubtype="0" fill="hold" nodeType="withEffect">
                                  <p:stCondLst>
                                    <p:cond delay="0"/>
                                  </p:stCondLst>
                                  <p:childTnLst>
                                    <p:set>
                                      <p:cBhvr>
                                        <p:cTn id="748" dur="1" fill="hold">
                                          <p:stCondLst>
                                            <p:cond delay="0"/>
                                          </p:stCondLst>
                                        </p:cTn>
                                        <p:tgtEl>
                                          <p:spTgt spid="379"/>
                                        </p:tgtEl>
                                        <p:attrNameLst>
                                          <p:attrName>style.visibility</p:attrName>
                                        </p:attrNameLst>
                                      </p:cBhvr>
                                      <p:to>
                                        <p:strVal val="visible"/>
                                      </p:to>
                                    </p:set>
                                  </p:childTnLst>
                                </p:cTn>
                              </p:par>
                              <p:par>
                                <p:cTn id="749" presetID="1" presetClass="entr" presetSubtype="0" fill="hold" nodeType="withEffect">
                                  <p:stCondLst>
                                    <p:cond delay="0"/>
                                  </p:stCondLst>
                                  <p:childTnLst>
                                    <p:set>
                                      <p:cBhvr>
                                        <p:cTn id="750" dur="1" fill="hold">
                                          <p:stCondLst>
                                            <p:cond delay="0"/>
                                          </p:stCondLst>
                                        </p:cTn>
                                        <p:tgtEl>
                                          <p:spTgt spid="380"/>
                                        </p:tgtEl>
                                        <p:attrNameLst>
                                          <p:attrName>style.visibility</p:attrName>
                                        </p:attrNameLst>
                                      </p:cBhvr>
                                      <p:to>
                                        <p:strVal val="visible"/>
                                      </p:to>
                                    </p:set>
                                  </p:childTnLst>
                                </p:cTn>
                              </p:par>
                              <p:par>
                                <p:cTn id="751" presetID="1" presetClass="entr" presetSubtype="0" fill="hold" nodeType="withEffect">
                                  <p:stCondLst>
                                    <p:cond delay="0"/>
                                  </p:stCondLst>
                                  <p:childTnLst>
                                    <p:set>
                                      <p:cBhvr>
                                        <p:cTn id="752" dur="1" fill="hold">
                                          <p:stCondLst>
                                            <p:cond delay="0"/>
                                          </p:stCondLst>
                                        </p:cTn>
                                        <p:tgtEl>
                                          <p:spTgt spid="381"/>
                                        </p:tgtEl>
                                        <p:attrNameLst>
                                          <p:attrName>style.visibility</p:attrName>
                                        </p:attrNameLst>
                                      </p:cBhvr>
                                      <p:to>
                                        <p:strVal val="visible"/>
                                      </p:to>
                                    </p:set>
                                  </p:childTnLst>
                                </p:cTn>
                              </p:par>
                              <p:par>
                                <p:cTn id="753" presetID="1" presetClass="entr" presetSubtype="0" fill="hold" nodeType="withEffect">
                                  <p:stCondLst>
                                    <p:cond delay="0"/>
                                  </p:stCondLst>
                                  <p:childTnLst>
                                    <p:set>
                                      <p:cBhvr>
                                        <p:cTn id="754" dur="1" fill="hold">
                                          <p:stCondLst>
                                            <p:cond delay="0"/>
                                          </p:stCondLst>
                                        </p:cTn>
                                        <p:tgtEl>
                                          <p:spTgt spid="382"/>
                                        </p:tgtEl>
                                        <p:attrNameLst>
                                          <p:attrName>style.visibility</p:attrName>
                                        </p:attrNameLst>
                                      </p:cBhvr>
                                      <p:to>
                                        <p:strVal val="visible"/>
                                      </p:to>
                                    </p:set>
                                  </p:childTnLst>
                                </p:cTn>
                              </p:par>
                              <p:par>
                                <p:cTn id="755" presetID="1" presetClass="entr" presetSubtype="0" fill="hold" nodeType="withEffect">
                                  <p:stCondLst>
                                    <p:cond delay="0"/>
                                  </p:stCondLst>
                                  <p:childTnLst>
                                    <p:set>
                                      <p:cBhvr>
                                        <p:cTn id="756" dur="1" fill="hold">
                                          <p:stCondLst>
                                            <p:cond delay="0"/>
                                          </p:stCondLst>
                                        </p:cTn>
                                        <p:tgtEl>
                                          <p:spTgt spid="383"/>
                                        </p:tgtEl>
                                        <p:attrNameLst>
                                          <p:attrName>style.visibility</p:attrName>
                                        </p:attrNameLst>
                                      </p:cBhvr>
                                      <p:to>
                                        <p:strVal val="visible"/>
                                      </p:to>
                                    </p:set>
                                  </p:childTnLst>
                                </p:cTn>
                              </p:par>
                              <p:par>
                                <p:cTn id="757" presetID="1" presetClass="entr" presetSubtype="0" fill="hold" nodeType="withEffect">
                                  <p:stCondLst>
                                    <p:cond delay="0"/>
                                  </p:stCondLst>
                                  <p:childTnLst>
                                    <p:set>
                                      <p:cBhvr>
                                        <p:cTn id="758" dur="1" fill="hold">
                                          <p:stCondLst>
                                            <p:cond delay="0"/>
                                          </p:stCondLst>
                                        </p:cTn>
                                        <p:tgtEl>
                                          <p:spTgt spid="384"/>
                                        </p:tgtEl>
                                        <p:attrNameLst>
                                          <p:attrName>style.visibility</p:attrName>
                                        </p:attrNameLst>
                                      </p:cBhvr>
                                      <p:to>
                                        <p:strVal val="visible"/>
                                      </p:to>
                                    </p:set>
                                  </p:childTnLst>
                                </p:cTn>
                              </p:par>
                              <p:par>
                                <p:cTn id="759" presetID="1" presetClass="entr" presetSubtype="0" fill="hold" nodeType="withEffect">
                                  <p:stCondLst>
                                    <p:cond delay="0"/>
                                  </p:stCondLst>
                                  <p:childTnLst>
                                    <p:set>
                                      <p:cBhvr>
                                        <p:cTn id="760" dur="1" fill="hold">
                                          <p:stCondLst>
                                            <p:cond delay="0"/>
                                          </p:stCondLst>
                                        </p:cTn>
                                        <p:tgtEl>
                                          <p:spTgt spid="385"/>
                                        </p:tgtEl>
                                        <p:attrNameLst>
                                          <p:attrName>style.visibility</p:attrName>
                                        </p:attrNameLst>
                                      </p:cBhvr>
                                      <p:to>
                                        <p:strVal val="visible"/>
                                      </p:to>
                                    </p:set>
                                  </p:childTnLst>
                                </p:cTn>
                              </p:par>
                              <p:par>
                                <p:cTn id="761" presetID="1" presetClass="entr" presetSubtype="0" fill="hold" nodeType="withEffect">
                                  <p:stCondLst>
                                    <p:cond delay="0"/>
                                  </p:stCondLst>
                                  <p:childTnLst>
                                    <p:set>
                                      <p:cBhvr>
                                        <p:cTn id="762" dur="1" fill="hold">
                                          <p:stCondLst>
                                            <p:cond delay="0"/>
                                          </p:stCondLst>
                                        </p:cTn>
                                        <p:tgtEl>
                                          <p:spTgt spid="386"/>
                                        </p:tgtEl>
                                        <p:attrNameLst>
                                          <p:attrName>style.visibility</p:attrName>
                                        </p:attrNameLst>
                                      </p:cBhvr>
                                      <p:to>
                                        <p:strVal val="visible"/>
                                      </p:to>
                                    </p:set>
                                  </p:childTnLst>
                                </p:cTn>
                              </p:par>
                              <p:par>
                                <p:cTn id="763" presetID="1" presetClass="entr" presetSubtype="0" fill="hold" nodeType="withEffect">
                                  <p:stCondLst>
                                    <p:cond delay="0"/>
                                  </p:stCondLst>
                                  <p:childTnLst>
                                    <p:set>
                                      <p:cBhvr>
                                        <p:cTn id="764" dur="1" fill="hold">
                                          <p:stCondLst>
                                            <p:cond delay="0"/>
                                          </p:stCondLst>
                                        </p:cTn>
                                        <p:tgtEl>
                                          <p:spTgt spid="387"/>
                                        </p:tgtEl>
                                        <p:attrNameLst>
                                          <p:attrName>style.visibility</p:attrName>
                                        </p:attrNameLst>
                                      </p:cBhvr>
                                      <p:to>
                                        <p:strVal val="visible"/>
                                      </p:to>
                                    </p:set>
                                  </p:childTnLst>
                                </p:cTn>
                              </p:par>
                              <p:par>
                                <p:cTn id="765" presetID="1" presetClass="entr" presetSubtype="0" fill="hold" nodeType="withEffect">
                                  <p:stCondLst>
                                    <p:cond delay="0"/>
                                  </p:stCondLst>
                                  <p:childTnLst>
                                    <p:set>
                                      <p:cBhvr>
                                        <p:cTn id="766" dur="1" fill="hold">
                                          <p:stCondLst>
                                            <p:cond delay="0"/>
                                          </p:stCondLst>
                                        </p:cTn>
                                        <p:tgtEl>
                                          <p:spTgt spid="388"/>
                                        </p:tgtEl>
                                        <p:attrNameLst>
                                          <p:attrName>style.visibility</p:attrName>
                                        </p:attrNameLst>
                                      </p:cBhvr>
                                      <p:to>
                                        <p:strVal val="visible"/>
                                      </p:to>
                                    </p:set>
                                  </p:childTnLst>
                                </p:cTn>
                              </p:par>
                              <p:par>
                                <p:cTn id="767" presetID="1" presetClass="entr" presetSubtype="0" fill="hold" nodeType="withEffect">
                                  <p:stCondLst>
                                    <p:cond delay="0"/>
                                  </p:stCondLst>
                                  <p:childTnLst>
                                    <p:set>
                                      <p:cBhvr>
                                        <p:cTn id="768" dur="1" fill="hold">
                                          <p:stCondLst>
                                            <p:cond delay="0"/>
                                          </p:stCondLst>
                                        </p:cTn>
                                        <p:tgtEl>
                                          <p:spTgt spid="389"/>
                                        </p:tgtEl>
                                        <p:attrNameLst>
                                          <p:attrName>style.visibility</p:attrName>
                                        </p:attrNameLst>
                                      </p:cBhvr>
                                      <p:to>
                                        <p:strVal val="visible"/>
                                      </p:to>
                                    </p:set>
                                  </p:childTnLst>
                                </p:cTn>
                              </p:par>
                              <p:par>
                                <p:cTn id="769" presetID="1" presetClass="entr" presetSubtype="0" fill="hold" nodeType="withEffect">
                                  <p:stCondLst>
                                    <p:cond delay="0"/>
                                  </p:stCondLst>
                                  <p:childTnLst>
                                    <p:set>
                                      <p:cBhvr>
                                        <p:cTn id="770" dur="1" fill="hold">
                                          <p:stCondLst>
                                            <p:cond delay="0"/>
                                          </p:stCondLst>
                                        </p:cTn>
                                        <p:tgtEl>
                                          <p:spTgt spid="390"/>
                                        </p:tgtEl>
                                        <p:attrNameLst>
                                          <p:attrName>style.visibility</p:attrName>
                                        </p:attrNameLst>
                                      </p:cBhvr>
                                      <p:to>
                                        <p:strVal val="visible"/>
                                      </p:to>
                                    </p:set>
                                  </p:childTnLst>
                                </p:cTn>
                              </p:par>
                              <p:par>
                                <p:cTn id="771" presetID="1" presetClass="entr" presetSubtype="0" fill="hold" nodeType="withEffect">
                                  <p:stCondLst>
                                    <p:cond delay="0"/>
                                  </p:stCondLst>
                                  <p:childTnLst>
                                    <p:set>
                                      <p:cBhvr>
                                        <p:cTn id="772" dur="1" fill="hold">
                                          <p:stCondLst>
                                            <p:cond delay="0"/>
                                          </p:stCondLst>
                                        </p:cTn>
                                        <p:tgtEl>
                                          <p:spTgt spid="391"/>
                                        </p:tgtEl>
                                        <p:attrNameLst>
                                          <p:attrName>style.visibility</p:attrName>
                                        </p:attrNameLst>
                                      </p:cBhvr>
                                      <p:to>
                                        <p:strVal val="visible"/>
                                      </p:to>
                                    </p:set>
                                  </p:childTnLst>
                                </p:cTn>
                              </p:par>
                              <p:par>
                                <p:cTn id="773" presetID="1" presetClass="entr" presetSubtype="0" fill="hold" nodeType="withEffect">
                                  <p:stCondLst>
                                    <p:cond delay="0"/>
                                  </p:stCondLst>
                                  <p:childTnLst>
                                    <p:set>
                                      <p:cBhvr>
                                        <p:cTn id="774" dur="1" fill="hold">
                                          <p:stCondLst>
                                            <p:cond delay="0"/>
                                          </p:stCondLst>
                                        </p:cTn>
                                        <p:tgtEl>
                                          <p:spTgt spid="392"/>
                                        </p:tgtEl>
                                        <p:attrNameLst>
                                          <p:attrName>style.visibility</p:attrName>
                                        </p:attrNameLst>
                                      </p:cBhvr>
                                      <p:to>
                                        <p:strVal val="visible"/>
                                      </p:to>
                                    </p:set>
                                  </p:childTnLst>
                                </p:cTn>
                              </p:par>
                              <p:par>
                                <p:cTn id="775" presetID="1" presetClass="entr" presetSubtype="0" fill="hold" nodeType="withEffect">
                                  <p:stCondLst>
                                    <p:cond delay="0"/>
                                  </p:stCondLst>
                                  <p:childTnLst>
                                    <p:set>
                                      <p:cBhvr>
                                        <p:cTn id="776" dur="1" fill="hold">
                                          <p:stCondLst>
                                            <p:cond delay="0"/>
                                          </p:stCondLst>
                                        </p:cTn>
                                        <p:tgtEl>
                                          <p:spTgt spid="393"/>
                                        </p:tgtEl>
                                        <p:attrNameLst>
                                          <p:attrName>style.visibility</p:attrName>
                                        </p:attrNameLst>
                                      </p:cBhvr>
                                      <p:to>
                                        <p:strVal val="visible"/>
                                      </p:to>
                                    </p:set>
                                  </p:childTnLst>
                                </p:cTn>
                              </p:par>
                              <p:par>
                                <p:cTn id="777" presetID="1" presetClass="entr" presetSubtype="0" fill="hold" nodeType="withEffect">
                                  <p:stCondLst>
                                    <p:cond delay="0"/>
                                  </p:stCondLst>
                                  <p:childTnLst>
                                    <p:set>
                                      <p:cBhvr>
                                        <p:cTn id="778" dur="1" fill="hold">
                                          <p:stCondLst>
                                            <p:cond delay="0"/>
                                          </p:stCondLst>
                                        </p:cTn>
                                        <p:tgtEl>
                                          <p:spTgt spid="394"/>
                                        </p:tgtEl>
                                        <p:attrNameLst>
                                          <p:attrName>style.visibility</p:attrName>
                                        </p:attrNameLst>
                                      </p:cBhvr>
                                      <p:to>
                                        <p:strVal val="visible"/>
                                      </p:to>
                                    </p:set>
                                  </p:childTnLst>
                                </p:cTn>
                              </p:par>
                              <p:par>
                                <p:cTn id="779" presetID="1" presetClass="entr" presetSubtype="0" fill="hold" nodeType="withEffect">
                                  <p:stCondLst>
                                    <p:cond delay="0"/>
                                  </p:stCondLst>
                                  <p:childTnLst>
                                    <p:set>
                                      <p:cBhvr>
                                        <p:cTn id="780" dur="1" fill="hold">
                                          <p:stCondLst>
                                            <p:cond delay="0"/>
                                          </p:stCondLst>
                                        </p:cTn>
                                        <p:tgtEl>
                                          <p:spTgt spid="395"/>
                                        </p:tgtEl>
                                        <p:attrNameLst>
                                          <p:attrName>style.visibility</p:attrName>
                                        </p:attrNameLst>
                                      </p:cBhvr>
                                      <p:to>
                                        <p:strVal val="visible"/>
                                      </p:to>
                                    </p:set>
                                  </p:childTnLst>
                                </p:cTn>
                              </p:par>
                              <p:par>
                                <p:cTn id="781" presetID="1" presetClass="entr" presetSubtype="0" fill="hold" nodeType="withEffect">
                                  <p:stCondLst>
                                    <p:cond delay="0"/>
                                  </p:stCondLst>
                                  <p:childTnLst>
                                    <p:set>
                                      <p:cBhvr>
                                        <p:cTn id="782" dur="1" fill="hold">
                                          <p:stCondLst>
                                            <p:cond delay="0"/>
                                          </p:stCondLst>
                                        </p:cTn>
                                        <p:tgtEl>
                                          <p:spTgt spid="396"/>
                                        </p:tgtEl>
                                        <p:attrNameLst>
                                          <p:attrName>style.visibility</p:attrName>
                                        </p:attrNameLst>
                                      </p:cBhvr>
                                      <p:to>
                                        <p:strVal val="visible"/>
                                      </p:to>
                                    </p:set>
                                  </p:childTnLst>
                                </p:cTn>
                              </p:par>
                              <p:par>
                                <p:cTn id="783" presetID="1" presetClass="entr" presetSubtype="0" fill="hold" nodeType="withEffect">
                                  <p:stCondLst>
                                    <p:cond delay="0"/>
                                  </p:stCondLst>
                                  <p:childTnLst>
                                    <p:set>
                                      <p:cBhvr>
                                        <p:cTn id="784" dur="1" fill="hold">
                                          <p:stCondLst>
                                            <p:cond delay="0"/>
                                          </p:stCondLst>
                                        </p:cTn>
                                        <p:tgtEl>
                                          <p:spTgt spid="397"/>
                                        </p:tgtEl>
                                        <p:attrNameLst>
                                          <p:attrName>style.visibility</p:attrName>
                                        </p:attrNameLst>
                                      </p:cBhvr>
                                      <p:to>
                                        <p:strVal val="visible"/>
                                      </p:to>
                                    </p:set>
                                  </p:childTnLst>
                                </p:cTn>
                              </p:par>
                              <p:par>
                                <p:cTn id="785" presetID="1" presetClass="entr" presetSubtype="0" fill="hold" nodeType="withEffect">
                                  <p:stCondLst>
                                    <p:cond delay="0"/>
                                  </p:stCondLst>
                                  <p:childTnLst>
                                    <p:set>
                                      <p:cBhvr>
                                        <p:cTn id="786" dur="1" fill="hold">
                                          <p:stCondLst>
                                            <p:cond delay="0"/>
                                          </p:stCondLst>
                                        </p:cTn>
                                        <p:tgtEl>
                                          <p:spTgt spid="398"/>
                                        </p:tgtEl>
                                        <p:attrNameLst>
                                          <p:attrName>style.visibility</p:attrName>
                                        </p:attrNameLst>
                                      </p:cBhvr>
                                      <p:to>
                                        <p:strVal val="visible"/>
                                      </p:to>
                                    </p:set>
                                  </p:childTnLst>
                                </p:cTn>
                              </p:par>
                              <p:par>
                                <p:cTn id="787" presetID="1" presetClass="entr" presetSubtype="0" fill="hold" nodeType="withEffect">
                                  <p:stCondLst>
                                    <p:cond delay="0"/>
                                  </p:stCondLst>
                                  <p:childTnLst>
                                    <p:set>
                                      <p:cBhvr>
                                        <p:cTn id="788" dur="1" fill="hold">
                                          <p:stCondLst>
                                            <p:cond delay="0"/>
                                          </p:stCondLst>
                                        </p:cTn>
                                        <p:tgtEl>
                                          <p:spTgt spid="399"/>
                                        </p:tgtEl>
                                        <p:attrNameLst>
                                          <p:attrName>style.visibility</p:attrName>
                                        </p:attrNameLst>
                                      </p:cBhvr>
                                      <p:to>
                                        <p:strVal val="visible"/>
                                      </p:to>
                                    </p:set>
                                  </p:childTnLst>
                                </p:cTn>
                              </p:par>
                              <p:par>
                                <p:cTn id="789" presetID="1" presetClass="entr" presetSubtype="0" fill="hold" nodeType="withEffect">
                                  <p:stCondLst>
                                    <p:cond delay="0"/>
                                  </p:stCondLst>
                                  <p:childTnLst>
                                    <p:set>
                                      <p:cBhvr>
                                        <p:cTn id="790" dur="1" fill="hold">
                                          <p:stCondLst>
                                            <p:cond delay="0"/>
                                          </p:stCondLst>
                                        </p:cTn>
                                        <p:tgtEl>
                                          <p:spTgt spid="400"/>
                                        </p:tgtEl>
                                        <p:attrNameLst>
                                          <p:attrName>style.visibility</p:attrName>
                                        </p:attrNameLst>
                                      </p:cBhvr>
                                      <p:to>
                                        <p:strVal val="visible"/>
                                      </p:to>
                                    </p:set>
                                  </p:childTnLst>
                                </p:cTn>
                              </p:par>
                              <p:par>
                                <p:cTn id="791" presetID="1" presetClass="entr" presetSubtype="0" fill="hold" nodeType="withEffect">
                                  <p:stCondLst>
                                    <p:cond delay="0"/>
                                  </p:stCondLst>
                                  <p:childTnLst>
                                    <p:set>
                                      <p:cBhvr>
                                        <p:cTn id="792" dur="1" fill="hold">
                                          <p:stCondLst>
                                            <p:cond delay="0"/>
                                          </p:stCondLst>
                                        </p:cTn>
                                        <p:tgtEl>
                                          <p:spTgt spid="401"/>
                                        </p:tgtEl>
                                        <p:attrNameLst>
                                          <p:attrName>style.visibility</p:attrName>
                                        </p:attrNameLst>
                                      </p:cBhvr>
                                      <p:to>
                                        <p:strVal val="visible"/>
                                      </p:to>
                                    </p:set>
                                  </p:childTnLst>
                                </p:cTn>
                              </p:par>
                              <p:par>
                                <p:cTn id="793" presetID="1" presetClass="entr" presetSubtype="0" fill="hold" nodeType="withEffect">
                                  <p:stCondLst>
                                    <p:cond delay="0"/>
                                  </p:stCondLst>
                                  <p:childTnLst>
                                    <p:set>
                                      <p:cBhvr>
                                        <p:cTn id="794" dur="1" fill="hold">
                                          <p:stCondLst>
                                            <p:cond delay="0"/>
                                          </p:stCondLst>
                                        </p:cTn>
                                        <p:tgtEl>
                                          <p:spTgt spid="402"/>
                                        </p:tgtEl>
                                        <p:attrNameLst>
                                          <p:attrName>style.visibility</p:attrName>
                                        </p:attrNameLst>
                                      </p:cBhvr>
                                      <p:to>
                                        <p:strVal val="visible"/>
                                      </p:to>
                                    </p:set>
                                  </p:childTnLst>
                                </p:cTn>
                              </p:par>
                              <p:par>
                                <p:cTn id="795" presetID="1" presetClass="entr" presetSubtype="0" fill="hold" nodeType="withEffect">
                                  <p:stCondLst>
                                    <p:cond delay="0"/>
                                  </p:stCondLst>
                                  <p:childTnLst>
                                    <p:set>
                                      <p:cBhvr>
                                        <p:cTn id="796" dur="1" fill="hold">
                                          <p:stCondLst>
                                            <p:cond delay="0"/>
                                          </p:stCondLst>
                                        </p:cTn>
                                        <p:tgtEl>
                                          <p:spTgt spid="403"/>
                                        </p:tgtEl>
                                        <p:attrNameLst>
                                          <p:attrName>style.visibility</p:attrName>
                                        </p:attrNameLst>
                                      </p:cBhvr>
                                      <p:to>
                                        <p:strVal val="visible"/>
                                      </p:to>
                                    </p:set>
                                  </p:childTnLst>
                                </p:cTn>
                              </p:par>
                              <p:par>
                                <p:cTn id="797" presetID="1" presetClass="entr" presetSubtype="0" fill="hold" nodeType="withEffect">
                                  <p:stCondLst>
                                    <p:cond delay="0"/>
                                  </p:stCondLst>
                                  <p:childTnLst>
                                    <p:set>
                                      <p:cBhvr>
                                        <p:cTn id="798" dur="1" fill="hold">
                                          <p:stCondLst>
                                            <p:cond delay="0"/>
                                          </p:stCondLst>
                                        </p:cTn>
                                        <p:tgtEl>
                                          <p:spTgt spid="404"/>
                                        </p:tgtEl>
                                        <p:attrNameLst>
                                          <p:attrName>style.visibility</p:attrName>
                                        </p:attrNameLst>
                                      </p:cBhvr>
                                      <p:to>
                                        <p:strVal val="visible"/>
                                      </p:to>
                                    </p:set>
                                  </p:childTnLst>
                                </p:cTn>
                              </p:par>
                              <p:par>
                                <p:cTn id="799" presetID="1" presetClass="entr" presetSubtype="0" fill="hold" nodeType="withEffect">
                                  <p:stCondLst>
                                    <p:cond delay="0"/>
                                  </p:stCondLst>
                                  <p:childTnLst>
                                    <p:set>
                                      <p:cBhvr>
                                        <p:cTn id="800" dur="1" fill="hold">
                                          <p:stCondLst>
                                            <p:cond delay="0"/>
                                          </p:stCondLst>
                                        </p:cTn>
                                        <p:tgtEl>
                                          <p:spTgt spid="405"/>
                                        </p:tgtEl>
                                        <p:attrNameLst>
                                          <p:attrName>style.visibility</p:attrName>
                                        </p:attrNameLst>
                                      </p:cBhvr>
                                      <p:to>
                                        <p:strVal val="visible"/>
                                      </p:to>
                                    </p:set>
                                  </p:childTnLst>
                                </p:cTn>
                              </p:par>
                              <p:par>
                                <p:cTn id="801" presetID="1" presetClass="entr" presetSubtype="0" fill="hold" nodeType="withEffect">
                                  <p:stCondLst>
                                    <p:cond delay="0"/>
                                  </p:stCondLst>
                                  <p:childTnLst>
                                    <p:set>
                                      <p:cBhvr>
                                        <p:cTn id="802" dur="1" fill="hold">
                                          <p:stCondLst>
                                            <p:cond delay="0"/>
                                          </p:stCondLst>
                                        </p:cTn>
                                        <p:tgtEl>
                                          <p:spTgt spid="406"/>
                                        </p:tgtEl>
                                        <p:attrNameLst>
                                          <p:attrName>style.visibility</p:attrName>
                                        </p:attrNameLst>
                                      </p:cBhvr>
                                      <p:to>
                                        <p:strVal val="visible"/>
                                      </p:to>
                                    </p:set>
                                  </p:childTnLst>
                                </p:cTn>
                              </p:par>
                              <p:par>
                                <p:cTn id="803" presetID="1" presetClass="entr" presetSubtype="0" fill="hold" nodeType="withEffect">
                                  <p:stCondLst>
                                    <p:cond delay="0"/>
                                  </p:stCondLst>
                                  <p:childTnLst>
                                    <p:set>
                                      <p:cBhvr>
                                        <p:cTn id="804" dur="1" fill="hold">
                                          <p:stCondLst>
                                            <p:cond delay="0"/>
                                          </p:stCondLst>
                                        </p:cTn>
                                        <p:tgtEl>
                                          <p:spTgt spid="407"/>
                                        </p:tgtEl>
                                        <p:attrNameLst>
                                          <p:attrName>style.visibility</p:attrName>
                                        </p:attrNameLst>
                                      </p:cBhvr>
                                      <p:to>
                                        <p:strVal val="visible"/>
                                      </p:to>
                                    </p:set>
                                  </p:childTnLst>
                                </p:cTn>
                              </p:par>
                              <p:par>
                                <p:cTn id="805" presetID="1" presetClass="entr" presetSubtype="0" fill="hold" nodeType="withEffect">
                                  <p:stCondLst>
                                    <p:cond delay="0"/>
                                  </p:stCondLst>
                                  <p:childTnLst>
                                    <p:set>
                                      <p:cBhvr>
                                        <p:cTn id="806" dur="1" fill="hold">
                                          <p:stCondLst>
                                            <p:cond delay="0"/>
                                          </p:stCondLst>
                                        </p:cTn>
                                        <p:tgtEl>
                                          <p:spTgt spid="408"/>
                                        </p:tgtEl>
                                        <p:attrNameLst>
                                          <p:attrName>style.visibility</p:attrName>
                                        </p:attrNameLst>
                                      </p:cBhvr>
                                      <p:to>
                                        <p:strVal val="visible"/>
                                      </p:to>
                                    </p:set>
                                  </p:childTnLst>
                                </p:cTn>
                              </p:par>
                              <p:par>
                                <p:cTn id="807" presetID="1" presetClass="entr" presetSubtype="0" fill="hold" nodeType="withEffect">
                                  <p:stCondLst>
                                    <p:cond delay="0"/>
                                  </p:stCondLst>
                                  <p:childTnLst>
                                    <p:set>
                                      <p:cBhvr>
                                        <p:cTn id="808" dur="1" fill="hold">
                                          <p:stCondLst>
                                            <p:cond delay="0"/>
                                          </p:stCondLst>
                                        </p:cTn>
                                        <p:tgtEl>
                                          <p:spTgt spid="409"/>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10"/>
                                        </p:tgtEl>
                                        <p:attrNameLst>
                                          <p:attrName>style.visibility</p:attrName>
                                        </p:attrNameLst>
                                      </p:cBhvr>
                                      <p:to>
                                        <p:strVal val="visible"/>
                                      </p:to>
                                    </p:set>
                                  </p:childTnLst>
                                </p:cTn>
                              </p:par>
                            </p:childTnLst>
                          </p:cTn>
                        </p:par>
                      </p:childTnLst>
                    </p:cTn>
                  </p:par>
                  <p:par>
                    <p:cTn id="811" fill="hold">
                      <p:stCondLst>
                        <p:cond delay="indefinite"/>
                      </p:stCondLst>
                      <p:childTnLst>
                        <p:par>
                          <p:cTn id="812" fill="hold">
                            <p:stCondLst>
                              <p:cond delay="0"/>
                            </p:stCondLst>
                            <p:childTnLst>
                              <p:par>
                                <p:cTn id="813" presetID="1" presetClass="entr" presetSubtype="0" fill="hold" nodeType="clickEffect">
                                  <p:stCondLst>
                                    <p:cond delay="0"/>
                                  </p:stCondLst>
                                  <p:childTnLst>
                                    <p:set>
                                      <p:cBhvr>
                                        <p:cTn id="814" dur="1" fill="hold">
                                          <p:stCondLst>
                                            <p:cond delay="0"/>
                                          </p:stCondLst>
                                        </p:cTn>
                                        <p:tgtEl>
                                          <p:spTgt spid="412"/>
                                        </p:tgtEl>
                                        <p:attrNameLst>
                                          <p:attrName>style.visibility</p:attrName>
                                        </p:attrNameLst>
                                      </p:cBhvr>
                                      <p:to>
                                        <p:strVal val="visible"/>
                                      </p:to>
                                    </p:set>
                                  </p:childTnLst>
                                </p:cTn>
                              </p:par>
                              <p:par>
                                <p:cTn id="815" presetID="1" presetClass="entr" presetSubtype="0" fill="hold" nodeType="withEffect">
                                  <p:stCondLst>
                                    <p:cond delay="0"/>
                                  </p:stCondLst>
                                  <p:childTnLst>
                                    <p:set>
                                      <p:cBhvr>
                                        <p:cTn id="816" dur="1" fill="hold">
                                          <p:stCondLst>
                                            <p:cond delay="0"/>
                                          </p:stCondLst>
                                        </p:cTn>
                                        <p:tgtEl>
                                          <p:spTgt spid="413"/>
                                        </p:tgtEl>
                                        <p:attrNameLst>
                                          <p:attrName>style.visibility</p:attrName>
                                        </p:attrNameLst>
                                      </p:cBhvr>
                                      <p:to>
                                        <p:strVal val="visible"/>
                                      </p:to>
                                    </p:set>
                                  </p:childTnLst>
                                </p:cTn>
                              </p:par>
                              <p:par>
                                <p:cTn id="817" presetID="1" presetClass="entr" presetSubtype="0" fill="hold" nodeType="withEffect">
                                  <p:stCondLst>
                                    <p:cond delay="0"/>
                                  </p:stCondLst>
                                  <p:childTnLst>
                                    <p:set>
                                      <p:cBhvr>
                                        <p:cTn id="818" dur="1" fill="hold">
                                          <p:stCondLst>
                                            <p:cond delay="0"/>
                                          </p:stCondLst>
                                        </p:cTn>
                                        <p:tgtEl>
                                          <p:spTgt spid="414"/>
                                        </p:tgtEl>
                                        <p:attrNameLst>
                                          <p:attrName>style.visibility</p:attrName>
                                        </p:attrNameLst>
                                      </p:cBhvr>
                                      <p:to>
                                        <p:strVal val="visible"/>
                                      </p:to>
                                    </p:set>
                                  </p:childTnLst>
                                </p:cTn>
                              </p:par>
                              <p:par>
                                <p:cTn id="819" presetID="1" presetClass="entr" presetSubtype="0" fill="hold" nodeType="withEffect">
                                  <p:stCondLst>
                                    <p:cond delay="0"/>
                                  </p:stCondLst>
                                  <p:childTnLst>
                                    <p:set>
                                      <p:cBhvr>
                                        <p:cTn id="820" dur="1" fill="hold">
                                          <p:stCondLst>
                                            <p:cond delay="0"/>
                                          </p:stCondLst>
                                        </p:cTn>
                                        <p:tgtEl>
                                          <p:spTgt spid="415"/>
                                        </p:tgtEl>
                                        <p:attrNameLst>
                                          <p:attrName>style.visibility</p:attrName>
                                        </p:attrNameLst>
                                      </p:cBhvr>
                                      <p:to>
                                        <p:strVal val="visible"/>
                                      </p:to>
                                    </p:set>
                                  </p:childTnLst>
                                </p:cTn>
                              </p:par>
                              <p:par>
                                <p:cTn id="821" presetID="1" presetClass="entr" presetSubtype="0" fill="hold" nodeType="withEffect">
                                  <p:stCondLst>
                                    <p:cond delay="0"/>
                                  </p:stCondLst>
                                  <p:childTnLst>
                                    <p:set>
                                      <p:cBhvr>
                                        <p:cTn id="822" dur="1" fill="hold">
                                          <p:stCondLst>
                                            <p:cond delay="0"/>
                                          </p:stCondLst>
                                        </p:cTn>
                                        <p:tgtEl>
                                          <p:spTgt spid="416"/>
                                        </p:tgtEl>
                                        <p:attrNameLst>
                                          <p:attrName>style.visibility</p:attrName>
                                        </p:attrNameLst>
                                      </p:cBhvr>
                                      <p:to>
                                        <p:strVal val="visible"/>
                                      </p:to>
                                    </p:set>
                                  </p:childTnLst>
                                </p:cTn>
                              </p:par>
                              <p:par>
                                <p:cTn id="823" presetID="1" presetClass="entr" presetSubtype="0" fill="hold" nodeType="withEffect">
                                  <p:stCondLst>
                                    <p:cond delay="0"/>
                                  </p:stCondLst>
                                  <p:childTnLst>
                                    <p:set>
                                      <p:cBhvr>
                                        <p:cTn id="824" dur="1" fill="hold">
                                          <p:stCondLst>
                                            <p:cond delay="0"/>
                                          </p:stCondLst>
                                        </p:cTn>
                                        <p:tgtEl>
                                          <p:spTgt spid="417"/>
                                        </p:tgtEl>
                                        <p:attrNameLst>
                                          <p:attrName>style.visibility</p:attrName>
                                        </p:attrNameLst>
                                      </p:cBhvr>
                                      <p:to>
                                        <p:strVal val="visible"/>
                                      </p:to>
                                    </p:set>
                                  </p:childTnLst>
                                </p:cTn>
                              </p:par>
                              <p:par>
                                <p:cTn id="825" presetID="1" presetClass="entr" presetSubtype="0" fill="hold" nodeType="withEffect">
                                  <p:stCondLst>
                                    <p:cond delay="0"/>
                                  </p:stCondLst>
                                  <p:childTnLst>
                                    <p:set>
                                      <p:cBhvr>
                                        <p:cTn id="826" dur="1" fill="hold">
                                          <p:stCondLst>
                                            <p:cond delay="0"/>
                                          </p:stCondLst>
                                        </p:cTn>
                                        <p:tgtEl>
                                          <p:spTgt spid="418"/>
                                        </p:tgtEl>
                                        <p:attrNameLst>
                                          <p:attrName>style.visibility</p:attrName>
                                        </p:attrNameLst>
                                      </p:cBhvr>
                                      <p:to>
                                        <p:strVal val="visible"/>
                                      </p:to>
                                    </p:set>
                                  </p:childTnLst>
                                </p:cTn>
                              </p:par>
                              <p:par>
                                <p:cTn id="827" presetID="1" presetClass="entr" presetSubtype="0" fill="hold" nodeType="withEffect">
                                  <p:stCondLst>
                                    <p:cond delay="0"/>
                                  </p:stCondLst>
                                  <p:childTnLst>
                                    <p:set>
                                      <p:cBhvr>
                                        <p:cTn id="828" dur="1" fill="hold">
                                          <p:stCondLst>
                                            <p:cond delay="0"/>
                                          </p:stCondLst>
                                        </p:cTn>
                                        <p:tgtEl>
                                          <p:spTgt spid="419"/>
                                        </p:tgtEl>
                                        <p:attrNameLst>
                                          <p:attrName>style.visibility</p:attrName>
                                        </p:attrNameLst>
                                      </p:cBhvr>
                                      <p:to>
                                        <p:strVal val="visible"/>
                                      </p:to>
                                    </p:set>
                                  </p:childTnLst>
                                </p:cTn>
                              </p:par>
                              <p:par>
                                <p:cTn id="829" presetID="1" presetClass="entr" presetSubtype="0" fill="hold" nodeType="withEffect">
                                  <p:stCondLst>
                                    <p:cond delay="0"/>
                                  </p:stCondLst>
                                  <p:childTnLst>
                                    <p:set>
                                      <p:cBhvr>
                                        <p:cTn id="830" dur="1" fill="hold">
                                          <p:stCondLst>
                                            <p:cond delay="0"/>
                                          </p:stCondLst>
                                        </p:cTn>
                                        <p:tgtEl>
                                          <p:spTgt spid="420"/>
                                        </p:tgtEl>
                                        <p:attrNameLst>
                                          <p:attrName>style.visibility</p:attrName>
                                        </p:attrNameLst>
                                      </p:cBhvr>
                                      <p:to>
                                        <p:strVal val="visible"/>
                                      </p:to>
                                    </p:set>
                                  </p:childTnLst>
                                </p:cTn>
                              </p:par>
                              <p:par>
                                <p:cTn id="831" presetID="1" presetClass="entr" presetSubtype="0" fill="hold" nodeType="withEffect">
                                  <p:stCondLst>
                                    <p:cond delay="0"/>
                                  </p:stCondLst>
                                  <p:childTnLst>
                                    <p:set>
                                      <p:cBhvr>
                                        <p:cTn id="832" dur="1" fill="hold">
                                          <p:stCondLst>
                                            <p:cond delay="0"/>
                                          </p:stCondLst>
                                        </p:cTn>
                                        <p:tgtEl>
                                          <p:spTgt spid="421"/>
                                        </p:tgtEl>
                                        <p:attrNameLst>
                                          <p:attrName>style.visibility</p:attrName>
                                        </p:attrNameLst>
                                      </p:cBhvr>
                                      <p:to>
                                        <p:strVal val="visible"/>
                                      </p:to>
                                    </p:set>
                                  </p:childTnLst>
                                </p:cTn>
                              </p:par>
                              <p:par>
                                <p:cTn id="833" presetID="1" presetClass="entr" presetSubtype="0" fill="hold" nodeType="withEffect">
                                  <p:stCondLst>
                                    <p:cond delay="0"/>
                                  </p:stCondLst>
                                  <p:childTnLst>
                                    <p:set>
                                      <p:cBhvr>
                                        <p:cTn id="834" dur="1" fill="hold">
                                          <p:stCondLst>
                                            <p:cond delay="0"/>
                                          </p:stCondLst>
                                        </p:cTn>
                                        <p:tgtEl>
                                          <p:spTgt spid="422"/>
                                        </p:tgtEl>
                                        <p:attrNameLst>
                                          <p:attrName>style.visibility</p:attrName>
                                        </p:attrNameLst>
                                      </p:cBhvr>
                                      <p:to>
                                        <p:strVal val="visible"/>
                                      </p:to>
                                    </p:set>
                                  </p:childTnLst>
                                </p:cTn>
                              </p:par>
                              <p:par>
                                <p:cTn id="835" presetID="1" presetClass="entr" presetSubtype="0" fill="hold" nodeType="withEffect">
                                  <p:stCondLst>
                                    <p:cond delay="0"/>
                                  </p:stCondLst>
                                  <p:childTnLst>
                                    <p:set>
                                      <p:cBhvr>
                                        <p:cTn id="836" dur="1" fill="hold">
                                          <p:stCondLst>
                                            <p:cond delay="0"/>
                                          </p:stCondLst>
                                        </p:cTn>
                                        <p:tgtEl>
                                          <p:spTgt spid="423"/>
                                        </p:tgtEl>
                                        <p:attrNameLst>
                                          <p:attrName>style.visibility</p:attrName>
                                        </p:attrNameLst>
                                      </p:cBhvr>
                                      <p:to>
                                        <p:strVal val="visible"/>
                                      </p:to>
                                    </p:set>
                                  </p:childTnLst>
                                </p:cTn>
                              </p:par>
                              <p:par>
                                <p:cTn id="837" presetID="1" presetClass="entr" presetSubtype="0" fill="hold" nodeType="withEffect">
                                  <p:stCondLst>
                                    <p:cond delay="0"/>
                                  </p:stCondLst>
                                  <p:childTnLst>
                                    <p:set>
                                      <p:cBhvr>
                                        <p:cTn id="838" dur="1" fill="hold">
                                          <p:stCondLst>
                                            <p:cond delay="0"/>
                                          </p:stCondLst>
                                        </p:cTn>
                                        <p:tgtEl>
                                          <p:spTgt spid="424"/>
                                        </p:tgtEl>
                                        <p:attrNameLst>
                                          <p:attrName>style.visibility</p:attrName>
                                        </p:attrNameLst>
                                      </p:cBhvr>
                                      <p:to>
                                        <p:strVal val="visible"/>
                                      </p:to>
                                    </p:set>
                                  </p:childTnLst>
                                </p:cTn>
                              </p:par>
                              <p:par>
                                <p:cTn id="839" presetID="1" presetClass="entr" presetSubtype="0" fill="hold" nodeType="withEffect">
                                  <p:stCondLst>
                                    <p:cond delay="0"/>
                                  </p:stCondLst>
                                  <p:childTnLst>
                                    <p:set>
                                      <p:cBhvr>
                                        <p:cTn id="840" dur="1" fill="hold">
                                          <p:stCondLst>
                                            <p:cond delay="0"/>
                                          </p:stCondLst>
                                        </p:cTn>
                                        <p:tgtEl>
                                          <p:spTgt spid="425"/>
                                        </p:tgtEl>
                                        <p:attrNameLst>
                                          <p:attrName>style.visibility</p:attrName>
                                        </p:attrNameLst>
                                      </p:cBhvr>
                                      <p:to>
                                        <p:strVal val="visible"/>
                                      </p:to>
                                    </p:set>
                                  </p:childTnLst>
                                </p:cTn>
                              </p:par>
                              <p:par>
                                <p:cTn id="841" presetID="1" presetClass="entr" presetSubtype="0" fill="hold" nodeType="withEffect">
                                  <p:stCondLst>
                                    <p:cond delay="0"/>
                                  </p:stCondLst>
                                  <p:childTnLst>
                                    <p:set>
                                      <p:cBhvr>
                                        <p:cTn id="842" dur="1" fill="hold">
                                          <p:stCondLst>
                                            <p:cond delay="0"/>
                                          </p:stCondLst>
                                        </p:cTn>
                                        <p:tgtEl>
                                          <p:spTgt spid="426"/>
                                        </p:tgtEl>
                                        <p:attrNameLst>
                                          <p:attrName>style.visibility</p:attrName>
                                        </p:attrNameLst>
                                      </p:cBhvr>
                                      <p:to>
                                        <p:strVal val="visible"/>
                                      </p:to>
                                    </p:set>
                                  </p:childTnLst>
                                </p:cTn>
                              </p:par>
                              <p:par>
                                <p:cTn id="843" presetID="1" presetClass="entr" presetSubtype="0" fill="hold" nodeType="withEffect">
                                  <p:stCondLst>
                                    <p:cond delay="0"/>
                                  </p:stCondLst>
                                  <p:childTnLst>
                                    <p:set>
                                      <p:cBhvr>
                                        <p:cTn id="844" dur="1" fill="hold">
                                          <p:stCondLst>
                                            <p:cond delay="0"/>
                                          </p:stCondLst>
                                        </p:cTn>
                                        <p:tgtEl>
                                          <p:spTgt spid="427"/>
                                        </p:tgtEl>
                                        <p:attrNameLst>
                                          <p:attrName>style.visibility</p:attrName>
                                        </p:attrNameLst>
                                      </p:cBhvr>
                                      <p:to>
                                        <p:strVal val="visible"/>
                                      </p:to>
                                    </p:set>
                                  </p:childTnLst>
                                </p:cTn>
                              </p:par>
                              <p:par>
                                <p:cTn id="845" presetID="1" presetClass="entr" presetSubtype="0" fill="hold" nodeType="withEffect">
                                  <p:stCondLst>
                                    <p:cond delay="0"/>
                                  </p:stCondLst>
                                  <p:childTnLst>
                                    <p:set>
                                      <p:cBhvr>
                                        <p:cTn id="846" dur="1" fill="hold">
                                          <p:stCondLst>
                                            <p:cond delay="0"/>
                                          </p:stCondLst>
                                        </p:cTn>
                                        <p:tgtEl>
                                          <p:spTgt spid="428"/>
                                        </p:tgtEl>
                                        <p:attrNameLst>
                                          <p:attrName>style.visibility</p:attrName>
                                        </p:attrNameLst>
                                      </p:cBhvr>
                                      <p:to>
                                        <p:strVal val="visible"/>
                                      </p:to>
                                    </p:set>
                                  </p:childTnLst>
                                </p:cTn>
                              </p:par>
                              <p:par>
                                <p:cTn id="847" presetID="1" presetClass="entr" presetSubtype="0" fill="hold" nodeType="withEffect">
                                  <p:stCondLst>
                                    <p:cond delay="0"/>
                                  </p:stCondLst>
                                  <p:childTnLst>
                                    <p:set>
                                      <p:cBhvr>
                                        <p:cTn id="848" dur="1" fill="hold">
                                          <p:stCondLst>
                                            <p:cond delay="0"/>
                                          </p:stCondLst>
                                        </p:cTn>
                                        <p:tgtEl>
                                          <p:spTgt spid="429"/>
                                        </p:tgtEl>
                                        <p:attrNameLst>
                                          <p:attrName>style.visibility</p:attrName>
                                        </p:attrNameLst>
                                      </p:cBhvr>
                                      <p:to>
                                        <p:strVal val="visible"/>
                                      </p:to>
                                    </p:set>
                                  </p:childTnLst>
                                </p:cTn>
                              </p:par>
                              <p:par>
                                <p:cTn id="849" presetID="1" presetClass="entr" presetSubtype="0" fill="hold" nodeType="withEffect">
                                  <p:stCondLst>
                                    <p:cond delay="0"/>
                                  </p:stCondLst>
                                  <p:childTnLst>
                                    <p:set>
                                      <p:cBhvr>
                                        <p:cTn id="850" dur="1" fill="hold">
                                          <p:stCondLst>
                                            <p:cond delay="0"/>
                                          </p:stCondLst>
                                        </p:cTn>
                                        <p:tgtEl>
                                          <p:spTgt spid="430"/>
                                        </p:tgtEl>
                                        <p:attrNameLst>
                                          <p:attrName>style.visibility</p:attrName>
                                        </p:attrNameLst>
                                      </p:cBhvr>
                                      <p:to>
                                        <p:strVal val="visible"/>
                                      </p:to>
                                    </p:set>
                                  </p:childTnLst>
                                </p:cTn>
                              </p:par>
                              <p:par>
                                <p:cTn id="851" presetID="1" presetClass="entr" presetSubtype="0" fill="hold" nodeType="withEffect">
                                  <p:stCondLst>
                                    <p:cond delay="0"/>
                                  </p:stCondLst>
                                  <p:childTnLst>
                                    <p:set>
                                      <p:cBhvr>
                                        <p:cTn id="852" dur="1" fill="hold">
                                          <p:stCondLst>
                                            <p:cond delay="0"/>
                                          </p:stCondLst>
                                        </p:cTn>
                                        <p:tgtEl>
                                          <p:spTgt spid="431"/>
                                        </p:tgtEl>
                                        <p:attrNameLst>
                                          <p:attrName>style.visibility</p:attrName>
                                        </p:attrNameLst>
                                      </p:cBhvr>
                                      <p:to>
                                        <p:strVal val="visible"/>
                                      </p:to>
                                    </p:set>
                                  </p:childTnLst>
                                </p:cTn>
                              </p:par>
                              <p:par>
                                <p:cTn id="853" presetID="1" presetClass="entr" presetSubtype="0" fill="hold" nodeType="withEffect">
                                  <p:stCondLst>
                                    <p:cond delay="0"/>
                                  </p:stCondLst>
                                  <p:childTnLst>
                                    <p:set>
                                      <p:cBhvr>
                                        <p:cTn id="854" dur="1" fill="hold">
                                          <p:stCondLst>
                                            <p:cond delay="0"/>
                                          </p:stCondLst>
                                        </p:cTn>
                                        <p:tgtEl>
                                          <p:spTgt spid="432"/>
                                        </p:tgtEl>
                                        <p:attrNameLst>
                                          <p:attrName>style.visibility</p:attrName>
                                        </p:attrNameLst>
                                      </p:cBhvr>
                                      <p:to>
                                        <p:strVal val="visible"/>
                                      </p:to>
                                    </p:set>
                                  </p:childTnLst>
                                </p:cTn>
                              </p:par>
                              <p:par>
                                <p:cTn id="855" presetID="1" presetClass="entr" presetSubtype="0" fill="hold" nodeType="withEffect">
                                  <p:stCondLst>
                                    <p:cond delay="0"/>
                                  </p:stCondLst>
                                  <p:childTnLst>
                                    <p:set>
                                      <p:cBhvr>
                                        <p:cTn id="856" dur="1" fill="hold">
                                          <p:stCondLst>
                                            <p:cond delay="0"/>
                                          </p:stCondLst>
                                        </p:cTn>
                                        <p:tgtEl>
                                          <p:spTgt spid="433"/>
                                        </p:tgtEl>
                                        <p:attrNameLst>
                                          <p:attrName>style.visibility</p:attrName>
                                        </p:attrNameLst>
                                      </p:cBhvr>
                                      <p:to>
                                        <p:strVal val="visible"/>
                                      </p:to>
                                    </p:set>
                                  </p:childTnLst>
                                </p:cTn>
                              </p:par>
                              <p:par>
                                <p:cTn id="857" presetID="1" presetClass="entr" presetSubtype="0" fill="hold" nodeType="withEffect">
                                  <p:stCondLst>
                                    <p:cond delay="0"/>
                                  </p:stCondLst>
                                  <p:childTnLst>
                                    <p:set>
                                      <p:cBhvr>
                                        <p:cTn id="858" dur="1" fill="hold">
                                          <p:stCondLst>
                                            <p:cond delay="0"/>
                                          </p:stCondLst>
                                        </p:cTn>
                                        <p:tgtEl>
                                          <p:spTgt spid="434"/>
                                        </p:tgtEl>
                                        <p:attrNameLst>
                                          <p:attrName>style.visibility</p:attrName>
                                        </p:attrNameLst>
                                      </p:cBhvr>
                                      <p:to>
                                        <p:strVal val="visible"/>
                                      </p:to>
                                    </p:set>
                                  </p:childTnLst>
                                </p:cTn>
                              </p:par>
                              <p:par>
                                <p:cTn id="859" presetID="1" presetClass="entr" presetSubtype="0" fill="hold" nodeType="withEffect">
                                  <p:stCondLst>
                                    <p:cond delay="0"/>
                                  </p:stCondLst>
                                  <p:childTnLst>
                                    <p:set>
                                      <p:cBhvr>
                                        <p:cTn id="860" dur="1" fill="hold">
                                          <p:stCondLst>
                                            <p:cond delay="0"/>
                                          </p:stCondLst>
                                        </p:cTn>
                                        <p:tgtEl>
                                          <p:spTgt spid="435"/>
                                        </p:tgtEl>
                                        <p:attrNameLst>
                                          <p:attrName>style.visibility</p:attrName>
                                        </p:attrNameLst>
                                      </p:cBhvr>
                                      <p:to>
                                        <p:strVal val="visible"/>
                                      </p:to>
                                    </p:set>
                                  </p:childTnLst>
                                </p:cTn>
                              </p:par>
                              <p:par>
                                <p:cTn id="861" presetID="1" presetClass="entr" presetSubtype="0" fill="hold" nodeType="withEffect">
                                  <p:stCondLst>
                                    <p:cond delay="0"/>
                                  </p:stCondLst>
                                  <p:childTnLst>
                                    <p:set>
                                      <p:cBhvr>
                                        <p:cTn id="862" dur="1" fill="hold">
                                          <p:stCondLst>
                                            <p:cond delay="0"/>
                                          </p:stCondLst>
                                        </p:cTn>
                                        <p:tgtEl>
                                          <p:spTgt spid="436"/>
                                        </p:tgtEl>
                                        <p:attrNameLst>
                                          <p:attrName>style.visibility</p:attrName>
                                        </p:attrNameLst>
                                      </p:cBhvr>
                                      <p:to>
                                        <p:strVal val="visible"/>
                                      </p:to>
                                    </p:set>
                                  </p:childTnLst>
                                </p:cTn>
                              </p:par>
                              <p:par>
                                <p:cTn id="863" presetID="1" presetClass="entr" presetSubtype="0" fill="hold" nodeType="withEffect">
                                  <p:stCondLst>
                                    <p:cond delay="0"/>
                                  </p:stCondLst>
                                  <p:childTnLst>
                                    <p:set>
                                      <p:cBhvr>
                                        <p:cTn id="864" dur="1" fill="hold">
                                          <p:stCondLst>
                                            <p:cond delay="0"/>
                                          </p:stCondLst>
                                        </p:cTn>
                                        <p:tgtEl>
                                          <p:spTgt spid="437"/>
                                        </p:tgtEl>
                                        <p:attrNameLst>
                                          <p:attrName>style.visibility</p:attrName>
                                        </p:attrNameLst>
                                      </p:cBhvr>
                                      <p:to>
                                        <p:strVal val="visible"/>
                                      </p:to>
                                    </p:set>
                                  </p:childTnLst>
                                </p:cTn>
                              </p:par>
                              <p:par>
                                <p:cTn id="865" presetID="1" presetClass="entr" presetSubtype="0" fill="hold" nodeType="withEffect">
                                  <p:stCondLst>
                                    <p:cond delay="0"/>
                                  </p:stCondLst>
                                  <p:childTnLst>
                                    <p:set>
                                      <p:cBhvr>
                                        <p:cTn id="866" dur="1" fill="hold">
                                          <p:stCondLst>
                                            <p:cond delay="0"/>
                                          </p:stCondLst>
                                        </p:cTn>
                                        <p:tgtEl>
                                          <p:spTgt spid="438"/>
                                        </p:tgtEl>
                                        <p:attrNameLst>
                                          <p:attrName>style.visibility</p:attrName>
                                        </p:attrNameLst>
                                      </p:cBhvr>
                                      <p:to>
                                        <p:strVal val="visible"/>
                                      </p:to>
                                    </p:set>
                                  </p:childTnLst>
                                </p:cTn>
                              </p:par>
                              <p:par>
                                <p:cTn id="867" presetID="1" presetClass="entr" presetSubtype="0" fill="hold" nodeType="withEffect">
                                  <p:stCondLst>
                                    <p:cond delay="0"/>
                                  </p:stCondLst>
                                  <p:childTnLst>
                                    <p:set>
                                      <p:cBhvr>
                                        <p:cTn id="868" dur="1" fill="hold">
                                          <p:stCondLst>
                                            <p:cond delay="0"/>
                                          </p:stCondLst>
                                        </p:cTn>
                                        <p:tgtEl>
                                          <p:spTgt spid="439"/>
                                        </p:tgtEl>
                                        <p:attrNameLst>
                                          <p:attrName>style.visibility</p:attrName>
                                        </p:attrNameLst>
                                      </p:cBhvr>
                                      <p:to>
                                        <p:strVal val="visible"/>
                                      </p:to>
                                    </p:set>
                                  </p:childTnLst>
                                </p:cTn>
                              </p:par>
                              <p:par>
                                <p:cTn id="869" presetID="1" presetClass="entr" presetSubtype="0" fill="hold" nodeType="withEffect">
                                  <p:stCondLst>
                                    <p:cond delay="0"/>
                                  </p:stCondLst>
                                  <p:childTnLst>
                                    <p:set>
                                      <p:cBhvr>
                                        <p:cTn id="870" dur="1" fill="hold">
                                          <p:stCondLst>
                                            <p:cond delay="0"/>
                                          </p:stCondLst>
                                        </p:cTn>
                                        <p:tgtEl>
                                          <p:spTgt spid="440"/>
                                        </p:tgtEl>
                                        <p:attrNameLst>
                                          <p:attrName>style.visibility</p:attrName>
                                        </p:attrNameLst>
                                      </p:cBhvr>
                                      <p:to>
                                        <p:strVal val="visible"/>
                                      </p:to>
                                    </p:set>
                                  </p:childTnLst>
                                </p:cTn>
                              </p:par>
                              <p:par>
                                <p:cTn id="871" presetID="1" presetClass="entr" presetSubtype="0" fill="hold" nodeType="withEffect">
                                  <p:stCondLst>
                                    <p:cond delay="0"/>
                                  </p:stCondLst>
                                  <p:childTnLst>
                                    <p:set>
                                      <p:cBhvr>
                                        <p:cTn id="872" dur="1" fill="hold">
                                          <p:stCondLst>
                                            <p:cond delay="0"/>
                                          </p:stCondLst>
                                        </p:cTn>
                                        <p:tgtEl>
                                          <p:spTgt spid="441"/>
                                        </p:tgtEl>
                                        <p:attrNameLst>
                                          <p:attrName>style.visibility</p:attrName>
                                        </p:attrNameLst>
                                      </p:cBhvr>
                                      <p:to>
                                        <p:strVal val="visible"/>
                                      </p:to>
                                    </p:set>
                                  </p:childTnLst>
                                </p:cTn>
                              </p:par>
                              <p:par>
                                <p:cTn id="873" presetID="1" presetClass="entr" presetSubtype="0" fill="hold" nodeType="withEffect">
                                  <p:stCondLst>
                                    <p:cond delay="0"/>
                                  </p:stCondLst>
                                  <p:childTnLst>
                                    <p:set>
                                      <p:cBhvr>
                                        <p:cTn id="874" dur="1" fill="hold">
                                          <p:stCondLst>
                                            <p:cond delay="0"/>
                                          </p:stCondLst>
                                        </p:cTn>
                                        <p:tgtEl>
                                          <p:spTgt spid="442"/>
                                        </p:tgtEl>
                                        <p:attrNameLst>
                                          <p:attrName>style.visibility</p:attrName>
                                        </p:attrNameLst>
                                      </p:cBhvr>
                                      <p:to>
                                        <p:strVal val="visible"/>
                                      </p:to>
                                    </p:set>
                                  </p:childTnLst>
                                </p:cTn>
                              </p:par>
                              <p:par>
                                <p:cTn id="875" presetID="1" presetClass="entr" presetSubtype="0" fill="hold" nodeType="withEffect">
                                  <p:stCondLst>
                                    <p:cond delay="0"/>
                                  </p:stCondLst>
                                  <p:childTnLst>
                                    <p:set>
                                      <p:cBhvr>
                                        <p:cTn id="876" dur="1" fill="hold">
                                          <p:stCondLst>
                                            <p:cond delay="0"/>
                                          </p:stCondLst>
                                        </p:cTn>
                                        <p:tgtEl>
                                          <p:spTgt spid="443"/>
                                        </p:tgtEl>
                                        <p:attrNameLst>
                                          <p:attrName>style.visibility</p:attrName>
                                        </p:attrNameLst>
                                      </p:cBhvr>
                                      <p:to>
                                        <p:strVal val="visible"/>
                                      </p:to>
                                    </p:set>
                                  </p:childTnLst>
                                </p:cTn>
                              </p:par>
                              <p:par>
                                <p:cTn id="877" presetID="1" presetClass="entr" presetSubtype="0" fill="hold" nodeType="withEffect">
                                  <p:stCondLst>
                                    <p:cond delay="0"/>
                                  </p:stCondLst>
                                  <p:childTnLst>
                                    <p:set>
                                      <p:cBhvr>
                                        <p:cTn id="878" dur="1" fill="hold">
                                          <p:stCondLst>
                                            <p:cond delay="0"/>
                                          </p:stCondLst>
                                        </p:cTn>
                                        <p:tgtEl>
                                          <p:spTgt spid="444"/>
                                        </p:tgtEl>
                                        <p:attrNameLst>
                                          <p:attrName>style.visibility</p:attrName>
                                        </p:attrNameLst>
                                      </p:cBhvr>
                                      <p:to>
                                        <p:strVal val="visible"/>
                                      </p:to>
                                    </p:set>
                                  </p:childTnLst>
                                </p:cTn>
                              </p:par>
                              <p:par>
                                <p:cTn id="879" presetID="1" presetClass="entr" presetSubtype="0" fill="hold" nodeType="withEffect">
                                  <p:stCondLst>
                                    <p:cond delay="0"/>
                                  </p:stCondLst>
                                  <p:childTnLst>
                                    <p:set>
                                      <p:cBhvr>
                                        <p:cTn id="880" dur="1" fill="hold">
                                          <p:stCondLst>
                                            <p:cond delay="0"/>
                                          </p:stCondLst>
                                        </p:cTn>
                                        <p:tgtEl>
                                          <p:spTgt spid="445"/>
                                        </p:tgtEl>
                                        <p:attrNameLst>
                                          <p:attrName>style.visibility</p:attrName>
                                        </p:attrNameLst>
                                      </p:cBhvr>
                                      <p:to>
                                        <p:strVal val="visible"/>
                                      </p:to>
                                    </p:set>
                                  </p:childTnLst>
                                </p:cTn>
                              </p:par>
                              <p:par>
                                <p:cTn id="881" presetID="1" presetClass="entr" presetSubtype="0" fill="hold" nodeType="withEffect">
                                  <p:stCondLst>
                                    <p:cond delay="0"/>
                                  </p:stCondLst>
                                  <p:childTnLst>
                                    <p:set>
                                      <p:cBhvr>
                                        <p:cTn id="882" dur="1" fill="hold">
                                          <p:stCondLst>
                                            <p:cond delay="0"/>
                                          </p:stCondLst>
                                        </p:cTn>
                                        <p:tgtEl>
                                          <p:spTgt spid="446"/>
                                        </p:tgtEl>
                                        <p:attrNameLst>
                                          <p:attrName>style.visibility</p:attrName>
                                        </p:attrNameLst>
                                      </p:cBhvr>
                                      <p:to>
                                        <p:strVal val="visible"/>
                                      </p:to>
                                    </p:set>
                                  </p:childTnLst>
                                </p:cTn>
                              </p:par>
                              <p:par>
                                <p:cTn id="883" presetID="1" presetClass="entr" presetSubtype="0" fill="hold" nodeType="withEffect">
                                  <p:stCondLst>
                                    <p:cond delay="0"/>
                                  </p:stCondLst>
                                  <p:childTnLst>
                                    <p:set>
                                      <p:cBhvr>
                                        <p:cTn id="884" dur="1" fill="hold">
                                          <p:stCondLst>
                                            <p:cond delay="0"/>
                                          </p:stCondLst>
                                        </p:cTn>
                                        <p:tgtEl>
                                          <p:spTgt spid="447"/>
                                        </p:tgtEl>
                                        <p:attrNameLst>
                                          <p:attrName>style.visibility</p:attrName>
                                        </p:attrNameLst>
                                      </p:cBhvr>
                                      <p:to>
                                        <p:strVal val="visible"/>
                                      </p:to>
                                    </p:set>
                                  </p:childTnLst>
                                </p:cTn>
                              </p:par>
                              <p:par>
                                <p:cTn id="885" presetID="1" presetClass="entr" presetSubtype="0" fill="hold" nodeType="withEffect">
                                  <p:stCondLst>
                                    <p:cond delay="0"/>
                                  </p:stCondLst>
                                  <p:childTnLst>
                                    <p:set>
                                      <p:cBhvr>
                                        <p:cTn id="886" dur="1" fill="hold">
                                          <p:stCondLst>
                                            <p:cond delay="0"/>
                                          </p:stCondLst>
                                        </p:cTn>
                                        <p:tgtEl>
                                          <p:spTgt spid="448"/>
                                        </p:tgtEl>
                                        <p:attrNameLst>
                                          <p:attrName>style.visibility</p:attrName>
                                        </p:attrNameLst>
                                      </p:cBhvr>
                                      <p:to>
                                        <p:strVal val="visible"/>
                                      </p:to>
                                    </p:set>
                                  </p:childTnLst>
                                </p:cTn>
                              </p:par>
                              <p:par>
                                <p:cTn id="887" presetID="1" presetClass="entr" presetSubtype="0" fill="hold" nodeType="withEffect">
                                  <p:stCondLst>
                                    <p:cond delay="0"/>
                                  </p:stCondLst>
                                  <p:childTnLst>
                                    <p:set>
                                      <p:cBhvr>
                                        <p:cTn id="888" dur="1" fill="hold">
                                          <p:stCondLst>
                                            <p:cond delay="0"/>
                                          </p:stCondLst>
                                        </p:cTn>
                                        <p:tgtEl>
                                          <p:spTgt spid="449"/>
                                        </p:tgtEl>
                                        <p:attrNameLst>
                                          <p:attrName>style.visibility</p:attrName>
                                        </p:attrNameLst>
                                      </p:cBhvr>
                                      <p:to>
                                        <p:strVal val="visible"/>
                                      </p:to>
                                    </p:set>
                                  </p:childTnLst>
                                </p:cTn>
                              </p:par>
                              <p:par>
                                <p:cTn id="889" presetID="1" presetClass="entr" presetSubtype="0" fill="hold" nodeType="withEffect">
                                  <p:stCondLst>
                                    <p:cond delay="0"/>
                                  </p:stCondLst>
                                  <p:childTnLst>
                                    <p:set>
                                      <p:cBhvr>
                                        <p:cTn id="890" dur="1" fill="hold">
                                          <p:stCondLst>
                                            <p:cond delay="0"/>
                                          </p:stCondLst>
                                        </p:cTn>
                                        <p:tgtEl>
                                          <p:spTgt spid="450"/>
                                        </p:tgtEl>
                                        <p:attrNameLst>
                                          <p:attrName>style.visibility</p:attrName>
                                        </p:attrNameLst>
                                      </p:cBhvr>
                                      <p:to>
                                        <p:strVal val="visible"/>
                                      </p:to>
                                    </p:set>
                                  </p:childTnLst>
                                </p:cTn>
                              </p:par>
                              <p:par>
                                <p:cTn id="891" presetID="1" presetClass="entr" presetSubtype="0" fill="hold" nodeType="withEffect">
                                  <p:stCondLst>
                                    <p:cond delay="0"/>
                                  </p:stCondLst>
                                  <p:childTnLst>
                                    <p:set>
                                      <p:cBhvr>
                                        <p:cTn id="892" dur="1" fill="hold">
                                          <p:stCondLst>
                                            <p:cond delay="0"/>
                                          </p:stCondLst>
                                        </p:cTn>
                                        <p:tgtEl>
                                          <p:spTgt spid="451"/>
                                        </p:tgtEl>
                                        <p:attrNameLst>
                                          <p:attrName>style.visibility</p:attrName>
                                        </p:attrNameLst>
                                      </p:cBhvr>
                                      <p:to>
                                        <p:strVal val="visible"/>
                                      </p:to>
                                    </p:set>
                                  </p:childTnLst>
                                </p:cTn>
                              </p:par>
                              <p:par>
                                <p:cTn id="893" presetID="1" presetClass="entr" presetSubtype="0" fill="hold" nodeType="withEffect">
                                  <p:stCondLst>
                                    <p:cond delay="0"/>
                                  </p:stCondLst>
                                  <p:childTnLst>
                                    <p:set>
                                      <p:cBhvr>
                                        <p:cTn id="894" dur="1" fill="hold">
                                          <p:stCondLst>
                                            <p:cond delay="0"/>
                                          </p:stCondLst>
                                        </p:cTn>
                                        <p:tgtEl>
                                          <p:spTgt spid="452"/>
                                        </p:tgtEl>
                                        <p:attrNameLst>
                                          <p:attrName>style.visibility</p:attrName>
                                        </p:attrNameLst>
                                      </p:cBhvr>
                                      <p:to>
                                        <p:strVal val="visible"/>
                                      </p:to>
                                    </p:set>
                                  </p:childTnLst>
                                </p:cTn>
                              </p:par>
                              <p:par>
                                <p:cTn id="895" presetID="1" presetClass="entr" presetSubtype="0" fill="hold" nodeType="withEffect">
                                  <p:stCondLst>
                                    <p:cond delay="0"/>
                                  </p:stCondLst>
                                  <p:childTnLst>
                                    <p:set>
                                      <p:cBhvr>
                                        <p:cTn id="896" dur="1" fill="hold">
                                          <p:stCondLst>
                                            <p:cond delay="0"/>
                                          </p:stCondLst>
                                        </p:cTn>
                                        <p:tgtEl>
                                          <p:spTgt spid="453"/>
                                        </p:tgtEl>
                                        <p:attrNameLst>
                                          <p:attrName>style.visibility</p:attrName>
                                        </p:attrNameLst>
                                      </p:cBhvr>
                                      <p:to>
                                        <p:strVal val="visible"/>
                                      </p:to>
                                    </p:set>
                                  </p:childTnLst>
                                </p:cTn>
                              </p:par>
                              <p:par>
                                <p:cTn id="897" presetID="1" presetClass="entr" presetSubtype="0" fill="hold" nodeType="withEffect">
                                  <p:stCondLst>
                                    <p:cond delay="0"/>
                                  </p:stCondLst>
                                  <p:childTnLst>
                                    <p:set>
                                      <p:cBhvr>
                                        <p:cTn id="898" dur="1" fill="hold">
                                          <p:stCondLst>
                                            <p:cond delay="0"/>
                                          </p:stCondLst>
                                        </p:cTn>
                                        <p:tgtEl>
                                          <p:spTgt spid="454"/>
                                        </p:tgtEl>
                                        <p:attrNameLst>
                                          <p:attrName>style.visibility</p:attrName>
                                        </p:attrNameLst>
                                      </p:cBhvr>
                                      <p:to>
                                        <p:strVal val="visible"/>
                                      </p:to>
                                    </p:set>
                                  </p:childTnLst>
                                </p:cTn>
                              </p:par>
                              <p:par>
                                <p:cTn id="899" presetID="1" presetClass="entr" presetSubtype="0" fill="hold" nodeType="withEffect">
                                  <p:stCondLst>
                                    <p:cond delay="0"/>
                                  </p:stCondLst>
                                  <p:childTnLst>
                                    <p:set>
                                      <p:cBhvr>
                                        <p:cTn id="900" dur="1" fill="hold">
                                          <p:stCondLst>
                                            <p:cond delay="0"/>
                                          </p:stCondLst>
                                        </p:cTn>
                                        <p:tgtEl>
                                          <p:spTgt spid="455"/>
                                        </p:tgtEl>
                                        <p:attrNameLst>
                                          <p:attrName>style.visibility</p:attrName>
                                        </p:attrNameLst>
                                      </p:cBhvr>
                                      <p:to>
                                        <p:strVal val="visible"/>
                                      </p:to>
                                    </p:set>
                                  </p:childTnLst>
                                </p:cTn>
                              </p:par>
                              <p:par>
                                <p:cTn id="901" presetID="1" presetClass="entr" presetSubtype="0" fill="hold" nodeType="withEffect">
                                  <p:stCondLst>
                                    <p:cond delay="0"/>
                                  </p:stCondLst>
                                  <p:childTnLst>
                                    <p:set>
                                      <p:cBhvr>
                                        <p:cTn id="902" dur="1" fill="hold">
                                          <p:stCondLst>
                                            <p:cond delay="0"/>
                                          </p:stCondLst>
                                        </p:cTn>
                                        <p:tgtEl>
                                          <p:spTgt spid="456"/>
                                        </p:tgtEl>
                                        <p:attrNameLst>
                                          <p:attrName>style.visibility</p:attrName>
                                        </p:attrNameLst>
                                      </p:cBhvr>
                                      <p:to>
                                        <p:strVal val="visible"/>
                                      </p:to>
                                    </p:set>
                                  </p:childTnLst>
                                </p:cTn>
                              </p:par>
                              <p:par>
                                <p:cTn id="903" presetID="1" presetClass="entr" presetSubtype="0" fill="hold" nodeType="withEffect">
                                  <p:stCondLst>
                                    <p:cond delay="0"/>
                                  </p:stCondLst>
                                  <p:childTnLst>
                                    <p:set>
                                      <p:cBhvr>
                                        <p:cTn id="904" dur="1" fill="hold">
                                          <p:stCondLst>
                                            <p:cond delay="0"/>
                                          </p:stCondLst>
                                        </p:cTn>
                                        <p:tgtEl>
                                          <p:spTgt spid="457"/>
                                        </p:tgtEl>
                                        <p:attrNameLst>
                                          <p:attrName>style.visibility</p:attrName>
                                        </p:attrNameLst>
                                      </p:cBhvr>
                                      <p:to>
                                        <p:strVal val="visible"/>
                                      </p:to>
                                    </p:set>
                                  </p:childTnLst>
                                </p:cTn>
                              </p:par>
                              <p:par>
                                <p:cTn id="905" presetID="1" presetClass="entr" presetSubtype="0" fill="hold" nodeType="withEffect">
                                  <p:stCondLst>
                                    <p:cond delay="0"/>
                                  </p:stCondLst>
                                  <p:childTnLst>
                                    <p:set>
                                      <p:cBhvr>
                                        <p:cTn id="906" dur="1" fill="hold">
                                          <p:stCondLst>
                                            <p:cond delay="0"/>
                                          </p:stCondLst>
                                        </p:cTn>
                                        <p:tgtEl>
                                          <p:spTgt spid="458"/>
                                        </p:tgtEl>
                                        <p:attrNameLst>
                                          <p:attrName>style.visibility</p:attrName>
                                        </p:attrNameLst>
                                      </p:cBhvr>
                                      <p:to>
                                        <p:strVal val="visible"/>
                                      </p:to>
                                    </p:set>
                                  </p:childTnLst>
                                </p:cTn>
                              </p:par>
                              <p:par>
                                <p:cTn id="907" presetID="1" presetClass="entr" presetSubtype="0" fill="hold" nodeType="withEffect">
                                  <p:stCondLst>
                                    <p:cond delay="0"/>
                                  </p:stCondLst>
                                  <p:childTnLst>
                                    <p:set>
                                      <p:cBhvr>
                                        <p:cTn id="908" dur="1" fill="hold">
                                          <p:stCondLst>
                                            <p:cond delay="0"/>
                                          </p:stCondLst>
                                        </p:cTn>
                                        <p:tgtEl>
                                          <p:spTgt spid="459"/>
                                        </p:tgtEl>
                                        <p:attrNameLst>
                                          <p:attrName>style.visibility</p:attrName>
                                        </p:attrNameLst>
                                      </p:cBhvr>
                                      <p:to>
                                        <p:strVal val="visible"/>
                                      </p:to>
                                    </p:set>
                                  </p:childTnLst>
                                </p:cTn>
                              </p:par>
                              <p:par>
                                <p:cTn id="909" presetID="1" presetClass="entr" presetSubtype="0" fill="hold" nodeType="withEffect">
                                  <p:stCondLst>
                                    <p:cond delay="0"/>
                                  </p:stCondLst>
                                  <p:childTnLst>
                                    <p:set>
                                      <p:cBhvr>
                                        <p:cTn id="910" dur="1" fill="hold">
                                          <p:stCondLst>
                                            <p:cond delay="0"/>
                                          </p:stCondLst>
                                        </p:cTn>
                                        <p:tgtEl>
                                          <p:spTgt spid="460"/>
                                        </p:tgtEl>
                                        <p:attrNameLst>
                                          <p:attrName>style.visibility</p:attrName>
                                        </p:attrNameLst>
                                      </p:cBhvr>
                                      <p:to>
                                        <p:strVal val="visible"/>
                                      </p:to>
                                    </p:set>
                                  </p:childTnLst>
                                </p:cTn>
                              </p:par>
                              <p:par>
                                <p:cTn id="911" presetID="1" presetClass="entr" presetSubtype="0" fill="hold" nodeType="withEffect">
                                  <p:stCondLst>
                                    <p:cond delay="0"/>
                                  </p:stCondLst>
                                  <p:childTnLst>
                                    <p:set>
                                      <p:cBhvr>
                                        <p:cTn id="912" dur="1" fill="hold">
                                          <p:stCondLst>
                                            <p:cond delay="0"/>
                                          </p:stCondLst>
                                        </p:cTn>
                                        <p:tgtEl>
                                          <p:spTgt spid="461"/>
                                        </p:tgtEl>
                                        <p:attrNameLst>
                                          <p:attrName>style.visibility</p:attrName>
                                        </p:attrNameLst>
                                      </p:cBhvr>
                                      <p:to>
                                        <p:strVal val="visible"/>
                                      </p:to>
                                    </p:set>
                                  </p:childTnLst>
                                </p:cTn>
                              </p:par>
                              <p:par>
                                <p:cTn id="913" presetID="1" presetClass="entr" presetSubtype="0" fill="hold" nodeType="withEffect">
                                  <p:stCondLst>
                                    <p:cond delay="0"/>
                                  </p:stCondLst>
                                  <p:childTnLst>
                                    <p:set>
                                      <p:cBhvr>
                                        <p:cTn id="914" dur="1" fill="hold">
                                          <p:stCondLst>
                                            <p:cond delay="0"/>
                                          </p:stCondLst>
                                        </p:cTn>
                                        <p:tgtEl>
                                          <p:spTgt spid="462"/>
                                        </p:tgtEl>
                                        <p:attrNameLst>
                                          <p:attrName>style.visibility</p:attrName>
                                        </p:attrNameLst>
                                      </p:cBhvr>
                                      <p:to>
                                        <p:strVal val="visible"/>
                                      </p:to>
                                    </p:set>
                                  </p:childTnLst>
                                </p:cTn>
                              </p:par>
                              <p:par>
                                <p:cTn id="915" presetID="1" presetClass="entr" presetSubtype="0" fill="hold" nodeType="withEffect">
                                  <p:stCondLst>
                                    <p:cond delay="0"/>
                                  </p:stCondLst>
                                  <p:childTnLst>
                                    <p:set>
                                      <p:cBhvr>
                                        <p:cTn id="916" dur="1" fill="hold">
                                          <p:stCondLst>
                                            <p:cond delay="0"/>
                                          </p:stCondLst>
                                        </p:cTn>
                                        <p:tgtEl>
                                          <p:spTgt spid="463"/>
                                        </p:tgtEl>
                                        <p:attrNameLst>
                                          <p:attrName>style.visibility</p:attrName>
                                        </p:attrNameLst>
                                      </p:cBhvr>
                                      <p:to>
                                        <p:strVal val="visible"/>
                                      </p:to>
                                    </p:set>
                                  </p:childTnLst>
                                </p:cTn>
                              </p:par>
                              <p:par>
                                <p:cTn id="917" presetID="1" presetClass="entr" presetSubtype="0" fill="hold" nodeType="withEffect">
                                  <p:stCondLst>
                                    <p:cond delay="0"/>
                                  </p:stCondLst>
                                  <p:childTnLst>
                                    <p:set>
                                      <p:cBhvr>
                                        <p:cTn id="918" dur="1" fill="hold">
                                          <p:stCondLst>
                                            <p:cond delay="0"/>
                                          </p:stCondLst>
                                        </p:cTn>
                                        <p:tgtEl>
                                          <p:spTgt spid="464"/>
                                        </p:tgtEl>
                                        <p:attrNameLst>
                                          <p:attrName>style.visibility</p:attrName>
                                        </p:attrNameLst>
                                      </p:cBhvr>
                                      <p:to>
                                        <p:strVal val="visible"/>
                                      </p:to>
                                    </p:set>
                                  </p:childTnLst>
                                </p:cTn>
                              </p:par>
                              <p:par>
                                <p:cTn id="919" presetID="1" presetClass="entr" presetSubtype="0" fill="hold" nodeType="withEffect">
                                  <p:stCondLst>
                                    <p:cond delay="0"/>
                                  </p:stCondLst>
                                  <p:childTnLst>
                                    <p:set>
                                      <p:cBhvr>
                                        <p:cTn id="920" dur="1" fill="hold">
                                          <p:stCondLst>
                                            <p:cond delay="0"/>
                                          </p:stCondLst>
                                        </p:cTn>
                                        <p:tgtEl>
                                          <p:spTgt spid="465"/>
                                        </p:tgtEl>
                                        <p:attrNameLst>
                                          <p:attrName>style.visibility</p:attrName>
                                        </p:attrNameLst>
                                      </p:cBhvr>
                                      <p:to>
                                        <p:strVal val="visible"/>
                                      </p:to>
                                    </p:set>
                                  </p:childTnLst>
                                </p:cTn>
                              </p:par>
                              <p:par>
                                <p:cTn id="921" presetID="1" presetClass="entr" presetSubtype="0" fill="hold" nodeType="withEffect">
                                  <p:stCondLst>
                                    <p:cond delay="0"/>
                                  </p:stCondLst>
                                  <p:childTnLst>
                                    <p:set>
                                      <p:cBhvr>
                                        <p:cTn id="922" dur="1" fill="hold">
                                          <p:stCondLst>
                                            <p:cond delay="0"/>
                                          </p:stCondLst>
                                        </p:cTn>
                                        <p:tgtEl>
                                          <p:spTgt spid="466"/>
                                        </p:tgtEl>
                                        <p:attrNameLst>
                                          <p:attrName>style.visibility</p:attrName>
                                        </p:attrNameLst>
                                      </p:cBhvr>
                                      <p:to>
                                        <p:strVal val="visible"/>
                                      </p:to>
                                    </p:set>
                                  </p:childTnLst>
                                </p:cTn>
                              </p:par>
                              <p:par>
                                <p:cTn id="923" presetID="1" presetClass="entr" presetSubtype="0" fill="hold" nodeType="withEffect">
                                  <p:stCondLst>
                                    <p:cond delay="0"/>
                                  </p:stCondLst>
                                  <p:childTnLst>
                                    <p:set>
                                      <p:cBhvr>
                                        <p:cTn id="924" dur="1" fill="hold">
                                          <p:stCondLst>
                                            <p:cond delay="0"/>
                                          </p:stCondLst>
                                        </p:cTn>
                                        <p:tgtEl>
                                          <p:spTgt spid="467"/>
                                        </p:tgtEl>
                                        <p:attrNameLst>
                                          <p:attrName>style.visibility</p:attrName>
                                        </p:attrNameLst>
                                      </p:cBhvr>
                                      <p:to>
                                        <p:strVal val="visible"/>
                                      </p:to>
                                    </p:set>
                                  </p:childTnLst>
                                </p:cTn>
                              </p:par>
                              <p:par>
                                <p:cTn id="925" presetID="1" presetClass="entr" presetSubtype="0" fill="hold" nodeType="withEffect">
                                  <p:stCondLst>
                                    <p:cond delay="0"/>
                                  </p:stCondLst>
                                  <p:childTnLst>
                                    <p:set>
                                      <p:cBhvr>
                                        <p:cTn id="926" dur="1" fill="hold">
                                          <p:stCondLst>
                                            <p:cond delay="0"/>
                                          </p:stCondLst>
                                        </p:cTn>
                                        <p:tgtEl>
                                          <p:spTgt spid="468"/>
                                        </p:tgtEl>
                                        <p:attrNameLst>
                                          <p:attrName>style.visibility</p:attrName>
                                        </p:attrNameLst>
                                      </p:cBhvr>
                                      <p:to>
                                        <p:strVal val="visible"/>
                                      </p:to>
                                    </p:set>
                                  </p:childTnLst>
                                </p:cTn>
                              </p:par>
                              <p:par>
                                <p:cTn id="927" presetID="1" presetClass="entr" presetSubtype="0" fill="hold" nodeType="withEffect">
                                  <p:stCondLst>
                                    <p:cond delay="0"/>
                                  </p:stCondLst>
                                  <p:childTnLst>
                                    <p:set>
                                      <p:cBhvr>
                                        <p:cTn id="928" dur="1" fill="hold">
                                          <p:stCondLst>
                                            <p:cond delay="0"/>
                                          </p:stCondLst>
                                        </p:cTn>
                                        <p:tgtEl>
                                          <p:spTgt spid="469"/>
                                        </p:tgtEl>
                                        <p:attrNameLst>
                                          <p:attrName>style.visibility</p:attrName>
                                        </p:attrNameLst>
                                      </p:cBhvr>
                                      <p:to>
                                        <p:strVal val="visible"/>
                                      </p:to>
                                    </p:set>
                                  </p:childTnLst>
                                </p:cTn>
                              </p:par>
                              <p:par>
                                <p:cTn id="929" presetID="1" presetClass="entr" presetSubtype="0" fill="hold" nodeType="withEffect">
                                  <p:stCondLst>
                                    <p:cond delay="0"/>
                                  </p:stCondLst>
                                  <p:childTnLst>
                                    <p:set>
                                      <p:cBhvr>
                                        <p:cTn id="930" dur="1" fill="hold">
                                          <p:stCondLst>
                                            <p:cond delay="0"/>
                                          </p:stCondLst>
                                        </p:cTn>
                                        <p:tgtEl>
                                          <p:spTgt spid="470"/>
                                        </p:tgtEl>
                                        <p:attrNameLst>
                                          <p:attrName>style.visibility</p:attrName>
                                        </p:attrNameLst>
                                      </p:cBhvr>
                                      <p:to>
                                        <p:strVal val="visible"/>
                                      </p:to>
                                    </p:set>
                                  </p:childTnLst>
                                </p:cTn>
                              </p:par>
                              <p:par>
                                <p:cTn id="931" presetID="1" presetClass="entr" presetSubtype="0" fill="hold" nodeType="withEffect">
                                  <p:stCondLst>
                                    <p:cond delay="0"/>
                                  </p:stCondLst>
                                  <p:childTnLst>
                                    <p:set>
                                      <p:cBhvr>
                                        <p:cTn id="932" dur="1" fill="hold">
                                          <p:stCondLst>
                                            <p:cond delay="0"/>
                                          </p:stCondLst>
                                        </p:cTn>
                                        <p:tgtEl>
                                          <p:spTgt spid="471"/>
                                        </p:tgtEl>
                                        <p:attrNameLst>
                                          <p:attrName>style.visibility</p:attrName>
                                        </p:attrNameLst>
                                      </p:cBhvr>
                                      <p:to>
                                        <p:strVal val="visible"/>
                                      </p:to>
                                    </p:set>
                                  </p:childTnLst>
                                </p:cTn>
                              </p:par>
                              <p:par>
                                <p:cTn id="933" presetID="1" presetClass="entr" presetSubtype="0" fill="hold" nodeType="withEffect">
                                  <p:stCondLst>
                                    <p:cond delay="0"/>
                                  </p:stCondLst>
                                  <p:childTnLst>
                                    <p:set>
                                      <p:cBhvr>
                                        <p:cTn id="934" dur="1" fill="hold">
                                          <p:stCondLst>
                                            <p:cond delay="0"/>
                                          </p:stCondLst>
                                        </p:cTn>
                                        <p:tgtEl>
                                          <p:spTgt spid="472"/>
                                        </p:tgtEl>
                                        <p:attrNameLst>
                                          <p:attrName>style.visibility</p:attrName>
                                        </p:attrNameLst>
                                      </p:cBhvr>
                                      <p:to>
                                        <p:strVal val="visible"/>
                                      </p:to>
                                    </p:set>
                                  </p:childTnLst>
                                </p:cTn>
                              </p:par>
                              <p:par>
                                <p:cTn id="935" presetID="1" presetClass="entr" presetSubtype="0" fill="hold" nodeType="withEffect">
                                  <p:stCondLst>
                                    <p:cond delay="0"/>
                                  </p:stCondLst>
                                  <p:childTnLst>
                                    <p:set>
                                      <p:cBhvr>
                                        <p:cTn id="936" dur="1" fill="hold">
                                          <p:stCondLst>
                                            <p:cond delay="0"/>
                                          </p:stCondLst>
                                        </p:cTn>
                                        <p:tgtEl>
                                          <p:spTgt spid="473"/>
                                        </p:tgtEl>
                                        <p:attrNameLst>
                                          <p:attrName>style.visibility</p:attrName>
                                        </p:attrNameLst>
                                      </p:cBhvr>
                                      <p:to>
                                        <p:strVal val="visible"/>
                                      </p:to>
                                    </p:set>
                                  </p:childTnLst>
                                </p:cTn>
                              </p:par>
                              <p:par>
                                <p:cTn id="937" presetID="1" presetClass="entr" presetSubtype="0" fill="hold" nodeType="withEffect">
                                  <p:stCondLst>
                                    <p:cond delay="0"/>
                                  </p:stCondLst>
                                  <p:childTnLst>
                                    <p:set>
                                      <p:cBhvr>
                                        <p:cTn id="938" dur="1" fill="hold">
                                          <p:stCondLst>
                                            <p:cond delay="0"/>
                                          </p:stCondLst>
                                        </p:cTn>
                                        <p:tgtEl>
                                          <p:spTgt spid="474"/>
                                        </p:tgtEl>
                                        <p:attrNameLst>
                                          <p:attrName>style.visibility</p:attrName>
                                        </p:attrNameLst>
                                      </p:cBhvr>
                                      <p:to>
                                        <p:strVal val="visible"/>
                                      </p:to>
                                    </p:set>
                                  </p:childTnLst>
                                </p:cTn>
                              </p:par>
                              <p:par>
                                <p:cTn id="939" presetID="1" presetClass="entr" presetSubtype="0" fill="hold" nodeType="withEffect">
                                  <p:stCondLst>
                                    <p:cond delay="0"/>
                                  </p:stCondLst>
                                  <p:childTnLst>
                                    <p:set>
                                      <p:cBhvr>
                                        <p:cTn id="940" dur="1" fill="hold">
                                          <p:stCondLst>
                                            <p:cond delay="0"/>
                                          </p:stCondLst>
                                        </p:cTn>
                                        <p:tgtEl>
                                          <p:spTgt spid="475"/>
                                        </p:tgtEl>
                                        <p:attrNameLst>
                                          <p:attrName>style.visibility</p:attrName>
                                        </p:attrNameLst>
                                      </p:cBhvr>
                                      <p:to>
                                        <p:strVal val="visible"/>
                                      </p:to>
                                    </p:set>
                                  </p:childTnLst>
                                </p:cTn>
                              </p:par>
                              <p:par>
                                <p:cTn id="941" presetID="1" presetClass="entr" presetSubtype="0" fill="hold" nodeType="withEffect">
                                  <p:stCondLst>
                                    <p:cond delay="0"/>
                                  </p:stCondLst>
                                  <p:childTnLst>
                                    <p:set>
                                      <p:cBhvr>
                                        <p:cTn id="942" dur="1" fill="hold">
                                          <p:stCondLst>
                                            <p:cond delay="0"/>
                                          </p:stCondLst>
                                        </p:cTn>
                                        <p:tgtEl>
                                          <p:spTgt spid="476"/>
                                        </p:tgtEl>
                                        <p:attrNameLst>
                                          <p:attrName>style.visibility</p:attrName>
                                        </p:attrNameLst>
                                      </p:cBhvr>
                                      <p:to>
                                        <p:strVal val="visible"/>
                                      </p:to>
                                    </p:set>
                                  </p:childTnLst>
                                </p:cTn>
                              </p:par>
                              <p:par>
                                <p:cTn id="943" presetID="1" presetClass="entr" presetSubtype="0" fill="hold" nodeType="withEffect">
                                  <p:stCondLst>
                                    <p:cond delay="0"/>
                                  </p:stCondLst>
                                  <p:childTnLst>
                                    <p:set>
                                      <p:cBhvr>
                                        <p:cTn id="944" dur="1" fill="hold">
                                          <p:stCondLst>
                                            <p:cond delay="0"/>
                                          </p:stCondLst>
                                        </p:cTn>
                                        <p:tgtEl>
                                          <p:spTgt spid="477"/>
                                        </p:tgtEl>
                                        <p:attrNameLst>
                                          <p:attrName>style.visibility</p:attrName>
                                        </p:attrNameLst>
                                      </p:cBhvr>
                                      <p:to>
                                        <p:strVal val="visible"/>
                                      </p:to>
                                    </p:set>
                                  </p:childTnLst>
                                </p:cTn>
                              </p:par>
                              <p:par>
                                <p:cTn id="945" presetID="1" presetClass="entr" presetSubtype="0" fill="hold" nodeType="withEffect">
                                  <p:stCondLst>
                                    <p:cond delay="0"/>
                                  </p:stCondLst>
                                  <p:childTnLst>
                                    <p:set>
                                      <p:cBhvr>
                                        <p:cTn id="946" dur="1" fill="hold">
                                          <p:stCondLst>
                                            <p:cond delay="0"/>
                                          </p:stCondLst>
                                        </p:cTn>
                                        <p:tgtEl>
                                          <p:spTgt spid="478"/>
                                        </p:tgtEl>
                                        <p:attrNameLst>
                                          <p:attrName>style.visibility</p:attrName>
                                        </p:attrNameLst>
                                      </p:cBhvr>
                                      <p:to>
                                        <p:strVal val="visible"/>
                                      </p:to>
                                    </p:set>
                                  </p:childTnLst>
                                </p:cTn>
                              </p:par>
                              <p:par>
                                <p:cTn id="947" presetID="1" presetClass="entr" presetSubtype="0" fill="hold" nodeType="withEffect">
                                  <p:stCondLst>
                                    <p:cond delay="0"/>
                                  </p:stCondLst>
                                  <p:childTnLst>
                                    <p:set>
                                      <p:cBhvr>
                                        <p:cTn id="948" dur="1" fill="hold">
                                          <p:stCondLst>
                                            <p:cond delay="0"/>
                                          </p:stCondLst>
                                        </p:cTn>
                                        <p:tgtEl>
                                          <p:spTgt spid="479"/>
                                        </p:tgtEl>
                                        <p:attrNameLst>
                                          <p:attrName>style.visibility</p:attrName>
                                        </p:attrNameLst>
                                      </p:cBhvr>
                                      <p:to>
                                        <p:strVal val="visible"/>
                                      </p:to>
                                    </p:set>
                                  </p:childTnLst>
                                </p:cTn>
                              </p:par>
                              <p:par>
                                <p:cTn id="949" presetID="1" presetClass="entr" presetSubtype="0" fill="hold" nodeType="withEffect">
                                  <p:stCondLst>
                                    <p:cond delay="0"/>
                                  </p:stCondLst>
                                  <p:childTnLst>
                                    <p:set>
                                      <p:cBhvr>
                                        <p:cTn id="950" dur="1" fill="hold">
                                          <p:stCondLst>
                                            <p:cond delay="0"/>
                                          </p:stCondLst>
                                        </p:cTn>
                                        <p:tgtEl>
                                          <p:spTgt spid="480"/>
                                        </p:tgtEl>
                                        <p:attrNameLst>
                                          <p:attrName>style.visibility</p:attrName>
                                        </p:attrNameLst>
                                      </p:cBhvr>
                                      <p:to>
                                        <p:strVal val="visible"/>
                                      </p:to>
                                    </p:set>
                                  </p:childTnLst>
                                </p:cTn>
                              </p:par>
                              <p:par>
                                <p:cTn id="951" presetID="1" presetClass="entr" presetSubtype="0" fill="hold" nodeType="withEffect">
                                  <p:stCondLst>
                                    <p:cond delay="0"/>
                                  </p:stCondLst>
                                  <p:childTnLst>
                                    <p:set>
                                      <p:cBhvr>
                                        <p:cTn id="952" dur="1" fill="hold">
                                          <p:stCondLst>
                                            <p:cond delay="0"/>
                                          </p:stCondLst>
                                        </p:cTn>
                                        <p:tgtEl>
                                          <p:spTgt spid="481"/>
                                        </p:tgtEl>
                                        <p:attrNameLst>
                                          <p:attrName>style.visibility</p:attrName>
                                        </p:attrNameLst>
                                      </p:cBhvr>
                                      <p:to>
                                        <p:strVal val="visible"/>
                                      </p:to>
                                    </p:set>
                                  </p:childTnLst>
                                </p:cTn>
                              </p:par>
                              <p:par>
                                <p:cTn id="953" presetID="1" presetClass="entr" presetSubtype="0" fill="hold" nodeType="withEffect">
                                  <p:stCondLst>
                                    <p:cond delay="0"/>
                                  </p:stCondLst>
                                  <p:childTnLst>
                                    <p:set>
                                      <p:cBhvr>
                                        <p:cTn id="954" dur="1" fill="hold">
                                          <p:stCondLst>
                                            <p:cond delay="0"/>
                                          </p:stCondLst>
                                        </p:cTn>
                                        <p:tgtEl>
                                          <p:spTgt spid="482"/>
                                        </p:tgtEl>
                                        <p:attrNameLst>
                                          <p:attrName>style.visibility</p:attrName>
                                        </p:attrNameLst>
                                      </p:cBhvr>
                                      <p:to>
                                        <p:strVal val="visible"/>
                                      </p:to>
                                    </p:set>
                                  </p:childTnLst>
                                </p:cTn>
                              </p:par>
                              <p:par>
                                <p:cTn id="955" presetID="1" presetClass="entr" presetSubtype="0" fill="hold" nodeType="withEffect">
                                  <p:stCondLst>
                                    <p:cond delay="0"/>
                                  </p:stCondLst>
                                  <p:childTnLst>
                                    <p:set>
                                      <p:cBhvr>
                                        <p:cTn id="956" dur="1" fill="hold">
                                          <p:stCondLst>
                                            <p:cond delay="0"/>
                                          </p:stCondLst>
                                        </p:cTn>
                                        <p:tgtEl>
                                          <p:spTgt spid="483"/>
                                        </p:tgtEl>
                                        <p:attrNameLst>
                                          <p:attrName>style.visibility</p:attrName>
                                        </p:attrNameLst>
                                      </p:cBhvr>
                                      <p:to>
                                        <p:strVal val="visible"/>
                                      </p:to>
                                    </p:set>
                                  </p:childTnLst>
                                </p:cTn>
                              </p:par>
                              <p:par>
                                <p:cTn id="957" presetID="1" presetClass="entr" presetSubtype="0" fill="hold" nodeType="withEffect">
                                  <p:stCondLst>
                                    <p:cond delay="0"/>
                                  </p:stCondLst>
                                  <p:childTnLst>
                                    <p:set>
                                      <p:cBhvr>
                                        <p:cTn id="958" dur="1" fill="hold">
                                          <p:stCondLst>
                                            <p:cond delay="0"/>
                                          </p:stCondLst>
                                        </p:cTn>
                                        <p:tgtEl>
                                          <p:spTgt spid="484"/>
                                        </p:tgtEl>
                                        <p:attrNameLst>
                                          <p:attrName>style.visibility</p:attrName>
                                        </p:attrNameLst>
                                      </p:cBhvr>
                                      <p:to>
                                        <p:strVal val="visible"/>
                                      </p:to>
                                    </p:set>
                                  </p:childTnLst>
                                </p:cTn>
                              </p:par>
                              <p:par>
                                <p:cTn id="959" presetID="1" presetClass="entr" presetSubtype="0" fill="hold" nodeType="withEffect">
                                  <p:stCondLst>
                                    <p:cond delay="0"/>
                                  </p:stCondLst>
                                  <p:childTnLst>
                                    <p:set>
                                      <p:cBhvr>
                                        <p:cTn id="960" dur="1" fill="hold">
                                          <p:stCondLst>
                                            <p:cond delay="0"/>
                                          </p:stCondLst>
                                        </p:cTn>
                                        <p:tgtEl>
                                          <p:spTgt spid="485"/>
                                        </p:tgtEl>
                                        <p:attrNameLst>
                                          <p:attrName>style.visibility</p:attrName>
                                        </p:attrNameLst>
                                      </p:cBhvr>
                                      <p:to>
                                        <p:strVal val="visible"/>
                                      </p:to>
                                    </p:set>
                                  </p:childTnLst>
                                </p:cTn>
                              </p:par>
                              <p:par>
                                <p:cTn id="961" presetID="1" presetClass="entr" presetSubtype="0" fill="hold" nodeType="withEffect">
                                  <p:stCondLst>
                                    <p:cond delay="0"/>
                                  </p:stCondLst>
                                  <p:childTnLst>
                                    <p:set>
                                      <p:cBhvr>
                                        <p:cTn id="962" dur="1" fill="hold">
                                          <p:stCondLst>
                                            <p:cond delay="0"/>
                                          </p:stCondLst>
                                        </p:cTn>
                                        <p:tgtEl>
                                          <p:spTgt spid="486"/>
                                        </p:tgtEl>
                                        <p:attrNameLst>
                                          <p:attrName>style.visibility</p:attrName>
                                        </p:attrNameLst>
                                      </p:cBhvr>
                                      <p:to>
                                        <p:strVal val="visible"/>
                                      </p:to>
                                    </p:set>
                                  </p:childTnLst>
                                </p:cTn>
                              </p:par>
                              <p:par>
                                <p:cTn id="963" presetID="1" presetClass="entr" presetSubtype="0" fill="hold" nodeType="withEffect">
                                  <p:stCondLst>
                                    <p:cond delay="0"/>
                                  </p:stCondLst>
                                  <p:childTnLst>
                                    <p:set>
                                      <p:cBhvr>
                                        <p:cTn id="964" dur="1" fill="hold">
                                          <p:stCondLst>
                                            <p:cond delay="0"/>
                                          </p:stCondLst>
                                        </p:cTn>
                                        <p:tgtEl>
                                          <p:spTgt spid="487"/>
                                        </p:tgtEl>
                                        <p:attrNameLst>
                                          <p:attrName>style.visibility</p:attrName>
                                        </p:attrNameLst>
                                      </p:cBhvr>
                                      <p:to>
                                        <p:strVal val="visible"/>
                                      </p:to>
                                    </p:set>
                                  </p:childTnLst>
                                </p:cTn>
                              </p:par>
                              <p:par>
                                <p:cTn id="965" presetID="1" presetClass="entr" presetSubtype="0" fill="hold" nodeType="withEffect">
                                  <p:stCondLst>
                                    <p:cond delay="0"/>
                                  </p:stCondLst>
                                  <p:childTnLst>
                                    <p:set>
                                      <p:cBhvr>
                                        <p:cTn id="966" dur="1" fill="hold">
                                          <p:stCondLst>
                                            <p:cond delay="0"/>
                                          </p:stCondLst>
                                        </p:cTn>
                                        <p:tgtEl>
                                          <p:spTgt spid="488"/>
                                        </p:tgtEl>
                                        <p:attrNameLst>
                                          <p:attrName>style.visibility</p:attrName>
                                        </p:attrNameLst>
                                      </p:cBhvr>
                                      <p:to>
                                        <p:strVal val="visible"/>
                                      </p:to>
                                    </p:set>
                                  </p:childTnLst>
                                </p:cTn>
                              </p:par>
                              <p:par>
                                <p:cTn id="967" presetID="1" presetClass="entr" presetSubtype="0" fill="hold" nodeType="withEffect">
                                  <p:stCondLst>
                                    <p:cond delay="0"/>
                                  </p:stCondLst>
                                  <p:childTnLst>
                                    <p:set>
                                      <p:cBhvr>
                                        <p:cTn id="968" dur="1" fill="hold">
                                          <p:stCondLst>
                                            <p:cond delay="0"/>
                                          </p:stCondLst>
                                        </p:cTn>
                                        <p:tgtEl>
                                          <p:spTgt spid="489"/>
                                        </p:tgtEl>
                                        <p:attrNameLst>
                                          <p:attrName>style.visibility</p:attrName>
                                        </p:attrNameLst>
                                      </p:cBhvr>
                                      <p:to>
                                        <p:strVal val="visible"/>
                                      </p:to>
                                    </p:set>
                                  </p:childTnLst>
                                </p:cTn>
                              </p:par>
                              <p:par>
                                <p:cTn id="969" presetID="1" presetClass="entr" presetSubtype="0" fill="hold" nodeType="withEffect">
                                  <p:stCondLst>
                                    <p:cond delay="0"/>
                                  </p:stCondLst>
                                  <p:childTnLst>
                                    <p:set>
                                      <p:cBhvr>
                                        <p:cTn id="970" dur="1" fill="hold">
                                          <p:stCondLst>
                                            <p:cond delay="0"/>
                                          </p:stCondLst>
                                        </p:cTn>
                                        <p:tgtEl>
                                          <p:spTgt spid="490"/>
                                        </p:tgtEl>
                                        <p:attrNameLst>
                                          <p:attrName>style.visibility</p:attrName>
                                        </p:attrNameLst>
                                      </p:cBhvr>
                                      <p:to>
                                        <p:strVal val="visible"/>
                                      </p:to>
                                    </p:set>
                                  </p:childTnLst>
                                </p:cTn>
                              </p:par>
                              <p:par>
                                <p:cTn id="971" presetID="1" presetClass="entr" presetSubtype="0" fill="hold" nodeType="withEffect">
                                  <p:stCondLst>
                                    <p:cond delay="0"/>
                                  </p:stCondLst>
                                  <p:childTnLst>
                                    <p:set>
                                      <p:cBhvr>
                                        <p:cTn id="972" dur="1" fill="hold">
                                          <p:stCondLst>
                                            <p:cond delay="0"/>
                                          </p:stCondLst>
                                        </p:cTn>
                                        <p:tgtEl>
                                          <p:spTgt spid="491"/>
                                        </p:tgtEl>
                                        <p:attrNameLst>
                                          <p:attrName>style.visibility</p:attrName>
                                        </p:attrNameLst>
                                      </p:cBhvr>
                                      <p:to>
                                        <p:strVal val="visible"/>
                                      </p:to>
                                    </p:set>
                                  </p:childTnLst>
                                </p:cTn>
                              </p:par>
                              <p:par>
                                <p:cTn id="973" presetID="1" presetClass="entr" presetSubtype="0" fill="hold" nodeType="withEffect">
                                  <p:stCondLst>
                                    <p:cond delay="0"/>
                                  </p:stCondLst>
                                  <p:childTnLst>
                                    <p:set>
                                      <p:cBhvr>
                                        <p:cTn id="974" dur="1" fill="hold">
                                          <p:stCondLst>
                                            <p:cond delay="0"/>
                                          </p:stCondLst>
                                        </p:cTn>
                                        <p:tgtEl>
                                          <p:spTgt spid="492"/>
                                        </p:tgtEl>
                                        <p:attrNameLst>
                                          <p:attrName>style.visibility</p:attrName>
                                        </p:attrNameLst>
                                      </p:cBhvr>
                                      <p:to>
                                        <p:strVal val="visible"/>
                                      </p:to>
                                    </p:set>
                                  </p:childTnLst>
                                </p:cTn>
                              </p:par>
                              <p:par>
                                <p:cTn id="975" presetID="1" presetClass="entr" presetSubtype="0" fill="hold" nodeType="withEffect">
                                  <p:stCondLst>
                                    <p:cond delay="0"/>
                                  </p:stCondLst>
                                  <p:childTnLst>
                                    <p:set>
                                      <p:cBhvr>
                                        <p:cTn id="976" dur="1" fill="hold">
                                          <p:stCondLst>
                                            <p:cond delay="0"/>
                                          </p:stCondLst>
                                        </p:cTn>
                                        <p:tgtEl>
                                          <p:spTgt spid="493"/>
                                        </p:tgtEl>
                                        <p:attrNameLst>
                                          <p:attrName>style.visibility</p:attrName>
                                        </p:attrNameLst>
                                      </p:cBhvr>
                                      <p:to>
                                        <p:strVal val="visible"/>
                                      </p:to>
                                    </p:set>
                                  </p:childTnLst>
                                </p:cTn>
                              </p:par>
                              <p:par>
                                <p:cTn id="977" presetID="1" presetClass="entr" presetSubtype="0" fill="hold" nodeType="withEffect">
                                  <p:stCondLst>
                                    <p:cond delay="0"/>
                                  </p:stCondLst>
                                  <p:childTnLst>
                                    <p:set>
                                      <p:cBhvr>
                                        <p:cTn id="978" dur="1" fill="hold">
                                          <p:stCondLst>
                                            <p:cond delay="0"/>
                                          </p:stCondLst>
                                        </p:cTn>
                                        <p:tgtEl>
                                          <p:spTgt spid="494"/>
                                        </p:tgtEl>
                                        <p:attrNameLst>
                                          <p:attrName>style.visibility</p:attrName>
                                        </p:attrNameLst>
                                      </p:cBhvr>
                                      <p:to>
                                        <p:strVal val="visible"/>
                                      </p:to>
                                    </p:set>
                                  </p:childTnLst>
                                </p:cTn>
                              </p:par>
                              <p:par>
                                <p:cTn id="979" presetID="1" presetClass="entr" presetSubtype="0" fill="hold" nodeType="withEffect">
                                  <p:stCondLst>
                                    <p:cond delay="0"/>
                                  </p:stCondLst>
                                  <p:childTnLst>
                                    <p:set>
                                      <p:cBhvr>
                                        <p:cTn id="980" dur="1" fill="hold">
                                          <p:stCondLst>
                                            <p:cond delay="0"/>
                                          </p:stCondLst>
                                        </p:cTn>
                                        <p:tgtEl>
                                          <p:spTgt spid="495"/>
                                        </p:tgtEl>
                                        <p:attrNameLst>
                                          <p:attrName>style.visibility</p:attrName>
                                        </p:attrNameLst>
                                      </p:cBhvr>
                                      <p:to>
                                        <p:strVal val="visible"/>
                                      </p:to>
                                    </p:set>
                                  </p:childTnLst>
                                </p:cTn>
                              </p:par>
                              <p:par>
                                <p:cTn id="981" presetID="1" presetClass="entr" presetSubtype="0" fill="hold" nodeType="withEffect">
                                  <p:stCondLst>
                                    <p:cond delay="0"/>
                                  </p:stCondLst>
                                  <p:childTnLst>
                                    <p:set>
                                      <p:cBhvr>
                                        <p:cTn id="982" dur="1" fill="hold">
                                          <p:stCondLst>
                                            <p:cond delay="0"/>
                                          </p:stCondLst>
                                        </p:cTn>
                                        <p:tgtEl>
                                          <p:spTgt spid="496"/>
                                        </p:tgtEl>
                                        <p:attrNameLst>
                                          <p:attrName>style.visibility</p:attrName>
                                        </p:attrNameLst>
                                      </p:cBhvr>
                                      <p:to>
                                        <p:strVal val="visible"/>
                                      </p:to>
                                    </p:set>
                                  </p:childTnLst>
                                </p:cTn>
                              </p:par>
                              <p:par>
                                <p:cTn id="983" presetID="1" presetClass="entr" presetSubtype="0" fill="hold" nodeType="withEffect">
                                  <p:stCondLst>
                                    <p:cond delay="0"/>
                                  </p:stCondLst>
                                  <p:childTnLst>
                                    <p:set>
                                      <p:cBhvr>
                                        <p:cTn id="984" dur="1" fill="hold">
                                          <p:stCondLst>
                                            <p:cond delay="0"/>
                                          </p:stCondLst>
                                        </p:cTn>
                                        <p:tgtEl>
                                          <p:spTgt spid="497"/>
                                        </p:tgtEl>
                                        <p:attrNameLst>
                                          <p:attrName>style.visibility</p:attrName>
                                        </p:attrNameLst>
                                      </p:cBhvr>
                                      <p:to>
                                        <p:strVal val="visible"/>
                                      </p:to>
                                    </p:set>
                                  </p:childTnLst>
                                </p:cTn>
                              </p:par>
                              <p:par>
                                <p:cTn id="985" presetID="1" presetClass="entr" presetSubtype="0" fill="hold" nodeType="withEffect">
                                  <p:stCondLst>
                                    <p:cond delay="0"/>
                                  </p:stCondLst>
                                  <p:childTnLst>
                                    <p:set>
                                      <p:cBhvr>
                                        <p:cTn id="986" dur="1" fill="hold">
                                          <p:stCondLst>
                                            <p:cond delay="0"/>
                                          </p:stCondLst>
                                        </p:cTn>
                                        <p:tgtEl>
                                          <p:spTgt spid="498"/>
                                        </p:tgtEl>
                                        <p:attrNameLst>
                                          <p:attrName>style.visibility</p:attrName>
                                        </p:attrNameLst>
                                      </p:cBhvr>
                                      <p:to>
                                        <p:strVal val="visible"/>
                                      </p:to>
                                    </p:set>
                                  </p:childTnLst>
                                </p:cTn>
                              </p:par>
                              <p:par>
                                <p:cTn id="987" presetID="1" presetClass="entr" presetSubtype="0" fill="hold" nodeType="withEffect">
                                  <p:stCondLst>
                                    <p:cond delay="0"/>
                                  </p:stCondLst>
                                  <p:childTnLst>
                                    <p:set>
                                      <p:cBhvr>
                                        <p:cTn id="988" dur="1" fill="hold">
                                          <p:stCondLst>
                                            <p:cond delay="0"/>
                                          </p:stCondLst>
                                        </p:cTn>
                                        <p:tgtEl>
                                          <p:spTgt spid="499"/>
                                        </p:tgtEl>
                                        <p:attrNameLst>
                                          <p:attrName>style.visibility</p:attrName>
                                        </p:attrNameLst>
                                      </p:cBhvr>
                                      <p:to>
                                        <p:strVal val="visible"/>
                                      </p:to>
                                    </p:set>
                                  </p:childTnLst>
                                </p:cTn>
                              </p:par>
                              <p:par>
                                <p:cTn id="989" presetID="1" presetClass="entr" presetSubtype="0" fill="hold" nodeType="withEffect">
                                  <p:stCondLst>
                                    <p:cond delay="0"/>
                                  </p:stCondLst>
                                  <p:childTnLst>
                                    <p:set>
                                      <p:cBhvr>
                                        <p:cTn id="990" dur="1" fill="hold">
                                          <p:stCondLst>
                                            <p:cond delay="0"/>
                                          </p:stCondLst>
                                        </p:cTn>
                                        <p:tgtEl>
                                          <p:spTgt spid="500"/>
                                        </p:tgtEl>
                                        <p:attrNameLst>
                                          <p:attrName>style.visibility</p:attrName>
                                        </p:attrNameLst>
                                      </p:cBhvr>
                                      <p:to>
                                        <p:strVal val="visible"/>
                                      </p:to>
                                    </p:set>
                                  </p:childTnLst>
                                </p:cTn>
                              </p:par>
                              <p:par>
                                <p:cTn id="991" presetID="1" presetClass="entr" presetSubtype="0" fill="hold" nodeType="withEffect">
                                  <p:stCondLst>
                                    <p:cond delay="0"/>
                                  </p:stCondLst>
                                  <p:childTnLst>
                                    <p:set>
                                      <p:cBhvr>
                                        <p:cTn id="992" dur="1" fill="hold">
                                          <p:stCondLst>
                                            <p:cond delay="0"/>
                                          </p:stCondLst>
                                        </p:cTn>
                                        <p:tgtEl>
                                          <p:spTgt spid="501"/>
                                        </p:tgtEl>
                                        <p:attrNameLst>
                                          <p:attrName>style.visibility</p:attrName>
                                        </p:attrNameLst>
                                      </p:cBhvr>
                                      <p:to>
                                        <p:strVal val="visible"/>
                                      </p:to>
                                    </p:set>
                                  </p:childTnLst>
                                </p:cTn>
                              </p:par>
                              <p:par>
                                <p:cTn id="993" presetID="1" presetClass="entr" presetSubtype="0" fill="hold" nodeType="withEffect">
                                  <p:stCondLst>
                                    <p:cond delay="0"/>
                                  </p:stCondLst>
                                  <p:childTnLst>
                                    <p:set>
                                      <p:cBhvr>
                                        <p:cTn id="994" dur="1" fill="hold">
                                          <p:stCondLst>
                                            <p:cond delay="0"/>
                                          </p:stCondLst>
                                        </p:cTn>
                                        <p:tgtEl>
                                          <p:spTgt spid="502"/>
                                        </p:tgtEl>
                                        <p:attrNameLst>
                                          <p:attrName>style.visibility</p:attrName>
                                        </p:attrNameLst>
                                      </p:cBhvr>
                                      <p:to>
                                        <p:strVal val="visible"/>
                                      </p:to>
                                    </p:set>
                                  </p:childTnLst>
                                </p:cTn>
                              </p:par>
                              <p:par>
                                <p:cTn id="995" presetID="1" presetClass="entr" presetSubtype="0" fill="hold" nodeType="withEffect">
                                  <p:stCondLst>
                                    <p:cond delay="0"/>
                                  </p:stCondLst>
                                  <p:childTnLst>
                                    <p:set>
                                      <p:cBhvr>
                                        <p:cTn id="996" dur="1" fill="hold">
                                          <p:stCondLst>
                                            <p:cond delay="0"/>
                                          </p:stCondLst>
                                        </p:cTn>
                                        <p:tgtEl>
                                          <p:spTgt spid="503"/>
                                        </p:tgtEl>
                                        <p:attrNameLst>
                                          <p:attrName>style.visibility</p:attrName>
                                        </p:attrNameLst>
                                      </p:cBhvr>
                                      <p:to>
                                        <p:strVal val="visible"/>
                                      </p:to>
                                    </p:set>
                                  </p:childTnLst>
                                </p:cTn>
                              </p:par>
                              <p:par>
                                <p:cTn id="997" presetID="1" presetClass="entr" presetSubtype="0" fill="hold" nodeType="withEffect">
                                  <p:stCondLst>
                                    <p:cond delay="0"/>
                                  </p:stCondLst>
                                  <p:childTnLst>
                                    <p:set>
                                      <p:cBhvr>
                                        <p:cTn id="998" dur="1" fill="hold">
                                          <p:stCondLst>
                                            <p:cond delay="0"/>
                                          </p:stCondLst>
                                        </p:cTn>
                                        <p:tgtEl>
                                          <p:spTgt spid="504"/>
                                        </p:tgtEl>
                                        <p:attrNameLst>
                                          <p:attrName>style.visibility</p:attrName>
                                        </p:attrNameLst>
                                      </p:cBhvr>
                                      <p:to>
                                        <p:strVal val="visible"/>
                                      </p:to>
                                    </p:set>
                                  </p:childTnLst>
                                </p:cTn>
                              </p:par>
                              <p:par>
                                <p:cTn id="999" presetID="1" presetClass="entr" presetSubtype="0" fill="hold" nodeType="withEffect">
                                  <p:stCondLst>
                                    <p:cond delay="0"/>
                                  </p:stCondLst>
                                  <p:childTnLst>
                                    <p:set>
                                      <p:cBhvr>
                                        <p:cTn id="1000" dur="1" fill="hold">
                                          <p:stCondLst>
                                            <p:cond delay="0"/>
                                          </p:stCondLst>
                                        </p:cTn>
                                        <p:tgtEl>
                                          <p:spTgt spid="505"/>
                                        </p:tgtEl>
                                        <p:attrNameLst>
                                          <p:attrName>style.visibility</p:attrName>
                                        </p:attrNameLst>
                                      </p:cBhvr>
                                      <p:to>
                                        <p:strVal val="visible"/>
                                      </p:to>
                                    </p:set>
                                  </p:childTnLst>
                                </p:cTn>
                              </p:par>
                              <p:par>
                                <p:cTn id="1001" presetID="1" presetClass="entr" presetSubtype="0" fill="hold" nodeType="withEffect">
                                  <p:stCondLst>
                                    <p:cond delay="0"/>
                                  </p:stCondLst>
                                  <p:childTnLst>
                                    <p:set>
                                      <p:cBhvr>
                                        <p:cTn id="1002" dur="1" fill="hold">
                                          <p:stCondLst>
                                            <p:cond delay="0"/>
                                          </p:stCondLst>
                                        </p:cTn>
                                        <p:tgtEl>
                                          <p:spTgt spid="506"/>
                                        </p:tgtEl>
                                        <p:attrNameLst>
                                          <p:attrName>style.visibility</p:attrName>
                                        </p:attrNameLst>
                                      </p:cBhvr>
                                      <p:to>
                                        <p:strVal val="visible"/>
                                      </p:to>
                                    </p:set>
                                  </p:childTnLst>
                                </p:cTn>
                              </p:par>
                              <p:par>
                                <p:cTn id="1003" presetID="1" presetClass="entr" presetSubtype="0" fill="hold" nodeType="withEffect">
                                  <p:stCondLst>
                                    <p:cond delay="0"/>
                                  </p:stCondLst>
                                  <p:childTnLst>
                                    <p:set>
                                      <p:cBhvr>
                                        <p:cTn id="1004" dur="1" fill="hold">
                                          <p:stCondLst>
                                            <p:cond delay="0"/>
                                          </p:stCondLst>
                                        </p:cTn>
                                        <p:tgtEl>
                                          <p:spTgt spid="507"/>
                                        </p:tgtEl>
                                        <p:attrNameLst>
                                          <p:attrName>style.visibility</p:attrName>
                                        </p:attrNameLst>
                                      </p:cBhvr>
                                      <p:to>
                                        <p:strVal val="visible"/>
                                      </p:to>
                                    </p:set>
                                  </p:childTnLst>
                                </p:cTn>
                              </p:par>
                              <p:par>
                                <p:cTn id="1005" presetID="1" presetClass="entr" presetSubtype="0" fill="hold" nodeType="withEffect">
                                  <p:stCondLst>
                                    <p:cond delay="0"/>
                                  </p:stCondLst>
                                  <p:childTnLst>
                                    <p:set>
                                      <p:cBhvr>
                                        <p:cTn id="1006" dur="1" fill="hold">
                                          <p:stCondLst>
                                            <p:cond delay="0"/>
                                          </p:stCondLst>
                                        </p:cTn>
                                        <p:tgtEl>
                                          <p:spTgt spid="508"/>
                                        </p:tgtEl>
                                        <p:attrNameLst>
                                          <p:attrName>style.visibility</p:attrName>
                                        </p:attrNameLst>
                                      </p:cBhvr>
                                      <p:to>
                                        <p:strVal val="visible"/>
                                      </p:to>
                                    </p:set>
                                  </p:childTnLst>
                                </p:cTn>
                              </p:par>
                              <p:par>
                                <p:cTn id="1007" presetID="1" presetClass="entr" presetSubtype="0" fill="hold" nodeType="withEffect">
                                  <p:stCondLst>
                                    <p:cond delay="0"/>
                                  </p:stCondLst>
                                  <p:childTnLst>
                                    <p:set>
                                      <p:cBhvr>
                                        <p:cTn id="1008" dur="1" fill="hold">
                                          <p:stCondLst>
                                            <p:cond delay="0"/>
                                          </p:stCondLst>
                                        </p:cTn>
                                        <p:tgtEl>
                                          <p:spTgt spid="509"/>
                                        </p:tgtEl>
                                        <p:attrNameLst>
                                          <p:attrName>style.visibility</p:attrName>
                                        </p:attrNameLst>
                                      </p:cBhvr>
                                      <p:to>
                                        <p:strVal val="visible"/>
                                      </p:to>
                                    </p:set>
                                  </p:childTnLst>
                                </p:cTn>
                              </p:par>
                              <p:par>
                                <p:cTn id="1009" presetID="1" presetClass="entr" presetSubtype="0" fill="hold" nodeType="withEffect">
                                  <p:stCondLst>
                                    <p:cond delay="0"/>
                                  </p:stCondLst>
                                  <p:childTnLst>
                                    <p:set>
                                      <p:cBhvr>
                                        <p:cTn id="1010" dur="1" fill="hold">
                                          <p:stCondLst>
                                            <p:cond delay="0"/>
                                          </p:stCondLst>
                                        </p:cTn>
                                        <p:tgtEl>
                                          <p:spTgt spid="510"/>
                                        </p:tgtEl>
                                        <p:attrNameLst>
                                          <p:attrName>style.visibility</p:attrName>
                                        </p:attrNameLst>
                                      </p:cBhvr>
                                      <p:to>
                                        <p:strVal val="visible"/>
                                      </p:to>
                                    </p:set>
                                  </p:childTnLst>
                                </p:cTn>
                              </p:par>
                              <p:par>
                                <p:cTn id="1011" presetID="1" presetClass="entr" presetSubtype="0" fill="hold" nodeType="withEffect">
                                  <p:stCondLst>
                                    <p:cond delay="0"/>
                                  </p:stCondLst>
                                  <p:childTnLst>
                                    <p:set>
                                      <p:cBhvr>
                                        <p:cTn id="1012" dur="1" fill="hold">
                                          <p:stCondLst>
                                            <p:cond delay="0"/>
                                          </p:stCondLst>
                                        </p:cTn>
                                        <p:tgtEl>
                                          <p:spTgt spid="511"/>
                                        </p:tgtEl>
                                        <p:attrNameLst>
                                          <p:attrName>style.visibility</p:attrName>
                                        </p:attrNameLst>
                                      </p:cBhvr>
                                      <p:to>
                                        <p:strVal val="visible"/>
                                      </p:to>
                                    </p:set>
                                  </p:childTnLst>
                                </p:cTn>
                              </p:par>
                              <p:par>
                                <p:cTn id="1013" presetID="1" presetClass="entr" presetSubtype="0" fill="hold" nodeType="withEffect">
                                  <p:stCondLst>
                                    <p:cond delay="0"/>
                                  </p:stCondLst>
                                  <p:childTnLst>
                                    <p:set>
                                      <p:cBhvr>
                                        <p:cTn id="1014" dur="1" fill="hold">
                                          <p:stCondLst>
                                            <p:cond delay="0"/>
                                          </p:stCondLst>
                                        </p:cTn>
                                        <p:tgtEl>
                                          <p:spTgt spid="512"/>
                                        </p:tgtEl>
                                        <p:attrNameLst>
                                          <p:attrName>style.visibility</p:attrName>
                                        </p:attrNameLst>
                                      </p:cBhvr>
                                      <p:to>
                                        <p:strVal val="visible"/>
                                      </p:to>
                                    </p:set>
                                  </p:childTnLst>
                                </p:cTn>
                              </p:par>
                              <p:par>
                                <p:cTn id="1015" presetID="1" presetClass="entr" presetSubtype="0" fill="hold" nodeType="withEffect">
                                  <p:stCondLst>
                                    <p:cond delay="0"/>
                                  </p:stCondLst>
                                  <p:childTnLst>
                                    <p:set>
                                      <p:cBhvr>
                                        <p:cTn id="1016" dur="1" fill="hold">
                                          <p:stCondLst>
                                            <p:cond delay="0"/>
                                          </p:stCondLst>
                                        </p:cTn>
                                        <p:tgtEl>
                                          <p:spTgt spid="513"/>
                                        </p:tgtEl>
                                        <p:attrNameLst>
                                          <p:attrName>style.visibility</p:attrName>
                                        </p:attrNameLst>
                                      </p:cBhvr>
                                      <p:to>
                                        <p:strVal val="visible"/>
                                      </p:to>
                                    </p:set>
                                  </p:childTnLst>
                                </p:cTn>
                              </p:par>
                              <p:par>
                                <p:cTn id="1017" presetID="1" presetClass="entr" presetSubtype="0" fill="hold" nodeType="withEffect">
                                  <p:stCondLst>
                                    <p:cond delay="0"/>
                                  </p:stCondLst>
                                  <p:childTnLst>
                                    <p:set>
                                      <p:cBhvr>
                                        <p:cTn id="1018" dur="1" fill="hold">
                                          <p:stCondLst>
                                            <p:cond delay="0"/>
                                          </p:stCondLst>
                                        </p:cTn>
                                        <p:tgtEl>
                                          <p:spTgt spid="514"/>
                                        </p:tgtEl>
                                        <p:attrNameLst>
                                          <p:attrName>style.visibility</p:attrName>
                                        </p:attrNameLst>
                                      </p:cBhvr>
                                      <p:to>
                                        <p:strVal val="visible"/>
                                      </p:to>
                                    </p:set>
                                  </p:childTnLst>
                                </p:cTn>
                              </p:par>
                              <p:par>
                                <p:cTn id="1019" presetID="1" presetClass="entr" presetSubtype="0" fill="hold" nodeType="withEffect">
                                  <p:stCondLst>
                                    <p:cond delay="0"/>
                                  </p:stCondLst>
                                  <p:childTnLst>
                                    <p:set>
                                      <p:cBhvr>
                                        <p:cTn id="1020" dur="1" fill="hold">
                                          <p:stCondLst>
                                            <p:cond delay="0"/>
                                          </p:stCondLst>
                                        </p:cTn>
                                        <p:tgtEl>
                                          <p:spTgt spid="515"/>
                                        </p:tgtEl>
                                        <p:attrNameLst>
                                          <p:attrName>style.visibility</p:attrName>
                                        </p:attrNameLst>
                                      </p:cBhvr>
                                      <p:to>
                                        <p:strVal val="visible"/>
                                      </p:to>
                                    </p:set>
                                  </p:childTnLst>
                                </p:cTn>
                              </p:par>
                              <p:par>
                                <p:cTn id="1021" presetID="1" presetClass="entr" presetSubtype="0" fill="hold" nodeType="withEffect">
                                  <p:stCondLst>
                                    <p:cond delay="0"/>
                                  </p:stCondLst>
                                  <p:childTnLst>
                                    <p:set>
                                      <p:cBhvr>
                                        <p:cTn id="1022" dur="1" fill="hold">
                                          <p:stCondLst>
                                            <p:cond delay="0"/>
                                          </p:stCondLst>
                                        </p:cTn>
                                        <p:tgtEl>
                                          <p:spTgt spid="516"/>
                                        </p:tgtEl>
                                        <p:attrNameLst>
                                          <p:attrName>style.visibility</p:attrName>
                                        </p:attrNameLst>
                                      </p:cBhvr>
                                      <p:to>
                                        <p:strVal val="visible"/>
                                      </p:to>
                                    </p:set>
                                  </p:childTnLst>
                                </p:cTn>
                              </p:par>
                              <p:par>
                                <p:cTn id="1023" presetID="1" presetClass="entr" presetSubtype="0" fill="hold" nodeType="withEffect">
                                  <p:stCondLst>
                                    <p:cond delay="0"/>
                                  </p:stCondLst>
                                  <p:childTnLst>
                                    <p:set>
                                      <p:cBhvr>
                                        <p:cTn id="1024" dur="1" fill="hold">
                                          <p:stCondLst>
                                            <p:cond delay="0"/>
                                          </p:stCondLst>
                                        </p:cTn>
                                        <p:tgtEl>
                                          <p:spTgt spid="517"/>
                                        </p:tgtEl>
                                        <p:attrNameLst>
                                          <p:attrName>style.visibility</p:attrName>
                                        </p:attrNameLst>
                                      </p:cBhvr>
                                      <p:to>
                                        <p:strVal val="visible"/>
                                      </p:to>
                                    </p:set>
                                  </p:childTnLst>
                                </p:cTn>
                              </p:par>
                              <p:par>
                                <p:cTn id="1025" presetID="1" presetClass="entr" presetSubtype="0" fill="hold" nodeType="withEffect">
                                  <p:stCondLst>
                                    <p:cond delay="0"/>
                                  </p:stCondLst>
                                  <p:childTnLst>
                                    <p:set>
                                      <p:cBhvr>
                                        <p:cTn id="1026" dur="1" fill="hold">
                                          <p:stCondLst>
                                            <p:cond delay="0"/>
                                          </p:stCondLst>
                                        </p:cTn>
                                        <p:tgtEl>
                                          <p:spTgt spid="518"/>
                                        </p:tgtEl>
                                        <p:attrNameLst>
                                          <p:attrName>style.visibility</p:attrName>
                                        </p:attrNameLst>
                                      </p:cBhvr>
                                      <p:to>
                                        <p:strVal val="visible"/>
                                      </p:to>
                                    </p:set>
                                  </p:childTnLst>
                                </p:cTn>
                              </p:par>
                              <p:par>
                                <p:cTn id="1027" presetID="1" presetClass="entr" presetSubtype="0" fill="hold" nodeType="withEffect">
                                  <p:stCondLst>
                                    <p:cond delay="0"/>
                                  </p:stCondLst>
                                  <p:childTnLst>
                                    <p:set>
                                      <p:cBhvr>
                                        <p:cTn id="1028" dur="1" fill="hold">
                                          <p:stCondLst>
                                            <p:cond delay="0"/>
                                          </p:stCondLst>
                                        </p:cTn>
                                        <p:tgtEl>
                                          <p:spTgt spid="519"/>
                                        </p:tgtEl>
                                        <p:attrNameLst>
                                          <p:attrName>style.visibility</p:attrName>
                                        </p:attrNameLst>
                                      </p:cBhvr>
                                      <p:to>
                                        <p:strVal val="visible"/>
                                      </p:to>
                                    </p:set>
                                  </p:childTnLst>
                                </p:cTn>
                              </p:par>
                              <p:par>
                                <p:cTn id="1029" presetID="1" presetClass="entr" presetSubtype="0" fill="hold" nodeType="withEffect">
                                  <p:stCondLst>
                                    <p:cond delay="0"/>
                                  </p:stCondLst>
                                  <p:childTnLst>
                                    <p:set>
                                      <p:cBhvr>
                                        <p:cTn id="1030" dur="1" fill="hold">
                                          <p:stCondLst>
                                            <p:cond delay="0"/>
                                          </p:stCondLst>
                                        </p:cTn>
                                        <p:tgtEl>
                                          <p:spTgt spid="520"/>
                                        </p:tgtEl>
                                        <p:attrNameLst>
                                          <p:attrName>style.visibility</p:attrName>
                                        </p:attrNameLst>
                                      </p:cBhvr>
                                      <p:to>
                                        <p:strVal val="visible"/>
                                      </p:to>
                                    </p:set>
                                  </p:childTnLst>
                                </p:cTn>
                              </p:par>
                              <p:par>
                                <p:cTn id="1031" presetID="1" presetClass="entr" presetSubtype="0" fill="hold" nodeType="withEffect">
                                  <p:stCondLst>
                                    <p:cond delay="0"/>
                                  </p:stCondLst>
                                  <p:childTnLst>
                                    <p:set>
                                      <p:cBhvr>
                                        <p:cTn id="1032" dur="1" fill="hold">
                                          <p:stCondLst>
                                            <p:cond delay="0"/>
                                          </p:stCondLst>
                                        </p:cTn>
                                        <p:tgtEl>
                                          <p:spTgt spid="521"/>
                                        </p:tgtEl>
                                        <p:attrNameLst>
                                          <p:attrName>style.visibility</p:attrName>
                                        </p:attrNameLst>
                                      </p:cBhvr>
                                      <p:to>
                                        <p:strVal val="visible"/>
                                      </p:to>
                                    </p:set>
                                  </p:childTnLst>
                                </p:cTn>
                              </p:par>
                              <p:par>
                                <p:cTn id="1033" presetID="1" presetClass="entr" presetSubtype="0" fill="hold" nodeType="withEffect">
                                  <p:stCondLst>
                                    <p:cond delay="0"/>
                                  </p:stCondLst>
                                  <p:childTnLst>
                                    <p:set>
                                      <p:cBhvr>
                                        <p:cTn id="1034" dur="1" fill="hold">
                                          <p:stCondLst>
                                            <p:cond delay="0"/>
                                          </p:stCondLst>
                                        </p:cTn>
                                        <p:tgtEl>
                                          <p:spTgt spid="522"/>
                                        </p:tgtEl>
                                        <p:attrNameLst>
                                          <p:attrName>style.visibility</p:attrName>
                                        </p:attrNameLst>
                                      </p:cBhvr>
                                      <p:to>
                                        <p:strVal val="visible"/>
                                      </p:to>
                                    </p:set>
                                  </p:childTnLst>
                                </p:cTn>
                              </p:par>
                              <p:par>
                                <p:cTn id="1035" presetID="1" presetClass="entr" presetSubtype="0" fill="hold" nodeType="withEffect">
                                  <p:stCondLst>
                                    <p:cond delay="0"/>
                                  </p:stCondLst>
                                  <p:childTnLst>
                                    <p:set>
                                      <p:cBhvr>
                                        <p:cTn id="1036" dur="1" fill="hold">
                                          <p:stCondLst>
                                            <p:cond delay="0"/>
                                          </p:stCondLst>
                                        </p:cTn>
                                        <p:tgtEl>
                                          <p:spTgt spid="523"/>
                                        </p:tgtEl>
                                        <p:attrNameLst>
                                          <p:attrName>style.visibility</p:attrName>
                                        </p:attrNameLst>
                                      </p:cBhvr>
                                      <p:to>
                                        <p:strVal val="visible"/>
                                      </p:to>
                                    </p:set>
                                  </p:childTnLst>
                                </p:cTn>
                              </p:par>
                              <p:par>
                                <p:cTn id="1037" presetID="1" presetClass="entr" presetSubtype="0" fill="hold" nodeType="withEffect">
                                  <p:stCondLst>
                                    <p:cond delay="0"/>
                                  </p:stCondLst>
                                  <p:childTnLst>
                                    <p:set>
                                      <p:cBhvr>
                                        <p:cTn id="1038" dur="1" fill="hold">
                                          <p:stCondLst>
                                            <p:cond delay="0"/>
                                          </p:stCondLst>
                                        </p:cTn>
                                        <p:tgtEl>
                                          <p:spTgt spid="524"/>
                                        </p:tgtEl>
                                        <p:attrNameLst>
                                          <p:attrName>style.visibility</p:attrName>
                                        </p:attrNameLst>
                                      </p:cBhvr>
                                      <p:to>
                                        <p:strVal val="visible"/>
                                      </p:to>
                                    </p:set>
                                  </p:childTnLst>
                                </p:cTn>
                              </p:par>
                              <p:par>
                                <p:cTn id="1039" presetID="1" presetClass="entr" presetSubtype="0" fill="hold" nodeType="withEffect">
                                  <p:stCondLst>
                                    <p:cond delay="0"/>
                                  </p:stCondLst>
                                  <p:childTnLst>
                                    <p:set>
                                      <p:cBhvr>
                                        <p:cTn id="1040" dur="1" fill="hold">
                                          <p:stCondLst>
                                            <p:cond delay="0"/>
                                          </p:stCondLst>
                                        </p:cTn>
                                        <p:tgtEl>
                                          <p:spTgt spid="525"/>
                                        </p:tgtEl>
                                        <p:attrNameLst>
                                          <p:attrName>style.visibility</p:attrName>
                                        </p:attrNameLst>
                                      </p:cBhvr>
                                      <p:to>
                                        <p:strVal val="visible"/>
                                      </p:to>
                                    </p:set>
                                  </p:childTnLst>
                                </p:cTn>
                              </p:par>
                              <p:par>
                                <p:cTn id="1041" presetID="1" presetClass="entr" presetSubtype="0" fill="hold" nodeType="withEffect">
                                  <p:stCondLst>
                                    <p:cond delay="0"/>
                                  </p:stCondLst>
                                  <p:childTnLst>
                                    <p:set>
                                      <p:cBhvr>
                                        <p:cTn id="1042" dur="1" fill="hold">
                                          <p:stCondLst>
                                            <p:cond delay="0"/>
                                          </p:stCondLst>
                                        </p:cTn>
                                        <p:tgtEl>
                                          <p:spTgt spid="526"/>
                                        </p:tgtEl>
                                        <p:attrNameLst>
                                          <p:attrName>style.visibility</p:attrName>
                                        </p:attrNameLst>
                                      </p:cBhvr>
                                      <p:to>
                                        <p:strVal val="visible"/>
                                      </p:to>
                                    </p:set>
                                  </p:childTnLst>
                                </p:cTn>
                              </p:par>
                              <p:par>
                                <p:cTn id="1043" presetID="1" presetClass="entr" presetSubtype="0" fill="hold" nodeType="withEffect">
                                  <p:stCondLst>
                                    <p:cond delay="0"/>
                                  </p:stCondLst>
                                  <p:childTnLst>
                                    <p:set>
                                      <p:cBhvr>
                                        <p:cTn id="1044" dur="1" fill="hold">
                                          <p:stCondLst>
                                            <p:cond delay="0"/>
                                          </p:stCondLst>
                                        </p:cTn>
                                        <p:tgtEl>
                                          <p:spTgt spid="527"/>
                                        </p:tgtEl>
                                        <p:attrNameLst>
                                          <p:attrName>style.visibility</p:attrName>
                                        </p:attrNameLst>
                                      </p:cBhvr>
                                      <p:to>
                                        <p:strVal val="visible"/>
                                      </p:to>
                                    </p:set>
                                  </p:childTnLst>
                                </p:cTn>
                              </p:par>
                              <p:par>
                                <p:cTn id="1045" presetID="1" presetClass="entr" presetSubtype="0" fill="hold" nodeType="withEffect">
                                  <p:stCondLst>
                                    <p:cond delay="0"/>
                                  </p:stCondLst>
                                  <p:childTnLst>
                                    <p:set>
                                      <p:cBhvr>
                                        <p:cTn id="1046" dur="1" fill="hold">
                                          <p:stCondLst>
                                            <p:cond delay="0"/>
                                          </p:stCondLst>
                                        </p:cTn>
                                        <p:tgtEl>
                                          <p:spTgt spid="528"/>
                                        </p:tgtEl>
                                        <p:attrNameLst>
                                          <p:attrName>style.visibility</p:attrName>
                                        </p:attrNameLst>
                                      </p:cBhvr>
                                      <p:to>
                                        <p:strVal val="visible"/>
                                      </p:to>
                                    </p:set>
                                  </p:childTnLst>
                                </p:cTn>
                              </p:par>
                              <p:par>
                                <p:cTn id="1047" presetID="1" presetClass="entr" presetSubtype="0" fill="hold" nodeType="withEffect">
                                  <p:stCondLst>
                                    <p:cond delay="0"/>
                                  </p:stCondLst>
                                  <p:childTnLst>
                                    <p:set>
                                      <p:cBhvr>
                                        <p:cTn id="1048" dur="1" fill="hold">
                                          <p:stCondLst>
                                            <p:cond delay="0"/>
                                          </p:stCondLst>
                                        </p:cTn>
                                        <p:tgtEl>
                                          <p:spTgt spid="529"/>
                                        </p:tgtEl>
                                        <p:attrNameLst>
                                          <p:attrName>style.visibility</p:attrName>
                                        </p:attrNameLst>
                                      </p:cBhvr>
                                      <p:to>
                                        <p:strVal val="visible"/>
                                      </p:to>
                                    </p:set>
                                  </p:childTnLst>
                                </p:cTn>
                              </p:par>
                              <p:par>
                                <p:cTn id="1049" presetID="1" presetClass="entr" presetSubtype="0" fill="hold" nodeType="withEffect">
                                  <p:stCondLst>
                                    <p:cond delay="0"/>
                                  </p:stCondLst>
                                  <p:childTnLst>
                                    <p:set>
                                      <p:cBhvr>
                                        <p:cTn id="1050" dur="1" fill="hold">
                                          <p:stCondLst>
                                            <p:cond delay="0"/>
                                          </p:stCondLst>
                                        </p:cTn>
                                        <p:tgtEl>
                                          <p:spTgt spid="530"/>
                                        </p:tgtEl>
                                        <p:attrNameLst>
                                          <p:attrName>style.visibility</p:attrName>
                                        </p:attrNameLst>
                                      </p:cBhvr>
                                      <p:to>
                                        <p:strVal val="visible"/>
                                      </p:to>
                                    </p:set>
                                  </p:childTnLst>
                                </p:cTn>
                              </p:par>
                              <p:par>
                                <p:cTn id="1051" presetID="1" presetClass="entr" presetSubtype="0" fill="hold" nodeType="withEffect">
                                  <p:stCondLst>
                                    <p:cond delay="0"/>
                                  </p:stCondLst>
                                  <p:childTnLst>
                                    <p:set>
                                      <p:cBhvr>
                                        <p:cTn id="1052" dur="1" fill="hold">
                                          <p:stCondLst>
                                            <p:cond delay="0"/>
                                          </p:stCondLst>
                                        </p:cTn>
                                        <p:tgtEl>
                                          <p:spTgt spid="531"/>
                                        </p:tgtEl>
                                        <p:attrNameLst>
                                          <p:attrName>style.visibility</p:attrName>
                                        </p:attrNameLst>
                                      </p:cBhvr>
                                      <p:to>
                                        <p:strVal val="visible"/>
                                      </p:to>
                                    </p:set>
                                  </p:childTnLst>
                                </p:cTn>
                              </p:par>
                              <p:par>
                                <p:cTn id="1053" presetID="1" presetClass="entr" presetSubtype="0" fill="hold" nodeType="withEffect">
                                  <p:stCondLst>
                                    <p:cond delay="0"/>
                                  </p:stCondLst>
                                  <p:childTnLst>
                                    <p:set>
                                      <p:cBhvr>
                                        <p:cTn id="1054" dur="1" fill="hold">
                                          <p:stCondLst>
                                            <p:cond delay="0"/>
                                          </p:stCondLst>
                                        </p:cTn>
                                        <p:tgtEl>
                                          <p:spTgt spid="532"/>
                                        </p:tgtEl>
                                        <p:attrNameLst>
                                          <p:attrName>style.visibility</p:attrName>
                                        </p:attrNameLst>
                                      </p:cBhvr>
                                      <p:to>
                                        <p:strVal val="visible"/>
                                      </p:to>
                                    </p:set>
                                  </p:childTnLst>
                                </p:cTn>
                              </p:par>
                              <p:par>
                                <p:cTn id="1055" presetID="1" presetClass="entr" presetSubtype="0" fill="hold" nodeType="withEffect">
                                  <p:stCondLst>
                                    <p:cond delay="0"/>
                                  </p:stCondLst>
                                  <p:childTnLst>
                                    <p:set>
                                      <p:cBhvr>
                                        <p:cTn id="1056" dur="1" fill="hold">
                                          <p:stCondLst>
                                            <p:cond delay="0"/>
                                          </p:stCondLst>
                                        </p:cTn>
                                        <p:tgtEl>
                                          <p:spTgt spid="533"/>
                                        </p:tgtEl>
                                        <p:attrNameLst>
                                          <p:attrName>style.visibility</p:attrName>
                                        </p:attrNameLst>
                                      </p:cBhvr>
                                      <p:to>
                                        <p:strVal val="visible"/>
                                      </p:to>
                                    </p:set>
                                  </p:childTnLst>
                                </p:cTn>
                              </p:par>
                              <p:par>
                                <p:cTn id="1057" presetID="1" presetClass="entr" presetSubtype="0" fill="hold" nodeType="withEffect">
                                  <p:stCondLst>
                                    <p:cond delay="0"/>
                                  </p:stCondLst>
                                  <p:childTnLst>
                                    <p:set>
                                      <p:cBhvr>
                                        <p:cTn id="1058" dur="1" fill="hold">
                                          <p:stCondLst>
                                            <p:cond delay="0"/>
                                          </p:stCondLst>
                                        </p:cTn>
                                        <p:tgtEl>
                                          <p:spTgt spid="534"/>
                                        </p:tgtEl>
                                        <p:attrNameLst>
                                          <p:attrName>style.visibility</p:attrName>
                                        </p:attrNameLst>
                                      </p:cBhvr>
                                      <p:to>
                                        <p:strVal val="visible"/>
                                      </p:to>
                                    </p:set>
                                  </p:childTnLst>
                                </p:cTn>
                              </p:par>
                              <p:par>
                                <p:cTn id="1059" presetID="1" presetClass="entr" presetSubtype="0" fill="hold" nodeType="withEffect">
                                  <p:stCondLst>
                                    <p:cond delay="0"/>
                                  </p:stCondLst>
                                  <p:childTnLst>
                                    <p:set>
                                      <p:cBhvr>
                                        <p:cTn id="1060" dur="1" fill="hold">
                                          <p:stCondLst>
                                            <p:cond delay="0"/>
                                          </p:stCondLst>
                                        </p:cTn>
                                        <p:tgtEl>
                                          <p:spTgt spid="535"/>
                                        </p:tgtEl>
                                        <p:attrNameLst>
                                          <p:attrName>style.visibility</p:attrName>
                                        </p:attrNameLst>
                                      </p:cBhvr>
                                      <p:to>
                                        <p:strVal val="visible"/>
                                      </p:to>
                                    </p:set>
                                  </p:childTnLst>
                                </p:cTn>
                              </p:par>
                              <p:par>
                                <p:cTn id="1061" presetID="1" presetClass="entr" presetSubtype="0" fill="hold" nodeType="withEffect">
                                  <p:stCondLst>
                                    <p:cond delay="0"/>
                                  </p:stCondLst>
                                  <p:childTnLst>
                                    <p:set>
                                      <p:cBhvr>
                                        <p:cTn id="1062" dur="1" fill="hold">
                                          <p:stCondLst>
                                            <p:cond delay="0"/>
                                          </p:stCondLst>
                                        </p:cTn>
                                        <p:tgtEl>
                                          <p:spTgt spid="536"/>
                                        </p:tgtEl>
                                        <p:attrNameLst>
                                          <p:attrName>style.visibility</p:attrName>
                                        </p:attrNameLst>
                                      </p:cBhvr>
                                      <p:to>
                                        <p:strVal val="visible"/>
                                      </p:to>
                                    </p:set>
                                  </p:childTnLst>
                                </p:cTn>
                              </p:par>
                              <p:par>
                                <p:cTn id="1063" presetID="1" presetClass="entr" presetSubtype="0" fill="hold" nodeType="withEffect">
                                  <p:stCondLst>
                                    <p:cond delay="0"/>
                                  </p:stCondLst>
                                  <p:childTnLst>
                                    <p:set>
                                      <p:cBhvr>
                                        <p:cTn id="1064" dur="1" fill="hold">
                                          <p:stCondLst>
                                            <p:cond delay="0"/>
                                          </p:stCondLst>
                                        </p:cTn>
                                        <p:tgtEl>
                                          <p:spTgt spid="537"/>
                                        </p:tgtEl>
                                        <p:attrNameLst>
                                          <p:attrName>style.visibility</p:attrName>
                                        </p:attrNameLst>
                                      </p:cBhvr>
                                      <p:to>
                                        <p:strVal val="visible"/>
                                      </p:to>
                                    </p:set>
                                  </p:childTnLst>
                                </p:cTn>
                              </p:par>
                              <p:par>
                                <p:cTn id="1065" presetID="1" presetClass="entr" presetSubtype="0" fill="hold" nodeType="withEffect">
                                  <p:stCondLst>
                                    <p:cond delay="0"/>
                                  </p:stCondLst>
                                  <p:childTnLst>
                                    <p:set>
                                      <p:cBhvr>
                                        <p:cTn id="1066" dur="1" fill="hold">
                                          <p:stCondLst>
                                            <p:cond delay="0"/>
                                          </p:stCondLst>
                                        </p:cTn>
                                        <p:tgtEl>
                                          <p:spTgt spid="538"/>
                                        </p:tgtEl>
                                        <p:attrNameLst>
                                          <p:attrName>style.visibility</p:attrName>
                                        </p:attrNameLst>
                                      </p:cBhvr>
                                      <p:to>
                                        <p:strVal val="visible"/>
                                      </p:to>
                                    </p:set>
                                  </p:childTnLst>
                                </p:cTn>
                              </p:par>
                              <p:par>
                                <p:cTn id="1067" presetID="1" presetClass="entr" presetSubtype="0" fill="hold" nodeType="withEffect">
                                  <p:stCondLst>
                                    <p:cond delay="0"/>
                                  </p:stCondLst>
                                  <p:childTnLst>
                                    <p:set>
                                      <p:cBhvr>
                                        <p:cTn id="1068" dur="1" fill="hold">
                                          <p:stCondLst>
                                            <p:cond delay="0"/>
                                          </p:stCondLst>
                                        </p:cTn>
                                        <p:tgtEl>
                                          <p:spTgt spid="539"/>
                                        </p:tgtEl>
                                        <p:attrNameLst>
                                          <p:attrName>style.visibility</p:attrName>
                                        </p:attrNameLst>
                                      </p:cBhvr>
                                      <p:to>
                                        <p:strVal val="visible"/>
                                      </p:to>
                                    </p:set>
                                  </p:childTnLst>
                                </p:cTn>
                              </p:par>
                              <p:par>
                                <p:cTn id="1069" presetID="1" presetClass="entr" presetSubtype="0" fill="hold" nodeType="withEffect">
                                  <p:stCondLst>
                                    <p:cond delay="0"/>
                                  </p:stCondLst>
                                  <p:childTnLst>
                                    <p:set>
                                      <p:cBhvr>
                                        <p:cTn id="1070" dur="1" fill="hold">
                                          <p:stCondLst>
                                            <p:cond delay="0"/>
                                          </p:stCondLst>
                                        </p:cTn>
                                        <p:tgtEl>
                                          <p:spTgt spid="540"/>
                                        </p:tgtEl>
                                        <p:attrNameLst>
                                          <p:attrName>style.visibility</p:attrName>
                                        </p:attrNameLst>
                                      </p:cBhvr>
                                      <p:to>
                                        <p:strVal val="visible"/>
                                      </p:to>
                                    </p:set>
                                  </p:childTnLst>
                                </p:cTn>
                              </p:par>
                              <p:par>
                                <p:cTn id="1071" presetID="1" presetClass="entr" presetSubtype="0" fill="hold" nodeType="withEffect">
                                  <p:stCondLst>
                                    <p:cond delay="0"/>
                                  </p:stCondLst>
                                  <p:childTnLst>
                                    <p:set>
                                      <p:cBhvr>
                                        <p:cTn id="1072" dur="1" fill="hold">
                                          <p:stCondLst>
                                            <p:cond delay="0"/>
                                          </p:stCondLst>
                                        </p:cTn>
                                        <p:tgtEl>
                                          <p:spTgt spid="541"/>
                                        </p:tgtEl>
                                        <p:attrNameLst>
                                          <p:attrName>style.visibility</p:attrName>
                                        </p:attrNameLst>
                                      </p:cBhvr>
                                      <p:to>
                                        <p:strVal val="visible"/>
                                      </p:to>
                                    </p:set>
                                  </p:childTnLst>
                                </p:cTn>
                              </p:par>
                              <p:par>
                                <p:cTn id="1073" presetID="1" presetClass="entr" presetSubtype="0" fill="hold" nodeType="withEffect">
                                  <p:stCondLst>
                                    <p:cond delay="0"/>
                                  </p:stCondLst>
                                  <p:childTnLst>
                                    <p:set>
                                      <p:cBhvr>
                                        <p:cTn id="1074" dur="1" fill="hold">
                                          <p:stCondLst>
                                            <p:cond delay="0"/>
                                          </p:stCondLst>
                                        </p:cTn>
                                        <p:tgtEl>
                                          <p:spTgt spid="542"/>
                                        </p:tgtEl>
                                        <p:attrNameLst>
                                          <p:attrName>style.visibility</p:attrName>
                                        </p:attrNameLst>
                                      </p:cBhvr>
                                      <p:to>
                                        <p:strVal val="visible"/>
                                      </p:to>
                                    </p:set>
                                  </p:childTnLst>
                                </p:cTn>
                              </p:par>
                              <p:par>
                                <p:cTn id="1075" presetID="1" presetClass="entr" presetSubtype="0" fill="hold" nodeType="withEffect">
                                  <p:stCondLst>
                                    <p:cond delay="0"/>
                                  </p:stCondLst>
                                  <p:childTnLst>
                                    <p:set>
                                      <p:cBhvr>
                                        <p:cTn id="1076" dur="1" fill="hold">
                                          <p:stCondLst>
                                            <p:cond delay="0"/>
                                          </p:stCondLst>
                                        </p:cTn>
                                        <p:tgtEl>
                                          <p:spTgt spid="543"/>
                                        </p:tgtEl>
                                        <p:attrNameLst>
                                          <p:attrName>style.visibility</p:attrName>
                                        </p:attrNameLst>
                                      </p:cBhvr>
                                      <p:to>
                                        <p:strVal val="visible"/>
                                      </p:to>
                                    </p:set>
                                  </p:childTnLst>
                                </p:cTn>
                              </p:par>
                              <p:par>
                                <p:cTn id="1077" presetID="1" presetClass="entr" presetSubtype="0" fill="hold" nodeType="withEffect">
                                  <p:stCondLst>
                                    <p:cond delay="0"/>
                                  </p:stCondLst>
                                  <p:childTnLst>
                                    <p:set>
                                      <p:cBhvr>
                                        <p:cTn id="1078" dur="1" fill="hold">
                                          <p:stCondLst>
                                            <p:cond delay="0"/>
                                          </p:stCondLst>
                                        </p:cTn>
                                        <p:tgtEl>
                                          <p:spTgt spid="544"/>
                                        </p:tgtEl>
                                        <p:attrNameLst>
                                          <p:attrName>style.visibility</p:attrName>
                                        </p:attrNameLst>
                                      </p:cBhvr>
                                      <p:to>
                                        <p:strVal val="visible"/>
                                      </p:to>
                                    </p:set>
                                  </p:childTnLst>
                                </p:cTn>
                              </p:par>
                              <p:par>
                                <p:cTn id="1079" presetID="1" presetClass="entr" presetSubtype="0" fill="hold" nodeType="withEffect">
                                  <p:stCondLst>
                                    <p:cond delay="0"/>
                                  </p:stCondLst>
                                  <p:childTnLst>
                                    <p:set>
                                      <p:cBhvr>
                                        <p:cTn id="1080" dur="1" fill="hold">
                                          <p:stCondLst>
                                            <p:cond delay="0"/>
                                          </p:stCondLst>
                                        </p:cTn>
                                        <p:tgtEl>
                                          <p:spTgt spid="545"/>
                                        </p:tgtEl>
                                        <p:attrNameLst>
                                          <p:attrName>style.visibility</p:attrName>
                                        </p:attrNameLst>
                                      </p:cBhvr>
                                      <p:to>
                                        <p:strVal val="visible"/>
                                      </p:to>
                                    </p:set>
                                  </p:childTnLst>
                                </p:cTn>
                              </p:par>
                              <p:par>
                                <p:cTn id="1081" presetID="1" presetClass="entr" presetSubtype="0" fill="hold" nodeType="withEffect">
                                  <p:stCondLst>
                                    <p:cond delay="0"/>
                                  </p:stCondLst>
                                  <p:childTnLst>
                                    <p:set>
                                      <p:cBhvr>
                                        <p:cTn id="1082" dur="1" fill="hold">
                                          <p:stCondLst>
                                            <p:cond delay="0"/>
                                          </p:stCondLst>
                                        </p:cTn>
                                        <p:tgtEl>
                                          <p:spTgt spid="546"/>
                                        </p:tgtEl>
                                        <p:attrNameLst>
                                          <p:attrName>style.visibility</p:attrName>
                                        </p:attrNameLst>
                                      </p:cBhvr>
                                      <p:to>
                                        <p:strVal val="visible"/>
                                      </p:to>
                                    </p:set>
                                  </p:childTnLst>
                                </p:cTn>
                              </p:par>
                              <p:par>
                                <p:cTn id="1083" presetID="1" presetClass="entr" presetSubtype="0" fill="hold" nodeType="withEffect">
                                  <p:stCondLst>
                                    <p:cond delay="0"/>
                                  </p:stCondLst>
                                  <p:childTnLst>
                                    <p:set>
                                      <p:cBhvr>
                                        <p:cTn id="1084" dur="1" fill="hold">
                                          <p:stCondLst>
                                            <p:cond delay="0"/>
                                          </p:stCondLst>
                                        </p:cTn>
                                        <p:tgtEl>
                                          <p:spTgt spid="547"/>
                                        </p:tgtEl>
                                        <p:attrNameLst>
                                          <p:attrName>style.visibility</p:attrName>
                                        </p:attrNameLst>
                                      </p:cBhvr>
                                      <p:to>
                                        <p:strVal val="visible"/>
                                      </p:to>
                                    </p:set>
                                  </p:childTnLst>
                                </p:cTn>
                              </p:par>
                              <p:par>
                                <p:cTn id="1085" presetID="1" presetClass="entr" presetSubtype="0" fill="hold" nodeType="withEffect">
                                  <p:stCondLst>
                                    <p:cond delay="0"/>
                                  </p:stCondLst>
                                  <p:childTnLst>
                                    <p:set>
                                      <p:cBhvr>
                                        <p:cTn id="1086" dur="1" fill="hold">
                                          <p:stCondLst>
                                            <p:cond delay="0"/>
                                          </p:stCondLst>
                                        </p:cTn>
                                        <p:tgtEl>
                                          <p:spTgt spid="548"/>
                                        </p:tgtEl>
                                        <p:attrNameLst>
                                          <p:attrName>style.visibility</p:attrName>
                                        </p:attrNameLst>
                                      </p:cBhvr>
                                      <p:to>
                                        <p:strVal val="visible"/>
                                      </p:to>
                                    </p:set>
                                  </p:childTnLst>
                                </p:cTn>
                              </p:par>
                              <p:par>
                                <p:cTn id="1087" presetID="1" presetClass="entr" presetSubtype="0" fill="hold" nodeType="withEffect">
                                  <p:stCondLst>
                                    <p:cond delay="0"/>
                                  </p:stCondLst>
                                  <p:childTnLst>
                                    <p:set>
                                      <p:cBhvr>
                                        <p:cTn id="1088" dur="1" fill="hold">
                                          <p:stCondLst>
                                            <p:cond delay="0"/>
                                          </p:stCondLst>
                                        </p:cTn>
                                        <p:tgtEl>
                                          <p:spTgt spid="549"/>
                                        </p:tgtEl>
                                        <p:attrNameLst>
                                          <p:attrName>style.visibility</p:attrName>
                                        </p:attrNameLst>
                                      </p:cBhvr>
                                      <p:to>
                                        <p:strVal val="visible"/>
                                      </p:to>
                                    </p:set>
                                  </p:childTnLst>
                                </p:cTn>
                              </p:par>
                              <p:par>
                                <p:cTn id="1089" presetID="1" presetClass="entr" presetSubtype="0" fill="hold" nodeType="withEffect">
                                  <p:stCondLst>
                                    <p:cond delay="0"/>
                                  </p:stCondLst>
                                  <p:childTnLst>
                                    <p:set>
                                      <p:cBhvr>
                                        <p:cTn id="1090" dur="1" fill="hold">
                                          <p:stCondLst>
                                            <p:cond delay="0"/>
                                          </p:stCondLst>
                                        </p:cTn>
                                        <p:tgtEl>
                                          <p:spTgt spid="550"/>
                                        </p:tgtEl>
                                        <p:attrNameLst>
                                          <p:attrName>style.visibility</p:attrName>
                                        </p:attrNameLst>
                                      </p:cBhvr>
                                      <p:to>
                                        <p:strVal val="visible"/>
                                      </p:to>
                                    </p:set>
                                  </p:childTnLst>
                                </p:cTn>
                              </p:par>
                              <p:par>
                                <p:cTn id="1091" presetID="1" presetClass="entr" presetSubtype="0" fill="hold" nodeType="withEffect">
                                  <p:stCondLst>
                                    <p:cond delay="0"/>
                                  </p:stCondLst>
                                  <p:childTnLst>
                                    <p:set>
                                      <p:cBhvr>
                                        <p:cTn id="1092" dur="1" fill="hold">
                                          <p:stCondLst>
                                            <p:cond delay="0"/>
                                          </p:stCondLst>
                                        </p:cTn>
                                        <p:tgtEl>
                                          <p:spTgt spid="551"/>
                                        </p:tgtEl>
                                        <p:attrNameLst>
                                          <p:attrName>style.visibility</p:attrName>
                                        </p:attrNameLst>
                                      </p:cBhvr>
                                      <p:to>
                                        <p:strVal val="visible"/>
                                      </p:to>
                                    </p:set>
                                  </p:childTnLst>
                                </p:cTn>
                              </p:par>
                              <p:par>
                                <p:cTn id="1093" presetID="1" presetClass="entr" presetSubtype="0" fill="hold" nodeType="withEffect">
                                  <p:stCondLst>
                                    <p:cond delay="0"/>
                                  </p:stCondLst>
                                  <p:childTnLst>
                                    <p:set>
                                      <p:cBhvr>
                                        <p:cTn id="1094" dur="1" fill="hold">
                                          <p:stCondLst>
                                            <p:cond delay="0"/>
                                          </p:stCondLst>
                                        </p:cTn>
                                        <p:tgtEl>
                                          <p:spTgt spid="552"/>
                                        </p:tgtEl>
                                        <p:attrNameLst>
                                          <p:attrName>style.visibility</p:attrName>
                                        </p:attrNameLst>
                                      </p:cBhvr>
                                      <p:to>
                                        <p:strVal val="visible"/>
                                      </p:to>
                                    </p:set>
                                  </p:childTnLst>
                                </p:cTn>
                              </p:par>
                              <p:par>
                                <p:cTn id="1095" presetID="1" presetClass="entr" presetSubtype="0" fill="hold" nodeType="withEffect">
                                  <p:stCondLst>
                                    <p:cond delay="0"/>
                                  </p:stCondLst>
                                  <p:childTnLst>
                                    <p:set>
                                      <p:cBhvr>
                                        <p:cTn id="1096" dur="1" fill="hold">
                                          <p:stCondLst>
                                            <p:cond delay="0"/>
                                          </p:stCondLst>
                                        </p:cTn>
                                        <p:tgtEl>
                                          <p:spTgt spid="553"/>
                                        </p:tgtEl>
                                        <p:attrNameLst>
                                          <p:attrName>style.visibility</p:attrName>
                                        </p:attrNameLst>
                                      </p:cBhvr>
                                      <p:to>
                                        <p:strVal val="visible"/>
                                      </p:to>
                                    </p:set>
                                  </p:childTnLst>
                                </p:cTn>
                              </p:par>
                              <p:par>
                                <p:cTn id="1097" presetID="1" presetClass="entr" presetSubtype="0" fill="hold" nodeType="withEffect">
                                  <p:stCondLst>
                                    <p:cond delay="0"/>
                                  </p:stCondLst>
                                  <p:childTnLst>
                                    <p:set>
                                      <p:cBhvr>
                                        <p:cTn id="1098" dur="1" fill="hold">
                                          <p:stCondLst>
                                            <p:cond delay="0"/>
                                          </p:stCondLst>
                                        </p:cTn>
                                        <p:tgtEl>
                                          <p:spTgt spid="554"/>
                                        </p:tgtEl>
                                        <p:attrNameLst>
                                          <p:attrName>style.visibility</p:attrName>
                                        </p:attrNameLst>
                                      </p:cBhvr>
                                      <p:to>
                                        <p:strVal val="visible"/>
                                      </p:to>
                                    </p:set>
                                  </p:childTnLst>
                                </p:cTn>
                              </p:par>
                              <p:par>
                                <p:cTn id="1099" presetID="1" presetClass="entr" presetSubtype="0" fill="hold" nodeType="withEffect">
                                  <p:stCondLst>
                                    <p:cond delay="0"/>
                                  </p:stCondLst>
                                  <p:childTnLst>
                                    <p:set>
                                      <p:cBhvr>
                                        <p:cTn id="1100" dur="1" fill="hold">
                                          <p:stCondLst>
                                            <p:cond delay="0"/>
                                          </p:stCondLst>
                                        </p:cTn>
                                        <p:tgtEl>
                                          <p:spTgt spid="555"/>
                                        </p:tgtEl>
                                        <p:attrNameLst>
                                          <p:attrName>style.visibility</p:attrName>
                                        </p:attrNameLst>
                                      </p:cBhvr>
                                      <p:to>
                                        <p:strVal val="visible"/>
                                      </p:to>
                                    </p:set>
                                  </p:childTnLst>
                                </p:cTn>
                              </p:par>
                              <p:par>
                                <p:cTn id="1101" presetID="1" presetClass="entr" presetSubtype="0" fill="hold" nodeType="withEffect">
                                  <p:stCondLst>
                                    <p:cond delay="0"/>
                                  </p:stCondLst>
                                  <p:childTnLst>
                                    <p:set>
                                      <p:cBhvr>
                                        <p:cTn id="1102" dur="1" fill="hold">
                                          <p:stCondLst>
                                            <p:cond delay="0"/>
                                          </p:stCondLst>
                                        </p:cTn>
                                        <p:tgtEl>
                                          <p:spTgt spid="556"/>
                                        </p:tgtEl>
                                        <p:attrNameLst>
                                          <p:attrName>style.visibility</p:attrName>
                                        </p:attrNameLst>
                                      </p:cBhvr>
                                      <p:to>
                                        <p:strVal val="visible"/>
                                      </p:to>
                                    </p:set>
                                  </p:childTnLst>
                                </p:cTn>
                              </p:par>
                              <p:par>
                                <p:cTn id="1103" presetID="1" presetClass="entr" presetSubtype="0" fill="hold" nodeType="withEffect">
                                  <p:stCondLst>
                                    <p:cond delay="0"/>
                                  </p:stCondLst>
                                  <p:childTnLst>
                                    <p:set>
                                      <p:cBhvr>
                                        <p:cTn id="1104" dur="1" fill="hold">
                                          <p:stCondLst>
                                            <p:cond delay="0"/>
                                          </p:stCondLst>
                                        </p:cTn>
                                        <p:tgtEl>
                                          <p:spTgt spid="557"/>
                                        </p:tgtEl>
                                        <p:attrNameLst>
                                          <p:attrName>style.visibility</p:attrName>
                                        </p:attrNameLst>
                                      </p:cBhvr>
                                      <p:to>
                                        <p:strVal val="visible"/>
                                      </p:to>
                                    </p:set>
                                  </p:childTnLst>
                                </p:cTn>
                              </p:par>
                              <p:par>
                                <p:cTn id="1105" presetID="1" presetClass="entr" presetSubtype="0" fill="hold" nodeType="withEffect">
                                  <p:stCondLst>
                                    <p:cond delay="0"/>
                                  </p:stCondLst>
                                  <p:childTnLst>
                                    <p:set>
                                      <p:cBhvr>
                                        <p:cTn id="1106" dur="1" fill="hold">
                                          <p:stCondLst>
                                            <p:cond delay="0"/>
                                          </p:stCondLst>
                                        </p:cTn>
                                        <p:tgtEl>
                                          <p:spTgt spid="558"/>
                                        </p:tgtEl>
                                        <p:attrNameLst>
                                          <p:attrName>style.visibility</p:attrName>
                                        </p:attrNameLst>
                                      </p:cBhvr>
                                      <p:to>
                                        <p:strVal val="visible"/>
                                      </p:to>
                                    </p:set>
                                  </p:childTnLst>
                                </p:cTn>
                              </p:par>
                              <p:par>
                                <p:cTn id="1107" presetID="1" presetClass="entr" presetSubtype="0" fill="hold" nodeType="withEffect">
                                  <p:stCondLst>
                                    <p:cond delay="0"/>
                                  </p:stCondLst>
                                  <p:childTnLst>
                                    <p:set>
                                      <p:cBhvr>
                                        <p:cTn id="1108" dur="1" fill="hold">
                                          <p:stCondLst>
                                            <p:cond delay="0"/>
                                          </p:stCondLst>
                                        </p:cTn>
                                        <p:tgtEl>
                                          <p:spTgt spid="559"/>
                                        </p:tgtEl>
                                        <p:attrNameLst>
                                          <p:attrName>style.visibility</p:attrName>
                                        </p:attrNameLst>
                                      </p:cBhvr>
                                      <p:to>
                                        <p:strVal val="visible"/>
                                      </p:to>
                                    </p:set>
                                  </p:childTnLst>
                                </p:cTn>
                              </p:par>
                              <p:par>
                                <p:cTn id="1109" presetID="1" presetClass="entr" presetSubtype="0" fill="hold" nodeType="withEffect">
                                  <p:stCondLst>
                                    <p:cond delay="0"/>
                                  </p:stCondLst>
                                  <p:childTnLst>
                                    <p:set>
                                      <p:cBhvr>
                                        <p:cTn id="1110" dur="1" fill="hold">
                                          <p:stCondLst>
                                            <p:cond delay="0"/>
                                          </p:stCondLst>
                                        </p:cTn>
                                        <p:tgtEl>
                                          <p:spTgt spid="560"/>
                                        </p:tgtEl>
                                        <p:attrNameLst>
                                          <p:attrName>style.visibility</p:attrName>
                                        </p:attrNameLst>
                                      </p:cBhvr>
                                      <p:to>
                                        <p:strVal val="visible"/>
                                      </p:to>
                                    </p:set>
                                  </p:childTnLst>
                                </p:cTn>
                              </p:par>
                              <p:par>
                                <p:cTn id="1111" presetID="1" presetClass="entr" presetSubtype="0" fill="hold" nodeType="withEffect">
                                  <p:stCondLst>
                                    <p:cond delay="0"/>
                                  </p:stCondLst>
                                  <p:childTnLst>
                                    <p:set>
                                      <p:cBhvr>
                                        <p:cTn id="1112" dur="1" fill="hold">
                                          <p:stCondLst>
                                            <p:cond delay="0"/>
                                          </p:stCondLst>
                                        </p:cTn>
                                        <p:tgtEl>
                                          <p:spTgt spid="561"/>
                                        </p:tgtEl>
                                        <p:attrNameLst>
                                          <p:attrName>style.visibility</p:attrName>
                                        </p:attrNameLst>
                                      </p:cBhvr>
                                      <p:to>
                                        <p:strVal val="visible"/>
                                      </p:to>
                                    </p:set>
                                  </p:childTnLst>
                                </p:cTn>
                              </p:par>
                              <p:par>
                                <p:cTn id="1113" presetID="1" presetClass="entr" presetSubtype="0" fill="hold" nodeType="withEffect">
                                  <p:stCondLst>
                                    <p:cond delay="0"/>
                                  </p:stCondLst>
                                  <p:childTnLst>
                                    <p:set>
                                      <p:cBhvr>
                                        <p:cTn id="1114" dur="1" fill="hold">
                                          <p:stCondLst>
                                            <p:cond delay="0"/>
                                          </p:stCondLst>
                                        </p:cTn>
                                        <p:tgtEl>
                                          <p:spTgt spid="562"/>
                                        </p:tgtEl>
                                        <p:attrNameLst>
                                          <p:attrName>style.visibility</p:attrName>
                                        </p:attrNameLst>
                                      </p:cBhvr>
                                      <p:to>
                                        <p:strVal val="visible"/>
                                      </p:to>
                                    </p:set>
                                  </p:childTnLst>
                                </p:cTn>
                              </p:par>
                              <p:par>
                                <p:cTn id="1115" presetID="1" presetClass="entr" presetSubtype="0" fill="hold" nodeType="withEffect">
                                  <p:stCondLst>
                                    <p:cond delay="0"/>
                                  </p:stCondLst>
                                  <p:childTnLst>
                                    <p:set>
                                      <p:cBhvr>
                                        <p:cTn id="1116" dur="1" fill="hold">
                                          <p:stCondLst>
                                            <p:cond delay="0"/>
                                          </p:stCondLst>
                                        </p:cTn>
                                        <p:tgtEl>
                                          <p:spTgt spid="563"/>
                                        </p:tgtEl>
                                        <p:attrNameLst>
                                          <p:attrName>style.visibility</p:attrName>
                                        </p:attrNameLst>
                                      </p:cBhvr>
                                      <p:to>
                                        <p:strVal val="visible"/>
                                      </p:to>
                                    </p:set>
                                  </p:childTnLst>
                                </p:cTn>
                              </p:par>
                              <p:par>
                                <p:cTn id="1117" presetID="1" presetClass="entr" presetSubtype="0" fill="hold" nodeType="withEffect">
                                  <p:stCondLst>
                                    <p:cond delay="0"/>
                                  </p:stCondLst>
                                  <p:childTnLst>
                                    <p:set>
                                      <p:cBhvr>
                                        <p:cTn id="1118" dur="1" fill="hold">
                                          <p:stCondLst>
                                            <p:cond delay="0"/>
                                          </p:stCondLst>
                                        </p:cTn>
                                        <p:tgtEl>
                                          <p:spTgt spid="564"/>
                                        </p:tgtEl>
                                        <p:attrNameLst>
                                          <p:attrName>style.visibility</p:attrName>
                                        </p:attrNameLst>
                                      </p:cBhvr>
                                      <p:to>
                                        <p:strVal val="visible"/>
                                      </p:to>
                                    </p:set>
                                  </p:childTnLst>
                                </p:cTn>
                              </p:par>
                              <p:par>
                                <p:cTn id="1119" presetID="1" presetClass="entr" presetSubtype="0" fill="hold" nodeType="withEffect">
                                  <p:stCondLst>
                                    <p:cond delay="0"/>
                                  </p:stCondLst>
                                  <p:childTnLst>
                                    <p:set>
                                      <p:cBhvr>
                                        <p:cTn id="1120" dur="1" fill="hold">
                                          <p:stCondLst>
                                            <p:cond delay="0"/>
                                          </p:stCondLst>
                                        </p:cTn>
                                        <p:tgtEl>
                                          <p:spTgt spid="565"/>
                                        </p:tgtEl>
                                        <p:attrNameLst>
                                          <p:attrName>style.visibility</p:attrName>
                                        </p:attrNameLst>
                                      </p:cBhvr>
                                      <p:to>
                                        <p:strVal val="visible"/>
                                      </p:to>
                                    </p:set>
                                  </p:childTnLst>
                                </p:cTn>
                              </p:par>
                              <p:par>
                                <p:cTn id="1121" presetID="1" presetClass="entr" presetSubtype="0" fill="hold" nodeType="withEffect">
                                  <p:stCondLst>
                                    <p:cond delay="0"/>
                                  </p:stCondLst>
                                  <p:childTnLst>
                                    <p:set>
                                      <p:cBhvr>
                                        <p:cTn id="1122" dur="1" fill="hold">
                                          <p:stCondLst>
                                            <p:cond delay="0"/>
                                          </p:stCondLst>
                                        </p:cTn>
                                        <p:tgtEl>
                                          <p:spTgt spid="566"/>
                                        </p:tgtEl>
                                        <p:attrNameLst>
                                          <p:attrName>style.visibility</p:attrName>
                                        </p:attrNameLst>
                                      </p:cBhvr>
                                      <p:to>
                                        <p:strVal val="visible"/>
                                      </p:to>
                                    </p:set>
                                  </p:childTnLst>
                                </p:cTn>
                              </p:par>
                              <p:par>
                                <p:cTn id="1123" presetID="1" presetClass="entr" presetSubtype="0" fill="hold" nodeType="withEffect">
                                  <p:stCondLst>
                                    <p:cond delay="0"/>
                                  </p:stCondLst>
                                  <p:childTnLst>
                                    <p:set>
                                      <p:cBhvr>
                                        <p:cTn id="1124" dur="1" fill="hold">
                                          <p:stCondLst>
                                            <p:cond delay="0"/>
                                          </p:stCondLst>
                                        </p:cTn>
                                        <p:tgtEl>
                                          <p:spTgt spid="567"/>
                                        </p:tgtEl>
                                        <p:attrNameLst>
                                          <p:attrName>style.visibility</p:attrName>
                                        </p:attrNameLst>
                                      </p:cBhvr>
                                      <p:to>
                                        <p:strVal val="visible"/>
                                      </p:to>
                                    </p:set>
                                  </p:childTnLst>
                                </p:cTn>
                              </p:par>
                              <p:par>
                                <p:cTn id="1125" presetID="1" presetClass="entr" presetSubtype="0" fill="hold" nodeType="withEffect">
                                  <p:stCondLst>
                                    <p:cond delay="0"/>
                                  </p:stCondLst>
                                  <p:childTnLst>
                                    <p:set>
                                      <p:cBhvr>
                                        <p:cTn id="1126" dur="1" fill="hold">
                                          <p:stCondLst>
                                            <p:cond delay="0"/>
                                          </p:stCondLst>
                                        </p:cTn>
                                        <p:tgtEl>
                                          <p:spTgt spid="568"/>
                                        </p:tgtEl>
                                        <p:attrNameLst>
                                          <p:attrName>style.visibility</p:attrName>
                                        </p:attrNameLst>
                                      </p:cBhvr>
                                      <p:to>
                                        <p:strVal val="visible"/>
                                      </p:to>
                                    </p:set>
                                  </p:childTnLst>
                                </p:cTn>
                              </p:par>
                              <p:par>
                                <p:cTn id="1127" presetID="1" presetClass="entr" presetSubtype="0" fill="hold" nodeType="withEffect">
                                  <p:stCondLst>
                                    <p:cond delay="0"/>
                                  </p:stCondLst>
                                  <p:childTnLst>
                                    <p:set>
                                      <p:cBhvr>
                                        <p:cTn id="1128" dur="1" fill="hold">
                                          <p:stCondLst>
                                            <p:cond delay="0"/>
                                          </p:stCondLst>
                                        </p:cTn>
                                        <p:tgtEl>
                                          <p:spTgt spid="569"/>
                                        </p:tgtEl>
                                        <p:attrNameLst>
                                          <p:attrName>style.visibility</p:attrName>
                                        </p:attrNameLst>
                                      </p:cBhvr>
                                      <p:to>
                                        <p:strVal val="visible"/>
                                      </p:to>
                                    </p:set>
                                  </p:childTnLst>
                                </p:cTn>
                              </p:par>
                              <p:par>
                                <p:cTn id="1129" presetID="1" presetClass="entr" presetSubtype="0" fill="hold" nodeType="withEffect">
                                  <p:stCondLst>
                                    <p:cond delay="0"/>
                                  </p:stCondLst>
                                  <p:childTnLst>
                                    <p:set>
                                      <p:cBhvr>
                                        <p:cTn id="1130" dur="1" fill="hold">
                                          <p:stCondLst>
                                            <p:cond delay="0"/>
                                          </p:stCondLst>
                                        </p:cTn>
                                        <p:tgtEl>
                                          <p:spTgt spid="570"/>
                                        </p:tgtEl>
                                        <p:attrNameLst>
                                          <p:attrName>style.visibility</p:attrName>
                                        </p:attrNameLst>
                                      </p:cBhvr>
                                      <p:to>
                                        <p:strVal val="visible"/>
                                      </p:to>
                                    </p:set>
                                  </p:childTnLst>
                                </p:cTn>
                              </p:par>
                              <p:par>
                                <p:cTn id="1131" presetID="1" presetClass="entr" presetSubtype="0" fill="hold" nodeType="withEffect">
                                  <p:stCondLst>
                                    <p:cond delay="0"/>
                                  </p:stCondLst>
                                  <p:childTnLst>
                                    <p:set>
                                      <p:cBhvr>
                                        <p:cTn id="1132" dur="1" fill="hold">
                                          <p:stCondLst>
                                            <p:cond delay="0"/>
                                          </p:stCondLst>
                                        </p:cTn>
                                        <p:tgtEl>
                                          <p:spTgt spid="571"/>
                                        </p:tgtEl>
                                        <p:attrNameLst>
                                          <p:attrName>style.visibility</p:attrName>
                                        </p:attrNameLst>
                                      </p:cBhvr>
                                      <p:to>
                                        <p:strVal val="visible"/>
                                      </p:to>
                                    </p:set>
                                  </p:childTnLst>
                                </p:cTn>
                              </p:par>
                              <p:par>
                                <p:cTn id="1133" presetID="1" presetClass="entr" presetSubtype="0" fill="hold" nodeType="withEffect">
                                  <p:stCondLst>
                                    <p:cond delay="0"/>
                                  </p:stCondLst>
                                  <p:childTnLst>
                                    <p:set>
                                      <p:cBhvr>
                                        <p:cTn id="1134" dur="1" fill="hold">
                                          <p:stCondLst>
                                            <p:cond delay="0"/>
                                          </p:stCondLst>
                                        </p:cTn>
                                        <p:tgtEl>
                                          <p:spTgt spid="572"/>
                                        </p:tgtEl>
                                        <p:attrNameLst>
                                          <p:attrName>style.visibility</p:attrName>
                                        </p:attrNameLst>
                                      </p:cBhvr>
                                      <p:to>
                                        <p:strVal val="visible"/>
                                      </p:to>
                                    </p:set>
                                  </p:childTnLst>
                                </p:cTn>
                              </p:par>
                              <p:par>
                                <p:cTn id="1135" presetID="1" presetClass="entr" presetSubtype="0" fill="hold" nodeType="withEffect">
                                  <p:stCondLst>
                                    <p:cond delay="0"/>
                                  </p:stCondLst>
                                  <p:childTnLst>
                                    <p:set>
                                      <p:cBhvr>
                                        <p:cTn id="1136" dur="1" fill="hold">
                                          <p:stCondLst>
                                            <p:cond delay="0"/>
                                          </p:stCondLst>
                                        </p:cTn>
                                        <p:tgtEl>
                                          <p:spTgt spid="573"/>
                                        </p:tgtEl>
                                        <p:attrNameLst>
                                          <p:attrName>style.visibility</p:attrName>
                                        </p:attrNameLst>
                                      </p:cBhvr>
                                      <p:to>
                                        <p:strVal val="visible"/>
                                      </p:to>
                                    </p:set>
                                  </p:childTnLst>
                                </p:cTn>
                              </p:par>
                              <p:par>
                                <p:cTn id="1137" presetID="1" presetClass="entr" presetSubtype="0" fill="hold" nodeType="withEffect">
                                  <p:stCondLst>
                                    <p:cond delay="0"/>
                                  </p:stCondLst>
                                  <p:childTnLst>
                                    <p:set>
                                      <p:cBhvr>
                                        <p:cTn id="1138" dur="1" fill="hold">
                                          <p:stCondLst>
                                            <p:cond delay="0"/>
                                          </p:stCondLst>
                                        </p:cTn>
                                        <p:tgtEl>
                                          <p:spTgt spid="574"/>
                                        </p:tgtEl>
                                        <p:attrNameLst>
                                          <p:attrName>style.visibility</p:attrName>
                                        </p:attrNameLst>
                                      </p:cBhvr>
                                      <p:to>
                                        <p:strVal val="visible"/>
                                      </p:to>
                                    </p:set>
                                  </p:childTnLst>
                                </p:cTn>
                              </p:par>
                              <p:par>
                                <p:cTn id="1139" presetID="1" presetClass="entr" presetSubtype="0" fill="hold" nodeType="withEffect">
                                  <p:stCondLst>
                                    <p:cond delay="0"/>
                                  </p:stCondLst>
                                  <p:childTnLst>
                                    <p:set>
                                      <p:cBhvr>
                                        <p:cTn id="1140" dur="1" fill="hold">
                                          <p:stCondLst>
                                            <p:cond delay="0"/>
                                          </p:stCondLst>
                                        </p:cTn>
                                        <p:tgtEl>
                                          <p:spTgt spid="575"/>
                                        </p:tgtEl>
                                        <p:attrNameLst>
                                          <p:attrName>style.visibility</p:attrName>
                                        </p:attrNameLst>
                                      </p:cBhvr>
                                      <p:to>
                                        <p:strVal val="visible"/>
                                      </p:to>
                                    </p:set>
                                  </p:childTnLst>
                                </p:cTn>
                              </p:par>
                              <p:par>
                                <p:cTn id="1141" presetID="1" presetClass="entr" presetSubtype="0" fill="hold" nodeType="withEffect">
                                  <p:stCondLst>
                                    <p:cond delay="0"/>
                                  </p:stCondLst>
                                  <p:childTnLst>
                                    <p:set>
                                      <p:cBhvr>
                                        <p:cTn id="1142" dur="1" fill="hold">
                                          <p:stCondLst>
                                            <p:cond delay="0"/>
                                          </p:stCondLst>
                                        </p:cTn>
                                        <p:tgtEl>
                                          <p:spTgt spid="576"/>
                                        </p:tgtEl>
                                        <p:attrNameLst>
                                          <p:attrName>style.visibility</p:attrName>
                                        </p:attrNameLst>
                                      </p:cBhvr>
                                      <p:to>
                                        <p:strVal val="visible"/>
                                      </p:to>
                                    </p:set>
                                  </p:childTnLst>
                                </p:cTn>
                              </p:par>
                              <p:par>
                                <p:cTn id="1143" presetID="1" presetClass="entr" presetSubtype="0" fill="hold" nodeType="withEffect">
                                  <p:stCondLst>
                                    <p:cond delay="0"/>
                                  </p:stCondLst>
                                  <p:childTnLst>
                                    <p:set>
                                      <p:cBhvr>
                                        <p:cTn id="1144" dur="1" fill="hold">
                                          <p:stCondLst>
                                            <p:cond delay="0"/>
                                          </p:stCondLst>
                                        </p:cTn>
                                        <p:tgtEl>
                                          <p:spTgt spid="577"/>
                                        </p:tgtEl>
                                        <p:attrNameLst>
                                          <p:attrName>style.visibility</p:attrName>
                                        </p:attrNameLst>
                                      </p:cBhvr>
                                      <p:to>
                                        <p:strVal val="visible"/>
                                      </p:to>
                                    </p:set>
                                  </p:childTnLst>
                                </p:cTn>
                              </p:par>
                              <p:par>
                                <p:cTn id="1145" presetID="1" presetClass="entr" presetSubtype="0" fill="hold" nodeType="withEffect">
                                  <p:stCondLst>
                                    <p:cond delay="0"/>
                                  </p:stCondLst>
                                  <p:childTnLst>
                                    <p:set>
                                      <p:cBhvr>
                                        <p:cTn id="1146" dur="1" fill="hold">
                                          <p:stCondLst>
                                            <p:cond delay="0"/>
                                          </p:stCondLst>
                                        </p:cTn>
                                        <p:tgtEl>
                                          <p:spTgt spid="578"/>
                                        </p:tgtEl>
                                        <p:attrNameLst>
                                          <p:attrName>style.visibility</p:attrName>
                                        </p:attrNameLst>
                                      </p:cBhvr>
                                      <p:to>
                                        <p:strVal val="visible"/>
                                      </p:to>
                                    </p:set>
                                  </p:childTnLst>
                                </p:cTn>
                              </p:par>
                              <p:par>
                                <p:cTn id="1147" presetID="1" presetClass="entr" presetSubtype="0" fill="hold" nodeType="withEffect">
                                  <p:stCondLst>
                                    <p:cond delay="0"/>
                                  </p:stCondLst>
                                  <p:childTnLst>
                                    <p:set>
                                      <p:cBhvr>
                                        <p:cTn id="1148" dur="1" fill="hold">
                                          <p:stCondLst>
                                            <p:cond delay="0"/>
                                          </p:stCondLst>
                                        </p:cTn>
                                        <p:tgtEl>
                                          <p:spTgt spid="579"/>
                                        </p:tgtEl>
                                        <p:attrNameLst>
                                          <p:attrName>style.visibility</p:attrName>
                                        </p:attrNameLst>
                                      </p:cBhvr>
                                      <p:to>
                                        <p:strVal val="visible"/>
                                      </p:to>
                                    </p:set>
                                  </p:childTnLst>
                                </p:cTn>
                              </p:par>
                              <p:par>
                                <p:cTn id="1149" presetID="1" presetClass="entr" presetSubtype="0" fill="hold" nodeType="withEffect">
                                  <p:stCondLst>
                                    <p:cond delay="0"/>
                                  </p:stCondLst>
                                  <p:childTnLst>
                                    <p:set>
                                      <p:cBhvr>
                                        <p:cTn id="1150" dur="1" fill="hold">
                                          <p:stCondLst>
                                            <p:cond delay="0"/>
                                          </p:stCondLst>
                                        </p:cTn>
                                        <p:tgtEl>
                                          <p:spTgt spid="580"/>
                                        </p:tgtEl>
                                        <p:attrNameLst>
                                          <p:attrName>style.visibility</p:attrName>
                                        </p:attrNameLst>
                                      </p:cBhvr>
                                      <p:to>
                                        <p:strVal val="visible"/>
                                      </p:to>
                                    </p:set>
                                  </p:childTnLst>
                                </p:cTn>
                              </p:par>
                              <p:par>
                                <p:cTn id="1151" presetID="1" presetClass="entr" presetSubtype="0" fill="hold" nodeType="withEffect">
                                  <p:stCondLst>
                                    <p:cond delay="0"/>
                                  </p:stCondLst>
                                  <p:childTnLst>
                                    <p:set>
                                      <p:cBhvr>
                                        <p:cTn id="1152" dur="1" fill="hold">
                                          <p:stCondLst>
                                            <p:cond delay="0"/>
                                          </p:stCondLst>
                                        </p:cTn>
                                        <p:tgtEl>
                                          <p:spTgt spid="581"/>
                                        </p:tgtEl>
                                        <p:attrNameLst>
                                          <p:attrName>style.visibility</p:attrName>
                                        </p:attrNameLst>
                                      </p:cBhvr>
                                      <p:to>
                                        <p:strVal val="visible"/>
                                      </p:to>
                                    </p:set>
                                  </p:childTnLst>
                                </p:cTn>
                              </p:par>
                              <p:par>
                                <p:cTn id="1153" presetID="1" presetClass="entr" presetSubtype="0" fill="hold" nodeType="withEffect">
                                  <p:stCondLst>
                                    <p:cond delay="0"/>
                                  </p:stCondLst>
                                  <p:childTnLst>
                                    <p:set>
                                      <p:cBhvr>
                                        <p:cTn id="1154" dur="1" fill="hold">
                                          <p:stCondLst>
                                            <p:cond delay="0"/>
                                          </p:stCondLst>
                                        </p:cTn>
                                        <p:tgtEl>
                                          <p:spTgt spid="582"/>
                                        </p:tgtEl>
                                        <p:attrNameLst>
                                          <p:attrName>style.visibility</p:attrName>
                                        </p:attrNameLst>
                                      </p:cBhvr>
                                      <p:to>
                                        <p:strVal val="visible"/>
                                      </p:to>
                                    </p:set>
                                  </p:childTnLst>
                                </p:cTn>
                              </p:par>
                              <p:par>
                                <p:cTn id="1155" presetID="1" presetClass="entr" presetSubtype="0" fill="hold" nodeType="withEffect">
                                  <p:stCondLst>
                                    <p:cond delay="0"/>
                                  </p:stCondLst>
                                  <p:childTnLst>
                                    <p:set>
                                      <p:cBhvr>
                                        <p:cTn id="1156" dur="1" fill="hold">
                                          <p:stCondLst>
                                            <p:cond delay="0"/>
                                          </p:stCondLst>
                                        </p:cTn>
                                        <p:tgtEl>
                                          <p:spTgt spid="583"/>
                                        </p:tgtEl>
                                        <p:attrNameLst>
                                          <p:attrName>style.visibility</p:attrName>
                                        </p:attrNameLst>
                                      </p:cBhvr>
                                      <p:to>
                                        <p:strVal val="visible"/>
                                      </p:to>
                                    </p:set>
                                  </p:childTnLst>
                                </p:cTn>
                              </p:par>
                              <p:par>
                                <p:cTn id="1157" presetID="1" presetClass="entr" presetSubtype="0" fill="hold" nodeType="withEffect">
                                  <p:stCondLst>
                                    <p:cond delay="0"/>
                                  </p:stCondLst>
                                  <p:childTnLst>
                                    <p:set>
                                      <p:cBhvr>
                                        <p:cTn id="1158" dur="1" fill="hold">
                                          <p:stCondLst>
                                            <p:cond delay="0"/>
                                          </p:stCondLst>
                                        </p:cTn>
                                        <p:tgtEl>
                                          <p:spTgt spid="584"/>
                                        </p:tgtEl>
                                        <p:attrNameLst>
                                          <p:attrName>style.visibility</p:attrName>
                                        </p:attrNameLst>
                                      </p:cBhvr>
                                      <p:to>
                                        <p:strVal val="visible"/>
                                      </p:to>
                                    </p:set>
                                  </p:childTnLst>
                                </p:cTn>
                              </p:par>
                              <p:par>
                                <p:cTn id="1159" presetID="1" presetClass="entr" presetSubtype="0" fill="hold" nodeType="withEffect">
                                  <p:stCondLst>
                                    <p:cond delay="0"/>
                                  </p:stCondLst>
                                  <p:childTnLst>
                                    <p:set>
                                      <p:cBhvr>
                                        <p:cTn id="1160" dur="1" fill="hold">
                                          <p:stCondLst>
                                            <p:cond delay="0"/>
                                          </p:stCondLst>
                                        </p:cTn>
                                        <p:tgtEl>
                                          <p:spTgt spid="585"/>
                                        </p:tgtEl>
                                        <p:attrNameLst>
                                          <p:attrName>style.visibility</p:attrName>
                                        </p:attrNameLst>
                                      </p:cBhvr>
                                      <p:to>
                                        <p:strVal val="visible"/>
                                      </p:to>
                                    </p:set>
                                  </p:childTnLst>
                                </p:cTn>
                              </p:par>
                              <p:par>
                                <p:cTn id="1161" presetID="1" presetClass="entr" presetSubtype="0" fill="hold" nodeType="withEffect">
                                  <p:stCondLst>
                                    <p:cond delay="0"/>
                                  </p:stCondLst>
                                  <p:childTnLst>
                                    <p:set>
                                      <p:cBhvr>
                                        <p:cTn id="1162" dur="1" fill="hold">
                                          <p:stCondLst>
                                            <p:cond delay="0"/>
                                          </p:stCondLst>
                                        </p:cTn>
                                        <p:tgtEl>
                                          <p:spTgt spid="586"/>
                                        </p:tgtEl>
                                        <p:attrNameLst>
                                          <p:attrName>style.visibility</p:attrName>
                                        </p:attrNameLst>
                                      </p:cBhvr>
                                      <p:to>
                                        <p:strVal val="visible"/>
                                      </p:to>
                                    </p:set>
                                  </p:childTnLst>
                                </p:cTn>
                              </p:par>
                              <p:par>
                                <p:cTn id="1163" presetID="1" presetClass="entr" presetSubtype="0" fill="hold" nodeType="withEffect">
                                  <p:stCondLst>
                                    <p:cond delay="0"/>
                                  </p:stCondLst>
                                  <p:childTnLst>
                                    <p:set>
                                      <p:cBhvr>
                                        <p:cTn id="1164" dur="1" fill="hold">
                                          <p:stCondLst>
                                            <p:cond delay="0"/>
                                          </p:stCondLst>
                                        </p:cTn>
                                        <p:tgtEl>
                                          <p:spTgt spid="587"/>
                                        </p:tgtEl>
                                        <p:attrNameLst>
                                          <p:attrName>style.visibility</p:attrName>
                                        </p:attrNameLst>
                                      </p:cBhvr>
                                      <p:to>
                                        <p:strVal val="visible"/>
                                      </p:to>
                                    </p:set>
                                  </p:childTnLst>
                                </p:cTn>
                              </p:par>
                              <p:par>
                                <p:cTn id="1165" presetID="1" presetClass="entr" presetSubtype="0" fill="hold" nodeType="withEffect">
                                  <p:stCondLst>
                                    <p:cond delay="0"/>
                                  </p:stCondLst>
                                  <p:childTnLst>
                                    <p:set>
                                      <p:cBhvr>
                                        <p:cTn id="1166" dur="1" fill="hold">
                                          <p:stCondLst>
                                            <p:cond delay="0"/>
                                          </p:stCondLst>
                                        </p:cTn>
                                        <p:tgtEl>
                                          <p:spTgt spid="588"/>
                                        </p:tgtEl>
                                        <p:attrNameLst>
                                          <p:attrName>style.visibility</p:attrName>
                                        </p:attrNameLst>
                                      </p:cBhvr>
                                      <p:to>
                                        <p:strVal val="visible"/>
                                      </p:to>
                                    </p:set>
                                  </p:childTnLst>
                                </p:cTn>
                              </p:par>
                              <p:par>
                                <p:cTn id="1167" presetID="1" presetClass="entr" presetSubtype="0" fill="hold" nodeType="withEffect">
                                  <p:stCondLst>
                                    <p:cond delay="0"/>
                                  </p:stCondLst>
                                  <p:childTnLst>
                                    <p:set>
                                      <p:cBhvr>
                                        <p:cTn id="1168" dur="1" fill="hold">
                                          <p:stCondLst>
                                            <p:cond delay="0"/>
                                          </p:stCondLst>
                                        </p:cTn>
                                        <p:tgtEl>
                                          <p:spTgt spid="589"/>
                                        </p:tgtEl>
                                        <p:attrNameLst>
                                          <p:attrName>style.visibility</p:attrName>
                                        </p:attrNameLst>
                                      </p:cBhvr>
                                      <p:to>
                                        <p:strVal val="visible"/>
                                      </p:to>
                                    </p:set>
                                  </p:childTnLst>
                                </p:cTn>
                              </p:par>
                              <p:par>
                                <p:cTn id="1169" presetID="1" presetClass="entr" presetSubtype="0" fill="hold" nodeType="withEffect">
                                  <p:stCondLst>
                                    <p:cond delay="0"/>
                                  </p:stCondLst>
                                  <p:childTnLst>
                                    <p:set>
                                      <p:cBhvr>
                                        <p:cTn id="1170" dur="1" fill="hold">
                                          <p:stCondLst>
                                            <p:cond delay="0"/>
                                          </p:stCondLst>
                                        </p:cTn>
                                        <p:tgtEl>
                                          <p:spTgt spid="590"/>
                                        </p:tgtEl>
                                        <p:attrNameLst>
                                          <p:attrName>style.visibility</p:attrName>
                                        </p:attrNameLst>
                                      </p:cBhvr>
                                      <p:to>
                                        <p:strVal val="visible"/>
                                      </p:to>
                                    </p:set>
                                  </p:childTnLst>
                                </p:cTn>
                              </p:par>
                              <p:par>
                                <p:cTn id="1171" presetID="1" presetClass="entr" presetSubtype="0" fill="hold" nodeType="withEffect">
                                  <p:stCondLst>
                                    <p:cond delay="0"/>
                                  </p:stCondLst>
                                  <p:childTnLst>
                                    <p:set>
                                      <p:cBhvr>
                                        <p:cTn id="1172" dur="1" fill="hold">
                                          <p:stCondLst>
                                            <p:cond delay="0"/>
                                          </p:stCondLst>
                                        </p:cTn>
                                        <p:tgtEl>
                                          <p:spTgt spid="591"/>
                                        </p:tgtEl>
                                        <p:attrNameLst>
                                          <p:attrName>style.visibility</p:attrName>
                                        </p:attrNameLst>
                                      </p:cBhvr>
                                      <p:to>
                                        <p:strVal val="visible"/>
                                      </p:to>
                                    </p:set>
                                  </p:childTnLst>
                                </p:cTn>
                              </p:par>
                              <p:par>
                                <p:cTn id="1173" presetID="1" presetClass="entr" presetSubtype="0" fill="hold" nodeType="withEffect">
                                  <p:stCondLst>
                                    <p:cond delay="0"/>
                                  </p:stCondLst>
                                  <p:childTnLst>
                                    <p:set>
                                      <p:cBhvr>
                                        <p:cTn id="1174" dur="1" fill="hold">
                                          <p:stCondLst>
                                            <p:cond delay="0"/>
                                          </p:stCondLst>
                                        </p:cTn>
                                        <p:tgtEl>
                                          <p:spTgt spid="592"/>
                                        </p:tgtEl>
                                        <p:attrNameLst>
                                          <p:attrName>style.visibility</p:attrName>
                                        </p:attrNameLst>
                                      </p:cBhvr>
                                      <p:to>
                                        <p:strVal val="visible"/>
                                      </p:to>
                                    </p:set>
                                  </p:childTnLst>
                                </p:cTn>
                              </p:par>
                              <p:par>
                                <p:cTn id="1175" presetID="1" presetClass="entr" presetSubtype="0" fill="hold" nodeType="withEffect">
                                  <p:stCondLst>
                                    <p:cond delay="0"/>
                                  </p:stCondLst>
                                  <p:childTnLst>
                                    <p:set>
                                      <p:cBhvr>
                                        <p:cTn id="1176" dur="1" fill="hold">
                                          <p:stCondLst>
                                            <p:cond delay="0"/>
                                          </p:stCondLst>
                                        </p:cTn>
                                        <p:tgtEl>
                                          <p:spTgt spid="593"/>
                                        </p:tgtEl>
                                        <p:attrNameLst>
                                          <p:attrName>style.visibility</p:attrName>
                                        </p:attrNameLst>
                                      </p:cBhvr>
                                      <p:to>
                                        <p:strVal val="visible"/>
                                      </p:to>
                                    </p:set>
                                  </p:childTnLst>
                                </p:cTn>
                              </p:par>
                              <p:par>
                                <p:cTn id="1177" presetID="1" presetClass="entr" presetSubtype="0" fill="hold" nodeType="withEffect">
                                  <p:stCondLst>
                                    <p:cond delay="0"/>
                                  </p:stCondLst>
                                  <p:childTnLst>
                                    <p:set>
                                      <p:cBhvr>
                                        <p:cTn id="1178" dur="1" fill="hold">
                                          <p:stCondLst>
                                            <p:cond delay="0"/>
                                          </p:stCondLst>
                                        </p:cTn>
                                        <p:tgtEl>
                                          <p:spTgt spid="594"/>
                                        </p:tgtEl>
                                        <p:attrNameLst>
                                          <p:attrName>style.visibility</p:attrName>
                                        </p:attrNameLst>
                                      </p:cBhvr>
                                      <p:to>
                                        <p:strVal val="visible"/>
                                      </p:to>
                                    </p:set>
                                  </p:childTnLst>
                                </p:cTn>
                              </p:par>
                              <p:par>
                                <p:cTn id="1179" presetID="1" presetClass="entr" presetSubtype="0" fill="hold" nodeType="withEffect">
                                  <p:stCondLst>
                                    <p:cond delay="0"/>
                                  </p:stCondLst>
                                  <p:childTnLst>
                                    <p:set>
                                      <p:cBhvr>
                                        <p:cTn id="1180" dur="1" fill="hold">
                                          <p:stCondLst>
                                            <p:cond delay="0"/>
                                          </p:stCondLst>
                                        </p:cTn>
                                        <p:tgtEl>
                                          <p:spTgt spid="595"/>
                                        </p:tgtEl>
                                        <p:attrNameLst>
                                          <p:attrName>style.visibility</p:attrName>
                                        </p:attrNameLst>
                                      </p:cBhvr>
                                      <p:to>
                                        <p:strVal val="visible"/>
                                      </p:to>
                                    </p:set>
                                  </p:childTnLst>
                                </p:cTn>
                              </p:par>
                              <p:par>
                                <p:cTn id="1181" presetID="1" presetClass="entr" presetSubtype="0" fill="hold" nodeType="withEffect">
                                  <p:stCondLst>
                                    <p:cond delay="0"/>
                                  </p:stCondLst>
                                  <p:childTnLst>
                                    <p:set>
                                      <p:cBhvr>
                                        <p:cTn id="1182" dur="1" fill="hold">
                                          <p:stCondLst>
                                            <p:cond delay="0"/>
                                          </p:stCondLst>
                                        </p:cTn>
                                        <p:tgtEl>
                                          <p:spTgt spid="596"/>
                                        </p:tgtEl>
                                        <p:attrNameLst>
                                          <p:attrName>style.visibility</p:attrName>
                                        </p:attrNameLst>
                                      </p:cBhvr>
                                      <p:to>
                                        <p:strVal val="visible"/>
                                      </p:to>
                                    </p:set>
                                  </p:childTnLst>
                                </p:cTn>
                              </p:par>
                              <p:par>
                                <p:cTn id="1183" presetID="1" presetClass="entr" presetSubtype="0" fill="hold" nodeType="withEffect">
                                  <p:stCondLst>
                                    <p:cond delay="0"/>
                                  </p:stCondLst>
                                  <p:childTnLst>
                                    <p:set>
                                      <p:cBhvr>
                                        <p:cTn id="1184" dur="1" fill="hold">
                                          <p:stCondLst>
                                            <p:cond delay="0"/>
                                          </p:stCondLst>
                                        </p:cTn>
                                        <p:tgtEl>
                                          <p:spTgt spid="597"/>
                                        </p:tgtEl>
                                        <p:attrNameLst>
                                          <p:attrName>style.visibility</p:attrName>
                                        </p:attrNameLst>
                                      </p:cBhvr>
                                      <p:to>
                                        <p:strVal val="visible"/>
                                      </p:to>
                                    </p:set>
                                  </p:childTnLst>
                                </p:cTn>
                              </p:par>
                              <p:par>
                                <p:cTn id="1185" presetID="1" presetClass="entr" presetSubtype="0" fill="hold" nodeType="withEffect">
                                  <p:stCondLst>
                                    <p:cond delay="0"/>
                                  </p:stCondLst>
                                  <p:childTnLst>
                                    <p:set>
                                      <p:cBhvr>
                                        <p:cTn id="1186" dur="1" fill="hold">
                                          <p:stCondLst>
                                            <p:cond delay="0"/>
                                          </p:stCondLst>
                                        </p:cTn>
                                        <p:tgtEl>
                                          <p:spTgt spid="598"/>
                                        </p:tgtEl>
                                        <p:attrNameLst>
                                          <p:attrName>style.visibility</p:attrName>
                                        </p:attrNameLst>
                                      </p:cBhvr>
                                      <p:to>
                                        <p:strVal val="visible"/>
                                      </p:to>
                                    </p:set>
                                  </p:childTnLst>
                                </p:cTn>
                              </p:par>
                              <p:par>
                                <p:cTn id="1187" presetID="1" presetClass="entr" presetSubtype="0" fill="hold" nodeType="withEffect">
                                  <p:stCondLst>
                                    <p:cond delay="0"/>
                                  </p:stCondLst>
                                  <p:childTnLst>
                                    <p:set>
                                      <p:cBhvr>
                                        <p:cTn id="1188" dur="1" fill="hold">
                                          <p:stCondLst>
                                            <p:cond delay="0"/>
                                          </p:stCondLst>
                                        </p:cTn>
                                        <p:tgtEl>
                                          <p:spTgt spid="599"/>
                                        </p:tgtEl>
                                        <p:attrNameLst>
                                          <p:attrName>style.visibility</p:attrName>
                                        </p:attrNameLst>
                                      </p:cBhvr>
                                      <p:to>
                                        <p:strVal val="visible"/>
                                      </p:to>
                                    </p:set>
                                  </p:childTnLst>
                                </p:cTn>
                              </p:par>
                              <p:par>
                                <p:cTn id="1189" presetID="1" presetClass="entr" presetSubtype="0" fill="hold" nodeType="withEffect">
                                  <p:stCondLst>
                                    <p:cond delay="0"/>
                                  </p:stCondLst>
                                  <p:childTnLst>
                                    <p:set>
                                      <p:cBhvr>
                                        <p:cTn id="1190" dur="1" fill="hold">
                                          <p:stCondLst>
                                            <p:cond delay="0"/>
                                          </p:stCondLst>
                                        </p:cTn>
                                        <p:tgtEl>
                                          <p:spTgt spid="600"/>
                                        </p:tgtEl>
                                        <p:attrNameLst>
                                          <p:attrName>style.visibility</p:attrName>
                                        </p:attrNameLst>
                                      </p:cBhvr>
                                      <p:to>
                                        <p:strVal val="visible"/>
                                      </p:to>
                                    </p:set>
                                  </p:childTnLst>
                                </p:cTn>
                              </p:par>
                              <p:par>
                                <p:cTn id="1191" presetID="1" presetClass="entr" presetSubtype="0" fill="hold" nodeType="withEffect">
                                  <p:stCondLst>
                                    <p:cond delay="0"/>
                                  </p:stCondLst>
                                  <p:childTnLst>
                                    <p:set>
                                      <p:cBhvr>
                                        <p:cTn id="1192" dur="1" fill="hold">
                                          <p:stCondLst>
                                            <p:cond delay="0"/>
                                          </p:stCondLst>
                                        </p:cTn>
                                        <p:tgtEl>
                                          <p:spTgt spid="601"/>
                                        </p:tgtEl>
                                        <p:attrNameLst>
                                          <p:attrName>style.visibility</p:attrName>
                                        </p:attrNameLst>
                                      </p:cBhvr>
                                      <p:to>
                                        <p:strVal val="visible"/>
                                      </p:to>
                                    </p:set>
                                  </p:childTnLst>
                                </p:cTn>
                              </p:par>
                              <p:par>
                                <p:cTn id="1193" presetID="1" presetClass="entr" presetSubtype="0" fill="hold" nodeType="withEffect">
                                  <p:stCondLst>
                                    <p:cond delay="0"/>
                                  </p:stCondLst>
                                  <p:childTnLst>
                                    <p:set>
                                      <p:cBhvr>
                                        <p:cTn id="1194" dur="1" fill="hold">
                                          <p:stCondLst>
                                            <p:cond delay="0"/>
                                          </p:stCondLst>
                                        </p:cTn>
                                        <p:tgtEl>
                                          <p:spTgt spid="602"/>
                                        </p:tgtEl>
                                        <p:attrNameLst>
                                          <p:attrName>style.visibility</p:attrName>
                                        </p:attrNameLst>
                                      </p:cBhvr>
                                      <p:to>
                                        <p:strVal val="visible"/>
                                      </p:to>
                                    </p:set>
                                  </p:childTnLst>
                                </p:cTn>
                              </p:par>
                              <p:par>
                                <p:cTn id="1195" presetID="1" presetClass="entr" presetSubtype="0" fill="hold" nodeType="withEffect">
                                  <p:stCondLst>
                                    <p:cond delay="0"/>
                                  </p:stCondLst>
                                  <p:childTnLst>
                                    <p:set>
                                      <p:cBhvr>
                                        <p:cTn id="1196" dur="1" fill="hold">
                                          <p:stCondLst>
                                            <p:cond delay="0"/>
                                          </p:stCondLst>
                                        </p:cTn>
                                        <p:tgtEl>
                                          <p:spTgt spid="603"/>
                                        </p:tgtEl>
                                        <p:attrNameLst>
                                          <p:attrName>style.visibility</p:attrName>
                                        </p:attrNameLst>
                                      </p:cBhvr>
                                      <p:to>
                                        <p:strVal val="visible"/>
                                      </p:to>
                                    </p:set>
                                  </p:childTnLst>
                                </p:cTn>
                              </p:par>
                              <p:par>
                                <p:cTn id="1197" presetID="1" presetClass="entr" presetSubtype="0" fill="hold" nodeType="withEffect">
                                  <p:stCondLst>
                                    <p:cond delay="0"/>
                                  </p:stCondLst>
                                  <p:childTnLst>
                                    <p:set>
                                      <p:cBhvr>
                                        <p:cTn id="1198" dur="1" fill="hold">
                                          <p:stCondLst>
                                            <p:cond delay="0"/>
                                          </p:stCondLst>
                                        </p:cTn>
                                        <p:tgtEl>
                                          <p:spTgt spid="604"/>
                                        </p:tgtEl>
                                        <p:attrNameLst>
                                          <p:attrName>style.visibility</p:attrName>
                                        </p:attrNameLst>
                                      </p:cBhvr>
                                      <p:to>
                                        <p:strVal val="visible"/>
                                      </p:to>
                                    </p:set>
                                  </p:childTnLst>
                                </p:cTn>
                              </p:par>
                              <p:par>
                                <p:cTn id="1199" presetID="1" presetClass="entr" presetSubtype="0" fill="hold" nodeType="withEffect">
                                  <p:stCondLst>
                                    <p:cond delay="0"/>
                                  </p:stCondLst>
                                  <p:childTnLst>
                                    <p:set>
                                      <p:cBhvr>
                                        <p:cTn id="1200" dur="1" fill="hold">
                                          <p:stCondLst>
                                            <p:cond delay="0"/>
                                          </p:stCondLst>
                                        </p:cTn>
                                        <p:tgtEl>
                                          <p:spTgt spid="605"/>
                                        </p:tgtEl>
                                        <p:attrNameLst>
                                          <p:attrName>style.visibility</p:attrName>
                                        </p:attrNameLst>
                                      </p:cBhvr>
                                      <p:to>
                                        <p:strVal val="visible"/>
                                      </p:to>
                                    </p:set>
                                  </p:childTnLst>
                                </p:cTn>
                              </p:par>
                              <p:par>
                                <p:cTn id="1201" presetID="1" presetClass="entr" presetSubtype="0" fill="hold" nodeType="withEffect">
                                  <p:stCondLst>
                                    <p:cond delay="0"/>
                                  </p:stCondLst>
                                  <p:childTnLst>
                                    <p:set>
                                      <p:cBhvr>
                                        <p:cTn id="1202" dur="1" fill="hold">
                                          <p:stCondLst>
                                            <p:cond delay="0"/>
                                          </p:stCondLst>
                                        </p:cTn>
                                        <p:tgtEl>
                                          <p:spTgt spid="606"/>
                                        </p:tgtEl>
                                        <p:attrNameLst>
                                          <p:attrName>style.visibility</p:attrName>
                                        </p:attrNameLst>
                                      </p:cBhvr>
                                      <p:to>
                                        <p:strVal val="visible"/>
                                      </p:to>
                                    </p:set>
                                  </p:childTnLst>
                                </p:cTn>
                              </p:par>
                              <p:par>
                                <p:cTn id="1203" presetID="1" presetClass="entr" presetSubtype="0" fill="hold" nodeType="withEffect">
                                  <p:stCondLst>
                                    <p:cond delay="0"/>
                                  </p:stCondLst>
                                  <p:childTnLst>
                                    <p:set>
                                      <p:cBhvr>
                                        <p:cTn id="1204" dur="1" fill="hold">
                                          <p:stCondLst>
                                            <p:cond delay="0"/>
                                          </p:stCondLst>
                                        </p:cTn>
                                        <p:tgtEl>
                                          <p:spTgt spid="607"/>
                                        </p:tgtEl>
                                        <p:attrNameLst>
                                          <p:attrName>style.visibility</p:attrName>
                                        </p:attrNameLst>
                                      </p:cBhvr>
                                      <p:to>
                                        <p:strVal val="visible"/>
                                      </p:to>
                                    </p:set>
                                  </p:childTnLst>
                                </p:cTn>
                              </p:par>
                              <p:par>
                                <p:cTn id="1205" presetID="1" presetClass="entr" presetSubtype="0" fill="hold" nodeType="withEffect">
                                  <p:stCondLst>
                                    <p:cond delay="0"/>
                                  </p:stCondLst>
                                  <p:childTnLst>
                                    <p:set>
                                      <p:cBhvr>
                                        <p:cTn id="1206" dur="1" fill="hold">
                                          <p:stCondLst>
                                            <p:cond delay="0"/>
                                          </p:stCondLst>
                                        </p:cTn>
                                        <p:tgtEl>
                                          <p:spTgt spid="608"/>
                                        </p:tgtEl>
                                        <p:attrNameLst>
                                          <p:attrName>style.visibility</p:attrName>
                                        </p:attrNameLst>
                                      </p:cBhvr>
                                      <p:to>
                                        <p:strVal val="visible"/>
                                      </p:to>
                                    </p:set>
                                  </p:childTnLst>
                                </p:cTn>
                              </p:par>
                              <p:par>
                                <p:cTn id="1207" presetID="1" presetClass="entr" presetSubtype="0" fill="hold" nodeType="withEffect">
                                  <p:stCondLst>
                                    <p:cond delay="0"/>
                                  </p:stCondLst>
                                  <p:childTnLst>
                                    <p:set>
                                      <p:cBhvr>
                                        <p:cTn id="1208" dur="1" fill="hold">
                                          <p:stCondLst>
                                            <p:cond delay="0"/>
                                          </p:stCondLst>
                                        </p:cTn>
                                        <p:tgtEl>
                                          <p:spTgt spid="609"/>
                                        </p:tgtEl>
                                        <p:attrNameLst>
                                          <p:attrName>style.visibility</p:attrName>
                                        </p:attrNameLst>
                                      </p:cBhvr>
                                      <p:to>
                                        <p:strVal val="visible"/>
                                      </p:to>
                                    </p:set>
                                  </p:childTnLst>
                                </p:cTn>
                              </p:par>
                              <p:par>
                                <p:cTn id="1209" presetID="1" presetClass="entr" presetSubtype="0" fill="hold" nodeType="withEffect">
                                  <p:stCondLst>
                                    <p:cond delay="0"/>
                                  </p:stCondLst>
                                  <p:childTnLst>
                                    <p:set>
                                      <p:cBhvr>
                                        <p:cTn id="1210" dur="1" fill="hold">
                                          <p:stCondLst>
                                            <p:cond delay="0"/>
                                          </p:stCondLst>
                                        </p:cTn>
                                        <p:tgtEl>
                                          <p:spTgt spid="610"/>
                                        </p:tgtEl>
                                        <p:attrNameLst>
                                          <p:attrName>style.visibility</p:attrName>
                                        </p:attrNameLst>
                                      </p:cBhvr>
                                      <p:to>
                                        <p:strVal val="visible"/>
                                      </p:to>
                                    </p:set>
                                  </p:childTnLst>
                                </p:cTn>
                              </p:par>
                              <p:par>
                                <p:cTn id="1211" presetID="1" presetClass="entr" presetSubtype="0" fill="hold" nodeType="withEffect">
                                  <p:stCondLst>
                                    <p:cond delay="0"/>
                                  </p:stCondLst>
                                  <p:childTnLst>
                                    <p:set>
                                      <p:cBhvr>
                                        <p:cTn id="1212" dur="1" fill="hold">
                                          <p:stCondLst>
                                            <p:cond delay="0"/>
                                          </p:stCondLst>
                                        </p:cTn>
                                        <p:tgtEl>
                                          <p:spTgt spid="611"/>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12"/>
                                        </p:tgtEl>
                                        <p:attrNameLst>
                                          <p:attrName>style.visibility</p:attrName>
                                        </p:attrNameLst>
                                      </p:cBhvr>
                                      <p:to>
                                        <p:strVal val="visible"/>
                                      </p:to>
                                    </p:set>
                                  </p:childTnLst>
                                </p:cTn>
                              </p:par>
                            </p:childTnLst>
                          </p:cTn>
                        </p:par>
                      </p:childTnLst>
                    </p:cTn>
                  </p:par>
                  <p:par>
                    <p:cTn id="1215" fill="hold">
                      <p:stCondLst>
                        <p:cond delay="indefinite"/>
                      </p:stCondLst>
                      <p:childTnLst>
                        <p:par>
                          <p:cTn id="1216" fill="hold">
                            <p:stCondLst>
                              <p:cond delay="0"/>
                            </p:stCondLst>
                            <p:childTnLst>
                              <p:par>
                                <p:cTn id="1217" presetID="1" presetClass="entr" presetSubtype="0" fill="hold" grpId="0" nodeType="clickEffect">
                                  <p:stCondLst>
                                    <p:cond delay="0"/>
                                  </p:stCondLst>
                                  <p:childTnLst>
                                    <p:set>
                                      <p:cBhvr>
                                        <p:cTn id="1218" dur="1" fill="hold">
                                          <p:stCondLst>
                                            <p:cond delay="0"/>
                                          </p:stCondLst>
                                        </p:cTn>
                                        <p:tgtEl>
                                          <p:spTgt spid="6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8" grpId="0"/>
      <p:bldP spid="410" grpId="0"/>
      <p:bldP spid="612" grpId="0"/>
      <p:bldP spid="61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3" name="object-1">
            <a:extLst>
              <a:ext uri="{FF2B5EF4-FFF2-40B4-BE49-F238E27FC236}">
                <a16:creationId xmlns:a16="http://schemas.microsoft.com/office/drawing/2014/main" id="{2F30E1C3-F1DB-441F-AC9D-A7A0E444E10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E83C660D-F9FF-4D80-BF8F-2775AD0C6B8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2.72, 27/10, 273% from smallest to greatest.</a:t>
            </a:r>
          </a:p>
        </p:txBody>
      </p:sp>
      <p:sp>
        <p:nvSpPr>
          <p:cNvPr id="3" name="object-3">
            <a:extLst>
              <a:ext uri="{FF2B5EF4-FFF2-40B4-BE49-F238E27FC236}">
                <a16:creationId xmlns:a16="http://schemas.microsoft.com/office/drawing/2014/main" id="{92A1726C-AD55-423D-9B97-525779231A5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ADFD883-B31A-4D6F-AAF1-A60E0622B49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5" name="object-5">
            <a:extLst>
              <a:ext uri="{FF2B5EF4-FFF2-40B4-BE49-F238E27FC236}">
                <a16:creationId xmlns:a16="http://schemas.microsoft.com/office/drawing/2014/main" id="{B495B5F4-3C4B-47DD-A148-BB2EBC148E4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CC4AC4AF-E43A-425B-803E-BB8F9ECDADF7}"/>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2.72</a:t>
            </a:r>
          </a:p>
        </p:txBody>
      </p:sp>
      <p:sp>
        <p:nvSpPr>
          <p:cNvPr id="7" name="object-7">
            <a:extLst>
              <a:ext uri="{FF2B5EF4-FFF2-40B4-BE49-F238E27FC236}">
                <a16:creationId xmlns:a16="http://schemas.microsoft.com/office/drawing/2014/main" id="{874BE78F-6F99-417A-BD78-07A764DAAC0F}"/>
              </a:ext>
            </a:extLst>
          </p:cNvPr>
          <p:cNvSpPr>
            <a:spLocks noGrp="1"/>
          </p:cNvSpPr>
          <p:nvPr/>
        </p:nvSpPr>
        <p:spPr>
          <a:xfrm>
            <a:off x="2976563" y="2857500"/>
            <a:ext cx="34925" cy="547688"/>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39049BBB-947A-4D27-99B1-BC6203F7109E}"/>
              </a:ext>
            </a:extLst>
          </p:cNvPr>
          <p:cNvSpPr>
            <a:spLocks noGrp="1"/>
          </p:cNvSpPr>
          <p:nvPr/>
        </p:nvSpPr>
        <p:spPr>
          <a:xfrm>
            <a:off x="3011488" y="2857500"/>
            <a:ext cx="34925"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89125E74-1FAE-4CA9-A8D9-9833FECA21BE}"/>
              </a:ext>
            </a:extLst>
          </p:cNvPr>
          <p:cNvSpPr>
            <a:spLocks noGrp="1"/>
          </p:cNvSpPr>
          <p:nvPr/>
        </p:nvSpPr>
        <p:spPr>
          <a:xfrm>
            <a:off x="3046413" y="2857500"/>
            <a:ext cx="34925"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085DD1CC-EB42-4BB4-B652-B12E39A5F97B}"/>
              </a:ext>
            </a:extLst>
          </p:cNvPr>
          <p:cNvSpPr>
            <a:spLocks noGrp="1"/>
          </p:cNvSpPr>
          <p:nvPr/>
        </p:nvSpPr>
        <p:spPr>
          <a:xfrm>
            <a:off x="3081338" y="2857500"/>
            <a:ext cx="34925"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1ED5FD2F-C6E5-40BB-AAFC-C6E32CF9E9BB}"/>
              </a:ext>
            </a:extLst>
          </p:cNvPr>
          <p:cNvSpPr>
            <a:spLocks noGrp="1"/>
          </p:cNvSpPr>
          <p:nvPr/>
        </p:nvSpPr>
        <p:spPr>
          <a:xfrm>
            <a:off x="3116263" y="2857500"/>
            <a:ext cx="34925"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F8EB72FA-C4F8-4B0F-9DCC-D22052466520}"/>
              </a:ext>
            </a:extLst>
          </p:cNvPr>
          <p:cNvSpPr>
            <a:spLocks noGrp="1"/>
          </p:cNvSpPr>
          <p:nvPr/>
        </p:nvSpPr>
        <p:spPr>
          <a:xfrm>
            <a:off x="3151188" y="2857500"/>
            <a:ext cx="34925"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7B3D58D1-62A4-4687-86FA-AF5EA5FA1F69}"/>
              </a:ext>
            </a:extLst>
          </p:cNvPr>
          <p:cNvSpPr>
            <a:spLocks noGrp="1"/>
          </p:cNvSpPr>
          <p:nvPr/>
        </p:nvSpPr>
        <p:spPr>
          <a:xfrm>
            <a:off x="3186113" y="2857500"/>
            <a:ext cx="34925"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0F5DBC35-45EC-480F-80DF-5126D467B71C}"/>
              </a:ext>
            </a:extLst>
          </p:cNvPr>
          <p:cNvSpPr>
            <a:spLocks noGrp="1"/>
          </p:cNvSpPr>
          <p:nvPr/>
        </p:nvSpPr>
        <p:spPr>
          <a:xfrm>
            <a:off x="3221038" y="2857500"/>
            <a:ext cx="34925"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697CB5EC-E0D4-48BC-B67F-A8B6F1AF4E03}"/>
              </a:ext>
            </a:extLst>
          </p:cNvPr>
          <p:cNvSpPr>
            <a:spLocks noGrp="1"/>
          </p:cNvSpPr>
          <p:nvPr/>
        </p:nvSpPr>
        <p:spPr>
          <a:xfrm>
            <a:off x="3255963" y="2857500"/>
            <a:ext cx="34925"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DBC99CB7-D21A-4169-A061-632BF46EBABE}"/>
              </a:ext>
            </a:extLst>
          </p:cNvPr>
          <p:cNvSpPr>
            <a:spLocks noGrp="1"/>
          </p:cNvSpPr>
          <p:nvPr/>
        </p:nvSpPr>
        <p:spPr>
          <a:xfrm>
            <a:off x="3290888" y="2857500"/>
            <a:ext cx="34925"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0F67380D-2C76-427D-BF03-725B0C567D7D}"/>
              </a:ext>
            </a:extLst>
          </p:cNvPr>
          <p:cNvSpPr>
            <a:spLocks noGrp="1"/>
          </p:cNvSpPr>
          <p:nvPr/>
        </p:nvSpPr>
        <p:spPr>
          <a:xfrm>
            <a:off x="3325812" y="2857500"/>
            <a:ext cx="34925"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BD59444A-9579-40C2-B794-A02EAB7714D7}"/>
              </a:ext>
            </a:extLst>
          </p:cNvPr>
          <p:cNvSpPr>
            <a:spLocks noGrp="1"/>
          </p:cNvSpPr>
          <p:nvPr/>
        </p:nvSpPr>
        <p:spPr>
          <a:xfrm>
            <a:off x="3360738" y="2857500"/>
            <a:ext cx="34925"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D5678B9B-C6D5-4862-B8B1-F5E64302BA27}"/>
              </a:ext>
            </a:extLst>
          </p:cNvPr>
          <p:cNvSpPr>
            <a:spLocks noGrp="1"/>
          </p:cNvSpPr>
          <p:nvPr/>
        </p:nvSpPr>
        <p:spPr>
          <a:xfrm>
            <a:off x="3395663" y="2857500"/>
            <a:ext cx="34925"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E8474E9B-BB23-492F-9F14-A70C6C5A2514}"/>
              </a:ext>
            </a:extLst>
          </p:cNvPr>
          <p:cNvSpPr>
            <a:spLocks noGrp="1"/>
          </p:cNvSpPr>
          <p:nvPr/>
        </p:nvSpPr>
        <p:spPr>
          <a:xfrm>
            <a:off x="3430587" y="2857500"/>
            <a:ext cx="34925"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189C61E9-2AD3-4526-B0B2-804618551232}"/>
              </a:ext>
            </a:extLst>
          </p:cNvPr>
          <p:cNvSpPr>
            <a:spLocks noGrp="1"/>
          </p:cNvSpPr>
          <p:nvPr/>
        </p:nvSpPr>
        <p:spPr>
          <a:xfrm>
            <a:off x="3465513" y="2857500"/>
            <a:ext cx="34925"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7D91A544-A659-4B88-AB4D-E89559102B1D}"/>
              </a:ext>
            </a:extLst>
          </p:cNvPr>
          <p:cNvSpPr>
            <a:spLocks noGrp="1"/>
          </p:cNvSpPr>
          <p:nvPr/>
        </p:nvSpPr>
        <p:spPr>
          <a:xfrm>
            <a:off x="3500438" y="2857500"/>
            <a:ext cx="34925"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AD05D626-EB47-4E48-B1A5-B6D8D6B41506}"/>
              </a:ext>
            </a:extLst>
          </p:cNvPr>
          <p:cNvSpPr>
            <a:spLocks noGrp="1"/>
          </p:cNvSpPr>
          <p:nvPr/>
        </p:nvSpPr>
        <p:spPr>
          <a:xfrm>
            <a:off x="3535363" y="2857500"/>
            <a:ext cx="34925"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F52E6402-5DB4-4E08-9702-EDC61B627FC1}"/>
              </a:ext>
            </a:extLst>
          </p:cNvPr>
          <p:cNvSpPr>
            <a:spLocks noGrp="1"/>
          </p:cNvSpPr>
          <p:nvPr/>
        </p:nvSpPr>
        <p:spPr>
          <a:xfrm>
            <a:off x="3570288" y="2857500"/>
            <a:ext cx="34925"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AE5A5FF1-5F23-4F28-AE3C-AEAEDBE485BF}"/>
              </a:ext>
            </a:extLst>
          </p:cNvPr>
          <p:cNvSpPr>
            <a:spLocks noGrp="1"/>
          </p:cNvSpPr>
          <p:nvPr/>
        </p:nvSpPr>
        <p:spPr>
          <a:xfrm>
            <a:off x="3605213" y="2857500"/>
            <a:ext cx="34925"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3A109D9D-E5FF-44F4-923F-7E43C097F146}"/>
              </a:ext>
            </a:extLst>
          </p:cNvPr>
          <p:cNvSpPr>
            <a:spLocks noGrp="1"/>
          </p:cNvSpPr>
          <p:nvPr/>
        </p:nvSpPr>
        <p:spPr>
          <a:xfrm>
            <a:off x="3640138" y="2857500"/>
            <a:ext cx="34925"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1B40320D-7CBD-4AB0-9E95-03164678222E}"/>
              </a:ext>
            </a:extLst>
          </p:cNvPr>
          <p:cNvSpPr>
            <a:spLocks noGrp="1"/>
          </p:cNvSpPr>
          <p:nvPr/>
        </p:nvSpPr>
        <p:spPr>
          <a:xfrm>
            <a:off x="3675063" y="2857500"/>
            <a:ext cx="34925"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84BD3319-CFFF-475B-B11E-0526047F67C8}"/>
              </a:ext>
            </a:extLst>
          </p:cNvPr>
          <p:cNvSpPr>
            <a:spLocks noGrp="1"/>
          </p:cNvSpPr>
          <p:nvPr/>
        </p:nvSpPr>
        <p:spPr>
          <a:xfrm>
            <a:off x="3709988" y="2857500"/>
            <a:ext cx="34925"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1DEF28D2-2E28-4521-8F69-36A68A04E439}"/>
              </a:ext>
            </a:extLst>
          </p:cNvPr>
          <p:cNvSpPr>
            <a:spLocks noGrp="1"/>
          </p:cNvSpPr>
          <p:nvPr/>
        </p:nvSpPr>
        <p:spPr>
          <a:xfrm>
            <a:off x="3744912" y="2857500"/>
            <a:ext cx="34925"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F7D32132-5705-4CDD-9027-004AC7C77028}"/>
              </a:ext>
            </a:extLst>
          </p:cNvPr>
          <p:cNvSpPr>
            <a:spLocks noGrp="1"/>
          </p:cNvSpPr>
          <p:nvPr/>
        </p:nvSpPr>
        <p:spPr>
          <a:xfrm>
            <a:off x="3779838" y="2857500"/>
            <a:ext cx="34925"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4F92F5CB-E0BB-4881-9097-35D2E35A2A08}"/>
              </a:ext>
            </a:extLst>
          </p:cNvPr>
          <p:cNvSpPr>
            <a:spLocks noGrp="1"/>
          </p:cNvSpPr>
          <p:nvPr/>
        </p:nvSpPr>
        <p:spPr>
          <a:xfrm>
            <a:off x="3814763" y="2857500"/>
            <a:ext cx="34925"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95B45303-09A0-4817-9427-3FB2B9C3F118}"/>
              </a:ext>
            </a:extLst>
          </p:cNvPr>
          <p:cNvSpPr>
            <a:spLocks noGrp="1"/>
          </p:cNvSpPr>
          <p:nvPr/>
        </p:nvSpPr>
        <p:spPr>
          <a:xfrm>
            <a:off x="3849687" y="2857500"/>
            <a:ext cx="34925"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B89E0044-3B88-4C46-B860-A60B7EF6E0FC}"/>
              </a:ext>
            </a:extLst>
          </p:cNvPr>
          <p:cNvSpPr>
            <a:spLocks noGrp="1"/>
          </p:cNvSpPr>
          <p:nvPr/>
        </p:nvSpPr>
        <p:spPr>
          <a:xfrm>
            <a:off x="3884613" y="2857500"/>
            <a:ext cx="34925"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C629C329-5596-4326-BCCE-F3AF31A0EBA6}"/>
              </a:ext>
            </a:extLst>
          </p:cNvPr>
          <p:cNvSpPr>
            <a:spLocks noGrp="1"/>
          </p:cNvSpPr>
          <p:nvPr/>
        </p:nvSpPr>
        <p:spPr>
          <a:xfrm>
            <a:off x="3919538" y="2857500"/>
            <a:ext cx="34925"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B9C5DE9E-2984-4E13-9729-C0ADCF270C22}"/>
              </a:ext>
            </a:extLst>
          </p:cNvPr>
          <p:cNvSpPr>
            <a:spLocks noGrp="1"/>
          </p:cNvSpPr>
          <p:nvPr/>
        </p:nvSpPr>
        <p:spPr>
          <a:xfrm>
            <a:off x="3954462" y="2857500"/>
            <a:ext cx="34925"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23C4FEBA-9C1E-433F-B318-3BAFA7A9F9F0}"/>
              </a:ext>
            </a:extLst>
          </p:cNvPr>
          <p:cNvSpPr>
            <a:spLocks noGrp="1"/>
          </p:cNvSpPr>
          <p:nvPr/>
        </p:nvSpPr>
        <p:spPr>
          <a:xfrm>
            <a:off x="3989388" y="2857500"/>
            <a:ext cx="34925"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73818FEC-61C7-469A-BE28-C5D91E165866}"/>
              </a:ext>
            </a:extLst>
          </p:cNvPr>
          <p:cNvSpPr>
            <a:spLocks noGrp="1"/>
          </p:cNvSpPr>
          <p:nvPr/>
        </p:nvSpPr>
        <p:spPr>
          <a:xfrm>
            <a:off x="4024313" y="2857500"/>
            <a:ext cx="34925"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5C44DE29-5E78-4F29-A84A-9B188290DDE5}"/>
              </a:ext>
            </a:extLst>
          </p:cNvPr>
          <p:cNvSpPr>
            <a:spLocks noGrp="1"/>
          </p:cNvSpPr>
          <p:nvPr/>
        </p:nvSpPr>
        <p:spPr>
          <a:xfrm>
            <a:off x="4059238" y="2857500"/>
            <a:ext cx="34925"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2368B6B7-2AF7-4498-ADC0-371BBBC5994F}"/>
              </a:ext>
            </a:extLst>
          </p:cNvPr>
          <p:cNvSpPr>
            <a:spLocks noGrp="1"/>
          </p:cNvSpPr>
          <p:nvPr/>
        </p:nvSpPr>
        <p:spPr>
          <a:xfrm>
            <a:off x="4094163" y="2857500"/>
            <a:ext cx="34925"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5DB8B2B4-7245-4FB2-932B-DA6C8432E978}"/>
              </a:ext>
            </a:extLst>
          </p:cNvPr>
          <p:cNvSpPr>
            <a:spLocks noGrp="1"/>
          </p:cNvSpPr>
          <p:nvPr/>
        </p:nvSpPr>
        <p:spPr>
          <a:xfrm>
            <a:off x="4129088" y="2857500"/>
            <a:ext cx="34925"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E56E7E23-A939-4E05-BAA6-8458ACBFBF70}"/>
              </a:ext>
            </a:extLst>
          </p:cNvPr>
          <p:cNvSpPr>
            <a:spLocks noGrp="1"/>
          </p:cNvSpPr>
          <p:nvPr/>
        </p:nvSpPr>
        <p:spPr>
          <a:xfrm>
            <a:off x="4164013" y="2857500"/>
            <a:ext cx="34925"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8CA2CA11-4B3A-4AB2-94B8-978A469EB067}"/>
              </a:ext>
            </a:extLst>
          </p:cNvPr>
          <p:cNvSpPr>
            <a:spLocks noGrp="1"/>
          </p:cNvSpPr>
          <p:nvPr/>
        </p:nvSpPr>
        <p:spPr>
          <a:xfrm>
            <a:off x="4198938" y="2857500"/>
            <a:ext cx="34925"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60A0E500-BD37-4A70-ACC8-CD22E452D40D}"/>
              </a:ext>
            </a:extLst>
          </p:cNvPr>
          <p:cNvSpPr>
            <a:spLocks noGrp="1"/>
          </p:cNvSpPr>
          <p:nvPr/>
        </p:nvSpPr>
        <p:spPr>
          <a:xfrm>
            <a:off x="4233863" y="2857500"/>
            <a:ext cx="34925"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F9B1B028-E4D0-4150-8FD1-D09DBC9BB41B}"/>
              </a:ext>
            </a:extLst>
          </p:cNvPr>
          <p:cNvSpPr>
            <a:spLocks noGrp="1"/>
          </p:cNvSpPr>
          <p:nvPr/>
        </p:nvSpPr>
        <p:spPr>
          <a:xfrm>
            <a:off x="4268788" y="2857500"/>
            <a:ext cx="34925"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5DEE009B-CD01-4708-8247-ADD34DA4A014}"/>
              </a:ext>
            </a:extLst>
          </p:cNvPr>
          <p:cNvSpPr>
            <a:spLocks noGrp="1"/>
          </p:cNvSpPr>
          <p:nvPr/>
        </p:nvSpPr>
        <p:spPr>
          <a:xfrm>
            <a:off x="4303713" y="2857500"/>
            <a:ext cx="34925"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3B6FDAD7-4487-4107-88C5-636B6790AE21}"/>
              </a:ext>
            </a:extLst>
          </p:cNvPr>
          <p:cNvSpPr>
            <a:spLocks noGrp="1"/>
          </p:cNvSpPr>
          <p:nvPr/>
        </p:nvSpPr>
        <p:spPr>
          <a:xfrm>
            <a:off x="4338638" y="2857500"/>
            <a:ext cx="34925"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C479838A-3B49-47A6-A290-5C88FDF1294C}"/>
              </a:ext>
            </a:extLst>
          </p:cNvPr>
          <p:cNvSpPr>
            <a:spLocks noGrp="1"/>
          </p:cNvSpPr>
          <p:nvPr/>
        </p:nvSpPr>
        <p:spPr>
          <a:xfrm>
            <a:off x="4373563" y="2857500"/>
            <a:ext cx="34925"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4970D0FE-7A6E-486A-96CF-ABDD38700D3F}"/>
              </a:ext>
            </a:extLst>
          </p:cNvPr>
          <p:cNvSpPr>
            <a:spLocks noGrp="1"/>
          </p:cNvSpPr>
          <p:nvPr/>
        </p:nvSpPr>
        <p:spPr>
          <a:xfrm>
            <a:off x="4408488" y="2857500"/>
            <a:ext cx="34925"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C035A2DD-0BBF-48CD-B17B-C4FB65444A86}"/>
              </a:ext>
            </a:extLst>
          </p:cNvPr>
          <p:cNvSpPr>
            <a:spLocks noGrp="1"/>
          </p:cNvSpPr>
          <p:nvPr/>
        </p:nvSpPr>
        <p:spPr>
          <a:xfrm>
            <a:off x="4443413" y="2857500"/>
            <a:ext cx="34925"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6BC1C184-4D37-48F8-A494-1E2C2E86BA41}"/>
              </a:ext>
            </a:extLst>
          </p:cNvPr>
          <p:cNvSpPr>
            <a:spLocks noGrp="1"/>
          </p:cNvSpPr>
          <p:nvPr/>
        </p:nvSpPr>
        <p:spPr>
          <a:xfrm>
            <a:off x="4478338" y="2857500"/>
            <a:ext cx="34925"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3FDA9B42-7E6F-4381-A91E-44350E16A26B}"/>
              </a:ext>
            </a:extLst>
          </p:cNvPr>
          <p:cNvSpPr>
            <a:spLocks noGrp="1"/>
          </p:cNvSpPr>
          <p:nvPr/>
        </p:nvSpPr>
        <p:spPr>
          <a:xfrm>
            <a:off x="4513263" y="2857500"/>
            <a:ext cx="34925"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2657397A-3964-42AD-83E6-839A9BCE47CF}"/>
              </a:ext>
            </a:extLst>
          </p:cNvPr>
          <p:cNvSpPr>
            <a:spLocks noGrp="1"/>
          </p:cNvSpPr>
          <p:nvPr/>
        </p:nvSpPr>
        <p:spPr>
          <a:xfrm>
            <a:off x="4548188" y="2857500"/>
            <a:ext cx="34925"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C9491997-0DFC-4CD3-89D7-5CC079BB0B71}"/>
              </a:ext>
            </a:extLst>
          </p:cNvPr>
          <p:cNvSpPr>
            <a:spLocks noGrp="1"/>
          </p:cNvSpPr>
          <p:nvPr/>
        </p:nvSpPr>
        <p:spPr>
          <a:xfrm>
            <a:off x="4583113" y="2857500"/>
            <a:ext cx="34925"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37B5DA22-5287-4875-A8F5-B0352139AF90}"/>
              </a:ext>
            </a:extLst>
          </p:cNvPr>
          <p:cNvSpPr>
            <a:spLocks noGrp="1"/>
          </p:cNvSpPr>
          <p:nvPr/>
        </p:nvSpPr>
        <p:spPr>
          <a:xfrm>
            <a:off x="4618038" y="2857500"/>
            <a:ext cx="34925"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9EFC93E9-D4EE-4158-87EB-CF065B3EE54B}"/>
              </a:ext>
            </a:extLst>
          </p:cNvPr>
          <p:cNvSpPr>
            <a:spLocks noGrp="1"/>
          </p:cNvSpPr>
          <p:nvPr/>
        </p:nvSpPr>
        <p:spPr>
          <a:xfrm>
            <a:off x="4652963" y="2857500"/>
            <a:ext cx="34925"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5B8C58B2-F6B7-4DEF-8784-A2661E32BB90}"/>
              </a:ext>
            </a:extLst>
          </p:cNvPr>
          <p:cNvSpPr>
            <a:spLocks noGrp="1"/>
          </p:cNvSpPr>
          <p:nvPr/>
        </p:nvSpPr>
        <p:spPr>
          <a:xfrm>
            <a:off x="4687888" y="2857500"/>
            <a:ext cx="34925"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80018DFB-9D9F-4C2F-A265-F200420F09B6}"/>
              </a:ext>
            </a:extLst>
          </p:cNvPr>
          <p:cNvSpPr>
            <a:spLocks noGrp="1"/>
          </p:cNvSpPr>
          <p:nvPr/>
        </p:nvSpPr>
        <p:spPr>
          <a:xfrm>
            <a:off x="4722812" y="2857500"/>
            <a:ext cx="34925"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5380D4BF-D865-412E-9270-168574D76CA4}"/>
              </a:ext>
            </a:extLst>
          </p:cNvPr>
          <p:cNvSpPr>
            <a:spLocks noGrp="1"/>
          </p:cNvSpPr>
          <p:nvPr/>
        </p:nvSpPr>
        <p:spPr>
          <a:xfrm>
            <a:off x="4757738" y="2857500"/>
            <a:ext cx="34925"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25545459-A839-43C7-BE2F-5E71DC0F0DFF}"/>
              </a:ext>
            </a:extLst>
          </p:cNvPr>
          <p:cNvSpPr>
            <a:spLocks noGrp="1"/>
          </p:cNvSpPr>
          <p:nvPr/>
        </p:nvSpPr>
        <p:spPr>
          <a:xfrm>
            <a:off x="4792663" y="2857500"/>
            <a:ext cx="34925"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60B5A035-AA51-472F-BA00-4617B4207C5B}"/>
              </a:ext>
            </a:extLst>
          </p:cNvPr>
          <p:cNvSpPr>
            <a:spLocks noGrp="1"/>
          </p:cNvSpPr>
          <p:nvPr/>
        </p:nvSpPr>
        <p:spPr>
          <a:xfrm>
            <a:off x="4827588" y="2857500"/>
            <a:ext cx="34925"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4A22991C-557E-4410-9BEC-E7E0E662DD27}"/>
              </a:ext>
            </a:extLst>
          </p:cNvPr>
          <p:cNvSpPr>
            <a:spLocks noGrp="1"/>
          </p:cNvSpPr>
          <p:nvPr/>
        </p:nvSpPr>
        <p:spPr>
          <a:xfrm>
            <a:off x="4862513" y="2857500"/>
            <a:ext cx="34925"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16DDF70B-AA59-454B-B22C-7AEB1721B2F9}"/>
              </a:ext>
            </a:extLst>
          </p:cNvPr>
          <p:cNvSpPr>
            <a:spLocks noGrp="1"/>
          </p:cNvSpPr>
          <p:nvPr/>
        </p:nvSpPr>
        <p:spPr>
          <a:xfrm>
            <a:off x="4897438" y="2857500"/>
            <a:ext cx="34925"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4260554E-9C51-4F5C-BBAC-0B3EC6C3C331}"/>
              </a:ext>
            </a:extLst>
          </p:cNvPr>
          <p:cNvSpPr>
            <a:spLocks noGrp="1"/>
          </p:cNvSpPr>
          <p:nvPr/>
        </p:nvSpPr>
        <p:spPr>
          <a:xfrm>
            <a:off x="4932362" y="2857500"/>
            <a:ext cx="34925"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6ED434B0-2C4B-4D54-A4F1-C1B71070A513}"/>
              </a:ext>
            </a:extLst>
          </p:cNvPr>
          <p:cNvSpPr>
            <a:spLocks noGrp="1"/>
          </p:cNvSpPr>
          <p:nvPr/>
        </p:nvSpPr>
        <p:spPr>
          <a:xfrm>
            <a:off x="4967288" y="2857500"/>
            <a:ext cx="34925"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3A7634A9-4C9B-46BA-AE25-45523C180C10}"/>
              </a:ext>
            </a:extLst>
          </p:cNvPr>
          <p:cNvSpPr>
            <a:spLocks noGrp="1"/>
          </p:cNvSpPr>
          <p:nvPr/>
        </p:nvSpPr>
        <p:spPr>
          <a:xfrm>
            <a:off x="5002213" y="2857500"/>
            <a:ext cx="34925"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E15249D5-252D-4441-AABE-67FEAEAF625D}"/>
              </a:ext>
            </a:extLst>
          </p:cNvPr>
          <p:cNvSpPr>
            <a:spLocks noGrp="1"/>
          </p:cNvSpPr>
          <p:nvPr/>
        </p:nvSpPr>
        <p:spPr>
          <a:xfrm>
            <a:off x="5037138" y="2857500"/>
            <a:ext cx="34925"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7308B755-A313-496D-ADCE-694B91A63721}"/>
              </a:ext>
            </a:extLst>
          </p:cNvPr>
          <p:cNvSpPr>
            <a:spLocks noGrp="1"/>
          </p:cNvSpPr>
          <p:nvPr/>
        </p:nvSpPr>
        <p:spPr>
          <a:xfrm>
            <a:off x="5072063" y="2857500"/>
            <a:ext cx="34925"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F03CEB19-2348-454C-BBA1-E66B21E566DD}"/>
              </a:ext>
            </a:extLst>
          </p:cNvPr>
          <p:cNvSpPr>
            <a:spLocks noGrp="1"/>
          </p:cNvSpPr>
          <p:nvPr/>
        </p:nvSpPr>
        <p:spPr>
          <a:xfrm>
            <a:off x="5106988" y="2857500"/>
            <a:ext cx="34925"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184486E4-F899-4750-864C-2EBC9552563D}"/>
              </a:ext>
            </a:extLst>
          </p:cNvPr>
          <p:cNvSpPr>
            <a:spLocks noGrp="1"/>
          </p:cNvSpPr>
          <p:nvPr/>
        </p:nvSpPr>
        <p:spPr>
          <a:xfrm>
            <a:off x="5141913" y="2857500"/>
            <a:ext cx="34925"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C04EE32D-4FA3-4640-AB50-5FE6413F4553}"/>
              </a:ext>
            </a:extLst>
          </p:cNvPr>
          <p:cNvSpPr>
            <a:spLocks noGrp="1"/>
          </p:cNvSpPr>
          <p:nvPr/>
        </p:nvSpPr>
        <p:spPr>
          <a:xfrm>
            <a:off x="5176838" y="2857500"/>
            <a:ext cx="34925"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3F0DB337-1F0D-48A1-B222-8C25C968AB53}"/>
              </a:ext>
            </a:extLst>
          </p:cNvPr>
          <p:cNvSpPr>
            <a:spLocks noGrp="1"/>
          </p:cNvSpPr>
          <p:nvPr/>
        </p:nvSpPr>
        <p:spPr>
          <a:xfrm>
            <a:off x="5211763" y="2857500"/>
            <a:ext cx="34925"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5381E260-473F-4957-9939-FED82EED017B}"/>
              </a:ext>
            </a:extLst>
          </p:cNvPr>
          <p:cNvSpPr>
            <a:spLocks noGrp="1"/>
          </p:cNvSpPr>
          <p:nvPr/>
        </p:nvSpPr>
        <p:spPr>
          <a:xfrm>
            <a:off x="5246687" y="2857500"/>
            <a:ext cx="34925"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F61A8228-9275-4025-86C3-72BD627F4584}"/>
              </a:ext>
            </a:extLst>
          </p:cNvPr>
          <p:cNvSpPr>
            <a:spLocks noGrp="1"/>
          </p:cNvSpPr>
          <p:nvPr/>
        </p:nvSpPr>
        <p:spPr>
          <a:xfrm>
            <a:off x="5281613" y="2857500"/>
            <a:ext cx="34925"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85DC5A1B-F3F6-4A45-8AB9-7137F241F3F6}"/>
              </a:ext>
            </a:extLst>
          </p:cNvPr>
          <p:cNvSpPr>
            <a:spLocks noGrp="1"/>
          </p:cNvSpPr>
          <p:nvPr/>
        </p:nvSpPr>
        <p:spPr>
          <a:xfrm>
            <a:off x="5316538" y="2857500"/>
            <a:ext cx="34925"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4E73881B-4BA7-41C6-A14D-9F5B7E69B538}"/>
              </a:ext>
            </a:extLst>
          </p:cNvPr>
          <p:cNvSpPr>
            <a:spLocks noGrp="1"/>
          </p:cNvSpPr>
          <p:nvPr/>
        </p:nvSpPr>
        <p:spPr>
          <a:xfrm>
            <a:off x="5351463" y="2857500"/>
            <a:ext cx="34925"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BD3C127B-82D0-4EEE-ACF2-3FA21A8DBE8D}"/>
              </a:ext>
            </a:extLst>
          </p:cNvPr>
          <p:cNvSpPr>
            <a:spLocks noGrp="1"/>
          </p:cNvSpPr>
          <p:nvPr/>
        </p:nvSpPr>
        <p:spPr>
          <a:xfrm>
            <a:off x="5386388" y="2857500"/>
            <a:ext cx="34925"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02E8520C-C819-4897-8C60-B536BBD5CA11}"/>
              </a:ext>
            </a:extLst>
          </p:cNvPr>
          <p:cNvSpPr>
            <a:spLocks noGrp="1"/>
          </p:cNvSpPr>
          <p:nvPr/>
        </p:nvSpPr>
        <p:spPr>
          <a:xfrm>
            <a:off x="5421313" y="2857500"/>
            <a:ext cx="34925"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64696954-0036-45D2-818B-0EF7203BB454}"/>
              </a:ext>
            </a:extLst>
          </p:cNvPr>
          <p:cNvSpPr>
            <a:spLocks noGrp="1"/>
          </p:cNvSpPr>
          <p:nvPr/>
        </p:nvSpPr>
        <p:spPr>
          <a:xfrm>
            <a:off x="5456237" y="2857500"/>
            <a:ext cx="34925"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8DD027EB-F234-4AFE-A79E-1ED884EC96F2}"/>
              </a:ext>
            </a:extLst>
          </p:cNvPr>
          <p:cNvSpPr>
            <a:spLocks noGrp="1"/>
          </p:cNvSpPr>
          <p:nvPr/>
        </p:nvSpPr>
        <p:spPr>
          <a:xfrm>
            <a:off x="5491163" y="2857500"/>
            <a:ext cx="34925" cy="547688"/>
          </a:xfrm>
          <a:prstGeom prst="rect">
            <a:avLst/>
          </a:prstGeom>
          <a:solidFill>
            <a:srgbClr val="1D4ED8"/>
          </a:solidFill>
          <a:ln w="13097">
            <a:solidFill>
              <a:srgbClr val="172B4D"/>
            </a:solidFill>
          </a:ln>
        </p:spPr>
      </p:sp>
      <p:sp>
        <p:nvSpPr>
          <p:cNvPr id="80" name="object-80">
            <a:extLst>
              <a:ext uri="{FF2B5EF4-FFF2-40B4-BE49-F238E27FC236}">
                <a16:creationId xmlns:a16="http://schemas.microsoft.com/office/drawing/2014/main" id="{05E547B4-0C92-4F12-99F5-FBE4FBA0A511}"/>
              </a:ext>
            </a:extLst>
          </p:cNvPr>
          <p:cNvSpPr>
            <a:spLocks noGrp="1"/>
          </p:cNvSpPr>
          <p:nvPr/>
        </p:nvSpPr>
        <p:spPr>
          <a:xfrm>
            <a:off x="5526088" y="2857500"/>
            <a:ext cx="34925" cy="547688"/>
          </a:xfrm>
          <a:prstGeom prst="rect">
            <a:avLst/>
          </a:prstGeom>
          <a:solidFill>
            <a:srgbClr val="1D4ED8"/>
          </a:solidFill>
          <a:ln w="13097">
            <a:solidFill>
              <a:srgbClr val="172B4D"/>
            </a:solidFill>
          </a:ln>
        </p:spPr>
      </p:sp>
      <p:sp>
        <p:nvSpPr>
          <p:cNvPr id="81" name="object-81">
            <a:extLst>
              <a:ext uri="{FF2B5EF4-FFF2-40B4-BE49-F238E27FC236}">
                <a16:creationId xmlns:a16="http://schemas.microsoft.com/office/drawing/2014/main" id="{4E84E58A-027A-4CA0-B3E6-53D4A1FA2A07}"/>
              </a:ext>
            </a:extLst>
          </p:cNvPr>
          <p:cNvSpPr>
            <a:spLocks noGrp="1"/>
          </p:cNvSpPr>
          <p:nvPr/>
        </p:nvSpPr>
        <p:spPr>
          <a:xfrm>
            <a:off x="5561013" y="2857500"/>
            <a:ext cx="34925" cy="547688"/>
          </a:xfrm>
          <a:prstGeom prst="rect">
            <a:avLst/>
          </a:prstGeom>
          <a:solidFill>
            <a:srgbClr val="1D4ED8"/>
          </a:solidFill>
          <a:ln w="13097">
            <a:solidFill>
              <a:srgbClr val="172B4D"/>
            </a:solidFill>
          </a:ln>
        </p:spPr>
      </p:sp>
      <p:sp>
        <p:nvSpPr>
          <p:cNvPr id="82" name="object-82">
            <a:extLst>
              <a:ext uri="{FF2B5EF4-FFF2-40B4-BE49-F238E27FC236}">
                <a16:creationId xmlns:a16="http://schemas.microsoft.com/office/drawing/2014/main" id="{F378CCC3-B9C8-40F7-AE25-4C2DCBE5FCD9}"/>
              </a:ext>
            </a:extLst>
          </p:cNvPr>
          <p:cNvSpPr>
            <a:spLocks noGrp="1"/>
          </p:cNvSpPr>
          <p:nvPr/>
        </p:nvSpPr>
        <p:spPr>
          <a:xfrm>
            <a:off x="5595938" y="2857500"/>
            <a:ext cx="34925" cy="547688"/>
          </a:xfrm>
          <a:prstGeom prst="rect">
            <a:avLst/>
          </a:prstGeom>
          <a:solidFill>
            <a:srgbClr val="1D4ED8"/>
          </a:solidFill>
          <a:ln w="13097">
            <a:solidFill>
              <a:srgbClr val="172B4D"/>
            </a:solidFill>
          </a:ln>
        </p:spPr>
      </p:sp>
      <p:sp>
        <p:nvSpPr>
          <p:cNvPr id="83" name="object-83">
            <a:extLst>
              <a:ext uri="{FF2B5EF4-FFF2-40B4-BE49-F238E27FC236}">
                <a16:creationId xmlns:a16="http://schemas.microsoft.com/office/drawing/2014/main" id="{1FC2E632-7145-478A-A71E-B24C0CF99FCA}"/>
              </a:ext>
            </a:extLst>
          </p:cNvPr>
          <p:cNvSpPr>
            <a:spLocks noGrp="1"/>
          </p:cNvSpPr>
          <p:nvPr/>
        </p:nvSpPr>
        <p:spPr>
          <a:xfrm>
            <a:off x="5630863" y="2857500"/>
            <a:ext cx="34925" cy="547688"/>
          </a:xfrm>
          <a:prstGeom prst="rect">
            <a:avLst/>
          </a:prstGeom>
          <a:solidFill>
            <a:srgbClr val="1D4ED8"/>
          </a:solidFill>
          <a:ln w="13097">
            <a:solidFill>
              <a:srgbClr val="172B4D"/>
            </a:solidFill>
          </a:ln>
        </p:spPr>
      </p:sp>
      <p:sp>
        <p:nvSpPr>
          <p:cNvPr id="84" name="object-84">
            <a:extLst>
              <a:ext uri="{FF2B5EF4-FFF2-40B4-BE49-F238E27FC236}">
                <a16:creationId xmlns:a16="http://schemas.microsoft.com/office/drawing/2014/main" id="{9833EEE5-D296-4E3C-9705-3D2FC86DA5A8}"/>
              </a:ext>
            </a:extLst>
          </p:cNvPr>
          <p:cNvSpPr>
            <a:spLocks noGrp="1"/>
          </p:cNvSpPr>
          <p:nvPr/>
        </p:nvSpPr>
        <p:spPr>
          <a:xfrm>
            <a:off x="5665788" y="2857500"/>
            <a:ext cx="34925" cy="547688"/>
          </a:xfrm>
          <a:prstGeom prst="rect">
            <a:avLst/>
          </a:prstGeom>
          <a:solidFill>
            <a:srgbClr val="1D4ED8"/>
          </a:solidFill>
          <a:ln w="13097">
            <a:solidFill>
              <a:srgbClr val="172B4D"/>
            </a:solidFill>
          </a:ln>
        </p:spPr>
      </p:sp>
      <p:sp>
        <p:nvSpPr>
          <p:cNvPr id="85" name="object-85">
            <a:extLst>
              <a:ext uri="{FF2B5EF4-FFF2-40B4-BE49-F238E27FC236}">
                <a16:creationId xmlns:a16="http://schemas.microsoft.com/office/drawing/2014/main" id="{20CBF7FD-21DB-4815-A1F3-BEF4BA11CEA3}"/>
              </a:ext>
            </a:extLst>
          </p:cNvPr>
          <p:cNvSpPr>
            <a:spLocks noGrp="1"/>
          </p:cNvSpPr>
          <p:nvPr/>
        </p:nvSpPr>
        <p:spPr>
          <a:xfrm>
            <a:off x="5700713" y="2857500"/>
            <a:ext cx="34925" cy="547688"/>
          </a:xfrm>
          <a:prstGeom prst="rect">
            <a:avLst/>
          </a:prstGeom>
          <a:solidFill>
            <a:srgbClr val="1D4ED8"/>
          </a:solidFill>
          <a:ln w="13097">
            <a:solidFill>
              <a:srgbClr val="172B4D"/>
            </a:solidFill>
          </a:ln>
        </p:spPr>
      </p:sp>
      <p:sp>
        <p:nvSpPr>
          <p:cNvPr id="86" name="object-86">
            <a:extLst>
              <a:ext uri="{FF2B5EF4-FFF2-40B4-BE49-F238E27FC236}">
                <a16:creationId xmlns:a16="http://schemas.microsoft.com/office/drawing/2014/main" id="{79DAB55D-2FC2-4869-802E-20A21BB870FC}"/>
              </a:ext>
            </a:extLst>
          </p:cNvPr>
          <p:cNvSpPr>
            <a:spLocks noGrp="1"/>
          </p:cNvSpPr>
          <p:nvPr/>
        </p:nvSpPr>
        <p:spPr>
          <a:xfrm>
            <a:off x="5735638" y="2857500"/>
            <a:ext cx="34925" cy="547688"/>
          </a:xfrm>
          <a:prstGeom prst="rect">
            <a:avLst/>
          </a:prstGeom>
          <a:solidFill>
            <a:srgbClr val="1D4ED8"/>
          </a:solidFill>
          <a:ln w="13097">
            <a:solidFill>
              <a:srgbClr val="172B4D"/>
            </a:solidFill>
          </a:ln>
        </p:spPr>
      </p:sp>
      <p:sp>
        <p:nvSpPr>
          <p:cNvPr id="87" name="object-87">
            <a:extLst>
              <a:ext uri="{FF2B5EF4-FFF2-40B4-BE49-F238E27FC236}">
                <a16:creationId xmlns:a16="http://schemas.microsoft.com/office/drawing/2014/main" id="{943860E8-6748-4B1A-B55E-114723E48181}"/>
              </a:ext>
            </a:extLst>
          </p:cNvPr>
          <p:cNvSpPr>
            <a:spLocks noGrp="1"/>
          </p:cNvSpPr>
          <p:nvPr/>
        </p:nvSpPr>
        <p:spPr>
          <a:xfrm>
            <a:off x="5770562" y="2857500"/>
            <a:ext cx="34925" cy="547688"/>
          </a:xfrm>
          <a:prstGeom prst="rect">
            <a:avLst/>
          </a:prstGeom>
          <a:solidFill>
            <a:srgbClr val="1D4ED8"/>
          </a:solidFill>
          <a:ln w="13097">
            <a:solidFill>
              <a:srgbClr val="172B4D"/>
            </a:solidFill>
          </a:ln>
        </p:spPr>
      </p:sp>
      <p:sp>
        <p:nvSpPr>
          <p:cNvPr id="88" name="object-88">
            <a:extLst>
              <a:ext uri="{FF2B5EF4-FFF2-40B4-BE49-F238E27FC236}">
                <a16:creationId xmlns:a16="http://schemas.microsoft.com/office/drawing/2014/main" id="{B0E0CF13-8F3D-4574-8B32-5E1191B0FFA3}"/>
              </a:ext>
            </a:extLst>
          </p:cNvPr>
          <p:cNvSpPr>
            <a:spLocks noGrp="1"/>
          </p:cNvSpPr>
          <p:nvPr/>
        </p:nvSpPr>
        <p:spPr>
          <a:xfrm>
            <a:off x="5805488" y="2857500"/>
            <a:ext cx="34925" cy="547688"/>
          </a:xfrm>
          <a:prstGeom prst="rect">
            <a:avLst/>
          </a:prstGeom>
          <a:solidFill>
            <a:srgbClr val="1D4ED8"/>
          </a:solidFill>
          <a:ln w="13097">
            <a:solidFill>
              <a:srgbClr val="172B4D"/>
            </a:solidFill>
          </a:ln>
        </p:spPr>
      </p:sp>
      <p:sp>
        <p:nvSpPr>
          <p:cNvPr id="89" name="object-89">
            <a:extLst>
              <a:ext uri="{FF2B5EF4-FFF2-40B4-BE49-F238E27FC236}">
                <a16:creationId xmlns:a16="http://schemas.microsoft.com/office/drawing/2014/main" id="{87A48232-377A-4014-9BEA-F5D61045F91A}"/>
              </a:ext>
            </a:extLst>
          </p:cNvPr>
          <p:cNvSpPr>
            <a:spLocks noGrp="1"/>
          </p:cNvSpPr>
          <p:nvPr/>
        </p:nvSpPr>
        <p:spPr>
          <a:xfrm>
            <a:off x="5840413" y="2857500"/>
            <a:ext cx="34925" cy="547688"/>
          </a:xfrm>
          <a:prstGeom prst="rect">
            <a:avLst/>
          </a:prstGeom>
          <a:solidFill>
            <a:srgbClr val="1D4ED8"/>
          </a:solidFill>
          <a:ln w="13097">
            <a:solidFill>
              <a:srgbClr val="172B4D"/>
            </a:solidFill>
          </a:ln>
        </p:spPr>
      </p:sp>
      <p:sp>
        <p:nvSpPr>
          <p:cNvPr id="90" name="object-90">
            <a:extLst>
              <a:ext uri="{FF2B5EF4-FFF2-40B4-BE49-F238E27FC236}">
                <a16:creationId xmlns:a16="http://schemas.microsoft.com/office/drawing/2014/main" id="{6A36934A-BD33-4630-B931-C5123B14580E}"/>
              </a:ext>
            </a:extLst>
          </p:cNvPr>
          <p:cNvSpPr>
            <a:spLocks noGrp="1"/>
          </p:cNvSpPr>
          <p:nvPr/>
        </p:nvSpPr>
        <p:spPr>
          <a:xfrm>
            <a:off x="5875338" y="2857500"/>
            <a:ext cx="34925" cy="547688"/>
          </a:xfrm>
          <a:prstGeom prst="rect">
            <a:avLst/>
          </a:prstGeom>
          <a:solidFill>
            <a:srgbClr val="1D4ED8"/>
          </a:solidFill>
          <a:ln w="13097">
            <a:solidFill>
              <a:srgbClr val="172B4D"/>
            </a:solidFill>
          </a:ln>
        </p:spPr>
      </p:sp>
      <p:sp>
        <p:nvSpPr>
          <p:cNvPr id="91" name="object-91">
            <a:extLst>
              <a:ext uri="{FF2B5EF4-FFF2-40B4-BE49-F238E27FC236}">
                <a16:creationId xmlns:a16="http://schemas.microsoft.com/office/drawing/2014/main" id="{5F5922C0-6579-4C85-AA75-A069F6B6A06E}"/>
              </a:ext>
            </a:extLst>
          </p:cNvPr>
          <p:cNvSpPr>
            <a:spLocks noGrp="1"/>
          </p:cNvSpPr>
          <p:nvPr/>
        </p:nvSpPr>
        <p:spPr>
          <a:xfrm>
            <a:off x="5910263" y="2857500"/>
            <a:ext cx="34925" cy="547688"/>
          </a:xfrm>
          <a:prstGeom prst="rect">
            <a:avLst/>
          </a:prstGeom>
          <a:solidFill>
            <a:srgbClr val="1D4ED8"/>
          </a:solidFill>
          <a:ln w="13097">
            <a:solidFill>
              <a:srgbClr val="172B4D"/>
            </a:solidFill>
          </a:ln>
        </p:spPr>
      </p:sp>
      <p:sp>
        <p:nvSpPr>
          <p:cNvPr id="92" name="object-92">
            <a:extLst>
              <a:ext uri="{FF2B5EF4-FFF2-40B4-BE49-F238E27FC236}">
                <a16:creationId xmlns:a16="http://schemas.microsoft.com/office/drawing/2014/main" id="{8D3EE031-9872-49FD-8480-A4A6A7908777}"/>
              </a:ext>
            </a:extLst>
          </p:cNvPr>
          <p:cNvSpPr>
            <a:spLocks noGrp="1"/>
          </p:cNvSpPr>
          <p:nvPr/>
        </p:nvSpPr>
        <p:spPr>
          <a:xfrm>
            <a:off x="5945188" y="2857500"/>
            <a:ext cx="34925" cy="547688"/>
          </a:xfrm>
          <a:prstGeom prst="rect">
            <a:avLst/>
          </a:prstGeom>
          <a:solidFill>
            <a:srgbClr val="1D4ED8"/>
          </a:solidFill>
          <a:ln w="13097">
            <a:solidFill>
              <a:srgbClr val="172B4D"/>
            </a:solidFill>
          </a:ln>
        </p:spPr>
      </p:sp>
      <p:sp>
        <p:nvSpPr>
          <p:cNvPr id="93" name="object-93">
            <a:extLst>
              <a:ext uri="{FF2B5EF4-FFF2-40B4-BE49-F238E27FC236}">
                <a16:creationId xmlns:a16="http://schemas.microsoft.com/office/drawing/2014/main" id="{CC74DF81-57E4-4C81-9A8C-BC5B28F38369}"/>
              </a:ext>
            </a:extLst>
          </p:cNvPr>
          <p:cNvSpPr>
            <a:spLocks noGrp="1"/>
          </p:cNvSpPr>
          <p:nvPr/>
        </p:nvSpPr>
        <p:spPr>
          <a:xfrm>
            <a:off x="5980112" y="2857500"/>
            <a:ext cx="34925" cy="547688"/>
          </a:xfrm>
          <a:prstGeom prst="rect">
            <a:avLst/>
          </a:prstGeom>
          <a:solidFill>
            <a:srgbClr val="1D4ED8"/>
          </a:solidFill>
          <a:ln w="13097">
            <a:solidFill>
              <a:srgbClr val="172B4D"/>
            </a:solidFill>
          </a:ln>
        </p:spPr>
      </p:sp>
      <p:sp>
        <p:nvSpPr>
          <p:cNvPr id="94" name="object-94">
            <a:extLst>
              <a:ext uri="{FF2B5EF4-FFF2-40B4-BE49-F238E27FC236}">
                <a16:creationId xmlns:a16="http://schemas.microsoft.com/office/drawing/2014/main" id="{453C22CA-3224-4558-92F3-6B7E218209AD}"/>
              </a:ext>
            </a:extLst>
          </p:cNvPr>
          <p:cNvSpPr>
            <a:spLocks noGrp="1"/>
          </p:cNvSpPr>
          <p:nvPr/>
        </p:nvSpPr>
        <p:spPr>
          <a:xfrm>
            <a:off x="6015038" y="2857500"/>
            <a:ext cx="34925" cy="547688"/>
          </a:xfrm>
          <a:prstGeom prst="rect">
            <a:avLst/>
          </a:prstGeom>
          <a:solidFill>
            <a:srgbClr val="1D4ED8"/>
          </a:solidFill>
          <a:ln w="13097">
            <a:solidFill>
              <a:srgbClr val="172B4D"/>
            </a:solidFill>
          </a:ln>
        </p:spPr>
      </p:sp>
      <p:sp>
        <p:nvSpPr>
          <p:cNvPr id="95" name="object-95">
            <a:extLst>
              <a:ext uri="{FF2B5EF4-FFF2-40B4-BE49-F238E27FC236}">
                <a16:creationId xmlns:a16="http://schemas.microsoft.com/office/drawing/2014/main" id="{14949B68-1B48-44F3-AF8F-DDE2A688B72E}"/>
              </a:ext>
            </a:extLst>
          </p:cNvPr>
          <p:cNvSpPr>
            <a:spLocks noGrp="1"/>
          </p:cNvSpPr>
          <p:nvPr/>
        </p:nvSpPr>
        <p:spPr>
          <a:xfrm>
            <a:off x="6049963" y="2857500"/>
            <a:ext cx="34925" cy="547688"/>
          </a:xfrm>
          <a:prstGeom prst="rect">
            <a:avLst/>
          </a:prstGeom>
          <a:solidFill>
            <a:srgbClr val="1D4ED8"/>
          </a:solidFill>
          <a:ln w="13097">
            <a:solidFill>
              <a:srgbClr val="172B4D"/>
            </a:solidFill>
          </a:ln>
        </p:spPr>
      </p:sp>
      <p:sp>
        <p:nvSpPr>
          <p:cNvPr id="96" name="object-96">
            <a:extLst>
              <a:ext uri="{FF2B5EF4-FFF2-40B4-BE49-F238E27FC236}">
                <a16:creationId xmlns:a16="http://schemas.microsoft.com/office/drawing/2014/main" id="{83293798-EE74-4ACA-A525-652334CD65C7}"/>
              </a:ext>
            </a:extLst>
          </p:cNvPr>
          <p:cNvSpPr>
            <a:spLocks noGrp="1"/>
          </p:cNvSpPr>
          <p:nvPr/>
        </p:nvSpPr>
        <p:spPr>
          <a:xfrm>
            <a:off x="6084888" y="2857500"/>
            <a:ext cx="34925" cy="547688"/>
          </a:xfrm>
          <a:prstGeom prst="rect">
            <a:avLst/>
          </a:prstGeom>
          <a:solidFill>
            <a:srgbClr val="1D4ED8"/>
          </a:solidFill>
          <a:ln w="13097">
            <a:solidFill>
              <a:srgbClr val="172B4D"/>
            </a:solidFill>
          </a:ln>
        </p:spPr>
      </p:sp>
      <p:sp>
        <p:nvSpPr>
          <p:cNvPr id="97" name="object-97">
            <a:extLst>
              <a:ext uri="{FF2B5EF4-FFF2-40B4-BE49-F238E27FC236}">
                <a16:creationId xmlns:a16="http://schemas.microsoft.com/office/drawing/2014/main" id="{DEDB441E-ACD6-450E-903B-B6C314A6C716}"/>
              </a:ext>
            </a:extLst>
          </p:cNvPr>
          <p:cNvSpPr>
            <a:spLocks noGrp="1"/>
          </p:cNvSpPr>
          <p:nvPr/>
        </p:nvSpPr>
        <p:spPr>
          <a:xfrm>
            <a:off x="6119813" y="2857500"/>
            <a:ext cx="34925" cy="547688"/>
          </a:xfrm>
          <a:prstGeom prst="rect">
            <a:avLst/>
          </a:prstGeom>
          <a:solidFill>
            <a:srgbClr val="1D4ED8"/>
          </a:solidFill>
          <a:ln w="13097">
            <a:solidFill>
              <a:srgbClr val="172B4D"/>
            </a:solidFill>
          </a:ln>
        </p:spPr>
      </p:sp>
      <p:sp>
        <p:nvSpPr>
          <p:cNvPr id="98" name="object-98">
            <a:extLst>
              <a:ext uri="{FF2B5EF4-FFF2-40B4-BE49-F238E27FC236}">
                <a16:creationId xmlns:a16="http://schemas.microsoft.com/office/drawing/2014/main" id="{E87A690B-F033-42E0-AB25-B71E6A68D820}"/>
              </a:ext>
            </a:extLst>
          </p:cNvPr>
          <p:cNvSpPr>
            <a:spLocks noGrp="1"/>
          </p:cNvSpPr>
          <p:nvPr/>
        </p:nvSpPr>
        <p:spPr>
          <a:xfrm>
            <a:off x="6154738" y="2857500"/>
            <a:ext cx="34925" cy="547688"/>
          </a:xfrm>
          <a:prstGeom prst="rect">
            <a:avLst/>
          </a:prstGeom>
          <a:solidFill>
            <a:srgbClr val="1D4ED8"/>
          </a:solidFill>
          <a:ln w="13097">
            <a:solidFill>
              <a:srgbClr val="172B4D"/>
            </a:solidFill>
          </a:ln>
        </p:spPr>
      </p:sp>
      <p:sp>
        <p:nvSpPr>
          <p:cNvPr id="99" name="object-99">
            <a:extLst>
              <a:ext uri="{FF2B5EF4-FFF2-40B4-BE49-F238E27FC236}">
                <a16:creationId xmlns:a16="http://schemas.microsoft.com/office/drawing/2014/main" id="{46D35B4D-D612-4A37-9A6F-A91C54A89544}"/>
              </a:ext>
            </a:extLst>
          </p:cNvPr>
          <p:cNvSpPr>
            <a:spLocks noGrp="1"/>
          </p:cNvSpPr>
          <p:nvPr/>
        </p:nvSpPr>
        <p:spPr>
          <a:xfrm>
            <a:off x="6189663" y="2857500"/>
            <a:ext cx="34925" cy="547688"/>
          </a:xfrm>
          <a:prstGeom prst="rect">
            <a:avLst/>
          </a:prstGeom>
          <a:solidFill>
            <a:srgbClr val="1D4ED8"/>
          </a:solidFill>
          <a:ln w="13097">
            <a:solidFill>
              <a:srgbClr val="172B4D"/>
            </a:solidFill>
          </a:ln>
        </p:spPr>
      </p:sp>
      <p:sp>
        <p:nvSpPr>
          <p:cNvPr id="100" name="object-100">
            <a:extLst>
              <a:ext uri="{FF2B5EF4-FFF2-40B4-BE49-F238E27FC236}">
                <a16:creationId xmlns:a16="http://schemas.microsoft.com/office/drawing/2014/main" id="{5B644D94-AB60-4B33-B96D-4EE282D35853}"/>
              </a:ext>
            </a:extLst>
          </p:cNvPr>
          <p:cNvSpPr>
            <a:spLocks noGrp="1"/>
          </p:cNvSpPr>
          <p:nvPr/>
        </p:nvSpPr>
        <p:spPr>
          <a:xfrm>
            <a:off x="6224588" y="2857500"/>
            <a:ext cx="34925" cy="547688"/>
          </a:xfrm>
          <a:prstGeom prst="rect">
            <a:avLst/>
          </a:prstGeom>
          <a:solidFill>
            <a:srgbClr val="1D4ED8"/>
          </a:solidFill>
          <a:ln w="13097">
            <a:solidFill>
              <a:srgbClr val="172B4D"/>
            </a:solidFill>
          </a:ln>
        </p:spPr>
      </p:sp>
      <p:sp>
        <p:nvSpPr>
          <p:cNvPr id="101" name="object-101">
            <a:extLst>
              <a:ext uri="{FF2B5EF4-FFF2-40B4-BE49-F238E27FC236}">
                <a16:creationId xmlns:a16="http://schemas.microsoft.com/office/drawing/2014/main" id="{4E1E3DD2-1C5E-48A7-8844-6E78D5B837A4}"/>
              </a:ext>
            </a:extLst>
          </p:cNvPr>
          <p:cNvSpPr>
            <a:spLocks noGrp="1"/>
          </p:cNvSpPr>
          <p:nvPr/>
        </p:nvSpPr>
        <p:spPr>
          <a:xfrm>
            <a:off x="6259513" y="2857500"/>
            <a:ext cx="34925" cy="547688"/>
          </a:xfrm>
          <a:prstGeom prst="rect">
            <a:avLst/>
          </a:prstGeom>
          <a:solidFill>
            <a:srgbClr val="1D4ED8"/>
          </a:solidFill>
          <a:ln w="13097">
            <a:solidFill>
              <a:srgbClr val="172B4D"/>
            </a:solidFill>
          </a:ln>
        </p:spPr>
      </p:sp>
      <p:sp>
        <p:nvSpPr>
          <p:cNvPr id="102" name="object-102">
            <a:extLst>
              <a:ext uri="{FF2B5EF4-FFF2-40B4-BE49-F238E27FC236}">
                <a16:creationId xmlns:a16="http://schemas.microsoft.com/office/drawing/2014/main" id="{E4B5AE04-3E47-472A-8155-2D1A20A07816}"/>
              </a:ext>
            </a:extLst>
          </p:cNvPr>
          <p:cNvSpPr>
            <a:spLocks noGrp="1"/>
          </p:cNvSpPr>
          <p:nvPr/>
        </p:nvSpPr>
        <p:spPr>
          <a:xfrm>
            <a:off x="6294438" y="2857500"/>
            <a:ext cx="34925" cy="547688"/>
          </a:xfrm>
          <a:prstGeom prst="rect">
            <a:avLst/>
          </a:prstGeom>
          <a:solidFill>
            <a:srgbClr val="1D4ED8"/>
          </a:solidFill>
          <a:ln w="13097">
            <a:solidFill>
              <a:srgbClr val="172B4D"/>
            </a:solidFill>
          </a:ln>
        </p:spPr>
      </p:sp>
      <p:sp>
        <p:nvSpPr>
          <p:cNvPr id="103" name="object-103">
            <a:extLst>
              <a:ext uri="{FF2B5EF4-FFF2-40B4-BE49-F238E27FC236}">
                <a16:creationId xmlns:a16="http://schemas.microsoft.com/office/drawing/2014/main" id="{C1E11E69-05D7-457F-9479-E9BC12ADFF83}"/>
              </a:ext>
            </a:extLst>
          </p:cNvPr>
          <p:cNvSpPr>
            <a:spLocks noGrp="1"/>
          </p:cNvSpPr>
          <p:nvPr/>
        </p:nvSpPr>
        <p:spPr>
          <a:xfrm>
            <a:off x="6329363" y="2857500"/>
            <a:ext cx="34925" cy="547688"/>
          </a:xfrm>
          <a:prstGeom prst="rect">
            <a:avLst/>
          </a:prstGeom>
          <a:solidFill>
            <a:srgbClr val="1D4ED8"/>
          </a:solidFill>
          <a:ln w="13097">
            <a:solidFill>
              <a:srgbClr val="172B4D"/>
            </a:solidFill>
          </a:ln>
        </p:spPr>
      </p:sp>
      <p:sp>
        <p:nvSpPr>
          <p:cNvPr id="104" name="object-104">
            <a:extLst>
              <a:ext uri="{FF2B5EF4-FFF2-40B4-BE49-F238E27FC236}">
                <a16:creationId xmlns:a16="http://schemas.microsoft.com/office/drawing/2014/main" id="{BDB26821-E723-4E57-8773-3767FAEB78C2}"/>
              </a:ext>
            </a:extLst>
          </p:cNvPr>
          <p:cNvSpPr>
            <a:spLocks noGrp="1"/>
          </p:cNvSpPr>
          <p:nvPr/>
        </p:nvSpPr>
        <p:spPr>
          <a:xfrm>
            <a:off x="6364288" y="2857500"/>
            <a:ext cx="34925" cy="547688"/>
          </a:xfrm>
          <a:prstGeom prst="rect">
            <a:avLst/>
          </a:prstGeom>
          <a:solidFill>
            <a:srgbClr val="1D4ED8"/>
          </a:solidFill>
          <a:ln w="13097">
            <a:solidFill>
              <a:srgbClr val="172B4D"/>
            </a:solidFill>
          </a:ln>
        </p:spPr>
      </p:sp>
      <p:sp>
        <p:nvSpPr>
          <p:cNvPr id="105" name="object-105">
            <a:extLst>
              <a:ext uri="{FF2B5EF4-FFF2-40B4-BE49-F238E27FC236}">
                <a16:creationId xmlns:a16="http://schemas.microsoft.com/office/drawing/2014/main" id="{013C06B6-4424-40FC-8227-B8841744256D}"/>
              </a:ext>
            </a:extLst>
          </p:cNvPr>
          <p:cNvSpPr>
            <a:spLocks noGrp="1"/>
          </p:cNvSpPr>
          <p:nvPr/>
        </p:nvSpPr>
        <p:spPr>
          <a:xfrm>
            <a:off x="6399213" y="2857500"/>
            <a:ext cx="34925" cy="547688"/>
          </a:xfrm>
          <a:prstGeom prst="rect">
            <a:avLst/>
          </a:prstGeom>
          <a:solidFill>
            <a:srgbClr val="1D4ED8"/>
          </a:solidFill>
          <a:ln w="13097">
            <a:solidFill>
              <a:srgbClr val="172B4D"/>
            </a:solidFill>
          </a:ln>
        </p:spPr>
      </p:sp>
      <p:sp>
        <p:nvSpPr>
          <p:cNvPr id="106" name="object-106">
            <a:extLst>
              <a:ext uri="{FF2B5EF4-FFF2-40B4-BE49-F238E27FC236}">
                <a16:creationId xmlns:a16="http://schemas.microsoft.com/office/drawing/2014/main" id="{210D66FD-21E3-49A6-8D76-874577BA6BE5}"/>
              </a:ext>
            </a:extLst>
          </p:cNvPr>
          <p:cNvSpPr>
            <a:spLocks noGrp="1"/>
          </p:cNvSpPr>
          <p:nvPr/>
        </p:nvSpPr>
        <p:spPr>
          <a:xfrm>
            <a:off x="6434138" y="2857500"/>
            <a:ext cx="34925" cy="547688"/>
          </a:xfrm>
          <a:prstGeom prst="rect">
            <a:avLst/>
          </a:prstGeom>
          <a:solidFill>
            <a:srgbClr val="1D4ED8"/>
          </a:solidFill>
          <a:ln w="13097">
            <a:solidFill>
              <a:srgbClr val="172B4D"/>
            </a:solidFill>
          </a:ln>
        </p:spPr>
      </p:sp>
      <p:sp>
        <p:nvSpPr>
          <p:cNvPr id="107" name="object-107">
            <a:extLst>
              <a:ext uri="{FF2B5EF4-FFF2-40B4-BE49-F238E27FC236}">
                <a16:creationId xmlns:a16="http://schemas.microsoft.com/office/drawing/2014/main" id="{04C62A46-EC8A-4C90-A41F-347DC3115A41}"/>
              </a:ext>
            </a:extLst>
          </p:cNvPr>
          <p:cNvSpPr>
            <a:spLocks noGrp="1"/>
          </p:cNvSpPr>
          <p:nvPr/>
        </p:nvSpPr>
        <p:spPr>
          <a:xfrm>
            <a:off x="6469062" y="2857500"/>
            <a:ext cx="34925" cy="547688"/>
          </a:xfrm>
          <a:prstGeom prst="rect">
            <a:avLst/>
          </a:prstGeom>
          <a:solidFill>
            <a:srgbClr val="1D4ED8"/>
          </a:solidFill>
          <a:ln w="13097">
            <a:solidFill>
              <a:srgbClr val="172B4D"/>
            </a:solidFill>
          </a:ln>
        </p:spPr>
      </p:sp>
      <p:sp>
        <p:nvSpPr>
          <p:cNvPr id="108" name="object-108">
            <a:extLst>
              <a:ext uri="{FF2B5EF4-FFF2-40B4-BE49-F238E27FC236}">
                <a16:creationId xmlns:a16="http://schemas.microsoft.com/office/drawing/2014/main" id="{8F4D50FD-F773-42D0-A362-460013A76028}"/>
              </a:ext>
            </a:extLst>
          </p:cNvPr>
          <p:cNvSpPr>
            <a:spLocks noGrp="1"/>
          </p:cNvSpPr>
          <p:nvPr/>
        </p:nvSpPr>
        <p:spPr>
          <a:xfrm>
            <a:off x="6503987" y="2857500"/>
            <a:ext cx="34925" cy="547688"/>
          </a:xfrm>
          <a:prstGeom prst="rect">
            <a:avLst/>
          </a:prstGeom>
          <a:solidFill>
            <a:srgbClr val="1D4ED8"/>
          </a:solidFill>
          <a:ln w="13097">
            <a:solidFill>
              <a:srgbClr val="172B4D"/>
            </a:solidFill>
          </a:ln>
        </p:spPr>
      </p:sp>
      <p:sp>
        <p:nvSpPr>
          <p:cNvPr id="109" name="object-109">
            <a:extLst>
              <a:ext uri="{FF2B5EF4-FFF2-40B4-BE49-F238E27FC236}">
                <a16:creationId xmlns:a16="http://schemas.microsoft.com/office/drawing/2014/main" id="{6AA53CFA-3829-4B35-82FB-D50428192159}"/>
              </a:ext>
            </a:extLst>
          </p:cNvPr>
          <p:cNvSpPr>
            <a:spLocks noGrp="1"/>
          </p:cNvSpPr>
          <p:nvPr/>
        </p:nvSpPr>
        <p:spPr>
          <a:xfrm>
            <a:off x="6538913" y="2857500"/>
            <a:ext cx="34925"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A1D0B4BC-3AA7-4A6F-9C24-E10DA4737CAB}"/>
              </a:ext>
            </a:extLst>
          </p:cNvPr>
          <p:cNvSpPr>
            <a:spLocks noGrp="1"/>
          </p:cNvSpPr>
          <p:nvPr/>
        </p:nvSpPr>
        <p:spPr>
          <a:xfrm>
            <a:off x="6573838" y="2857500"/>
            <a:ext cx="34925"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57A41F93-AB3C-4882-9D85-2DF8A3FBB7A5}"/>
              </a:ext>
            </a:extLst>
          </p:cNvPr>
          <p:cNvSpPr>
            <a:spLocks noGrp="1"/>
          </p:cNvSpPr>
          <p:nvPr/>
        </p:nvSpPr>
        <p:spPr>
          <a:xfrm>
            <a:off x="6608762" y="2857500"/>
            <a:ext cx="34925"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8EC0FF67-B122-4824-BFAA-F15F533FD71E}"/>
              </a:ext>
            </a:extLst>
          </p:cNvPr>
          <p:cNvSpPr>
            <a:spLocks noGrp="1"/>
          </p:cNvSpPr>
          <p:nvPr/>
        </p:nvSpPr>
        <p:spPr>
          <a:xfrm>
            <a:off x="6643688" y="2857500"/>
            <a:ext cx="34925"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5D1CB001-E99F-4502-A001-9C4983313B27}"/>
              </a:ext>
            </a:extLst>
          </p:cNvPr>
          <p:cNvSpPr>
            <a:spLocks noGrp="1"/>
          </p:cNvSpPr>
          <p:nvPr/>
        </p:nvSpPr>
        <p:spPr>
          <a:xfrm>
            <a:off x="6678613" y="2857500"/>
            <a:ext cx="34925"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2AA6754A-F437-4328-AC51-E1BA6EF70CCB}"/>
              </a:ext>
            </a:extLst>
          </p:cNvPr>
          <p:cNvSpPr>
            <a:spLocks noGrp="1"/>
          </p:cNvSpPr>
          <p:nvPr/>
        </p:nvSpPr>
        <p:spPr>
          <a:xfrm>
            <a:off x="6713538" y="2857500"/>
            <a:ext cx="34925"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205AB04F-3246-477F-A5B7-060BD87EAE96}"/>
              </a:ext>
            </a:extLst>
          </p:cNvPr>
          <p:cNvSpPr>
            <a:spLocks noGrp="1"/>
          </p:cNvSpPr>
          <p:nvPr/>
        </p:nvSpPr>
        <p:spPr>
          <a:xfrm>
            <a:off x="6748463" y="2857500"/>
            <a:ext cx="34925"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7DC1272F-CF94-4988-93B7-A7DC4362D1AC}"/>
              </a:ext>
            </a:extLst>
          </p:cNvPr>
          <p:cNvSpPr>
            <a:spLocks noGrp="1"/>
          </p:cNvSpPr>
          <p:nvPr/>
        </p:nvSpPr>
        <p:spPr>
          <a:xfrm>
            <a:off x="6783388" y="2857500"/>
            <a:ext cx="34925"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286E4EA3-20C7-44C5-9480-98B557E13645}"/>
              </a:ext>
            </a:extLst>
          </p:cNvPr>
          <p:cNvSpPr>
            <a:spLocks noGrp="1"/>
          </p:cNvSpPr>
          <p:nvPr/>
        </p:nvSpPr>
        <p:spPr>
          <a:xfrm>
            <a:off x="6818313" y="2857500"/>
            <a:ext cx="34925"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E631785F-29D0-4091-8DF9-3BA5675B1D83}"/>
              </a:ext>
            </a:extLst>
          </p:cNvPr>
          <p:cNvSpPr>
            <a:spLocks noGrp="1"/>
          </p:cNvSpPr>
          <p:nvPr/>
        </p:nvSpPr>
        <p:spPr>
          <a:xfrm>
            <a:off x="6853238" y="2857500"/>
            <a:ext cx="34925"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328A2EE1-CB5A-45EB-A144-8C0E45210F5D}"/>
              </a:ext>
            </a:extLst>
          </p:cNvPr>
          <p:cNvSpPr>
            <a:spLocks noGrp="1"/>
          </p:cNvSpPr>
          <p:nvPr/>
        </p:nvSpPr>
        <p:spPr>
          <a:xfrm>
            <a:off x="6888163" y="2857500"/>
            <a:ext cx="34925"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47098CA1-250F-48DF-944E-FA5419498FB9}"/>
              </a:ext>
            </a:extLst>
          </p:cNvPr>
          <p:cNvSpPr>
            <a:spLocks noGrp="1"/>
          </p:cNvSpPr>
          <p:nvPr/>
        </p:nvSpPr>
        <p:spPr>
          <a:xfrm>
            <a:off x="6923088" y="2857500"/>
            <a:ext cx="34925"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C395987F-F560-43B1-B8AB-4F716D4AA84F}"/>
              </a:ext>
            </a:extLst>
          </p:cNvPr>
          <p:cNvSpPr>
            <a:spLocks noGrp="1"/>
          </p:cNvSpPr>
          <p:nvPr/>
        </p:nvSpPr>
        <p:spPr>
          <a:xfrm>
            <a:off x="6958013" y="2857500"/>
            <a:ext cx="34925"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8527DDA2-1770-407C-9ED4-3C2A7405B312}"/>
              </a:ext>
            </a:extLst>
          </p:cNvPr>
          <p:cNvSpPr>
            <a:spLocks noGrp="1"/>
          </p:cNvSpPr>
          <p:nvPr/>
        </p:nvSpPr>
        <p:spPr>
          <a:xfrm>
            <a:off x="6992937" y="2857500"/>
            <a:ext cx="34925"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748C7001-33B5-4050-80E6-A1C7F2ABA2A3}"/>
              </a:ext>
            </a:extLst>
          </p:cNvPr>
          <p:cNvSpPr>
            <a:spLocks noGrp="1"/>
          </p:cNvSpPr>
          <p:nvPr/>
        </p:nvSpPr>
        <p:spPr>
          <a:xfrm>
            <a:off x="7027862" y="2857500"/>
            <a:ext cx="34925"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30F67C12-DCFF-4A24-A782-3E7FA58C3BCE}"/>
              </a:ext>
            </a:extLst>
          </p:cNvPr>
          <p:cNvSpPr>
            <a:spLocks noGrp="1"/>
          </p:cNvSpPr>
          <p:nvPr/>
        </p:nvSpPr>
        <p:spPr>
          <a:xfrm>
            <a:off x="7062788" y="2857500"/>
            <a:ext cx="34925"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6FA34EA6-E1AF-4F7A-9805-523AF74ACCDB}"/>
              </a:ext>
            </a:extLst>
          </p:cNvPr>
          <p:cNvSpPr>
            <a:spLocks noGrp="1"/>
          </p:cNvSpPr>
          <p:nvPr/>
        </p:nvSpPr>
        <p:spPr>
          <a:xfrm>
            <a:off x="7097713" y="2857500"/>
            <a:ext cx="34925"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D6F8C9F8-215F-4EBD-89DB-D1B784FB98B8}"/>
              </a:ext>
            </a:extLst>
          </p:cNvPr>
          <p:cNvSpPr>
            <a:spLocks noGrp="1"/>
          </p:cNvSpPr>
          <p:nvPr/>
        </p:nvSpPr>
        <p:spPr>
          <a:xfrm>
            <a:off x="7132637" y="2857500"/>
            <a:ext cx="34925"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2DAC6592-0CF4-48BF-88D0-18DA939A622A}"/>
              </a:ext>
            </a:extLst>
          </p:cNvPr>
          <p:cNvSpPr>
            <a:spLocks noGrp="1"/>
          </p:cNvSpPr>
          <p:nvPr/>
        </p:nvSpPr>
        <p:spPr>
          <a:xfrm>
            <a:off x="7167563" y="2857500"/>
            <a:ext cx="34925"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448C3C63-5E8F-421B-B510-0B453F6FC3FD}"/>
              </a:ext>
            </a:extLst>
          </p:cNvPr>
          <p:cNvSpPr>
            <a:spLocks noGrp="1"/>
          </p:cNvSpPr>
          <p:nvPr/>
        </p:nvSpPr>
        <p:spPr>
          <a:xfrm>
            <a:off x="7202488" y="2857500"/>
            <a:ext cx="34925"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FB200238-74BB-4D37-84A0-C7C2559E26D5}"/>
              </a:ext>
            </a:extLst>
          </p:cNvPr>
          <p:cNvSpPr>
            <a:spLocks noGrp="1"/>
          </p:cNvSpPr>
          <p:nvPr/>
        </p:nvSpPr>
        <p:spPr>
          <a:xfrm>
            <a:off x="7237413" y="2857500"/>
            <a:ext cx="34925"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3ECB5F81-11C4-4C04-BC2A-8018E825F015}"/>
              </a:ext>
            </a:extLst>
          </p:cNvPr>
          <p:cNvSpPr>
            <a:spLocks noGrp="1"/>
          </p:cNvSpPr>
          <p:nvPr/>
        </p:nvSpPr>
        <p:spPr>
          <a:xfrm>
            <a:off x="7272338" y="2857500"/>
            <a:ext cx="34925"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4F0C5AC9-417B-4EF6-B158-090BA1AC9E9C}"/>
              </a:ext>
            </a:extLst>
          </p:cNvPr>
          <p:cNvSpPr>
            <a:spLocks noGrp="1"/>
          </p:cNvSpPr>
          <p:nvPr/>
        </p:nvSpPr>
        <p:spPr>
          <a:xfrm>
            <a:off x="7307263" y="2857500"/>
            <a:ext cx="34925"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8C31D3B8-A00E-4357-B458-0F57A097CAFD}"/>
              </a:ext>
            </a:extLst>
          </p:cNvPr>
          <p:cNvSpPr>
            <a:spLocks noGrp="1"/>
          </p:cNvSpPr>
          <p:nvPr/>
        </p:nvSpPr>
        <p:spPr>
          <a:xfrm>
            <a:off x="7342188" y="2857500"/>
            <a:ext cx="34925"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60CC78F3-B8F3-495A-913B-6E23B8E94AAC}"/>
              </a:ext>
            </a:extLst>
          </p:cNvPr>
          <p:cNvSpPr>
            <a:spLocks noGrp="1"/>
          </p:cNvSpPr>
          <p:nvPr/>
        </p:nvSpPr>
        <p:spPr>
          <a:xfrm>
            <a:off x="7377113" y="2857500"/>
            <a:ext cx="34925"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EB9EFC37-6B06-4421-9A36-7D4470B5B3D2}"/>
              </a:ext>
            </a:extLst>
          </p:cNvPr>
          <p:cNvSpPr>
            <a:spLocks noGrp="1"/>
          </p:cNvSpPr>
          <p:nvPr/>
        </p:nvSpPr>
        <p:spPr>
          <a:xfrm>
            <a:off x="7412038" y="2857500"/>
            <a:ext cx="34925"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4E8A4BEE-244B-4B1A-AD89-A987F69A7B95}"/>
              </a:ext>
            </a:extLst>
          </p:cNvPr>
          <p:cNvSpPr>
            <a:spLocks noGrp="1"/>
          </p:cNvSpPr>
          <p:nvPr/>
        </p:nvSpPr>
        <p:spPr>
          <a:xfrm>
            <a:off x="7446963" y="2857500"/>
            <a:ext cx="34925"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D257F500-3440-4A0D-9442-76F3FD3E3790}"/>
              </a:ext>
            </a:extLst>
          </p:cNvPr>
          <p:cNvSpPr>
            <a:spLocks noGrp="1"/>
          </p:cNvSpPr>
          <p:nvPr/>
        </p:nvSpPr>
        <p:spPr>
          <a:xfrm>
            <a:off x="7481888" y="2857500"/>
            <a:ext cx="34925"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86DDCF6D-3893-470D-9D77-41648E19913F}"/>
              </a:ext>
            </a:extLst>
          </p:cNvPr>
          <p:cNvSpPr>
            <a:spLocks noGrp="1"/>
          </p:cNvSpPr>
          <p:nvPr/>
        </p:nvSpPr>
        <p:spPr>
          <a:xfrm>
            <a:off x="7516812" y="2857500"/>
            <a:ext cx="34925"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E78D63CC-06AE-4745-88B3-115A911A8009}"/>
              </a:ext>
            </a:extLst>
          </p:cNvPr>
          <p:cNvSpPr>
            <a:spLocks noGrp="1"/>
          </p:cNvSpPr>
          <p:nvPr/>
        </p:nvSpPr>
        <p:spPr>
          <a:xfrm>
            <a:off x="7551737" y="2857500"/>
            <a:ext cx="34925"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40D10C8D-88A5-487F-B3C7-00AC89441C7E}"/>
              </a:ext>
            </a:extLst>
          </p:cNvPr>
          <p:cNvSpPr>
            <a:spLocks noGrp="1"/>
          </p:cNvSpPr>
          <p:nvPr/>
        </p:nvSpPr>
        <p:spPr>
          <a:xfrm>
            <a:off x="7586663" y="2857500"/>
            <a:ext cx="34925"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604EB8D0-28DB-494A-ADBB-2D9EF97D3B46}"/>
              </a:ext>
            </a:extLst>
          </p:cNvPr>
          <p:cNvSpPr>
            <a:spLocks noGrp="1"/>
          </p:cNvSpPr>
          <p:nvPr/>
        </p:nvSpPr>
        <p:spPr>
          <a:xfrm>
            <a:off x="7621588" y="2857500"/>
            <a:ext cx="34925"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E914683B-DBB1-4FC8-8935-147B455E8A9A}"/>
              </a:ext>
            </a:extLst>
          </p:cNvPr>
          <p:cNvSpPr>
            <a:spLocks noGrp="1"/>
          </p:cNvSpPr>
          <p:nvPr/>
        </p:nvSpPr>
        <p:spPr>
          <a:xfrm>
            <a:off x="7656512" y="2857500"/>
            <a:ext cx="34925"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5E282F04-E290-45F0-AA54-FF339AEF58CA}"/>
              </a:ext>
            </a:extLst>
          </p:cNvPr>
          <p:cNvSpPr>
            <a:spLocks noGrp="1"/>
          </p:cNvSpPr>
          <p:nvPr/>
        </p:nvSpPr>
        <p:spPr>
          <a:xfrm>
            <a:off x="7691438" y="2857500"/>
            <a:ext cx="34925"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C120E7D3-AEDD-4816-928D-43FEBAA8872E}"/>
              </a:ext>
            </a:extLst>
          </p:cNvPr>
          <p:cNvSpPr>
            <a:spLocks noGrp="1"/>
          </p:cNvSpPr>
          <p:nvPr/>
        </p:nvSpPr>
        <p:spPr>
          <a:xfrm>
            <a:off x="7726363" y="2857500"/>
            <a:ext cx="34925"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BB0F1D31-4AE1-4FDE-A608-A865F4BA0517}"/>
              </a:ext>
            </a:extLst>
          </p:cNvPr>
          <p:cNvSpPr>
            <a:spLocks noGrp="1"/>
          </p:cNvSpPr>
          <p:nvPr/>
        </p:nvSpPr>
        <p:spPr>
          <a:xfrm>
            <a:off x="7761288" y="2857500"/>
            <a:ext cx="34925"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1AA9726D-A9AE-4C7E-9C8E-5580F9B422B0}"/>
              </a:ext>
            </a:extLst>
          </p:cNvPr>
          <p:cNvSpPr>
            <a:spLocks noGrp="1"/>
          </p:cNvSpPr>
          <p:nvPr/>
        </p:nvSpPr>
        <p:spPr>
          <a:xfrm>
            <a:off x="7796213" y="2857500"/>
            <a:ext cx="34925"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38EA57AC-E523-4E8A-9080-148979DBFFE9}"/>
              </a:ext>
            </a:extLst>
          </p:cNvPr>
          <p:cNvSpPr>
            <a:spLocks noGrp="1"/>
          </p:cNvSpPr>
          <p:nvPr/>
        </p:nvSpPr>
        <p:spPr>
          <a:xfrm>
            <a:off x="7831138" y="2857500"/>
            <a:ext cx="34925"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5D454A65-D843-454F-9A21-8A5FBFE2FBE5}"/>
              </a:ext>
            </a:extLst>
          </p:cNvPr>
          <p:cNvSpPr>
            <a:spLocks noGrp="1"/>
          </p:cNvSpPr>
          <p:nvPr/>
        </p:nvSpPr>
        <p:spPr>
          <a:xfrm>
            <a:off x="7866063" y="2857500"/>
            <a:ext cx="34925"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9914797B-DE51-4DC4-9B6A-32E395C34CED}"/>
              </a:ext>
            </a:extLst>
          </p:cNvPr>
          <p:cNvSpPr>
            <a:spLocks noGrp="1"/>
          </p:cNvSpPr>
          <p:nvPr/>
        </p:nvSpPr>
        <p:spPr>
          <a:xfrm>
            <a:off x="7900988" y="2857500"/>
            <a:ext cx="34925"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10C3371E-2A64-409E-8A1F-386882921DDD}"/>
              </a:ext>
            </a:extLst>
          </p:cNvPr>
          <p:cNvSpPr>
            <a:spLocks noGrp="1"/>
          </p:cNvSpPr>
          <p:nvPr/>
        </p:nvSpPr>
        <p:spPr>
          <a:xfrm>
            <a:off x="7935913" y="2857500"/>
            <a:ext cx="34925"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65DD60F8-C957-4E1B-8751-4ADC8460F180}"/>
              </a:ext>
            </a:extLst>
          </p:cNvPr>
          <p:cNvSpPr>
            <a:spLocks noGrp="1"/>
          </p:cNvSpPr>
          <p:nvPr/>
        </p:nvSpPr>
        <p:spPr>
          <a:xfrm>
            <a:off x="7970838" y="2857500"/>
            <a:ext cx="34925"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250A9879-EA33-4AC0-BAC2-B01232BBE076}"/>
              </a:ext>
            </a:extLst>
          </p:cNvPr>
          <p:cNvSpPr>
            <a:spLocks noGrp="1"/>
          </p:cNvSpPr>
          <p:nvPr/>
        </p:nvSpPr>
        <p:spPr>
          <a:xfrm>
            <a:off x="8005763" y="2857500"/>
            <a:ext cx="34925"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C5A50F1B-9579-4FA8-B8E7-C08CC46E5483}"/>
              </a:ext>
            </a:extLst>
          </p:cNvPr>
          <p:cNvSpPr>
            <a:spLocks noGrp="1"/>
          </p:cNvSpPr>
          <p:nvPr/>
        </p:nvSpPr>
        <p:spPr>
          <a:xfrm>
            <a:off x="8040687" y="2857500"/>
            <a:ext cx="34925"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81ADD66F-0F65-489D-AE6F-DE014B7D1856}"/>
              </a:ext>
            </a:extLst>
          </p:cNvPr>
          <p:cNvSpPr>
            <a:spLocks noGrp="1"/>
          </p:cNvSpPr>
          <p:nvPr/>
        </p:nvSpPr>
        <p:spPr>
          <a:xfrm>
            <a:off x="8075612" y="2857500"/>
            <a:ext cx="34925"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E1E101EC-93F9-4E05-8E6F-EABDB04612C0}"/>
              </a:ext>
            </a:extLst>
          </p:cNvPr>
          <p:cNvSpPr>
            <a:spLocks noGrp="1"/>
          </p:cNvSpPr>
          <p:nvPr/>
        </p:nvSpPr>
        <p:spPr>
          <a:xfrm>
            <a:off x="8110538" y="2857500"/>
            <a:ext cx="34925"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5D56890B-0DAB-4BF2-8D14-1552346A6CA3}"/>
              </a:ext>
            </a:extLst>
          </p:cNvPr>
          <p:cNvSpPr>
            <a:spLocks noGrp="1"/>
          </p:cNvSpPr>
          <p:nvPr/>
        </p:nvSpPr>
        <p:spPr>
          <a:xfrm>
            <a:off x="8145463" y="2857500"/>
            <a:ext cx="34925"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844E36DE-CBBC-4C61-96B8-83F27A326829}"/>
              </a:ext>
            </a:extLst>
          </p:cNvPr>
          <p:cNvSpPr>
            <a:spLocks noGrp="1"/>
          </p:cNvSpPr>
          <p:nvPr/>
        </p:nvSpPr>
        <p:spPr>
          <a:xfrm>
            <a:off x="8180387" y="2857500"/>
            <a:ext cx="34925"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4FFF00A2-BF46-4CCD-9AD2-26D59330CAB1}"/>
              </a:ext>
            </a:extLst>
          </p:cNvPr>
          <p:cNvSpPr>
            <a:spLocks noGrp="1"/>
          </p:cNvSpPr>
          <p:nvPr/>
        </p:nvSpPr>
        <p:spPr>
          <a:xfrm>
            <a:off x="8215313" y="2857500"/>
            <a:ext cx="34925"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46B1B5D2-C579-4E24-9657-E417B6BFCE50}"/>
              </a:ext>
            </a:extLst>
          </p:cNvPr>
          <p:cNvSpPr>
            <a:spLocks noGrp="1"/>
          </p:cNvSpPr>
          <p:nvPr/>
        </p:nvSpPr>
        <p:spPr>
          <a:xfrm>
            <a:off x="8250238" y="2857500"/>
            <a:ext cx="34925"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6C1C1B97-CB8B-4D99-86BE-2A34694C9B69}"/>
              </a:ext>
            </a:extLst>
          </p:cNvPr>
          <p:cNvSpPr>
            <a:spLocks noGrp="1"/>
          </p:cNvSpPr>
          <p:nvPr/>
        </p:nvSpPr>
        <p:spPr>
          <a:xfrm>
            <a:off x="8285163" y="2857500"/>
            <a:ext cx="34925"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2497D8E2-8125-4A8B-A1C5-469E14BEA944}"/>
              </a:ext>
            </a:extLst>
          </p:cNvPr>
          <p:cNvSpPr>
            <a:spLocks noGrp="1"/>
          </p:cNvSpPr>
          <p:nvPr/>
        </p:nvSpPr>
        <p:spPr>
          <a:xfrm>
            <a:off x="8320088" y="2857500"/>
            <a:ext cx="34925"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32CF11C6-E0BF-4A7C-9AFB-3C0B912ADD96}"/>
              </a:ext>
            </a:extLst>
          </p:cNvPr>
          <p:cNvSpPr>
            <a:spLocks noGrp="1"/>
          </p:cNvSpPr>
          <p:nvPr/>
        </p:nvSpPr>
        <p:spPr>
          <a:xfrm>
            <a:off x="8355013" y="2857500"/>
            <a:ext cx="34925"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0A54D7F5-22C3-43AD-B576-96F8E6E4014E}"/>
              </a:ext>
            </a:extLst>
          </p:cNvPr>
          <p:cNvSpPr>
            <a:spLocks noGrp="1"/>
          </p:cNvSpPr>
          <p:nvPr/>
        </p:nvSpPr>
        <p:spPr>
          <a:xfrm>
            <a:off x="8389938" y="2857500"/>
            <a:ext cx="34925"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BD17A2E1-8944-4781-9FD3-F7ABB9A97B1B}"/>
              </a:ext>
            </a:extLst>
          </p:cNvPr>
          <p:cNvSpPr>
            <a:spLocks noGrp="1"/>
          </p:cNvSpPr>
          <p:nvPr/>
        </p:nvSpPr>
        <p:spPr>
          <a:xfrm>
            <a:off x="8424863" y="2857500"/>
            <a:ext cx="34925"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CCD6C09A-CE40-4DF5-8001-CE515BEA91F7}"/>
              </a:ext>
            </a:extLst>
          </p:cNvPr>
          <p:cNvSpPr>
            <a:spLocks noGrp="1"/>
          </p:cNvSpPr>
          <p:nvPr/>
        </p:nvSpPr>
        <p:spPr>
          <a:xfrm>
            <a:off x="8459788" y="2857500"/>
            <a:ext cx="34925"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7E01A6D3-4CFD-42FE-A76D-052493AA409A}"/>
              </a:ext>
            </a:extLst>
          </p:cNvPr>
          <p:cNvSpPr>
            <a:spLocks noGrp="1"/>
          </p:cNvSpPr>
          <p:nvPr/>
        </p:nvSpPr>
        <p:spPr>
          <a:xfrm>
            <a:off x="8494713" y="2857500"/>
            <a:ext cx="34925"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7DAE306B-F66A-4B41-AA58-5D05B32234B5}"/>
              </a:ext>
            </a:extLst>
          </p:cNvPr>
          <p:cNvSpPr>
            <a:spLocks noGrp="1"/>
          </p:cNvSpPr>
          <p:nvPr/>
        </p:nvSpPr>
        <p:spPr>
          <a:xfrm>
            <a:off x="8529638" y="2857500"/>
            <a:ext cx="34925"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CDFF702A-1EFF-4BF7-BF9B-51C94BBC4AB3}"/>
              </a:ext>
            </a:extLst>
          </p:cNvPr>
          <p:cNvSpPr>
            <a:spLocks noGrp="1"/>
          </p:cNvSpPr>
          <p:nvPr/>
        </p:nvSpPr>
        <p:spPr>
          <a:xfrm>
            <a:off x="8564562" y="2857500"/>
            <a:ext cx="34925"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3290D887-29DD-4E60-9A26-A38788F87059}"/>
              </a:ext>
            </a:extLst>
          </p:cNvPr>
          <p:cNvSpPr>
            <a:spLocks noGrp="1"/>
          </p:cNvSpPr>
          <p:nvPr/>
        </p:nvSpPr>
        <p:spPr>
          <a:xfrm>
            <a:off x="8599488" y="2857500"/>
            <a:ext cx="34925" cy="547688"/>
          </a:xfrm>
          <a:prstGeom prst="rect">
            <a:avLst/>
          </a:prstGeom>
          <a:solidFill>
            <a:srgbClr val="1D4ED8"/>
          </a:solidFill>
          <a:ln w="13097">
            <a:solidFill>
              <a:srgbClr val="172B4D"/>
            </a:solidFill>
          </a:ln>
        </p:spPr>
      </p:sp>
      <p:sp>
        <p:nvSpPr>
          <p:cNvPr id="169" name="object-169">
            <a:extLst>
              <a:ext uri="{FF2B5EF4-FFF2-40B4-BE49-F238E27FC236}">
                <a16:creationId xmlns:a16="http://schemas.microsoft.com/office/drawing/2014/main" id="{454E5765-8BBD-4126-A0DF-09C7957894F3}"/>
              </a:ext>
            </a:extLst>
          </p:cNvPr>
          <p:cNvSpPr>
            <a:spLocks noGrp="1"/>
          </p:cNvSpPr>
          <p:nvPr/>
        </p:nvSpPr>
        <p:spPr>
          <a:xfrm>
            <a:off x="8634413" y="2857500"/>
            <a:ext cx="34925" cy="547688"/>
          </a:xfrm>
          <a:prstGeom prst="rect">
            <a:avLst/>
          </a:prstGeom>
          <a:solidFill>
            <a:srgbClr val="1D4ED8"/>
          </a:solidFill>
          <a:ln w="13097">
            <a:solidFill>
              <a:srgbClr val="172B4D"/>
            </a:solidFill>
          </a:ln>
        </p:spPr>
      </p:sp>
      <p:sp>
        <p:nvSpPr>
          <p:cNvPr id="170" name="object-170">
            <a:extLst>
              <a:ext uri="{FF2B5EF4-FFF2-40B4-BE49-F238E27FC236}">
                <a16:creationId xmlns:a16="http://schemas.microsoft.com/office/drawing/2014/main" id="{8241D3DD-F6A3-40F9-AAA4-70FFD92D0687}"/>
              </a:ext>
            </a:extLst>
          </p:cNvPr>
          <p:cNvSpPr>
            <a:spLocks noGrp="1"/>
          </p:cNvSpPr>
          <p:nvPr/>
        </p:nvSpPr>
        <p:spPr>
          <a:xfrm>
            <a:off x="8669338" y="2857500"/>
            <a:ext cx="34925" cy="547688"/>
          </a:xfrm>
          <a:prstGeom prst="rect">
            <a:avLst/>
          </a:prstGeom>
          <a:solidFill>
            <a:srgbClr val="1D4ED8"/>
          </a:solidFill>
          <a:ln w="13097">
            <a:solidFill>
              <a:srgbClr val="172B4D"/>
            </a:solidFill>
          </a:ln>
        </p:spPr>
      </p:sp>
      <p:sp>
        <p:nvSpPr>
          <p:cNvPr id="171" name="object-171">
            <a:extLst>
              <a:ext uri="{FF2B5EF4-FFF2-40B4-BE49-F238E27FC236}">
                <a16:creationId xmlns:a16="http://schemas.microsoft.com/office/drawing/2014/main" id="{9ACA4DB9-108C-4E9B-BF12-B7A772F8CF54}"/>
              </a:ext>
            </a:extLst>
          </p:cNvPr>
          <p:cNvSpPr>
            <a:spLocks noGrp="1"/>
          </p:cNvSpPr>
          <p:nvPr/>
        </p:nvSpPr>
        <p:spPr>
          <a:xfrm>
            <a:off x="8704263" y="2857500"/>
            <a:ext cx="34925" cy="547688"/>
          </a:xfrm>
          <a:prstGeom prst="rect">
            <a:avLst/>
          </a:prstGeom>
          <a:solidFill>
            <a:srgbClr val="1D4ED8"/>
          </a:solidFill>
          <a:ln w="13097">
            <a:solidFill>
              <a:srgbClr val="172B4D"/>
            </a:solidFill>
          </a:ln>
        </p:spPr>
      </p:sp>
      <p:sp>
        <p:nvSpPr>
          <p:cNvPr id="172" name="object-172">
            <a:extLst>
              <a:ext uri="{FF2B5EF4-FFF2-40B4-BE49-F238E27FC236}">
                <a16:creationId xmlns:a16="http://schemas.microsoft.com/office/drawing/2014/main" id="{CB7CFE59-856E-41E3-873B-869C07962198}"/>
              </a:ext>
            </a:extLst>
          </p:cNvPr>
          <p:cNvSpPr>
            <a:spLocks noGrp="1"/>
          </p:cNvSpPr>
          <p:nvPr/>
        </p:nvSpPr>
        <p:spPr>
          <a:xfrm>
            <a:off x="8739188" y="2857500"/>
            <a:ext cx="34925" cy="547688"/>
          </a:xfrm>
          <a:prstGeom prst="rect">
            <a:avLst/>
          </a:prstGeom>
          <a:solidFill>
            <a:srgbClr val="1D4ED8"/>
          </a:solidFill>
          <a:ln w="13097">
            <a:solidFill>
              <a:srgbClr val="172B4D"/>
            </a:solidFill>
          </a:ln>
        </p:spPr>
      </p:sp>
      <p:sp>
        <p:nvSpPr>
          <p:cNvPr id="173" name="object-173">
            <a:extLst>
              <a:ext uri="{FF2B5EF4-FFF2-40B4-BE49-F238E27FC236}">
                <a16:creationId xmlns:a16="http://schemas.microsoft.com/office/drawing/2014/main" id="{F4179785-EE0D-4395-A2B9-815001E32DBD}"/>
              </a:ext>
            </a:extLst>
          </p:cNvPr>
          <p:cNvSpPr>
            <a:spLocks noGrp="1"/>
          </p:cNvSpPr>
          <p:nvPr/>
        </p:nvSpPr>
        <p:spPr>
          <a:xfrm>
            <a:off x="8774113" y="2857500"/>
            <a:ext cx="34925" cy="547688"/>
          </a:xfrm>
          <a:prstGeom prst="rect">
            <a:avLst/>
          </a:prstGeom>
          <a:solidFill>
            <a:srgbClr val="1D4ED8"/>
          </a:solidFill>
          <a:ln w="13097">
            <a:solidFill>
              <a:srgbClr val="172B4D"/>
            </a:solidFill>
          </a:ln>
        </p:spPr>
      </p:sp>
      <p:sp>
        <p:nvSpPr>
          <p:cNvPr id="174" name="object-174">
            <a:extLst>
              <a:ext uri="{FF2B5EF4-FFF2-40B4-BE49-F238E27FC236}">
                <a16:creationId xmlns:a16="http://schemas.microsoft.com/office/drawing/2014/main" id="{B86A76B6-AB48-440A-8ADF-6CF8A2B15B5C}"/>
              </a:ext>
            </a:extLst>
          </p:cNvPr>
          <p:cNvSpPr>
            <a:spLocks noGrp="1"/>
          </p:cNvSpPr>
          <p:nvPr/>
        </p:nvSpPr>
        <p:spPr>
          <a:xfrm>
            <a:off x="8809038" y="2857500"/>
            <a:ext cx="34925" cy="547688"/>
          </a:xfrm>
          <a:prstGeom prst="rect">
            <a:avLst/>
          </a:prstGeom>
          <a:solidFill>
            <a:srgbClr val="1D4ED8"/>
          </a:solidFill>
          <a:ln w="13097">
            <a:solidFill>
              <a:srgbClr val="172B4D"/>
            </a:solidFill>
          </a:ln>
        </p:spPr>
      </p:sp>
      <p:sp>
        <p:nvSpPr>
          <p:cNvPr id="175" name="object-175">
            <a:extLst>
              <a:ext uri="{FF2B5EF4-FFF2-40B4-BE49-F238E27FC236}">
                <a16:creationId xmlns:a16="http://schemas.microsoft.com/office/drawing/2014/main" id="{6157D32D-BD69-4E88-9BC0-41982DE414A5}"/>
              </a:ext>
            </a:extLst>
          </p:cNvPr>
          <p:cNvSpPr>
            <a:spLocks noGrp="1"/>
          </p:cNvSpPr>
          <p:nvPr/>
        </p:nvSpPr>
        <p:spPr>
          <a:xfrm>
            <a:off x="8843963" y="2857500"/>
            <a:ext cx="34925" cy="547688"/>
          </a:xfrm>
          <a:prstGeom prst="rect">
            <a:avLst/>
          </a:prstGeom>
          <a:solidFill>
            <a:srgbClr val="1D4ED8"/>
          </a:solidFill>
          <a:ln w="13097">
            <a:solidFill>
              <a:srgbClr val="172B4D"/>
            </a:solidFill>
          </a:ln>
        </p:spPr>
      </p:sp>
      <p:sp>
        <p:nvSpPr>
          <p:cNvPr id="176" name="object-176">
            <a:extLst>
              <a:ext uri="{FF2B5EF4-FFF2-40B4-BE49-F238E27FC236}">
                <a16:creationId xmlns:a16="http://schemas.microsoft.com/office/drawing/2014/main" id="{A1C0D86F-9CCF-4CA5-A2DB-967CFD8C6EA4}"/>
              </a:ext>
            </a:extLst>
          </p:cNvPr>
          <p:cNvSpPr>
            <a:spLocks noGrp="1"/>
          </p:cNvSpPr>
          <p:nvPr/>
        </p:nvSpPr>
        <p:spPr>
          <a:xfrm>
            <a:off x="8878888" y="2857500"/>
            <a:ext cx="34925" cy="547688"/>
          </a:xfrm>
          <a:prstGeom prst="rect">
            <a:avLst/>
          </a:prstGeom>
          <a:solidFill>
            <a:srgbClr val="1D4ED8"/>
          </a:solidFill>
          <a:ln w="13097">
            <a:solidFill>
              <a:srgbClr val="172B4D"/>
            </a:solidFill>
          </a:ln>
        </p:spPr>
      </p:sp>
      <p:sp>
        <p:nvSpPr>
          <p:cNvPr id="177" name="object-177">
            <a:extLst>
              <a:ext uri="{FF2B5EF4-FFF2-40B4-BE49-F238E27FC236}">
                <a16:creationId xmlns:a16="http://schemas.microsoft.com/office/drawing/2014/main" id="{14FE61D4-3654-430B-99F0-A6D80A8638FF}"/>
              </a:ext>
            </a:extLst>
          </p:cNvPr>
          <p:cNvSpPr>
            <a:spLocks noGrp="1"/>
          </p:cNvSpPr>
          <p:nvPr/>
        </p:nvSpPr>
        <p:spPr>
          <a:xfrm>
            <a:off x="8913813" y="2857500"/>
            <a:ext cx="34925" cy="547688"/>
          </a:xfrm>
          <a:prstGeom prst="rect">
            <a:avLst/>
          </a:prstGeom>
          <a:solidFill>
            <a:srgbClr val="1D4ED8"/>
          </a:solidFill>
          <a:ln w="13097">
            <a:solidFill>
              <a:srgbClr val="172B4D"/>
            </a:solidFill>
          </a:ln>
        </p:spPr>
      </p:sp>
      <p:sp>
        <p:nvSpPr>
          <p:cNvPr id="178" name="object-178">
            <a:extLst>
              <a:ext uri="{FF2B5EF4-FFF2-40B4-BE49-F238E27FC236}">
                <a16:creationId xmlns:a16="http://schemas.microsoft.com/office/drawing/2014/main" id="{50172CE6-7AB1-4868-9015-A8A4D876CB40}"/>
              </a:ext>
            </a:extLst>
          </p:cNvPr>
          <p:cNvSpPr>
            <a:spLocks noGrp="1"/>
          </p:cNvSpPr>
          <p:nvPr/>
        </p:nvSpPr>
        <p:spPr>
          <a:xfrm>
            <a:off x="8948738" y="2857500"/>
            <a:ext cx="34925" cy="547688"/>
          </a:xfrm>
          <a:prstGeom prst="rect">
            <a:avLst/>
          </a:prstGeom>
          <a:solidFill>
            <a:srgbClr val="1D4ED8"/>
          </a:solidFill>
          <a:ln w="13097">
            <a:solidFill>
              <a:srgbClr val="172B4D"/>
            </a:solidFill>
          </a:ln>
        </p:spPr>
      </p:sp>
      <p:sp>
        <p:nvSpPr>
          <p:cNvPr id="179" name="object-179">
            <a:extLst>
              <a:ext uri="{FF2B5EF4-FFF2-40B4-BE49-F238E27FC236}">
                <a16:creationId xmlns:a16="http://schemas.microsoft.com/office/drawing/2014/main" id="{89809029-DB38-4E53-BD7E-504DE22B99B3}"/>
              </a:ext>
            </a:extLst>
          </p:cNvPr>
          <p:cNvSpPr>
            <a:spLocks noGrp="1"/>
          </p:cNvSpPr>
          <p:nvPr/>
        </p:nvSpPr>
        <p:spPr>
          <a:xfrm>
            <a:off x="8983663" y="2857500"/>
            <a:ext cx="34925" cy="547688"/>
          </a:xfrm>
          <a:prstGeom prst="rect">
            <a:avLst/>
          </a:prstGeom>
          <a:solidFill>
            <a:srgbClr val="1D4ED8"/>
          </a:solidFill>
          <a:ln w="13097">
            <a:solidFill>
              <a:srgbClr val="172B4D"/>
            </a:solidFill>
          </a:ln>
        </p:spPr>
      </p:sp>
      <p:sp>
        <p:nvSpPr>
          <p:cNvPr id="180" name="object-180">
            <a:extLst>
              <a:ext uri="{FF2B5EF4-FFF2-40B4-BE49-F238E27FC236}">
                <a16:creationId xmlns:a16="http://schemas.microsoft.com/office/drawing/2014/main" id="{DA0B2A5E-9E73-4628-8908-82FA49822231}"/>
              </a:ext>
            </a:extLst>
          </p:cNvPr>
          <p:cNvSpPr>
            <a:spLocks noGrp="1"/>
          </p:cNvSpPr>
          <p:nvPr/>
        </p:nvSpPr>
        <p:spPr>
          <a:xfrm>
            <a:off x="9018588" y="2857500"/>
            <a:ext cx="34925" cy="547688"/>
          </a:xfrm>
          <a:prstGeom prst="rect">
            <a:avLst/>
          </a:prstGeom>
          <a:solidFill>
            <a:srgbClr val="1D4ED8"/>
          </a:solidFill>
          <a:ln w="13097">
            <a:solidFill>
              <a:srgbClr val="172B4D"/>
            </a:solidFill>
          </a:ln>
        </p:spPr>
      </p:sp>
      <p:sp>
        <p:nvSpPr>
          <p:cNvPr id="181" name="object-181">
            <a:extLst>
              <a:ext uri="{FF2B5EF4-FFF2-40B4-BE49-F238E27FC236}">
                <a16:creationId xmlns:a16="http://schemas.microsoft.com/office/drawing/2014/main" id="{258EDBFF-C1D0-4E33-BF6B-BAD24B7CCE07}"/>
              </a:ext>
            </a:extLst>
          </p:cNvPr>
          <p:cNvSpPr>
            <a:spLocks noGrp="1"/>
          </p:cNvSpPr>
          <p:nvPr/>
        </p:nvSpPr>
        <p:spPr>
          <a:xfrm>
            <a:off x="9053513" y="2857500"/>
            <a:ext cx="34925" cy="547688"/>
          </a:xfrm>
          <a:prstGeom prst="rect">
            <a:avLst/>
          </a:prstGeom>
          <a:solidFill>
            <a:srgbClr val="1D4ED8"/>
          </a:solidFill>
          <a:ln w="13097">
            <a:solidFill>
              <a:srgbClr val="172B4D"/>
            </a:solidFill>
          </a:ln>
        </p:spPr>
      </p:sp>
      <p:sp>
        <p:nvSpPr>
          <p:cNvPr id="182" name="object-182">
            <a:extLst>
              <a:ext uri="{FF2B5EF4-FFF2-40B4-BE49-F238E27FC236}">
                <a16:creationId xmlns:a16="http://schemas.microsoft.com/office/drawing/2014/main" id="{CF79BAFD-77A7-4B21-A71E-2ECDD3B9B1EC}"/>
              </a:ext>
            </a:extLst>
          </p:cNvPr>
          <p:cNvSpPr>
            <a:spLocks noGrp="1"/>
          </p:cNvSpPr>
          <p:nvPr/>
        </p:nvSpPr>
        <p:spPr>
          <a:xfrm>
            <a:off x="9088438" y="2857500"/>
            <a:ext cx="34925" cy="547688"/>
          </a:xfrm>
          <a:prstGeom prst="rect">
            <a:avLst/>
          </a:prstGeom>
          <a:solidFill>
            <a:srgbClr val="1D4ED8"/>
          </a:solidFill>
          <a:ln w="13097">
            <a:solidFill>
              <a:srgbClr val="172B4D"/>
            </a:solidFill>
          </a:ln>
        </p:spPr>
      </p:sp>
      <p:sp>
        <p:nvSpPr>
          <p:cNvPr id="183" name="object-183">
            <a:extLst>
              <a:ext uri="{FF2B5EF4-FFF2-40B4-BE49-F238E27FC236}">
                <a16:creationId xmlns:a16="http://schemas.microsoft.com/office/drawing/2014/main" id="{BFABB042-CB38-4AAC-B956-ED8872A28051}"/>
              </a:ext>
            </a:extLst>
          </p:cNvPr>
          <p:cNvSpPr>
            <a:spLocks noGrp="1"/>
          </p:cNvSpPr>
          <p:nvPr/>
        </p:nvSpPr>
        <p:spPr>
          <a:xfrm>
            <a:off x="9123363" y="2857500"/>
            <a:ext cx="34925" cy="547688"/>
          </a:xfrm>
          <a:prstGeom prst="rect">
            <a:avLst/>
          </a:prstGeom>
          <a:solidFill>
            <a:srgbClr val="1D4ED8"/>
          </a:solidFill>
          <a:ln w="13097">
            <a:solidFill>
              <a:srgbClr val="172B4D"/>
            </a:solidFill>
          </a:ln>
        </p:spPr>
      </p:sp>
      <p:sp>
        <p:nvSpPr>
          <p:cNvPr id="184" name="object-184">
            <a:extLst>
              <a:ext uri="{FF2B5EF4-FFF2-40B4-BE49-F238E27FC236}">
                <a16:creationId xmlns:a16="http://schemas.microsoft.com/office/drawing/2014/main" id="{E7485608-72FA-40E1-AA7B-3D6A3D13BD26}"/>
              </a:ext>
            </a:extLst>
          </p:cNvPr>
          <p:cNvSpPr>
            <a:spLocks noGrp="1"/>
          </p:cNvSpPr>
          <p:nvPr/>
        </p:nvSpPr>
        <p:spPr>
          <a:xfrm>
            <a:off x="9158288" y="2857500"/>
            <a:ext cx="34925" cy="547688"/>
          </a:xfrm>
          <a:prstGeom prst="rect">
            <a:avLst/>
          </a:prstGeom>
          <a:solidFill>
            <a:srgbClr val="1D4ED8"/>
          </a:solidFill>
          <a:ln w="13097">
            <a:solidFill>
              <a:srgbClr val="172B4D"/>
            </a:solidFill>
          </a:ln>
        </p:spPr>
      </p:sp>
      <p:sp>
        <p:nvSpPr>
          <p:cNvPr id="185" name="object-185">
            <a:extLst>
              <a:ext uri="{FF2B5EF4-FFF2-40B4-BE49-F238E27FC236}">
                <a16:creationId xmlns:a16="http://schemas.microsoft.com/office/drawing/2014/main" id="{98D15AEC-6463-4FE6-85FC-1DDA86D62A50}"/>
              </a:ext>
            </a:extLst>
          </p:cNvPr>
          <p:cNvSpPr>
            <a:spLocks noGrp="1"/>
          </p:cNvSpPr>
          <p:nvPr/>
        </p:nvSpPr>
        <p:spPr>
          <a:xfrm>
            <a:off x="9193213" y="2857500"/>
            <a:ext cx="34925" cy="547688"/>
          </a:xfrm>
          <a:prstGeom prst="rect">
            <a:avLst/>
          </a:prstGeom>
          <a:solidFill>
            <a:srgbClr val="1D4ED8"/>
          </a:solidFill>
          <a:ln w="13097">
            <a:solidFill>
              <a:srgbClr val="172B4D"/>
            </a:solidFill>
          </a:ln>
        </p:spPr>
      </p:sp>
      <p:sp>
        <p:nvSpPr>
          <p:cNvPr id="186" name="object-186">
            <a:extLst>
              <a:ext uri="{FF2B5EF4-FFF2-40B4-BE49-F238E27FC236}">
                <a16:creationId xmlns:a16="http://schemas.microsoft.com/office/drawing/2014/main" id="{C14289D9-0940-4AB6-A4E7-A37A36605B55}"/>
              </a:ext>
            </a:extLst>
          </p:cNvPr>
          <p:cNvSpPr>
            <a:spLocks noGrp="1"/>
          </p:cNvSpPr>
          <p:nvPr/>
        </p:nvSpPr>
        <p:spPr>
          <a:xfrm>
            <a:off x="9228138" y="2857500"/>
            <a:ext cx="34925" cy="547688"/>
          </a:xfrm>
          <a:prstGeom prst="rect">
            <a:avLst/>
          </a:prstGeom>
          <a:solidFill>
            <a:srgbClr val="1D4ED8"/>
          </a:solidFill>
          <a:ln w="13097">
            <a:solidFill>
              <a:srgbClr val="172B4D"/>
            </a:solidFill>
          </a:ln>
        </p:spPr>
      </p:sp>
      <p:sp>
        <p:nvSpPr>
          <p:cNvPr id="187" name="object-187">
            <a:extLst>
              <a:ext uri="{FF2B5EF4-FFF2-40B4-BE49-F238E27FC236}">
                <a16:creationId xmlns:a16="http://schemas.microsoft.com/office/drawing/2014/main" id="{451F26C2-6DB2-4BB7-B72C-3A9720D6FE39}"/>
              </a:ext>
            </a:extLst>
          </p:cNvPr>
          <p:cNvSpPr>
            <a:spLocks noGrp="1"/>
          </p:cNvSpPr>
          <p:nvPr/>
        </p:nvSpPr>
        <p:spPr>
          <a:xfrm>
            <a:off x="9263063" y="2857500"/>
            <a:ext cx="34925" cy="547688"/>
          </a:xfrm>
          <a:prstGeom prst="rect">
            <a:avLst/>
          </a:prstGeom>
          <a:solidFill>
            <a:srgbClr val="1D4ED8"/>
          </a:solidFill>
          <a:ln w="13097">
            <a:solidFill>
              <a:srgbClr val="172B4D"/>
            </a:solidFill>
          </a:ln>
        </p:spPr>
      </p:sp>
      <p:sp>
        <p:nvSpPr>
          <p:cNvPr id="188" name="object-188">
            <a:extLst>
              <a:ext uri="{FF2B5EF4-FFF2-40B4-BE49-F238E27FC236}">
                <a16:creationId xmlns:a16="http://schemas.microsoft.com/office/drawing/2014/main" id="{D6769E22-0771-4423-83DC-9061890B621B}"/>
              </a:ext>
            </a:extLst>
          </p:cNvPr>
          <p:cNvSpPr>
            <a:spLocks noGrp="1"/>
          </p:cNvSpPr>
          <p:nvPr/>
        </p:nvSpPr>
        <p:spPr>
          <a:xfrm>
            <a:off x="9297988" y="2857500"/>
            <a:ext cx="34925" cy="547688"/>
          </a:xfrm>
          <a:prstGeom prst="rect">
            <a:avLst/>
          </a:prstGeom>
          <a:solidFill>
            <a:srgbClr val="1D4ED8"/>
          </a:solidFill>
          <a:ln w="13097">
            <a:solidFill>
              <a:srgbClr val="172B4D"/>
            </a:solidFill>
          </a:ln>
        </p:spPr>
      </p:sp>
      <p:sp>
        <p:nvSpPr>
          <p:cNvPr id="189" name="object-189">
            <a:extLst>
              <a:ext uri="{FF2B5EF4-FFF2-40B4-BE49-F238E27FC236}">
                <a16:creationId xmlns:a16="http://schemas.microsoft.com/office/drawing/2014/main" id="{71CC5DED-37FA-4E8A-9362-BAA7BC3EBC1D}"/>
              </a:ext>
            </a:extLst>
          </p:cNvPr>
          <p:cNvSpPr>
            <a:spLocks noGrp="1"/>
          </p:cNvSpPr>
          <p:nvPr/>
        </p:nvSpPr>
        <p:spPr>
          <a:xfrm>
            <a:off x="9332913" y="2857500"/>
            <a:ext cx="34925" cy="547688"/>
          </a:xfrm>
          <a:prstGeom prst="rect">
            <a:avLst/>
          </a:prstGeom>
          <a:solidFill>
            <a:srgbClr val="1D4ED8"/>
          </a:solidFill>
          <a:ln w="13097">
            <a:solidFill>
              <a:srgbClr val="172B4D"/>
            </a:solidFill>
          </a:ln>
        </p:spPr>
      </p:sp>
      <p:sp>
        <p:nvSpPr>
          <p:cNvPr id="190" name="object-190">
            <a:extLst>
              <a:ext uri="{FF2B5EF4-FFF2-40B4-BE49-F238E27FC236}">
                <a16:creationId xmlns:a16="http://schemas.microsoft.com/office/drawing/2014/main" id="{42C5C519-CCAC-43F4-8A7A-BD354BF5D9D5}"/>
              </a:ext>
            </a:extLst>
          </p:cNvPr>
          <p:cNvSpPr>
            <a:spLocks noGrp="1"/>
          </p:cNvSpPr>
          <p:nvPr/>
        </p:nvSpPr>
        <p:spPr>
          <a:xfrm>
            <a:off x="9367838" y="2857500"/>
            <a:ext cx="34925" cy="547688"/>
          </a:xfrm>
          <a:prstGeom prst="rect">
            <a:avLst/>
          </a:prstGeom>
          <a:solidFill>
            <a:srgbClr val="1D4ED8"/>
          </a:solidFill>
          <a:ln w="13097">
            <a:solidFill>
              <a:srgbClr val="172B4D"/>
            </a:solidFill>
          </a:ln>
        </p:spPr>
      </p:sp>
      <p:sp>
        <p:nvSpPr>
          <p:cNvPr id="191" name="object-191">
            <a:extLst>
              <a:ext uri="{FF2B5EF4-FFF2-40B4-BE49-F238E27FC236}">
                <a16:creationId xmlns:a16="http://schemas.microsoft.com/office/drawing/2014/main" id="{34BCDE67-61E2-434E-8637-58ADFC5AA1D5}"/>
              </a:ext>
            </a:extLst>
          </p:cNvPr>
          <p:cNvSpPr>
            <a:spLocks noGrp="1"/>
          </p:cNvSpPr>
          <p:nvPr/>
        </p:nvSpPr>
        <p:spPr>
          <a:xfrm>
            <a:off x="9402763" y="2857500"/>
            <a:ext cx="34925" cy="547688"/>
          </a:xfrm>
          <a:prstGeom prst="rect">
            <a:avLst/>
          </a:prstGeom>
          <a:solidFill>
            <a:srgbClr val="1D4ED8"/>
          </a:solidFill>
          <a:ln w="13097">
            <a:solidFill>
              <a:srgbClr val="172B4D"/>
            </a:solidFill>
          </a:ln>
        </p:spPr>
      </p:sp>
      <p:sp>
        <p:nvSpPr>
          <p:cNvPr id="192" name="object-192">
            <a:extLst>
              <a:ext uri="{FF2B5EF4-FFF2-40B4-BE49-F238E27FC236}">
                <a16:creationId xmlns:a16="http://schemas.microsoft.com/office/drawing/2014/main" id="{AFED310B-5134-471D-A6CE-31E2125DCBB6}"/>
              </a:ext>
            </a:extLst>
          </p:cNvPr>
          <p:cNvSpPr>
            <a:spLocks noGrp="1"/>
          </p:cNvSpPr>
          <p:nvPr/>
        </p:nvSpPr>
        <p:spPr>
          <a:xfrm>
            <a:off x="9437688" y="2857500"/>
            <a:ext cx="34925" cy="547688"/>
          </a:xfrm>
          <a:prstGeom prst="rect">
            <a:avLst/>
          </a:prstGeom>
          <a:solidFill>
            <a:srgbClr val="1D4ED8"/>
          </a:solidFill>
          <a:ln w="13097">
            <a:solidFill>
              <a:srgbClr val="172B4D"/>
            </a:solidFill>
          </a:ln>
        </p:spPr>
      </p:sp>
      <p:sp>
        <p:nvSpPr>
          <p:cNvPr id="193" name="object-193">
            <a:extLst>
              <a:ext uri="{FF2B5EF4-FFF2-40B4-BE49-F238E27FC236}">
                <a16:creationId xmlns:a16="http://schemas.microsoft.com/office/drawing/2014/main" id="{AD4E8DFF-2877-4E86-92BA-9C2293AF1C75}"/>
              </a:ext>
            </a:extLst>
          </p:cNvPr>
          <p:cNvSpPr>
            <a:spLocks noGrp="1"/>
          </p:cNvSpPr>
          <p:nvPr/>
        </p:nvSpPr>
        <p:spPr>
          <a:xfrm>
            <a:off x="9472613" y="2857500"/>
            <a:ext cx="34925" cy="547688"/>
          </a:xfrm>
          <a:prstGeom prst="rect">
            <a:avLst/>
          </a:prstGeom>
          <a:solidFill>
            <a:srgbClr val="1D4ED8"/>
          </a:solidFill>
          <a:ln w="13097">
            <a:solidFill>
              <a:srgbClr val="172B4D"/>
            </a:solidFill>
          </a:ln>
        </p:spPr>
      </p:sp>
      <p:sp>
        <p:nvSpPr>
          <p:cNvPr id="194" name="object-194">
            <a:extLst>
              <a:ext uri="{FF2B5EF4-FFF2-40B4-BE49-F238E27FC236}">
                <a16:creationId xmlns:a16="http://schemas.microsoft.com/office/drawing/2014/main" id="{F91A9248-5FEF-4D67-A1D2-0B071555BC7E}"/>
              </a:ext>
            </a:extLst>
          </p:cNvPr>
          <p:cNvSpPr>
            <a:spLocks noGrp="1"/>
          </p:cNvSpPr>
          <p:nvPr/>
        </p:nvSpPr>
        <p:spPr>
          <a:xfrm>
            <a:off x="9507538" y="2857500"/>
            <a:ext cx="34925" cy="547688"/>
          </a:xfrm>
          <a:prstGeom prst="rect">
            <a:avLst/>
          </a:prstGeom>
          <a:solidFill>
            <a:srgbClr val="1D4ED8"/>
          </a:solidFill>
          <a:ln w="13097">
            <a:solidFill>
              <a:srgbClr val="172B4D"/>
            </a:solidFill>
          </a:ln>
        </p:spPr>
      </p:sp>
      <p:sp>
        <p:nvSpPr>
          <p:cNvPr id="195" name="object-195">
            <a:extLst>
              <a:ext uri="{FF2B5EF4-FFF2-40B4-BE49-F238E27FC236}">
                <a16:creationId xmlns:a16="http://schemas.microsoft.com/office/drawing/2014/main" id="{ACE6C983-7C13-4018-8DC5-C0D93F9F75A0}"/>
              </a:ext>
            </a:extLst>
          </p:cNvPr>
          <p:cNvSpPr>
            <a:spLocks noGrp="1"/>
          </p:cNvSpPr>
          <p:nvPr/>
        </p:nvSpPr>
        <p:spPr>
          <a:xfrm>
            <a:off x="9542463" y="2857500"/>
            <a:ext cx="34925" cy="547688"/>
          </a:xfrm>
          <a:prstGeom prst="rect">
            <a:avLst/>
          </a:prstGeom>
          <a:solidFill>
            <a:srgbClr val="1D4ED8"/>
          </a:solidFill>
          <a:ln w="13097">
            <a:solidFill>
              <a:srgbClr val="172B4D"/>
            </a:solidFill>
          </a:ln>
        </p:spPr>
      </p:sp>
      <p:sp>
        <p:nvSpPr>
          <p:cNvPr id="196" name="object-196">
            <a:extLst>
              <a:ext uri="{FF2B5EF4-FFF2-40B4-BE49-F238E27FC236}">
                <a16:creationId xmlns:a16="http://schemas.microsoft.com/office/drawing/2014/main" id="{42523A94-418F-4BC9-843D-D523809760E1}"/>
              </a:ext>
            </a:extLst>
          </p:cNvPr>
          <p:cNvSpPr>
            <a:spLocks noGrp="1"/>
          </p:cNvSpPr>
          <p:nvPr/>
        </p:nvSpPr>
        <p:spPr>
          <a:xfrm>
            <a:off x="9577388" y="2857500"/>
            <a:ext cx="34925" cy="547688"/>
          </a:xfrm>
          <a:prstGeom prst="rect">
            <a:avLst/>
          </a:prstGeom>
          <a:solidFill>
            <a:srgbClr val="1D4ED8"/>
          </a:solidFill>
          <a:ln w="13097">
            <a:solidFill>
              <a:srgbClr val="172B4D"/>
            </a:solidFill>
          </a:ln>
        </p:spPr>
      </p:sp>
      <p:sp>
        <p:nvSpPr>
          <p:cNvPr id="197" name="object-197">
            <a:extLst>
              <a:ext uri="{FF2B5EF4-FFF2-40B4-BE49-F238E27FC236}">
                <a16:creationId xmlns:a16="http://schemas.microsoft.com/office/drawing/2014/main" id="{56B53B0B-1B99-4BB1-8B97-D74342CCE6D3}"/>
              </a:ext>
            </a:extLst>
          </p:cNvPr>
          <p:cNvSpPr>
            <a:spLocks noGrp="1"/>
          </p:cNvSpPr>
          <p:nvPr/>
        </p:nvSpPr>
        <p:spPr>
          <a:xfrm>
            <a:off x="9612313" y="2857500"/>
            <a:ext cx="34925" cy="547688"/>
          </a:xfrm>
          <a:prstGeom prst="rect">
            <a:avLst/>
          </a:prstGeom>
          <a:solidFill>
            <a:srgbClr val="1D4ED8"/>
          </a:solidFill>
          <a:ln w="13097">
            <a:solidFill>
              <a:srgbClr val="172B4D"/>
            </a:solidFill>
          </a:ln>
        </p:spPr>
      </p:sp>
      <p:sp>
        <p:nvSpPr>
          <p:cNvPr id="198" name="object-198">
            <a:extLst>
              <a:ext uri="{FF2B5EF4-FFF2-40B4-BE49-F238E27FC236}">
                <a16:creationId xmlns:a16="http://schemas.microsoft.com/office/drawing/2014/main" id="{B56477C0-4858-4AF5-8B17-76A6E732E758}"/>
              </a:ext>
            </a:extLst>
          </p:cNvPr>
          <p:cNvSpPr>
            <a:spLocks noGrp="1"/>
          </p:cNvSpPr>
          <p:nvPr/>
        </p:nvSpPr>
        <p:spPr>
          <a:xfrm>
            <a:off x="9647238" y="2857500"/>
            <a:ext cx="34925" cy="547688"/>
          </a:xfrm>
          <a:prstGeom prst="rect">
            <a:avLst/>
          </a:prstGeom>
          <a:solidFill>
            <a:srgbClr val="1D4ED8"/>
          </a:solidFill>
          <a:ln w="13097">
            <a:solidFill>
              <a:srgbClr val="172B4D"/>
            </a:solidFill>
          </a:ln>
        </p:spPr>
      </p:sp>
      <p:sp>
        <p:nvSpPr>
          <p:cNvPr id="199" name="object-199">
            <a:extLst>
              <a:ext uri="{FF2B5EF4-FFF2-40B4-BE49-F238E27FC236}">
                <a16:creationId xmlns:a16="http://schemas.microsoft.com/office/drawing/2014/main" id="{3F515B0A-79A1-4E3C-B081-614938C166F6}"/>
              </a:ext>
            </a:extLst>
          </p:cNvPr>
          <p:cNvSpPr>
            <a:spLocks noGrp="1"/>
          </p:cNvSpPr>
          <p:nvPr/>
        </p:nvSpPr>
        <p:spPr>
          <a:xfrm>
            <a:off x="9682163" y="2857500"/>
            <a:ext cx="34925" cy="547688"/>
          </a:xfrm>
          <a:prstGeom prst="rect">
            <a:avLst/>
          </a:prstGeom>
          <a:solidFill>
            <a:srgbClr val="1D4ED8"/>
          </a:solidFill>
          <a:ln w="13097">
            <a:solidFill>
              <a:srgbClr val="172B4D"/>
            </a:solidFill>
          </a:ln>
        </p:spPr>
      </p:sp>
      <p:sp>
        <p:nvSpPr>
          <p:cNvPr id="200" name="object-200">
            <a:extLst>
              <a:ext uri="{FF2B5EF4-FFF2-40B4-BE49-F238E27FC236}">
                <a16:creationId xmlns:a16="http://schemas.microsoft.com/office/drawing/2014/main" id="{E88468AD-6100-463E-BC2C-0583DAEB0544}"/>
              </a:ext>
            </a:extLst>
          </p:cNvPr>
          <p:cNvSpPr>
            <a:spLocks noGrp="1"/>
          </p:cNvSpPr>
          <p:nvPr/>
        </p:nvSpPr>
        <p:spPr>
          <a:xfrm>
            <a:off x="9717088" y="2857500"/>
            <a:ext cx="34925" cy="547688"/>
          </a:xfrm>
          <a:prstGeom prst="rect">
            <a:avLst/>
          </a:prstGeom>
          <a:solidFill>
            <a:srgbClr val="1D4ED8"/>
          </a:solidFill>
          <a:ln w="13097">
            <a:solidFill>
              <a:srgbClr val="172B4D"/>
            </a:solidFill>
          </a:ln>
        </p:spPr>
      </p:sp>
      <p:sp>
        <p:nvSpPr>
          <p:cNvPr id="201" name="object-201">
            <a:extLst>
              <a:ext uri="{FF2B5EF4-FFF2-40B4-BE49-F238E27FC236}">
                <a16:creationId xmlns:a16="http://schemas.microsoft.com/office/drawing/2014/main" id="{7D424B65-94E3-4436-8377-4A0B35EB57EB}"/>
              </a:ext>
            </a:extLst>
          </p:cNvPr>
          <p:cNvSpPr>
            <a:spLocks noGrp="1"/>
          </p:cNvSpPr>
          <p:nvPr/>
        </p:nvSpPr>
        <p:spPr>
          <a:xfrm>
            <a:off x="9752013" y="2857500"/>
            <a:ext cx="34925" cy="547688"/>
          </a:xfrm>
          <a:prstGeom prst="rect">
            <a:avLst/>
          </a:prstGeom>
          <a:solidFill>
            <a:srgbClr val="1D4ED8"/>
          </a:solidFill>
          <a:ln w="13097">
            <a:solidFill>
              <a:srgbClr val="172B4D"/>
            </a:solidFill>
          </a:ln>
        </p:spPr>
      </p:sp>
      <p:sp>
        <p:nvSpPr>
          <p:cNvPr id="202" name="object-202">
            <a:extLst>
              <a:ext uri="{FF2B5EF4-FFF2-40B4-BE49-F238E27FC236}">
                <a16:creationId xmlns:a16="http://schemas.microsoft.com/office/drawing/2014/main" id="{62962A19-6519-4B71-B2FF-A1E48C842A65}"/>
              </a:ext>
            </a:extLst>
          </p:cNvPr>
          <p:cNvSpPr>
            <a:spLocks noGrp="1"/>
          </p:cNvSpPr>
          <p:nvPr/>
        </p:nvSpPr>
        <p:spPr>
          <a:xfrm>
            <a:off x="9786938" y="2857500"/>
            <a:ext cx="34925" cy="547688"/>
          </a:xfrm>
          <a:prstGeom prst="rect">
            <a:avLst/>
          </a:prstGeom>
          <a:solidFill>
            <a:srgbClr val="1D4ED8"/>
          </a:solidFill>
          <a:ln w="13097">
            <a:solidFill>
              <a:srgbClr val="172B4D"/>
            </a:solidFill>
          </a:ln>
        </p:spPr>
      </p:sp>
      <p:sp>
        <p:nvSpPr>
          <p:cNvPr id="203" name="object-203">
            <a:extLst>
              <a:ext uri="{FF2B5EF4-FFF2-40B4-BE49-F238E27FC236}">
                <a16:creationId xmlns:a16="http://schemas.microsoft.com/office/drawing/2014/main" id="{BFCAF129-01DE-467C-B2B7-A72FAC7A0CBC}"/>
              </a:ext>
            </a:extLst>
          </p:cNvPr>
          <p:cNvSpPr>
            <a:spLocks noGrp="1"/>
          </p:cNvSpPr>
          <p:nvPr/>
        </p:nvSpPr>
        <p:spPr>
          <a:xfrm>
            <a:off x="9821862" y="2857500"/>
            <a:ext cx="34925" cy="547688"/>
          </a:xfrm>
          <a:prstGeom prst="rect">
            <a:avLst/>
          </a:prstGeom>
          <a:solidFill>
            <a:srgbClr val="1D4ED8"/>
          </a:solidFill>
          <a:ln w="13097">
            <a:solidFill>
              <a:srgbClr val="172B4D"/>
            </a:solidFill>
          </a:ln>
        </p:spPr>
      </p:sp>
      <p:sp>
        <p:nvSpPr>
          <p:cNvPr id="204" name="object-204">
            <a:extLst>
              <a:ext uri="{FF2B5EF4-FFF2-40B4-BE49-F238E27FC236}">
                <a16:creationId xmlns:a16="http://schemas.microsoft.com/office/drawing/2014/main" id="{039DB8F7-EA28-46F7-A271-35725407E902}"/>
              </a:ext>
            </a:extLst>
          </p:cNvPr>
          <p:cNvSpPr>
            <a:spLocks noGrp="1"/>
          </p:cNvSpPr>
          <p:nvPr/>
        </p:nvSpPr>
        <p:spPr>
          <a:xfrm>
            <a:off x="9856788" y="2857500"/>
            <a:ext cx="34925" cy="547688"/>
          </a:xfrm>
          <a:prstGeom prst="rect">
            <a:avLst/>
          </a:prstGeom>
          <a:solidFill>
            <a:srgbClr val="1D4ED8"/>
          </a:solidFill>
          <a:ln w="13097">
            <a:solidFill>
              <a:srgbClr val="172B4D"/>
            </a:solidFill>
          </a:ln>
        </p:spPr>
      </p:sp>
      <p:sp>
        <p:nvSpPr>
          <p:cNvPr id="205" name="object-205">
            <a:extLst>
              <a:ext uri="{FF2B5EF4-FFF2-40B4-BE49-F238E27FC236}">
                <a16:creationId xmlns:a16="http://schemas.microsoft.com/office/drawing/2014/main" id="{C9875AE8-E572-4EEF-8B2F-D00895974223}"/>
              </a:ext>
            </a:extLst>
          </p:cNvPr>
          <p:cNvSpPr>
            <a:spLocks noGrp="1"/>
          </p:cNvSpPr>
          <p:nvPr/>
        </p:nvSpPr>
        <p:spPr>
          <a:xfrm>
            <a:off x="9891713" y="2857500"/>
            <a:ext cx="34925" cy="547688"/>
          </a:xfrm>
          <a:prstGeom prst="rect">
            <a:avLst/>
          </a:prstGeom>
          <a:solidFill>
            <a:srgbClr val="1D4ED8"/>
          </a:solidFill>
          <a:ln w="13097">
            <a:solidFill>
              <a:srgbClr val="172B4D"/>
            </a:solidFill>
          </a:ln>
        </p:spPr>
      </p:sp>
      <p:sp>
        <p:nvSpPr>
          <p:cNvPr id="206" name="object-206">
            <a:extLst>
              <a:ext uri="{FF2B5EF4-FFF2-40B4-BE49-F238E27FC236}">
                <a16:creationId xmlns:a16="http://schemas.microsoft.com/office/drawing/2014/main" id="{6D7361B1-785B-423C-8B05-BA895D52E600}"/>
              </a:ext>
            </a:extLst>
          </p:cNvPr>
          <p:cNvSpPr>
            <a:spLocks noGrp="1"/>
          </p:cNvSpPr>
          <p:nvPr/>
        </p:nvSpPr>
        <p:spPr>
          <a:xfrm>
            <a:off x="9926638" y="2857500"/>
            <a:ext cx="34925" cy="547688"/>
          </a:xfrm>
          <a:prstGeom prst="rect">
            <a:avLst/>
          </a:prstGeom>
          <a:solidFill>
            <a:srgbClr val="1D4ED8"/>
          </a:solidFill>
          <a:ln w="13097">
            <a:solidFill>
              <a:srgbClr val="172B4D"/>
            </a:solidFill>
          </a:ln>
        </p:spPr>
      </p:sp>
      <p:sp>
        <p:nvSpPr>
          <p:cNvPr id="207" name="object-207">
            <a:extLst>
              <a:ext uri="{FF2B5EF4-FFF2-40B4-BE49-F238E27FC236}">
                <a16:creationId xmlns:a16="http://schemas.microsoft.com/office/drawing/2014/main" id="{1A62042E-A2DD-4E58-B167-AACFBEBE273F}"/>
              </a:ext>
            </a:extLst>
          </p:cNvPr>
          <p:cNvSpPr>
            <a:spLocks noGrp="1"/>
          </p:cNvSpPr>
          <p:nvPr/>
        </p:nvSpPr>
        <p:spPr>
          <a:xfrm>
            <a:off x="9961563" y="2857500"/>
            <a:ext cx="34925" cy="547688"/>
          </a:xfrm>
          <a:prstGeom prst="rect">
            <a:avLst/>
          </a:prstGeom>
          <a:solidFill>
            <a:srgbClr val="1D4ED8"/>
          </a:solidFill>
          <a:ln w="13097">
            <a:solidFill>
              <a:srgbClr val="172B4D"/>
            </a:solidFill>
          </a:ln>
        </p:spPr>
      </p:sp>
      <p:sp>
        <p:nvSpPr>
          <p:cNvPr id="208" name="object-208">
            <a:extLst>
              <a:ext uri="{FF2B5EF4-FFF2-40B4-BE49-F238E27FC236}">
                <a16:creationId xmlns:a16="http://schemas.microsoft.com/office/drawing/2014/main" id="{4E7B5A49-708E-41DD-BAF0-9E31AB6934D9}"/>
              </a:ext>
            </a:extLst>
          </p:cNvPr>
          <p:cNvSpPr>
            <a:spLocks noGrp="1"/>
          </p:cNvSpPr>
          <p:nvPr/>
        </p:nvSpPr>
        <p:spPr>
          <a:xfrm>
            <a:off x="9996488" y="2857500"/>
            <a:ext cx="34925" cy="547688"/>
          </a:xfrm>
          <a:prstGeom prst="rect">
            <a:avLst/>
          </a:prstGeom>
          <a:solidFill>
            <a:srgbClr val="1D4ED8"/>
          </a:solidFill>
          <a:ln w="13097">
            <a:solidFill>
              <a:srgbClr val="172B4D"/>
            </a:solidFill>
          </a:ln>
        </p:spPr>
      </p:sp>
      <p:sp>
        <p:nvSpPr>
          <p:cNvPr id="209" name="object-209">
            <a:extLst>
              <a:ext uri="{FF2B5EF4-FFF2-40B4-BE49-F238E27FC236}">
                <a16:creationId xmlns:a16="http://schemas.microsoft.com/office/drawing/2014/main" id="{4CFF7E71-5CF9-4561-AAEA-930FE186EB51}"/>
              </a:ext>
            </a:extLst>
          </p:cNvPr>
          <p:cNvSpPr>
            <a:spLocks noGrp="1"/>
          </p:cNvSpPr>
          <p:nvPr/>
        </p:nvSpPr>
        <p:spPr>
          <a:xfrm>
            <a:off x="10031412" y="2857500"/>
            <a:ext cx="34925" cy="547688"/>
          </a:xfrm>
          <a:prstGeom prst="rect">
            <a:avLst/>
          </a:prstGeom>
          <a:solidFill>
            <a:srgbClr val="1D4ED8"/>
          </a:solidFill>
          <a:ln w="13097">
            <a:solidFill>
              <a:srgbClr val="172B4D"/>
            </a:solidFill>
          </a:ln>
        </p:spPr>
      </p:sp>
      <p:sp>
        <p:nvSpPr>
          <p:cNvPr id="210" name="object-210">
            <a:extLst>
              <a:ext uri="{FF2B5EF4-FFF2-40B4-BE49-F238E27FC236}">
                <a16:creationId xmlns:a16="http://schemas.microsoft.com/office/drawing/2014/main" id="{74F512CF-7F01-45FC-9DD5-CD0710F2D388}"/>
              </a:ext>
            </a:extLst>
          </p:cNvPr>
          <p:cNvSpPr>
            <a:spLocks noGrp="1"/>
          </p:cNvSpPr>
          <p:nvPr/>
        </p:nvSpPr>
        <p:spPr>
          <a:xfrm>
            <a:off x="10066338" y="2857500"/>
            <a:ext cx="34925" cy="547688"/>
          </a:xfrm>
          <a:prstGeom prst="rect">
            <a:avLst/>
          </a:prstGeom>
          <a:solidFill>
            <a:srgbClr val="1D4ED8"/>
          </a:solidFill>
          <a:ln w="13097">
            <a:solidFill>
              <a:srgbClr val="172B4D"/>
            </a:solidFill>
          </a:ln>
        </p:spPr>
      </p:sp>
      <p:sp>
        <p:nvSpPr>
          <p:cNvPr id="211" name="object-211">
            <a:extLst>
              <a:ext uri="{FF2B5EF4-FFF2-40B4-BE49-F238E27FC236}">
                <a16:creationId xmlns:a16="http://schemas.microsoft.com/office/drawing/2014/main" id="{9A987266-508D-4425-9B49-2847FB2E55BE}"/>
              </a:ext>
            </a:extLst>
          </p:cNvPr>
          <p:cNvSpPr>
            <a:spLocks noGrp="1"/>
          </p:cNvSpPr>
          <p:nvPr/>
        </p:nvSpPr>
        <p:spPr>
          <a:xfrm>
            <a:off x="10101263" y="2857500"/>
            <a:ext cx="34925"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3FAB11C1-389D-4839-B570-4AF1D95D79DC}"/>
              </a:ext>
            </a:extLst>
          </p:cNvPr>
          <p:cNvSpPr>
            <a:spLocks noGrp="1"/>
          </p:cNvSpPr>
          <p:nvPr/>
        </p:nvSpPr>
        <p:spPr>
          <a:xfrm>
            <a:off x="10136188" y="2857500"/>
            <a:ext cx="34925"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353827F3-7957-4BEE-82CE-871BB951C0B6}"/>
              </a:ext>
            </a:extLst>
          </p:cNvPr>
          <p:cNvSpPr>
            <a:spLocks noGrp="1"/>
          </p:cNvSpPr>
          <p:nvPr/>
        </p:nvSpPr>
        <p:spPr>
          <a:xfrm>
            <a:off x="10171113" y="2857500"/>
            <a:ext cx="34925"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FBAA0A32-07FD-47C3-B671-610D2A727188}"/>
              </a:ext>
            </a:extLst>
          </p:cNvPr>
          <p:cNvSpPr>
            <a:spLocks noGrp="1"/>
          </p:cNvSpPr>
          <p:nvPr/>
        </p:nvSpPr>
        <p:spPr>
          <a:xfrm>
            <a:off x="10206038" y="2857500"/>
            <a:ext cx="34925"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DED6B6BF-26D2-4CC1-90AB-72A14F6D6D37}"/>
              </a:ext>
            </a:extLst>
          </p:cNvPr>
          <p:cNvSpPr>
            <a:spLocks noGrp="1"/>
          </p:cNvSpPr>
          <p:nvPr/>
        </p:nvSpPr>
        <p:spPr>
          <a:xfrm>
            <a:off x="10240963" y="2857500"/>
            <a:ext cx="34925"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242A18D2-3B99-40A8-8285-94F8EA1AFA95}"/>
              </a:ext>
            </a:extLst>
          </p:cNvPr>
          <p:cNvSpPr>
            <a:spLocks noGrp="1"/>
          </p:cNvSpPr>
          <p:nvPr/>
        </p:nvSpPr>
        <p:spPr>
          <a:xfrm>
            <a:off x="10275888" y="2857500"/>
            <a:ext cx="34925"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8C4761C9-1481-4B6A-8B0D-3AD48138C740}"/>
              </a:ext>
            </a:extLst>
          </p:cNvPr>
          <p:cNvSpPr>
            <a:spLocks noGrp="1"/>
          </p:cNvSpPr>
          <p:nvPr/>
        </p:nvSpPr>
        <p:spPr>
          <a:xfrm>
            <a:off x="10310813" y="2857500"/>
            <a:ext cx="34925"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95F3B032-C27A-4AC2-AD86-F76849F2924F}"/>
              </a:ext>
            </a:extLst>
          </p:cNvPr>
          <p:cNvSpPr>
            <a:spLocks noGrp="1"/>
          </p:cNvSpPr>
          <p:nvPr/>
        </p:nvSpPr>
        <p:spPr>
          <a:xfrm>
            <a:off x="10345737" y="2857500"/>
            <a:ext cx="34925"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D4613730-DBDA-426B-BAEB-3D5502E1F914}"/>
              </a:ext>
            </a:extLst>
          </p:cNvPr>
          <p:cNvSpPr>
            <a:spLocks noGrp="1"/>
          </p:cNvSpPr>
          <p:nvPr/>
        </p:nvSpPr>
        <p:spPr>
          <a:xfrm>
            <a:off x="10380663" y="2857500"/>
            <a:ext cx="34925"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4F458BA6-8FF7-4929-8F31-6CC5EBC4FE59}"/>
              </a:ext>
            </a:extLst>
          </p:cNvPr>
          <p:cNvSpPr>
            <a:spLocks noGrp="1"/>
          </p:cNvSpPr>
          <p:nvPr/>
        </p:nvSpPr>
        <p:spPr>
          <a:xfrm>
            <a:off x="10415588" y="2857500"/>
            <a:ext cx="34925"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CBFAB344-C7F4-4B18-9295-4608363F6644}"/>
              </a:ext>
            </a:extLst>
          </p:cNvPr>
          <p:cNvSpPr>
            <a:spLocks noGrp="1"/>
          </p:cNvSpPr>
          <p:nvPr/>
        </p:nvSpPr>
        <p:spPr>
          <a:xfrm>
            <a:off x="10450513" y="2857500"/>
            <a:ext cx="34925"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61A3C4CC-2F81-4DDC-B392-129887E9B81A}"/>
              </a:ext>
            </a:extLst>
          </p:cNvPr>
          <p:cNvSpPr>
            <a:spLocks noGrp="1"/>
          </p:cNvSpPr>
          <p:nvPr/>
        </p:nvSpPr>
        <p:spPr>
          <a:xfrm>
            <a:off x="10485438" y="2857500"/>
            <a:ext cx="34925"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EE611FD9-A314-40D7-98A5-C43B67506577}"/>
              </a:ext>
            </a:extLst>
          </p:cNvPr>
          <p:cNvSpPr>
            <a:spLocks noGrp="1"/>
          </p:cNvSpPr>
          <p:nvPr/>
        </p:nvSpPr>
        <p:spPr>
          <a:xfrm>
            <a:off x="10520363" y="2857500"/>
            <a:ext cx="34925"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1FCD9D52-AD35-4608-8FA7-7C7BFAD49B43}"/>
              </a:ext>
            </a:extLst>
          </p:cNvPr>
          <p:cNvSpPr>
            <a:spLocks noGrp="1"/>
          </p:cNvSpPr>
          <p:nvPr/>
        </p:nvSpPr>
        <p:spPr>
          <a:xfrm>
            <a:off x="10555287" y="2857500"/>
            <a:ext cx="34925"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4E9EC38A-1421-4F29-B22F-C7276AAFAFB7}"/>
              </a:ext>
            </a:extLst>
          </p:cNvPr>
          <p:cNvSpPr>
            <a:spLocks noGrp="1"/>
          </p:cNvSpPr>
          <p:nvPr/>
        </p:nvSpPr>
        <p:spPr>
          <a:xfrm>
            <a:off x="10590213" y="2857500"/>
            <a:ext cx="34925"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85B0599B-651F-49C9-92DD-22A656B836CE}"/>
              </a:ext>
            </a:extLst>
          </p:cNvPr>
          <p:cNvSpPr>
            <a:spLocks noGrp="1"/>
          </p:cNvSpPr>
          <p:nvPr/>
        </p:nvSpPr>
        <p:spPr>
          <a:xfrm>
            <a:off x="10625138" y="2857500"/>
            <a:ext cx="34925"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CCA7DC8E-E5E7-4DC6-88A9-173AD8819E54}"/>
              </a:ext>
            </a:extLst>
          </p:cNvPr>
          <p:cNvSpPr>
            <a:spLocks noGrp="1"/>
          </p:cNvSpPr>
          <p:nvPr/>
        </p:nvSpPr>
        <p:spPr>
          <a:xfrm>
            <a:off x="10660063" y="2857500"/>
            <a:ext cx="34925"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F3D83476-07BB-417E-824C-D52D79F34FEC}"/>
              </a:ext>
            </a:extLst>
          </p:cNvPr>
          <p:cNvSpPr>
            <a:spLocks noGrp="1"/>
          </p:cNvSpPr>
          <p:nvPr/>
        </p:nvSpPr>
        <p:spPr>
          <a:xfrm>
            <a:off x="10694988" y="2857500"/>
            <a:ext cx="34925"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6F7EBC26-2715-41F2-A196-5F0A115B81EA}"/>
              </a:ext>
            </a:extLst>
          </p:cNvPr>
          <p:cNvSpPr>
            <a:spLocks noGrp="1"/>
          </p:cNvSpPr>
          <p:nvPr/>
        </p:nvSpPr>
        <p:spPr>
          <a:xfrm>
            <a:off x="10729913" y="2857500"/>
            <a:ext cx="34925"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A9401B3C-E1F9-4A5A-B91E-D74D678DAE64}"/>
              </a:ext>
            </a:extLst>
          </p:cNvPr>
          <p:cNvSpPr>
            <a:spLocks noGrp="1"/>
          </p:cNvSpPr>
          <p:nvPr/>
        </p:nvSpPr>
        <p:spPr>
          <a:xfrm>
            <a:off x="10764838" y="2857500"/>
            <a:ext cx="34925"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4A564E6E-0DD7-4920-9592-79D9F3C83DA0}"/>
              </a:ext>
            </a:extLst>
          </p:cNvPr>
          <p:cNvSpPr>
            <a:spLocks noGrp="1"/>
          </p:cNvSpPr>
          <p:nvPr/>
        </p:nvSpPr>
        <p:spPr>
          <a:xfrm>
            <a:off x="10799763" y="2857500"/>
            <a:ext cx="34925"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BC66831B-76D7-4BEE-A2D0-3F0EB7A36880}"/>
              </a:ext>
            </a:extLst>
          </p:cNvPr>
          <p:cNvSpPr>
            <a:spLocks noGrp="1"/>
          </p:cNvSpPr>
          <p:nvPr/>
        </p:nvSpPr>
        <p:spPr>
          <a:xfrm>
            <a:off x="10834688" y="2857500"/>
            <a:ext cx="34925"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F29C18D8-4374-4BE8-80E0-C2E4F5A043D2}"/>
              </a:ext>
            </a:extLst>
          </p:cNvPr>
          <p:cNvSpPr>
            <a:spLocks noGrp="1"/>
          </p:cNvSpPr>
          <p:nvPr/>
        </p:nvSpPr>
        <p:spPr>
          <a:xfrm>
            <a:off x="10869612" y="2857500"/>
            <a:ext cx="34925"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BE4D5E9A-C2DB-4868-A7F9-2E3FC14561CD}"/>
              </a:ext>
            </a:extLst>
          </p:cNvPr>
          <p:cNvSpPr>
            <a:spLocks noGrp="1"/>
          </p:cNvSpPr>
          <p:nvPr/>
        </p:nvSpPr>
        <p:spPr>
          <a:xfrm>
            <a:off x="10904538" y="2857500"/>
            <a:ext cx="34925"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C15B282B-6B41-494E-9832-D347EE685EE0}"/>
              </a:ext>
            </a:extLst>
          </p:cNvPr>
          <p:cNvSpPr>
            <a:spLocks noGrp="1"/>
          </p:cNvSpPr>
          <p:nvPr/>
        </p:nvSpPr>
        <p:spPr>
          <a:xfrm>
            <a:off x="10939463" y="2857500"/>
            <a:ext cx="34925"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763B022B-E544-4F8A-BF2C-A81842B12F90}"/>
              </a:ext>
            </a:extLst>
          </p:cNvPr>
          <p:cNvSpPr>
            <a:spLocks noGrp="1"/>
          </p:cNvSpPr>
          <p:nvPr/>
        </p:nvSpPr>
        <p:spPr>
          <a:xfrm>
            <a:off x="10974388" y="2857500"/>
            <a:ext cx="34925"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4ACE9F37-07BF-4F9D-8E5B-9F3ECA3AC206}"/>
              </a:ext>
            </a:extLst>
          </p:cNvPr>
          <p:cNvSpPr>
            <a:spLocks noGrp="1"/>
          </p:cNvSpPr>
          <p:nvPr/>
        </p:nvSpPr>
        <p:spPr>
          <a:xfrm>
            <a:off x="11009313" y="2857500"/>
            <a:ext cx="34925"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C2602725-9FE7-4232-893A-1C5097725B59}"/>
              </a:ext>
            </a:extLst>
          </p:cNvPr>
          <p:cNvSpPr>
            <a:spLocks noGrp="1"/>
          </p:cNvSpPr>
          <p:nvPr/>
        </p:nvSpPr>
        <p:spPr>
          <a:xfrm>
            <a:off x="11044238" y="2857500"/>
            <a:ext cx="34925"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223A7D64-3C3D-4BD6-88A4-2588DED8BBB7}"/>
              </a:ext>
            </a:extLst>
          </p:cNvPr>
          <p:cNvSpPr>
            <a:spLocks noGrp="1"/>
          </p:cNvSpPr>
          <p:nvPr/>
        </p:nvSpPr>
        <p:spPr>
          <a:xfrm>
            <a:off x="11079162" y="2857500"/>
            <a:ext cx="34925"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774DCA82-2B41-437E-A67C-700FD0873657}"/>
              </a:ext>
            </a:extLst>
          </p:cNvPr>
          <p:cNvSpPr>
            <a:spLocks noGrp="1"/>
          </p:cNvSpPr>
          <p:nvPr/>
        </p:nvSpPr>
        <p:spPr>
          <a:xfrm>
            <a:off x="11114088" y="2857500"/>
            <a:ext cx="34925"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B8B64D4E-3253-4FFE-86D6-7789F5F400AA}"/>
              </a:ext>
            </a:extLst>
          </p:cNvPr>
          <p:cNvSpPr>
            <a:spLocks noGrp="1"/>
          </p:cNvSpPr>
          <p:nvPr/>
        </p:nvSpPr>
        <p:spPr>
          <a:xfrm>
            <a:off x="11149013" y="2857500"/>
            <a:ext cx="34925"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0D75F663-0218-47BB-9540-273E534C5A5C}"/>
              </a:ext>
            </a:extLst>
          </p:cNvPr>
          <p:cNvSpPr>
            <a:spLocks noGrp="1"/>
          </p:cNvSpPr>
          <p:nvPr/>
        </p:nvSpPr>
        <p:spPr>
          <a:xfrm>
            <a:off x="11183938" y="2857500"/>
            <a:ext cx="34925"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880DE392-A8F7-4C06-BE0C-930D8AB13862}"/>
              </a:ext>
            </a:extLst>
          </p:cNvPr>
          <p:cNvSpPr>
            <a:spLocks noGrp="1"/>
          </p:cNvSpPr>
          <p:nvPr/>
        </p:nvSpPr>
        <p:spPr>
          <a:xfrm>
            <a:off x="11218863" y="2857500"/>
            <a:ext cx="34925"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999F49DB-8AA1-46E9-82B7-AA989DA340AD}"/>
              </a:ext>
            </a:extLst>
          </p:cNvPr>
          <p:cNvSpPr>
            <a:spLocks noGrp="1"/>
          </p:cNvSpPr>
          <p:nvPr/>
        </p:nvSpPr>
        <p:spPr>
          <a:xfrm>
            <a:off x="11253788" y="2857500"/>
            <a:ext cx="34925"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10CB54AE-CDAD-42FA-AF8E-06CD1193D3D9}"/>
              </a:ext>
            </a:extLst>
          </p:cNvPr>
          <p:cNvSpPr>
            <a:spLocks noGrp="1"/>
          </p:cNvSpPr>
          <p:nvPr/>
        </p:nvSpPr>
        <p:spPr>
          <a:xfrm>
            <a:off x="11288713" y="2857500"/>
            <a:ext cx="34925"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42BFC610-D082-49F9-9F3B-2E20BB59DC12}"/>
              </a:ext>
            </a:extLst>
          </p:cNvPr>
          <p:cNvSpPr>
            <a:spLocks noGrp="1"/>
          </p:cNvSpPr>
          <p:nvPr/>
        </p:nvSpPr>
        <p:spPr>
          <a:xfrm>
            <a:off x="11323638" y="2857500"/>
            <a:ext cx="34925"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3E543C28-7A70-4938-99E0-F098DE10B006}"/>
              </a:ext>
            </a:extLst>
          </p:cNvPr>
          <p:cNvSpPr>
            <a:spLocks noGrp="1"/>
          </p:cNvSpPr>
          <p:nvPr/>
        </p:nvSpPr>
        <p:spPr>
          <a:xfrm>
            <a:off x="11358563" y="2857500"/>
            <a:ext cx="34925"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5311F538-722D-4428-889E-8826D36E6E50}"/>
              </a:ext>
            </a:extLst>
          </p:cNvPr>
          <p:cNvSpPr>
            <a:spLocks noGrp="1"/>
          </p:cNvSpPr>
          <p:nvPr/>
        </p:nvSpPr>
        <p:spPr>
          <a:xfrm>
            <a:off x="11393487" y="2857500"/>
            <a:ext cx="34925"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FDB1D5AD-024D-4AE4-99C4-831587367221}"/>
              </a:ext>
            </a:extLst>
          </p:cNvPr>
          <p:cNvSpPr>
            <a:spLocks noGrp="1"/>
          </p:cNvSpPr>
          <p:nvPr/>
        </p:nvSpPr>
        <p:spPr>
          <a:xfrm>
            <a:off x="11428413" y="2857500"/>
            <a:ext cx="34925"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609438DC-8057-4C62-B282-3D7302653B6C}"/>
              </a:ext>
            </a:extLst>
          </p:cNvPr>
          <p:cNvSpPr>
            <a:spLocks noGrp="1"/>
          </p:cNvSpPr>
          <p:nvPr/>
        </p:nvSpPr>
        <p:spPr>
          <a:xfrm>
            <a:off x="11463338" y="2857500"/>
            <a:ext cx="34925"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FC300A11-92FD-4E41-9F9A-A7C57F54CC83}"/>
              </a:ext>
            </a:extLst>
          </p:cNvPr>
          <p:cNvSpPr>
            <a:spLocks noGrp="1"/>
          </p:cNvSpPr>
          <p:nvPr/>
        </p:nvSpPr>
        <p:spPr>
          <a:xfrm>
            <a:off x="11498263" y="2857500"/>
            <a:ext cx="34925"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5F2108ED-9321-4997-90F8-33700B67E16E}"/>
              </a:ext>
            </a:extLst>
          </p:cNvPr>
          <p:cNvSpPr>
            <a:spLocks noGrp="1"/>
          </p:cNvSpPr>
          <p:nvPr/>
        </p:nvSpPr>
        <p:spPr>
          <a:xfrm>
            <a:off x="11533188" y="2857500"/>
            <a:ext cx="34925"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F2362994-8752-474F-AC09-D1970558950E}"/>
              </a:ext>
            </a:extLst>
          </p:cNvPr>
          <p:cNvSpPr>
            <a:spLocks noGrp="1"/>
          </p:cNvSpPr>
          <p:nvPr/>
        </p:nvSpPr>
        <p:spPr>
          <a:xfrm>
            <a:off x="11568113" y="2857500"/>
            <a:ext cx="34925"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7CD9BAB7-AD6C-4431-9FE9-772ACABD96F3}"/>
              </a:ext>
            </a:extLst>
          </p:cNvPr>
          <p:cNvSpPr>
            <a:spLocks noGrp="1"/>
          </p:cNvSpPr>
          <p:nvPr/>
        </p:nvSpPr>
        <p:spPr>
          <a:xfrm>
            <a:off x="11603037" y="2857500"/>
            <a:ext cx="34925"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22B7DB61-84EE-4981-B17E-04530B979ED8}"/>
              </a:ext>
            </a:extLst>
          </p:cNvPr>
          <p:cNvSpPr>
            <a:spLocks noGrp="1"/>
          </p:cNvSpPr>
          <p:nvPr/>
        </p:nvSpPr>
        <p:spPr>
          <a:xfrm>
            <a:off x="11637963" y="2857500"/>
            <a:ext cx="34925"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B53E51C9-7F48-4098-A351-D8BA3F795C92}"/>
              </a:ext>
            </a:extLst>
          </p:cNvPr>
          <p:cNvSpPr>
            <a:spLocks noGrp="1"/>
          </p:cNvSpPr>
          <p:nvPr/>
        </p:nvSpPr>
        <p:spPr>
          <a:xfrm>
            <a:off x="11672888" y="2857500"/>
            <a:ext cx="34925"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76F75859-BFC4-407F-AB4A-4CE199972421}"/>
              </a:ext>
            </a:extLst>
          </p:cNvPr>
          <p:cNvSpPr>
            <a:spLocks noGrp="1"/>
          </p:cNvSpPr>
          <p:nvPr/>
        </p:nvSpPr>
        <p:spPr>
          <a:xfrm>
            <a:off x="11707813" y="2857500"/>
            <a:ext cx="34925"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38326EBC-C95A-4096-8BFB-CBD41F587AA0}"/>
              </a:ext>
            </a:extLst>
          </p:cNvPr>
          <p:cNvSpPr>
            <a:spLocks noGrp="1"/>
          </p:cNvSpPr>
          <p:nvPr/>
        </p:nvSpPr>
        <p:spPr>
          <a:xfrm>
            <a:off x="11742738" y="2857500"/>
            <a:ext cx="34925"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7D9E2204-75E4-4D64-B93E-C650734171D6}"/>
              </a:ext>
            </a:extLst>
          </p:cNvPr>
          <p:cNvSpPr>
            <a:spLocks noGrp="1"/>
          </p:cNvSpPr>
          <p:nvPr/>
        </p:nvSpPr>
        <p:spPr>
          <a:xfrm>
            <a:off x="11777663" y="2857500"/>
            <a:ext cx="34925"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CA6C1340-2B73-4367-A410-E286328A9BF3}"/>
              </a:ext>
            </a:extLst>
          </p:cNvPr>
          <p:cNvSpPr>
            <a:spLocks noGrp="1"/>
          </p:cNvSpPr>
          <p:nvPr/>
        </p:nvSpPr>
        <p:spPr>
          <a:xfrm>
            <a:off x="11812588" y="2857500"/>
            <a:ext cx="34925"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66749B3F-71A4-4147-928B-4FA9044845EC}"/>
              </a:ext>
            </a:extLst>
          </p:cNvPr>
          <p:cNvSpPr>
            <a:spLocks noGrp="1"/>
          </p:cNvSpPr>
          <p:nvPr/>
        </p:nvSpPr>
        <p:spPr>
          <a:xfrm>
            <a:off x="11847513" y="2857500"/>
            <a:ext cx="34925"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5DEAE8CF-2EEC-4A5F-A2C7-36E3377B26CF}"/>
              </a:ext>
            </a:extLst>
          </p:cNvPr>
          <p:cNvSpPr>
            <a:spLocks noGrp="1"/>
          </p:cNvSpPr>
          <p:nvPr/>
        </p:nvSpPr>
        <p:spPr>
          <a:xfrm>
            <a:off x="11882438" y="2857500"/>
            <a:ext cx="34925"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33BC6544-9F9C-4BA0-8365-DF8D44D3992F}"/>
              </a:ext>
            </a:extLst>
          </p:cNvPr>
          <p:cNvSpPr>
            <a:spLocks noGrp="1"/>
          </p:cNvSpPr>
          <p:nvPr/>
        </p:nvSpPr>
        <p:spPr>
          <a:xfrm>
            <a:off x="11917362" y="2857500"/>
            <a:ext cx="34925"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E0DF4B41-DB97-4782-A9D4-397DFBEAB34A}"/>
              </a:ext>
            </a:extLst>
          </p:cNvPr>
          <p:cNvSpPr>
            <a:spLocks noGrp="1"/>
          </p:cNvSpPr>
          <p:nvPr/>
        </p:nvSpPr>
        <p:spPr>
          <a:xfrm>
            <a:off x="11952288" y="2857500"/>
            <a:ext cx="34925"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4D9FDBCF-796E-4B71-AFAD-454D924ED471}"/>
              </a:ext>
            </a:extLst>
          </p:cNvPr>
          <p:cNvSpPr>
            <a:spLocks noGrp="1"/>
          </p:cNvSpPr>
          <p:nvPr/>
        </p:nvSpPr>
        <p:spPr>
          <a:xfrm>
            <a:off x="11987213" y="2857500"/>
            <a:ext cx="34925"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8B145588-448C-4259-A044-99FFC2AFE32B}"/>
              </a:ext>
            </a:extLst>
          </p:cNvPr>
          <p:cNvSpPr>
            <a:spLocks noGrp="1"/>
          </p:cNvSpPr>
          <p:nvPr/>
        </p:nvSpPr>
        <p:spPr>
          <a:xfrm>
            <a:off x="12022138" y="2857500"/>
            <a:ext cx="34925"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8D1581EC-310C-4D5E-BC29-4B0FD71C6F52}"/>
              </a:ext>
            </a:extLst>
          </p:cNvPr>
          <p:cNvSpPr>
            <a:spLocks noGrp="1"/>
          </p:cNvSpPr>
          <p:nvPr/>
        </p:nvSpPr>
        <p:spPr>
          <a:xfrm>
            <a:off x="12057063" y="2857500"/>
            <a:ext cx="34925"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8FBD404C-0029-4AD0-889D-EEADA1AEEB64}"/>
              </a:ext>
            </a:extLst>
          </p:cNvPr>
          <p:cNvSpPr>
            <a:spLocks noGrp="1"/>
          </p:cNvSpPr>
          <p:nvPr/>
        </p:nvSpPr>
        <p:spPr>
          <a:xfrm>
            <a:off x="12091988" y="2857500"/>
            <a:ext cx="34925"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7ACBB358-F1A4-4AEC-B2C9-C5C6C097B467}"/>
              </a:ext>
            </a:extLst>
          </p:cNvPr>
          <p:cNvSpPr>
            <a:spLocks noGrp="1"/>
          </p:cNvSpPr>
          <p:nvPr/>
        </p:nvSpPr>
        <p:spPr>
          <a:xfrm>
            <a:off x="12126912" y="2857500"/>
            <a:ext cx="34925"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0A604318-C7CE-4657-8C79-20BD1B22D944}"/>
              </a:ext>
            </a:extLst>
          </p:cNvPr>
          <p:cNvSpPr>
            <a:spLocks noGrp="1"/>
          </p:cNvSpPr>
          <p:nvPr/>
        </p:nvSpPr>
        <p:spPr>
          <a:xfrm>
            <a:off x="12161838" y="2857500"/>
            <a:ext cx="34925"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C8655ACF-1CDE-46EE-88B3-5BB417769F78}"/>
              </a:ext>
            </a:extLst>
          </p:cNvPr>
          <p:cNvSpPr>
            <a:spLocks noGrp="1"/>
          </p:cNvSpPr>
          <p:nvPr/>
        </p:nvSpPr>
        <p:spPr>
          <a:xfrm>
            <a:off x="12196763" y="2857500"/>
            <a:ext cx="34925"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8D2AE0F8-4E0A-470D-8185-9567207EABF5}"/>
              </a:ext>
            </a:extLst>
          </p:cNvPr>
          <p:cNvSpPr>
            <a:spLocks noGrp="1"/>
          </p:cNvSpPr>
          <p:nvPr/>
        </p:nvSpPr>
        <p:spPr>
          <a:xfrm>
            <a:off x="12231688" y="2857500"/>
            <a:ext cx="34925"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F4EE9991-2E53-4BDD-BE57-D07FDF4B9C0C}"/>
              </a:ext>
            </a:extLst>
          </p:cNvPr>
          <p:cNvSpPr>
            <a:spLocks noGrp="1"/>
          </p:cNvSpPr>
          <p:nvPr/>
        </p:nvSpPr>
        <p:spPr>
          <a:xfrm>
            <a:off x="12266613" y="2857500"/>
            <a:ext cx="34925" cy="547688"/>
          </a:xfrm>
          <a:prstGeom prst="rect">
            <a:avLst/>
          </a:prstGeom>
          <a:solidFill>
            <a:srgbClr val="1D4ED8"/>
          </a:solidFill>
          <a:ln w="13097">
            <a:solidFill>
              <a:srgbClr val="172B4D"/>
            </a:solidFill>
          </a:ln>
        </p:spPr>
      </p:sp>
      <p:sp>
        <p:nvSpPr>
          <p:cNvPr id="274" name="object-274">
            <a:extLst>
              <a:ext uri="{FF2B5EF4-FFF2-40B4-BE49-F238E27FC236}">
                <a16:creationId xmlns:a16="http://schemas.microsoft.com/office/drawing/2014/main" id="{7014AF58-C87E-4B13-A883-A6CFEA46BD5F}"/>
              </a:ext>
            </a:extLst>
          </p:cNvPr>
          <p:cNvSpPr>
            <a:spLocks noGrp="1"/>
          </p:cNvSpPr>
          <p:nvPr/>
        </p:nvSpPr>
        <p:spPr>
          <a:xfrm>
            <a:off x="12301538" y="2857500"/>
            <a:ext cx="34925" cy="547688"/>
          </a:xfrm>
          <a:prstGeom prst="rect">
            <a:avLst/>
          </a:prstGeom>
          <a:solidFill>
            <a:srgbClr val="1D4ED8"/>
          </a:solidFill>
          <a:ln w="13097">
            <a:solidFill>
              <a:srgbClr val="172B4D"/>
            </a:solidFill>
          </a:ln>
        </p:spPr>
      </p:sp>
      <p:sp>
        <p:nvSpPr>
          <p:cNvPr id="275" name="object-275">
            <a:extLst>
              <a:ext uri="{FF2B5EF4-FFF2-40B4-BE49-F238E27FC236}">
                <a16:creationId xmlns:a16="http://schemas.microsoft.com/office/drawing/2014/main" id="{D6189F66-4759-491A-84CB-B2C18E0FC464}"/>
              </a:ext>
            </a:extLst>
          </p:cNvPr>
          <p:cNvSpPr>
            <a:spLocks noGrp="1"/>
          </p:cNvSpPr>
          <p:nvPr/>
        </p:nvSpPr>
        <p:spPr>
          <a:xfrm>
            <a:off x="12336462" y="2857500"/>
            <a:ext cx="34925" cy="547688"/>
          </a:xfrm>
          <a:prstGeom prst="rect">
            <a:avLst/>
          </a:prstGeom>
          <a:solidFill>
            <a:srgbClr val="1D4ED8"/>
          </a:solidFill>
          <a:ln w="13097">
            <a:solidFill>
              <a:srgbClr val="172B4D"/>
            </a:solidFill>
          </a:ln>
        </p:spPr>
      </p:sp>
      <p:sp>
        <p:nvSpPr>
          <p:cNvPr id="276" name="object-276">
            <a:extLst>
              <a:ext uri="{FF2B5EF4-FFF2-40B4-BE49-F238E27FC236}">
                <a16:creationId xmlns:a16="http://schemas.microsoft.com/office/drawing/2014/main" id="{12FD9E00-042B-49C8-8B0B-5AC39160E3FB}"/>
              </a:ext>
            </a:extLst>
          </p:cNvPr>
          <p:cNvSpPr>
            <a:spLocks noGrp="1"/>
          </p:cNvSpPr>
          <p:nvPr/>
        </p:nvSpPr>
        <p:spPr>
          <a:xfrm>
            <a:off x="12371388" y="2857500"/>
            <a:ext cx="34925" cy="547688"/>
          </a:xfrm>
          <a:prstGeom prst="rect">
            <a:avLst/>
          </a:prstGeom>
          <a:solidFill>
            <a:srgbClr val="1D4ED8"/>
          </a:solidFill>
          <a:ln w="13097">
            <a:solidFill>
              <a:srgbClr val="172B4D"/>
            </a:solidFill>
          </a:ln>
        </p:spPr>
      </p:sp>
      <p:sp>
        <p:nvSpPr>
          <p:cNvPr id="277" name="object-277">
            <a:extLst>
              <a:ext uri="{FF2B5EF4-FFF2-40B4-BE49-F238E27FC236}">
                <a16:creationId xmlns:a16="http://schemas.microsoft.com/office/drawing/2014/main" id="{71FB72CA-BFCB-41FC-9A9B-25749A03F2BD}"/>
              </a:ext>
            </a:extLst>
          </p:cNvPr>
          <p:cNvSpPr>
            <a:spLocks noGrp="1"/>
          </p:cNvSpPr>
          <p:nvPr/>
        </p:nvSpPr>
        <p:spPr>
          <a:xfrm>
            <a:off x="12406313" y="2857500"/>
            <a:ext cx="34925" cy="547688"/>
          </a:xfrm>
          <a:prstGeom prst="rect">
            <a:avLst/>
          </a:prstGeom>
          <a:solidFill>
            <a:srgbClr val="1D4ED8"/>
          </a:solidFill>
          <a:ln w="13097">
            <a:solidFill>
              <a:srgbClr val="172B4D"/>
            </a:solidFill>
          </a:ln>
        </p:spPr>
      </p:sp>
      <p:sp>
        <p:nvSpPr>
          <p:cNvPr id="278" name="object-278">
            <a:extLst>
              <a:ext uri="{FF2B5EF4-FFF2-40B4-BE49-F238E27FC236}">
                <a16:creationId xmlns:a16="http://schemas.microsoft.com/office/drawing/2014/main" id="{42E25DA6-DEE6-4274-9802-50F3F1A8FEDD}"/>
              </a:ext>
            </a:extLst>
          </p:cNvPr>
          <p:cNvSpPr>
            <a:spLocks noGrp="1"/>
          </p:cNvSpPr>
          <p:nvPr/>
        </p:nvSpPr>
        <p:spPr>
          <a:xfrm>
            <a:off x="12441238" y="2857500"/>
            <a:ext cx="34925" cy="547688"/>
          </a:xfrm>
          <a:prstGeom prst="rect">
            <a:avLst/>
          </a:prstGeom>
          <a:solidFill>
            <a:srgbClr val="1D4ED8"/>
          </a:solidFill>
          <a:ln w="13097">
            <a:solidFill>
              <a:srgbClr val="172B4D"/>
            </a:solidFill>
          </a:ln>
        </p:spPr>
      </p:sp>
      <p:sp>
        <p:nvSpPr>
          <p:cNvPr id="279" name="object-279">
            <a:extLst>
              <a:ext uri="{FF2B5EF4-FFF2-40B4-BE49-F238E27FC236}">
                <a16:creationId xmlns:a16="http://schemas.microsoft.com/office/drawing/2014/main" id="{6F8CA59B-A4B9-4617-9466-7CA461D08515}"/>
              </a:ext>
            </a:extLst>
          </p:cNvPr>
          <p:cNvSpPr>
            <a:spLocks noGrp="1"/>
          </p:cNvSpPr>
          <p:nvPr/>
        </p:nvSpPr>
        <p:spPr>
          <a:xfrm>
            <a:off x="12476163" y="2857500"/>
            <a:ext cx="34925" cy="547688"/>
          </a:xfrm>
          <a:prstGeom prst="rect">
            <a:avLst/>
          </a:prstGeom>
          <a:solidFill>
            <a:srgbClr val="FFFFFF"/>
          </a:solidFill>
          <a:ln w="13097">
            <a:solidFill>
              <a:srgbClr val="172B4D"/>
            </a:solidFill>
          </a:ln>
        </p:spPr>
      </p:sp>
      <p:sp>
        <p:nvSpPr>
          <p:cNvPr id="280" name="object-280">
            <a:extLst>
              <a:ext uri="{FF2B5EF4-FFF2-40B4-BE49-F238E27FC236}">
                <a16:creationId xmlns:a16="http://schemas.microsoft.com/office/drawing/2014/main" id="{41A340DC-C609-4F8E-850E-D4835ACC0C5D}"/>
              </a:ext>
            </a:extLst>
          </p:cNvPr>
          <p:cNvSpPr>
            <a:spLocks noGrp="1"/>
          </p:cNvSpPr>
          <p:nvPr/>
        </p:nvSpPr>
        <p:spPr>
          <a:xfrm>
            <a:off x="12511088" y="2857500"/>
            <a:ext cx="34925" cy="547688"/>
          </a:xfrm>
          <a:prstGeom prst="rect">
            <a:avLst/>
          </a:prstGeom>
          <a:solidFill>
            <a:srgbClr val="FFFFFF"/>
          </a:solidFill>
          <a:ln w="13097">
            <a:solidFill>
              <a:srgbClr val="172B4D"/>
            </a:solidFill>
          </a:ln>
        </p:spPr>
      </p:sp>
      <p:sp>
        <p:nvSpPr>
          <p:cNvPr id="281" name="object-281">
            <a:extLst>
              <a:ext uri="{FF2B5EF4-FFF2-40B4-BE49-F238E27FC236}">
                <a16:creationId xmlns:a16="http://schemas.microsoft.com/office/drawing/2014/main" id="{D78B998E-9303-4D0C-969A-A46B353F16AA}"/>
              </a:ext>
            </a:extLst>
          </p:cNvPr>
          <p:cNvSpPr>
            <a:spLocks noGrp="1"/>
          </p:cNvSpPr>
          <p:nvPr/>
        </p:nvSpPr>
        <p:spPr>
          <a:xfrm>
            <a:off x="12546013" y="2857500"/>
            <a:ext cx="34925" cy="547688"/>
          </a:xfrm>
          <a:prstGeom prst="rect">
            <a:avLst/>
          </a:prstGeom>
          <a:solidFill>
            <a:srgbClr val="FFFFFF"/>
          </a:solidFill>
          <a:ln w="13097">
            <a:solidFill>
              <a:srgbClr val="172B4D"/>
            </a:solidFill>
          </a:ln>
        </p:spPr>
      </p:sp>
      <p:sp>
        <p:nvSpPr>
          <p:cNvPr id="282" name="object-282">
            <a:extLst>
              <a:ext uri="{FF2B5EF4-FFF2-40B4-BE49-F238E27FC236}">
                <a16:creationId xmlns:a16="http://schemas.microsoft.com/office/drawing/2014/main" id="{2A3E7A99-2BB9-489D-A356-B295A633D93E}"/>
              </a:ext>
            </a:extLst>
          </p:cNvPr>
          <p:cNvSpPr>
            <a:spLocks noGrp="1"/>
          </p:cNvSpPr>
          <p:nvPr/>
        </p:nvSpPr>
        <p:spPr>
          <a:xfrm>
            <a:off x="12580937" y="2857500"/>
            <a:ext cx="34925" cy="547688"/>
          </a:xfrm>
          <a:prstGeom prst="rect">
            <a:avLst/>
          </a:prstGeom>
          <a:solidFill>
            <a:srgbClr val="FFFFFF"/>
          </a:solidFill>
          <a:ln w="13097">
            <a:solidFill>
              <a:srgbClr val="172B4D"/>
            </a:solidFill>
          </a:ln>
        </p:spPr>
      </p:sp>
      <p:sp>
        <p:nvSpPr>
          <p:cNvPr id="283" name="object-283">
            <a:extLst>
              <a:ext uri="{FF2B5EF4-FFF2-40B4-BE49-F238E27FC236}">
                <a16:creationId xmlns:a16="http://schemas.microsoft.com/office/drawing/2014/main" id="{26649F73-3A1B-4827-8268-411E375A477A}"/>
              </a:ext>
            </a:extLst>
          </p:cNvPr>
          <p:cNvSpPr>
            <a:spLocks noGrp="1"/>
          </p:cNvSpPr>
          <p:nvPr/>
        </p:nvSpPr>
        <p:spPr>
          <a:xfrm>
            <a:off x="12615863" y="2857500"/>
            <a:ext cx="34925" cy="547688"/>
          </a:xfrm>
          <a:prstGeom prst="rect">
            <a:avLst/>
          </a:prstGeom>
          <a:solidFill>
            <a:srgbClr val="FFFFFF"/>
          </a:solidFill>
          <a:ln w="13097">
            <a:solidFill>
              <a:srgbClr val="172B4D"/>
            </a:solidFill>
          </a:ln>
        </p:spPr>
      </p:sp>
      <p:sp>
        <p:nvSpPr>
          <p:cNvPr id="284" name="object-284">
            <a:extLst>
              <a:ext uri="{FF2B5EF4-FFF2-40B4-BE49-F238E27FC236}">
                <a16:creationId xmlns:a16="http://schemas.microsoft.com/office/drawing/2014/main" id="{3A9A807A-D2FE-49AF-944E-BD34D639A2C2}"/>
              </a:ext>
            </a:extLst>
          </p:cNvPr>
          <p:cNvSpPr>
            <a:spLocks noGrp="1"/>
          </p:cNvSpPr>
          <p:nvPr/>
        </p:nvSpPr>
        <p:spPr>
          <a:xfrm>
            <a:off x="12650787" y="2857500"/>
            <a:ext cx="34925" cy="547688"/>
          </a:xfrm>
          <a:prstGeom prst="rect">
            <a:avLst/>
          </a:prstGeom>
          <a:solidFill>
            <a:srgbClr val="FFFFFF"/>
          </a:solidFill>
          <a:ln w="13097">
            <a:solidFill>
              <a:srgbClr val="172B4D"/>
            </a:solidFill>
          </a:ln>
        </p:spPr>
      </p:sp>
      <p:sp>
        <p:nvSpPr>
          <p:cNvPr id="285" name="object-285">
            <a:extLst>
              <a:ext uri="{FF2B5EF4-FFF2-40B4-BE49-F238E27FC236}">
                <a16:creationId xmlns:a16="http://schemas.microsoft.com/office/drawing/2014/main" id="{AD6A688B-C7A7-489A-A464-3CD7412626C8}"/>
              </a:ext>
            </a:extLst>
          </p:cNvPr>
          <p:cNvSpPr>
            <a:spLocks noGrp="1"/>
          </p:cNvSpPr>
          <p:nvPr/>
        </p:nvSpPr>
        <p:spPr>
          <a:xfrm>
            <a:off x="12685713" y="2857500"/>
            <a:ext cx="34925" cy="547688"/>
          </a:xfrm>
          <a:prstGeom prst="rect">
            <a:avLst/>
          </a:prstGeom>
          <a:solidFill>
            <a:srgbClr val="FFFFFF"/>
          </a:solidFill>
          <a:ln w="13097">
            <a:solidFill>
              <a:srgbClr val="172B4D"/>
            </a:solidFill>
          </a:ln>
        </p:spPr>
      </p:sp>
      <p:sp>
        <p:nvSpPr>
          <p:cNvPr id="286" name="object-286">
            <a:extLst>
              <a:ext uri="{FF2B5EF4-FFF2-40B4-BE49-F238E27FC236}">
                <a16:creationId xmlns:a16="http://schemas.microsoft.com/office/drawing/2014/main" id="{FCCE16FB-268A-4A8C-ADAA-3875FBBBCD53}"/>
              </a:ext>
            </a:extLst>
          </p:cNvPr>
          <p:cNvSpPr>
            <a:spLocks noGrp="1"/>
          </p:cNvSpPr>
          <p:nvPr/>
        </p:nvSpPr>
        <p:spPr>
          <a:xfrm>
            <a:off x="12720638" y="2857500"/>
            <a:ext cx="34925" cy="547688"/>
          </a:xfrm>
          <a:prstGeom prst="rect">
            <a:avLst/>
          </a:prstGeom>
          <a:solidFill>
            <a:srgbClr val="FFFFFF"/>
          </a:solidFill>
          <a:ln w="13097">
            <a:solidFill>
              <a:srgbClr val="172B4D"/>
            </a:solidFill>
          </a:ln>
        </p:spPr>
      </p:sp>
      <p:sp>
        <p:nvSpPr>
          <p:cNvPr id="287" name="object-287">
            <a:extLst>
              <a:ext uri="{FF2B5EF4-FFF2-40B4-BE49-F238E27FC236}">
                <a16:creationId xmlns:a16="http://schemas.microsoft.com/office/drawing/2014/main" id="{D52E4CF3-C139-46C2-8398-EEE5477DB88F}"/>
              </a:ext>
            </a:extLst>
          </p:cNvPr>
          <p:cNvSpPr>
            <a:spLocks noGrp="1"/>
          </p:cNvSpPr>
          <p:nvPr/>
        </p:nvSpPr>
        <p:spPr>
          <a:xfrm>
            <a:off x="12755563" y="2857500"/>
            <a:ext cx="34925" cy="547688"/>
          </a:xfrm>
          <a:prstGeom prst="rect">
            <a:avLst/>
          </a:prstGeom>
          <a:solidFill>
            <a:srgbClr val="FFFFFF"/>
          </a:solidFill>
          <a:ln w="13097">
            <a:solidFill>
              <a:srgbClr val="172B4D"/>
            </a:solidFill>
          </a:ln>
        </p:spPr>
      </p:sp>
      <p:sp>
        <p:nvSpPr>
          <p:cNvPr id="288" name="object-288">
            <a:extLst>
              <a:ext uri="{FF2B5EF4-FFF2-40B4-BE49-F238E27FC236}">
                <a16:creationId xmlns:a16="http://schemas.microsoft.com/office/drawing/2014/main" id="{8693DA92-C58B-4118-B7FC-556D31177FC0}"/>
              </a:ext>
            </a:extLst>
          </p:cNvPr>
          <p:cNvSpPr>
            <a:spLocks noGrp="1"/>
          </p:cNvSpPr>
          <p:nvPr/>
        </p:nvSpPr>
        <p:spPr>
          <a:xfrm>
            <a:off x="12790488" y="2857500"/>
            <a:ext cx="34925" cy="547688"/>
          </a:xfrm>
          <a:prstGeom prst="rect">
            <a:avLst/>
          </a:prstGeom>
          <a:solidFill>
            <a:srgbClr val="FFFFFF"/>
          </a:solidFill>
          <a:ln w="13097">
            <a:solidFill>
              <a:srgbClr val="172B4D"/>
            </a:solidFill>
          </a:ln>
        </p:spPr>
      </p:sp>
      <p:sp>
        <p:nvSpPr>
          <p:cNvPr id="289" name="object-289">
            <a:extLst>
              <a:ext uri="{FF2B5EF4-FFF2-40B4-BE49-F238E27FC236}">
                <a16:creationId xmlns:a16="http://schemas.microsoft.com/office/drawing/2014/main" id="{D9172D25-C3A9-4E1D-AD08-F2495EB6F6F5}"/>
              </a:ext>
            </a:extLst>
          </p:cNvPr>
          <p:cNvSpPr>
            <a:spLocks noGrp="1"/>
          </p:cNvSpPr>
          <p:nvPr/>
        </p:nvSpPr>
        <p:spPr>
          <a:xfrm>
            <a:off x="12825413" y="2857500"/>
            <a:ext cx="34925" cy="547688"/>
          </a:xfrm>
          <a:prstGeom prst="rect">
            <a:avLst/>
          </a:prstGeom>
          <a:solidFill>
            <a:srgbClr val="FFFFFF"/>
          </a:solidFill>
          <a:ln w="13097">
            <a:solidFill>
              <a:srgbClr val="172B4D"/>
            </a:solidFill>
          </a:ln>
        </p:spPr>
      </p:sp>
      <p:sp>
        <p:nvSpPr>
          <p:cNvPr id="290" name="object-290">
            <a:extLst>
              <a:ext uri="{FF2B5EF4-FFF2-40B4-BE49-F238E27FC236}">
                <a16:creationId xmlns:a16="http://schemas.microsoft.com/office/drawing/2014/main" id="{6A076900-FC27-4126-995A-79E675312C32}"/>
              </a:ext>
            </a:extLst>
          </p:cNvPr>
          <p:cNvSpPr>
            <a:spLocks noGrp="1"/>
          </p:cNvSpPr>
          <p:nvPr/>
        </p:nvSpPr>
        <p:spPr>
          <a:xfrm>
            <a:off x="12860337" y="2857500"/>
            <a:ext cx="34925" cy="547688"/>
          </a:xfrm>
          <a:prstGeom prst="rect">
            <a:avLst/>
          </a:prstGeom>
          <a:solidFill>
            <a:srgbClr val="FFFFFF"/>
          </a:solidFill>
          <a:ln w="13097">
            <a:solidFill>
              <a:srgbClr val="172B4D"/>
            </a:solidFill>
          </a:ln>
        </p:spPr>
      </p:sp>
      <p:sp>
        <p:nvSpPr>
          <p:cNvPr id="291" name="object-291">
            <a:extLst>
              <a:ext uri="{FF2B5EF4-FFF2-40B4-BE49-F238E27FC236}">
                <a16:creationId xmlns:a16="http://schemas.microsoft.com/office/drawing/2014/main" id="{82FDD219-B224-4C94-ACAD-C0AE40ABBF1D}"/>
              </a:ext>
            </a:extLst>
          </p:cNvPr>
          <p:cNvSpPr>
            <a:spLocks noGrp="1"/>
          </p:cNvSpPr>
          <p:nvPr/>
        </p:nvSpPr>
        <p:spPr>
          <a:xfrm>
            <a:off x="12895263" y="2857500"/>
            <a:ext cx="34925" cy="547688"/>
          </a:xfrm>
          <a:prstGeom prst="rect">
            <a:avLst/>
          </a:prstGeom>
          <a:solidFill>
            <a:srgbClr val="FFFFFF"/>
          </a:solidFill>
          <a:ln w="13097">
            <a:solidFill>
              <a:srgbClr val="172B4D"/>
            </a:solidFill>
          </a:ln>
        </p:spPr>
      </p:sp>
      <p:sp>
        <p:nvSpPr>
          <p:cNvPr id="292" name="object-292">
            <a:extLst>
              <a:ext uri="{FF2B5EF4-FFF2-40B4-BE49-F238E27FC236}">
                <a16:creationId xmlns:a16="http://schemas.microsoft.com/office/drawing/2014/main" id="{C77D6C13-BBF3-48B3-B0D4-C4BF9249617A}"/>
              </a:ext>
            </a:extLst>
          </p:cNvPr>
          <p:cNvSpPr>
            <a:spLocks noGrp="1"/>
          </p:cNvSpPr>
          <p:nvPr/>
        </p:nvSpPr>
        <p:spPr>
          <a:xfrm>
            <a:off x="12930188" y="2857500"/>
            <a:ext cx="34925" cy="547688"/>
          </a:xfrm>
          <a:prstGeom prst="rect">
            <a:avLst/>
          </a:prstGeom>
          <a:solidFill>
            <a:srgbClr val="FFFFFF"/>
          </a:solidFill>
          <a:ln w="13097">
            <a:solidFill>
              <a:srgbClr val="172B4D"/>
            </a:solidFill>
          </a:ln>
        </p:spPr>
      </p:sp>
      <p:sp>
        <p:nvSpPr>
          <p:cNvPr id="293" name="object-293">
            <a:extLst>
              <a:ext uri="{FF2B5EF4-FFF2-40B4-BE49-F238E27FC236}">
                <a16:creationId xmlns:a16="http://schemas.microsoft.com/office/drawing/2014/main" id="{63ADFEBF-623E-455A-9C0E-6B812FB45B51}"/>
              </a:ext>
            </a:extLst>
          </p:cNvPr>
          <p:cNvSpPr>
            <a:spLocks noGrp="1"/>
          </p:cNvSpPr>
          <p:nvPr/>
        </p:nvSpPr>
        <p:spPr>
          <a:xfrm>
            <a:off x="12965113" y="2857500"/>
            <a:ext cx="34925" cy="547688"/>
          </a:xfrm>
          <a:prstGeom prst="rect">
            <a:avLst/>
          </a:prstGeom>
          <a:solidFill>
            <a:srgbClr val="FFFFFF"/>
          </a:solidFill>
          <a:ln w="13097">
            <a:solidFill>
              <a:srgbClr val="172B4D"/>
            </a:solidFill>
          </a:ln>
        </p:spPr>
      </p:sp>
      <p:sp>
        <p:nvSpPr>
          <p:cNvPr id="294" name="object-294">
            <a:extLst>
              <a:ext uri="{FF2B5EF4-FFF2-40B4-BE49-F238E27FC236}">
                <a16:creationId xmlns:a16="http://schemas.microsoft.com/office/drawing/2014/main" id="{7B354277-9D78-4BA5-AC87-BE35061E4DAE}"/>
              </a:ext>
            </a:extLst>
          </p:cNvPr>
          <p:cNvSpPr>
            <a:spLocks noGrp="1"/>
          </p:cNvSpPr>
          <p:nvPr/>
        </p:nvSpPr>
        <p:spPr>
          <a:xfrm>
            <a:off x="13000038" y="2857500"/>
            <a:ext cx="34925" cy="547688"/>
          </a:xfrm>
          <a:prstGeom prst="rect">
            <a:avLst/>
          </a:prstGeom>
          <a:solidFill>
            <a:srgbClr val="FFFFFF"/>
          </a:solidFill>
          <a:ln w="13097">
            <a:solidFill>
              <a:srgbClr val="172B4D"/>
            </a:solidFill>
          </a:ln>
        </p:spPr>
      </p:sp>
      <p:sp>
        <p:nvSpPr>
          <p:cNvPr id="295" name="object-295">
            <a:extLst>
              <a:ext uri="{FF2B5EF4-FFF2-40B4-BE49-F238E27FC236}">
                <a16:creationId xmlns:a16="http://schemas.microsoft.com/office/drawing/2014/main" id="{9303BF7A-AE6C-4B4B-B2FD-8F034BD3EDE7}"/>
              </a:ext>
            </a:extLst>
          </p:cNvPr>
          <p:cNvSpPr>
            <a:spLocks noGrp="1"/>
          </p:cNvSpPr>
          <p:nvPr/>
        </p:nvSpPr>
        <p:spPr>
          <a:xfrm>
            <a:off x="13034963" y="2857500"/>
            <a:ext cx="34925" cy="547688"/>
          </a:xfrm>
          <a:prstGeom prst="rect">
            <a:avLst/>
          </a:prstGeom>
          <a:solidFill>
            <a:srgbClr val="FFFFFF"/>
          </a:solidFill>
          <a:ln w="13097">
            <a:solidFill>
              <a:srgbClr val="172B4D"/>
            </a:solidFill>
          </a:ln>
        </p:spPr>
      </p:sp>
      <p:sp>
        <p:nvSpPr>
          <p:cNvPr id="296" name="object-296">
            <a:extLst>
              <a:ext uri="{FF2B5EF4-FFF2-40B4-BE49-F238E27FC236}">
                <a16:creationId xmlns:a16="http://schemas.microsoft.com/office/drawing/2014/main" id="{77AA26A8-1625-4350-BC53-D8D0169A097E}"/>
              </a:ext>
            </a:extLst>
          </p:cNvPr>
          <p:cNvSpPr>
            <a:spLocks noGrp="1"/>
          </p:cNvSpPr>
          <p:nvPr/>
        </p:nvSpPr>
        <p:spPr>
          <a:xfrm>
            <a:off x="13069888" y="2857500"/>
            <a:ext cx="34925" cy="547688"/>
          </a:xfrm>
          <a:prstGeom prst="rect">
            <a:avLst/>
          </a:prstGeom>
          <a:solidFill>
            <a:srgbClr val="FFFFFF"/>
          </a:solidFill>
          <a:ln w="13097">
            <a:solidFill>
              <a:srgbClr val="172B4D"/>
            </a:solidFill>
          </a:ln>
        </p:spPr>
      </p:sp>
      <p:sp>
        <p:nvSpPr>
          <p:cNvPr id="297" name="object-297">
            <a:extLst>
              <a:ext uri="{FF2B5EF4-FFF2-40B4-BE49-F238E27FC236}">
                <a16:creationId xmlns:a16="http://schemas.microsoft.com/office/drawing/2014/main" id="{B3F27E19-7DE3-4891-B76C-34894667A58A}"/>
              </a:ext>
            </a:extLst>
          </p:cNvPr>
          <p:cNvSpPr>
            <a:spLocks noGrp="1"/>
          </p:cNvSpPr>
          <p:nvPr/>
        </p:nvSpPr>
        <p:spPr>
          <a:xfrm>
            <a:off x="13104812" y="2857500"/>
            <a:ext cx="34925" cy="547688"/>
          </a:xfrm>
          <a:prstGeom prst="rect">
            <a:avLst/>
          </a:prstGeom>
          <a:solidFill>
            <a:srgbClr val="FFFFFF"/>
          </a:solidFill>
          <a:ln w="13097">
            <a:solidFill>
              <a:srgbClr val="172B4D"/>
            </a:solidFill>
          </a:ln>
        </p:spPr>
      </p:sp>
      <p:sp>
        <p:nvSpPr>
          <p:cNvPr id="298" name="object-298">
            <a:extLst>
              <a:ext uri="{FF2B5EF4-FFF2-40B4-BE49-F238E27FC236}">
                <a16:creationId xmlns:a16="http://schemas.microsoft.com/office/drawing/2014/main" id="{B697D931-4ED9-4775-86EF-362296FBFBA4}"/>
              </a:ext>
            </a:extLst>
          </p:cNvPr>
          <p:cNvSpPr>
            <a:spLocks noGrp="1"/>
          </p:cNvSpPr>
          <p:nvPr/>
        </p:nvSpPr>
        <p:spPr>
          <a:xfrm>
            <a:off x="13139738" y="2857500"/>
            <a:ext cx="34925" cy="547688"/>
          </a:xfrm>
          <a:prstGeom prst="rect">
            <a:avLst/>
          </a:prstGeom>
          <a:solidFill>
            <a:srgbClr val="FFFFFF"/>
          </a:solidFill>
          <a:ln w="13097">
            <a:solidFill>
              <a:srgbClr val="172B4D"/>
            </a:solidFill>
          </a:ln>
        </p:spPr>
      </p:sp>
      <p:sp>
        <p:nvSpPr>
          <p:cNvPr id="299" name="object-299">
            <a:extLst>
              <a:ext uri="{FF2B5EF4-FFF2-40B4-BE49-F238E27FC236}">
                <a16:creationId xmlns:a16="http://schemas.microsoft.com/office/drawing/2014/main" id="{FCDD5F7C-1E83-44D4-9691-98AB555FE22B}"/>
              </a:ext>
            </a:extLst>
          </p:cNvPr>
          <p:cNvSpPr>
            <a:spLocks noGrp="1"/>
          </p:cNvSpPr>
          <p:nvPr/>
        </p:nvSpPr>
        <p:spPr>
          <a:xfrm>
            <a:off x="13174662" y="2857500"/>
            <a:ext cx="34925" cy="547688"/>
          </a:xfrm>
          <a:prstGeom prst="rect">
            <a:avLst/>
          </a:prstGeom>
          <a:solidFill>
            <a:srgbClr val="FFFFFF"/>
          </a:solidFill>
          <a:ln w="13097">
            <a:solidFill>
              <a:srgbClr val="172B4D"/>
            </a:solidFill>
          </a:ln>
        </p:spPr>
      </p:sp>
      <p:sp>
        <p:nvSpPr>
          <p:cNvPr id="300" name="object-300">
            <a:extLst>
              <a:ext uri="{FF2B5EF4-FFF2-40B4-BE49-F238E27FC236}">
                <a16:creationId xmlns:a16="http://schemas.microsoft.com/office/drawing/2014/main" id="{90B5E498-C8F7-43ED-AB96-AD025D70C042}"/>
              </a:ext>
            </a:extLst>
          </p:cNvPr>
          <p:cNvSpPr>
            <a:spLocks noGrp="1"/>
          </p:cNvSpPr>
          <p:nvPr/>
        </p:nvSpPr>
        <p:spPr>
          <a:xfrm>
            <a:off x="13209588" y="2857500"/>
            <a:ext cx="34925" cy="547688"/>
          </a:xfrm>
          <a:prstGeom prst="rect">
            <a:avLst/>
          </a:prstGeom>
          <a:solidFill>
            <a:srgbClr val="FFFFFF"/>
          </a:solidFill>
          <a:ln w="13097">
            <a:solidFill>
              <a:srgbClr val="172B4D"/>
            </a:solidFill>
          </a:ln>
        </p:spPr>
      </p:sp>
      <p:sp>
        <p:nvSpPr>
          <p:cNvPr id="301" name="object-301">
            <a:extLst>
              <a:ext uri="{FF2B5EF4-FFF2-40B4-BE49-F238E27FC236}">
                <a16:creationId xmlns:a16="http://schemas.microsoft.com/office/drawing/2014/main" id="{75031059-D7EB-4677-8E86-2A0F43477798}"/>
              </a:ext>
            </a:extLst>
          </p:cNvPr>
          <p:cNvSpPr>
            <a:spLocks noGrp="1"/>
          </p:cNvSpPr>
          <p:nvPr/>
        </p:nvSpPr>
        <p:spPr>
          <a:xfrm>
            <a:off x="13244513" y="2857500"/>
            <a:ext cx="34925" cy="547688"/>
          </a:xfrm>
          <a:prstGeom prst="rect">
            <a:avLst/>
          </a:prstGeom>
          <a:solidFill>
            <a:srgbClr val="FFFFFF"/>
          </a:solidFill>
          <a:ln w="13097">
            <a:solidFill>
              <a:srgbClr val="172B4D"/>
            </a:solidFill>
          </a:ln>
        </p:spPr>
      </p:sp>
      <p:sp>
        <p:nvSpPr>
          <p:cNvPr id="302" name="object-302">
            <a:extLst>
              <a:ext uri="{FF2B5EF4-FFF2-40B4-BE49-F238E27FC236}">
                <a16:creationId xmlns:a16="http://schemas.microsoft.com/office/drawing/2014/main" id="{A5F56EE4-8D7B-4DA5-9552-A1A41596A1A1}"/>
              </a:ext>
            </a:extLst>
          </p:cNvPr>
          <p:cNvSpPr>
            <a:spLocks noGrp="1"/>
          </p:cNvSpPr>
          <p:nvPr/>
        </p:nvSpPr>
        <p:spPr>
          <a:xfrm>
            <a:off x="13279438" y="2857500"/>
            <a:ext cx="34925" cy="547688"/>
          </a:xfrm>
          <a:prstGeom prst="rect">
            <a:avLst/>
          </a:prstGeom>
          <a:solidFill>
            <a:srgbClr val="FFFFFF"/>
          </a:solidFill>
          <a:ln w="13097">
            <a:solidFill>
              <a:srgbClr val="172B4D"/>
            </a:solidFill>
          </a:ln>
        </p:spPr>
      </p:sp>
      <p:sp>
        <p:nvSpPr>
          <p:cNvPr id="303" name="object-303">
            <a:extLst>
              <a:ext uri="{FF2B5EF4-FFF2-40B4-BE49-F238E27FC236}">
                <a16:creationId xmlns:a16="http://schemas.microsoft.com/office/drawing/2014/main" id="{455B50B2-A4DB-4C6F-B7A3-AE7957577B8A}"/>
              </a:ext>
            </a:extLst>
          </p:cNvPr>
          <p:cNvSpPr>
            <a:spLocks noGrp="1"/>
          </p:cNvSpPr>
          <p:nvPr/>
        </p:nvSpPr>
        <p:spPr>
          <a:xfrm>
            <a:off x="13314363" y="2857500"/>
            <a:ext cx="34925" cy="547688"/>
          </a:xfrm>
          <a:prstGeom prst="rect">
            <a:avLst/>
          </a:prstGeom>
          <a:solidFill>
            <a:srgbClr val="FFFFFF"/>
          </a:solidFill>
          <a:ln w="13097">
            <a:solidFill>
              <a:srgbClr val="172B4D"/>
            </a:solidFill>
          </a:ln>
        </p:spPr>
      </p:sp>
      <p:sp>
        <p:nvSpPr>
          <p:cNvPr id="304" name="object-304">
            <a:extLst>
              <a:ext uri="{FF2B5EF4-FFF2-40B4-BE49-F238E27FC236}">
                <a16:creationId xmlns:a16="http://schemas.microsoft.com/office/drawing/2014/main" id="{25DBBE14-AC10-4BD2-A0C9-133D552A126F}"/>
              </a:ext>
            </a:extLst>
          </p:cNvPr>
          <p:cNvSpPr>
            <a:spLocks noGrp="1"/>
          </p:cNvSpPr>
          <p:nvPr/>
        </p:nvSpPr>
        <p:spPr>
          <a:xfrm>
            <a:off x="13349288" y="2857500"/>
            <a:ext cx="34925" cy="547688"/>
          </a:xfrm>
          <a:prstGeom prst="rect">
            <a:avLst/>
          </a:prstGeom>
          <a:solidFill>
            <a:srgbClr val="FFFFFF"/>
          </a:solidFill>
          <a:ln w="13097">
            <a:solidFill>
              <a:srgbClr val="172B4D"/>
            </a:solidFill>
          </a:ln>
        </p:spPr>
      </p:sp>
      <p:sp>
        <p:nvSpPr>
          <p:cNvPr id="305" name="object-305">
            <a:extLst>
              <a:ext uri="{FF2B5EF4-FFF2-40B4-BE49-F238E27FC236}">
                <a16:creationId xmlns:a16="http://schemas.microsoft.com/office/drawing/2014/main" id="{327C028E-43D9-4829-AE2E-D5171528CA36}"/>
              </a:ext>
            </a:extLst>
          </p:cNvPr>
          <p:cNvSpPr>
            <a:spLocks noGrp="1"/>
          </p:cNvSpPr>
          <p:nvPr/>
        </p:nvSpPr>
        <p:spPr>
          <a:xfrm>
            <a:off x="13384212" y="2857500"/>
            <a:ext cx="34925" cy="547688"/>
          </a:xfrm>
          <a:prstGeom prst="rect">
            <a:avLst/>
          </a:prstGeom>
          <a:solidFill>
            <a:srgbClr val="FFFFFF"/>
          </a:solidFill>
          <a:ln w="13097">
            <a:solidFill>
              <a:srgbClr val="172B4D"/>
            </a:solidFill>
          </a:ln>
        </p:spPr>
      </p:sp>
      <p:sp>
        <p:nvSpPr>
          <p:cNvPr id="306" name="object-306">
            <a:extLst>
              <a:ext uri="{FF2B5EF4-FFF2-40B4-BE49-F238E27FC236}">
                <a16:creationId xmlns:a16="http://schemas.microsoft.com/office/drawing/2014/main" id="{4A742CD8-1480-453E-951B-992CBB1B0EDF}"/>
              </a:ext>
            </a:extLst>
          </p:cNvPr>
          <p:cNvSpPr>
            <a:spLocks noGrp="1"/>
          </p:cNvSpPr>
          <p:nvPr/>
        </p:nvSpPr>
        <p:spPr>
          <a:xfrm>
            <a:off x="13419138" y="2857500"/>
            <a:ext cx="34925" cy="547688"/>
          </a:xfrm>
          <a:prstGeom prst="rect">
            <a:avLst/>
          </a:prstGeom>
          <a:solidFill>
            <a:srgbClr val="FFFFFF"/>
          </a:solidFill>
          <a:ln w="13097">
            <a:solidFill>
              <a:srgbClr val="172B4D"/>
            </a:solidFill>
          </a:ln>
        </p:spPr>
      </p:sp>
      <p:sp>
        <p:nvSpPr>
          <p:cNvPr id="307" name="object-307">
            <a:extLst>
              <a:ext uri="{FF2B5EF4-FFF2-40B4-BE49-F238E27FC236}">
                <a16:creationId xmlns:a16="http://schemas.microsoft.com/office/drawing/2014/main" id="{D24EEF87-79CE-445D-A765-16451336CDB6}"/>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272/100</a:t>
            </a:r>
          </a:p>
        </p:txBody>
      </p:sp>
      <p:sp>
        <p:nvSpPr>
          <p:cNvPr id="308" name="object-308">
            <a:extLst>
              <a:ext uri="{FF2B5EF4-FFF2-40B4-BE49-F238E27FC236}">
                <a16:creationId xmlns:a16="http://schemas.microsoft.com/office/drawing/2014/main" id="{50EB5A1D-B74B-4986-AFF7-3158C439704D}"/>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27/10</a:t>
            </a:r>
          </a:p>
        </p:txBody>
      </p:sp>
      <p:sp>
        <p:nvSpPr>
          <p:cNvPr id="309" name="object-309">
            <a:extLst>
              <a:ext uri="{FF2B5EF4-FFF2-40B4-BE49-F238E27FC236}">
                <a16:creationId xmlns:a16="http://schemas.microsoft.com/office/drawing/2014/main" id="{1A4C5DDD-D937-4D5C-B897-43442962C6BE}"/>
              </a:ext>
            </a:extLst>
          </p:cNvPr>
          <p:cNvSpPr>
            <a:spLocks noGrp="1"/>
          </p:cNvSpPr>
          <p:nvPr/>
        </p:nvSpPr>
        <p:spPr>
          <a:xfrm>
            <a:off x="2976563" y="4048125"/>
            <a:ext cx="34925" cy="547688"/>
          </a:xfrm>
          <a:prstGeom prst="rect">
            <a:avLst/>
          </a:prstGeom>
          <a:solidFill>
            <a:srgbClr val="1D4ED8"/>
          </a:solidFill>
          <a:ln w="13097">
            <a:solidFill>
              <a:srgbClr val="172B4D"/>
            </a:solidFill>
          </a:ln>
        </p:spPr>
      </p:sp>
      <p:sp>
        <p:nvSpPr>
          <p:cNvPr id="310" name="object-310">
            <a:extLst>
              <a:ext uri="{FF2B5EF4-FFF2-40B4-BE49-F238E27FC236}">
                <a16:creationId xmlns:a16="http://schemas.microsoft.com/office/drawing/2014/main" id="{57050F55-DCAE-40DE-BFC1-5EA9E4EA9CEF}"/>
              </a:ext>
            </a:extLst>
          </p:cNvPr>
          <p:cNvSpPr>
            <a:spLocks noGrp="1"/>
          </p:cNvSpPr>
          <p:nvPr/>
        </p:nvSpPr>
        <p:spPr>
          <a:xfrm>
            <a:off x="3011488" y="4048125"/>
            <a:ext cx="34925" cy="547688"/>
          </a:xfrm>
          <a:prstGeom prst="rect">
            <a:avLst/>
          </a:prstGeom>
          <a:solidFill>
            <a:srgbClr val="1D4ED8"/>
          </a:solidFill>
          <a:ln w="13097">
            <a:solidFill>
              <a:srgbClr val="172B4D"/>
            </a:solidFill>
          </a:ln>
        </p:spPr>
      </p:sp>
      <p:sp>
        <p:nvSpPr>
          <p:cNvPr id="311" name="object-311">
            <a:extLst>
              <a:ext uri="{FF2B5EF4-FFF2-40B4-BE49-F238E27FC236}">
                <a16:creationId xmlns:a16="http://schemas.microsoft.com/office/drawing/2014/main" id="{8A599C9D-6EF6-4A89-8670-C6DEDEECD4BA}"/>
              </a:ext>
            </a:extLst>
          </p:cNvPr>
          <p:cNvSpPr>
            <a:spLocks noGrp="1"/>
          </p:cNvSpPr>
          <p:nvPr/>
        </p:nvSpPr>
        <p:spPr>
          <a:xfrm>
            <a:off x="3046413" y="4048125"/>
            <a:ext cx="34925" cy="547688"/>
          </a:xfrm>
          <a:prstGeom prst="rect">
            <a:avLst/>
          </a:prstGeom>
          <a:solidFill>
            <a:srgbClr val="1D4ED8"/>
          </a:solidFill>
          <a:ln w="13097">
            <a:solidFill>
              <a:srgbClr val="172B4D"/>
            </a:solidFill>
          </a:ln>
        </p:spPr>
      </p:sp>
      <p:sp>
        <p:nvSpPr>
          <p:cNvPr id="312" name="object-312">
            <a:extLst>
              <a:ext uri="{FF2B5EF4-FFF2-40B4-BE49-F238E27FC236}">
                <a16:creationId xmlns:a16="http://schemas.microsoft.com/office/drawing/2014/main" id="{9037FBEB-C8B3-4369-B77C-9C733E63A6A9}"/>
              </a:ext>
            </a:extLst>
          </p:cNvPr>
          <p:cNvSpPr>
            <a:spLocks noGrp="1"/>
          </p:cNvSpPr>
          <p:nvPr/>
        </p:nvSpPr>
        <p:spPr>
          <a:xfrm>
            <a:off x="3081338" y="4048125"/>
            <a:ext cx="34925" cy="547688"/>
          </a:xfrm>
          <a:prstGeom prst="rect">
            <a:avLst/>
          </a:prstGeom>
          <a:solidFill>
            <a:srgbClr val="1D4ED8"/>
          </a:solidFill>
          <a:ln w="13097">
            <a:solidFill>
              <a:srgbClr val="172B4D"/>
            </a:solidFill>
          </a:ln>
        </p:spPr>
      </p:sp>
      <p:sp>
        <p:nvSpPr>
          <p:cNvPr id="313" name="object-313">
            <a:extLst>
              <a:ext uri="{FF2B5EF4-FFF2-40B4-BE49-F238E27FC236}">
                <a16:creationId xmlns:a16="http://schemas.microsoft.com/office/drawing/2014/main" id="{F791D6DF-DE76-4148-81CF-6AF90C9B701F}"/>
              </a:ext>
            </a:extLst>
          </p:cNvPr>
          <p:cNvSpPr>
            <a:spLocks noGrp="1"/>
          </p:cNvSpPr>
          <p:nvPr/>
        </p:nvSpPr>
        <p:spPr>
          <a:xfrm>
            <a:off x="3116263" y="4048125"/>
            <a:ext cx="34925" cy="547688"/>
          </a:xfrm>
          <a:prstGeom prst="rect">
            <a:avLst/>
          </a:prstGeom>
          <a:solidFill>
            <a:srgbClr val="1D4ED8"/>
          </a:solidFill>
          <a:ln w="13097">
            <a:solidFill>
              <a:srgbClr val="172B4D"/>
            </a:solidFill>
          </a:ln>
        </p:spPr>
      </p:sp>
      <p:sp>
        <p:nvSpPr>
          <p:cNvPr id="314" name="object-314">
            <a:extLst>
              <a:ext uri="{FF2B5EF4-FFF2-40B4-BE49-F238E27FC236}">
                <a16:creationId xmlns:a16="http://schemas.microsoft.com/office/drawing/2014/main" id="{2BD35D14-AA93-4927-AECA-3DECDB557865}"/>
              </a:ext>
            </a:extLst>
          </p:cNvPr>
          <p:cNvSpPr>
            <a:spLocks noGrp="1"/>
          </p:cNvSpPr>
          <p:nvPr/>
        </p:nvSpPr>
        <p:spPr>
          <a:xfrm>
            <a:off x="3151188" y="4048125"/>
            <a:ext cx="34925" cy="547688"/>
          </a:xfrm>
          <a:prstGeom prst="rect">
            <a:avLst/>
          </a:prstGeom>
          <a:solidFill>
            <a:srgbClr val="1D4ED8"/>
          </a:solidFill>
          <a:ln w="13097">
            <a:solidFill>
              <a:srgbClr val="172B4D"/>
            </a:solidFill>
          </a:ln>
        </p:spPr>
      </p:sp>
      <p:sp>
        <p:nvSpPr>
          <p:cNvPr id="315" name="object-315">
            <a:extLst>
              <a:ext uri="{FF2B5EF4-FFF2-40B4-BE49-F238E27FC236}">
                <a16:creationId xmlns:a16="http://schemas.microsoft.com/office/drawing/2014/main" id="{BB252579-4379-45F0-9750-798AD5FE3834}"/>
              </a:ext>
            </a:extLst>
          </p:cNvPr>
          <p:cNvSpPr>
            <a:spLocks noGrp="1"/>
          </p:cNvSpPr>
          <p:nvPr/>
        </p:nvSpPr>
        <p:spPr>
          <a:xfrm>
            <a:off x="3186113" y="4048125"/>
            <a:ext cx="34925" cy="547688"/>
          </a:xfrm>
          <a:prstGeom prst="rect">
            <a:avLst/>
          </a:prstGeom>
          <a:solidFill>
            <a:srgbClr val="1D4ED8"/>
          </a:solidFill>
          <a:ln w="13097">
            <a:solidFill>
              <a:srgbClr val="172B4D"/>
            </a:solidFill>
          </a:ln>
        </p:spPr>
      </p:sp>
      <p:sp>
        <p:nvSpPr>
          <p:cNvPr id="316" name="object-316">
            <a:extLst>
              <a:ext uri="{FF2B5EF4-FFF2-40B4-BE49-F238E27FC236}">
                <a16:creationId xmlns:a16="http://schemas.microsoft.com/office/drawing/2014/main" id="{385DE9CB-BEBE-4CFF-B098-53B60CDBCD6A}"/>
              </a:ext>
            </a:extLst>
          </p:cNvPr>
          <p:cNvSpPr>
            <a:spLocks noGrp="1"/>
          </p:cNvSpPr>
          <p:nvPr/>
        </p:nvSpPr>
        <p:spPr>
          <a:xfrm>
            <a:off x="3221038" y="4048125"/>
            <a:ext cx="34925" cy="547688"/>
          </a:xfrm>
          <a:prstGeom prst="rect">
            <a:avLst/>
          </a:prstGeom>
          <a:solidFill>
            <a:srgbClr val="1D4ED8"/>
          </a:solidFill>
          <a:ln w="13097">
            <a:solidFill>
              <a:srgbClr val="172B4D"/>
            </a:solidFill>
          </a:ln>
        </p:spPr>
      </p:sp>
      <p:sp>
        <p:nvSpPr>
          <p:cNvPr id="317" name="object-317">
            <a:extLst>
              <a:ext uri="{FF2B5EF4-FFF2-40B4-BE49-F238E27FC236}">
                <a16:creationId xmlns:a16="http://schemas.microsoft.com/office/drawing/2014/main" id="{D4B45F3F-8180-4C7F-9EE3-86AA31307787}"/>
              </a:ext>
            </a:extLst>
          </p:cNvPr>
          <p:cNvSpPr>
            <a:spLocks noGrp="1"/>
          </p:cNvSpPr>
          <p:nvPr/>
        </p:nvSpPr>
        <p:spPr>
          <a:xfrm>
            <a:off x="3255963" y="4048125"/>
            <a:ext cx="34925" cy="547688"/>
          </a:xfrm>
          <a:prstGeom prst="rect">
            <a:avLst/>
          </a:prstGeom>
          <a:solidFill>
            <a:srgbClr val="1D4ED8"/>
          </a:solidFill>
          <a:ln w="13097">
            <a:solidFill>
              <a:srgbClr val="172B4D"/>
            </a:solidFill>
          </a:ln>
        </p:spPr>
      </p:sp>
      <p:sp>
        <p:nvSpPr>
          <p:cNvPr id="318" name="object-318">
            <a:extLst>
              <a:ext uri="{FF2B5EF4-FFF2-40B4-BE49-F238E27FC236}">
                <a16:creationId xmlns:a16="http://schemas.microsoft.com/office/drawing/2014/main" id="{0F49F574-ECB2-4F38-ADED-9D6E3C255490}"/>
              </a:ext>
            </a:extLst>
          </p:cNvPr>
          <p:cNvSpPr>
            <a:spLocks noGrp="1"/>
          </p:cNvSpPr>
          <p:nvPr/>
        </p:nvSpPr>
        <p:spPr>
          <a:xfrm>
            <a:off x="3290888" y="4048125"/>
            <a:ext cx="34925" cy="547688"/>
          </a:xfrm>
          <a:prstGeom prst="rect">
            <a:avLst/>
          </a:prstGeom>
          <a:solidFill>
            <a:srgbClr val="1D4ED8"/>
          </a:solidFill>
          <a:ln w="13097">
            <a:solidFill>
              <a:srgbClr val="172B4D"/>
            </a:solidFill>
          </a:ln>
        </p:spPr>
      </p:sp>
      <p:sp>
        <p:nvSpPr>
          <p:cNvPr id="319" name="object-319">
            <a:extLst>
              <a:ext uri="{FF2B5EF4-FFF2-40B4-BE49-F238E27FC236}">
                <a16:creationId xmlns:a16="http://schemas.microsoft.com/office/drawing/2014/main" id="{218C2159-C518-4D95-B108-92B90F8073BC}"/>
              </a:ext>
            </a:extLst>
          </p:cNvPr>
          <p:cNvSpPr>
            <a:spLocks noGrp="1"/>
          </p:cNvSpPr>
          <p:nvPr/>
        </p:nvSpPr>
        <p:spPr>
          <a:xfrm>
            <a:off x="3325812" y="4048125"/>
            <a:ext cx="34925" cy="547688"/>
          </a:xfrm>
          <a:prstGeom prst="rect">
            <a:avLst/>
          </a:prstGeom>
          <a:solidFill>
            <a:srgbClr val="1D4ED8"/>
          </a:solidFill>
          <a:ln w="13097">
            <a:solidFill>
              <a:srgbClr val="172B4D"/>
            </a:solidFill>
          </a:ln>
        </p:spPr>
      </p:sp>
      <p:sp>
        <p:nvSpPr>
          <p:cNvPr id="320" name="object-320">
            <a:extLst>
              <a:ext uri="{FF2B5EF4-FFF2-40B4-BE49-F238E27FC236}">
                <a16:creationId xmlns:a16="http://schemas.microsoft.com/office/drawing/2014/main" id="{1C2BCE44-8B85-49BF-9F75-8EE7DBF718C4}"/>
              </a:ext>
            </a:extLst>
          </p:cNvPr>
          <p:cNvSpPr>
            <a:spLocks noGrp="1"/>
          </p:cNvSpPr>
          <p:nvPr/>
        </p:nvSpPr>
        <p:spPr>
          <a:xfrm>
            <a:off x="3360738" y="4048125"/>
            <a:ext cx="34925" cy="547688"/>
          </a:xfrm>
          <a:prstGeom prst="rect">
            <a:avLst/>
          </a:prstGeom>
          <a:solidFill>
            <a:srgbClr val="1D4ED8"/>
          </a:solidFill>
          <a:ln w="13097">
            <a:solidFill>
              <a:srgbClr val="172B4D"/>
            </a:solidFill>
          </a:ln>
        </p:spPr>
      </p:sp>
      <p:sp>
        <p:nvSpPr>
          <p:cNvPr id="321" name="object-321">
            <a:extLst>
              <a:ext uri="{FF2B5EF4-FFF2-40B4-BE49-F238E27FC236}">
                <a16:creationId xmlns:a16="http://schemas.microsoft.com/office/drawing/2014/main" id="{2704986A-14E5-42B3-A1C9-C528BD82604B}"/>
              </a:ext>
            </a:extLst>
          </p:cNvPr>
          <p:cNvSpPr>
            <a:spLocks noGrp="1"/>
          </p:cNvSpPr>
          <p:nvPr/>
        </p:nvSpPr>
        <p:spPr>
          <a:xfrm>
            <a:off x="3395663" y="4048125"/>
            <a:ext cx="34925" cy="547688"/>
          </a:xfrm>
          <a:prstGeom prst="rect">
            <a:avLst/>
          </a:prstGeom>
          <a:solidFill>
            <a:srgbClr val="1D4ED8"/>
          </a:solidFill>
          <a:ln w="13097">
            <a:solidFill>
              <a:srgbClr val="172B4D"/>
            </a:solidFill>
          </a:ln>
        </p:spPr>
      </p:sp>
      <p:sp>
        <p:nvSpPr>
          <p:cNvPr id="322" name="object-322">
            <a:extLst>
              <a:ext uri="{FF2B5EF4-FFF2-40B4-BE49-F238E27FC236}">
                <a16:creationId xmlns:a16="http://schemas.microsoft.com/office/drawing/2014/main" id="{E5687097-74FB-4C55-9A85-ACA1B17396F1}"/>
              </a:ext>
            </a:extLst>
          </p:cNvPr>
          <p:cNvSpPr>
            <a:spLocks noGrp="1"/>
          </p:cNvSpPr>
          <p:nvPr/>
        </p:nvSpPr>
        <p:spPr>
          <a:xfrm>
            <a:off x="3430587" y="4048125"/>
            <a:ext cx="34925" cy="547688"/>
          </a:xfrm>
          <a:prstGeom prst="rect">
            <a:avLst/>
          </a:prstGeom>
          <a:solidFill>
            <a:srgbClr val="1D4ED8"/>
          </a:solidFill>
          <a:ln w="13097">
            <a:solidFill>
              <a:srgbClr val="172B4D"/>
            </a:solidFill>
          </a:ln>
        </p:spPr>
      </p:sp>
      <p:sp>
        <p:nvSpPr>
          <p:cNvPr id="323" name="object-323">
            <a:extLst>
              <a:ext uri="{FF2B5EF4-FFF2-40B4-BE49-F238E27FC236}">
                <a16:creationId xmlns:a16="http://schemas.microsoft.com/office/drawing/2014/main" id="{1CE9D875-2B1D-4AA0-A6B6-1FA99927A3D0}"/>
              </a:ext>
            </a:extLst>
          </p:cNvPr>
          <p:cNvSpPr>
            <a:spLocks noGrp="1"/>
          </p:cNvSpPr>
          <p:nvPr/>
        </p:nvSpPr>
        <p:spPr>
          <a:xfrm>
            <a:off x="3465513" y="4048125"/>
            <a:ext cx="34925" cy="547688"/>
          </a:xfrm>
          <a:prstGeom prst="rect">
            <a:avLst/>
          </a:prstGeom>
          <a:solidFill>
            <a:srgbClr val="1D4ED8"/>
          </a:solidFill>
          <a:ln w="13097">
            <a:solidFill>
              <a:srgbClr val="172B4D"/>
            </a:solidFill>
          </a:ln>
        </p:spPr>
      </p:sp>
      <p:sp>
        <p:nvSpPr>
          <p:cNvPr id="324" name="object-324">
            <a:extLst>
              <a:ext uri="{FF2B5EF4-FFF2-40B4-BE49-F238E27FC236}">
                <a16:creationId xmlns:a16="http://schemas.microsoft.com/office/drawing/2014/main" id="{ACEAD873-0AAF-4C77-A10E-50652AFFF615}"/>
              </a:ext>
            </a:extLst>
          </p:cNvPr>
          <p:cNvSpPr>
            <a:spLocks noGrp="1"/>
          </p:cNvSpPr>
          <p:nvPr/>
        </p:nvSpPr>
        <p:spPr>
          <a:xfrm>
            <a:off x="3500438" y="4048125"/>
            <a:ext cx="34925" cy="547688"/>
          </a:xfrm>
          <a:prstGeom prst="rect">
            <a:avLst/>
          </a:prstGeom>
          <a:solidFill>
            <a:srgbClr val="1D4ED8"/>
          </a:solidFill>
          <a:ln w="13097">
            <a:solidFill>
              <a:srgbClr val="172B4D"/>
            </a:solidFill>
          </a:ln>
        </p:spPr>
      </p:sp>
      <p:sp>
        <p:nvSpPr>
          <p:cNvPr id="325" name="object-325">
            <a:extLst>
              <a:ext uri="{FF2B5EF4-FFF2-40B4-BE49-F238E27FC236}">
                <a16:creationId xmlns:a16="http://schemas.microsoft.com/office/drawing/2014/main" id="{DD3DB309-4203-4BAE-98B2-6DDAE603ADD3}"/>
              </a:ext>
            </a:extLst>
          </p:cNvPr>
          <p:cNvSpPr>
            <a:spLocks noGrp="1"/>
          </p:cNvSpPr>
          <p:nvPr/>
        </p:nvSpPr>
        <p:spPr>
          <a:xfrm>
            <a:off x="3535363" y="4048125"/>
            <a:ext cx="34925" cy="547688"/>
          </a:xfrm>
          <a:prstGeom prst="rect">
            <a:avLst/>
          </a:prstGeom>
          <a:solidFill>
            <a:srgbClr val="1D4ED8"/>
          </a:solidFill>
          <a:ln w="13097">
            <a:solidFill>
              <a:srgbClr val="172B4D"/>
            </a:solidFill>
          </a:ln>
        </p:spPr>
      </p:sp>
      <p:sp>
        <p:nvSpPr>
          <p:cNvPr id="326" name="object-326">
            <a:extLst>
              <a:ext uri="{FF2B5EF4-FFF2-40B4-BE49-F238E27FC236}">
                <a16:creationId xmlns:a16="http://schemas.microsoft.com/office/drawing/2014/main" id="{CC093606-9584-428B-89BB-2BB9C1EED92B}"/>
              </a:ext>
            </a:extLst>
          </p:cNvPr>
          <p:cNvSpPr>
            <a:spLocks noGrp="1"/>
          </p:cNvSpPr>
          <p:nvPr/>
        </p:nvSpPr>
        <p:spPr>
          <a:xfrm>
            <a:off x="3570288" y="4048125"/>
            <a:ext cx="34925" cy="547688"/>
          </a:xfrm>
          <a:prstGeom prst="rect">
            <a:avLst/>
          </a:prstGeom>
          <a:solidFill>
            <a:srgbClr val="1D4ED8"/>
          </a:solidFill>
          <a:ln w="13097">
            <a:solidFill>
              <a:srgbClr val="172B4D"/>
            </a:solidFill>
          </a:ln>
        </p:spPr>
      </p:sp>
      <p:sp>
        <p:nvSpPr>
          <p:cNvPr id="327" name="object-327">
            <a:extLst>
              <a:ext uri="{FF2B5EF4-FFF2-40B4-BE49-F238E27FC236}">
                <a16:creationId xmlns:a16="http://schemas.microsoft.com/office/drawing/2014/main" id="{A3D20A33-55B4-4DC9-9522-D443060ACB22}"/>
              </a:ext>
            </a:extLst>
          </p:cNvPr>
          <p:cNvSpPr>
            <a:spLocks noGrp="1"/>
          </p:cNvSpPr>
          <p:nvPr/>
        </p:nvSpPr>
        <p:spPr>
          <a:xfrm>
            <a:off x="3605213" y="4048125"/>
            <a:ext cx="34925" cy="547688"/>
          </a:xfrm>
          <a:prstGeom prst="rect">
            <a:avLst/>
          </a:prstGeom>
          <a:solidFill>
            <a:srgbClr val="1D4ED8"/>
          </a:solidFill>
          <a:ln w="13097">
            <a:solidFill>
              <a:srgbClr val="172B4D"/>
            </a:solidFill>
          </a:ln>
        </p:spPr>
      </p:sp>
      <p:sp>
        <p:nvSpPr>
          <p:cNvPr id="328" name="object-328">
            <a:extLst>
              <a:ext uri="{FF2B5EF4-FFF2-40B4-BE49-F238E27FC236}">
                <a16:creationId xmlns:a16="http://schemas.microsoft.com/office/drawing/2014/main" id="{EBA4D65A-450A-4F76-89EF-269E78EE69A9}"/>
              </a:ext>
            </a:extLst>
          </p:cNvPr>
          <p:cNvSpPr>
            <a:spLocks noGrp="1"/>
          </p:cNvSpPr>
          <p:nvPr/>
        </p:nvSpPr>
        <p:spPr>
          <a:xfrm>
            <a:off x="3640138" y="4048125"/>
            <a:ext cx="34925" cy="547688"/>
          </a:xfrm>
          <a:prstGeom prst="rect">
            <a:avLst/>
          </a:prstGeom>
          <a:solidFill>
            <a:srgbClr val="1D4ED8"/>
          </a:solidFill>
          <a:ln w="13097">
            <a:solidFill>
              <a:srgbClr val="172B4D"/>
            </a:solidFill>
          </a:ln>
        </p:spPr>
      </p:sp>
      <p:sp>
        <p:nvSpPr>
          <p:cNvPr id="329" name="object-329">
            <a:extLst>
              <a:ext uri="{FF2B5EF4-FFF2-40B4-BE49-F238E27FC236}">
                <a16:creationId xmlns:a16="http://schemas.microsoft.com/office/drawing/2014/main" id="{CE7D7968-1003-4DB1-BD75-CDFE32104A8E}"/>
              </a:ext>
            </a:extLst>
          </p:cNvPr>
          <p:cNvSpPr>
            <a:spLocks noGrp="1"/>
          </p:cNvSpPr>
          <p:nvPr/>
        </p:nvSpPr>
        <p:spPr>
          <a:xfrm>
            <a:off x="3675063" y="4048125"/>
            <a:ext cx="34925" cy="547688"/>
          </a:xfrm>
          <a:prstGeom prst="rect">
            <a:avLst/>
          </a:prstGeom>
          <a:solidFill>
            <a:srgbClr val="1D4ED8"/>
          </a:solidFill>
          <a:ln w="13097">
            <a:solidFill>
              <a:srgbClr val="172B4D"/>
            </a:solidFill>
          </a:ln>
        </p:spPr>
      </p:sp>
      <p:sp>
        <p:nvSpPr>
          <p:cNvPr id="330" name="object-330">
            <a:extLst>
              <a:ext uri="{FF2B5EF4-FFF2-40B4-BE49-F238E27FC236}">
                <a16:creationId xmlns:a16="http://schemas.microsoft.com/office/drawing/2014/main" id="{F4D67F84-37BD-426E-B6EC-DDCD2389125D}"/>
              </a:ext>
            </a:extLst>
          </p:cNvPr>
          <p:cNvSpPr>
            <a:spLocks noGrp="1"/>
          </p:cNvSpPr>
          <p:nvPr/>
        </p:nvSpPr>
        <p:spPr>
          <a:xfrm>
            <a:off x="3709988" y="4048125"/>
            <a:ext cx="34925" cy="547688"/>
          </a:xfrm>
          <a:prstGeom prst="rect">
            <a:avLst/>
          </a:prstGeom>
          <a:solidFill>
            <a:srgbClr val="1D4ED8"/>
          </a:solidFill>
          <a:ln w="13097">
            <a:solidFill>
              <a:srgbClr val="172B4D"/>
            </a:solidFill>
          </a:ln>
        </p:spPr>
      </p:sp>
      <p:sp>
        <p:nvSpPr>
          <p:cNvPr id="331" name="object-331">
            <a:extLst>
              <a:ext uri="{FF2B5EF4-FFF2-40B4-BE49-F238E27FC236}">
                <a16:creationId xmlns:a16="http://schemas.microsoft.com/office/drawing/2014/main" id="{9C9DE9DE-95CE-4439-A7A5-5D16FF09BC94}"/>
              </a:ext>
            </a:extLst>
          </p:cNvPr>
          <p:cNvSpPr>
            <a:spLocks noGrp="1"/>
          </p:cNvSpPr>
          <p:nvPr/>
        </p:nvSpPr>
        <p:spPr>
          <a:xfrm>
            <a:off x="3744912" y="4048125"/>
            <a:ext cx="34925" cy="547688"/>
          </a:xfrm>
          <a:prstGeom prst="rect">
            <a:avLst/>
          </a:prstGeom>
          <a:solidFill>
            <a:srgbClr val="1D4ED8"/>
          </a:solidFill>
          <a:ln w="13097">
            <a:solidFill>
              <a:srgbClr val="172B4D"/>
            </a:solidFill>
          </a:ln>
        </p:spPr>
      </p:sp>
      <p:sp>
        <p:nvSpPr>
          <p:cNvPr id="332" name="object-332">
            <a:extLst>
              <a:ext uri="{FF2B5EF4-FFF2-40B4-BE49-F238E27FC236}">
                <a16:creationId xmlns:a16="http://schemas.microsoft.com/office/drawing/2014/main" id="{5DC6FC2D-D31E-48A4-8720-894336624AE5}"/>
              </a:ext>
            </a:extLst>
          </p:cNvPr>
          <p:cNvSpPr>
            <a:spLocks noGrp="1"/>
          </p:cNvSpPr>
          <p:nvPr/>
        </p:nvSpPr>
        <p:spPr>
          <a:xfrm>
            <a:off x="3779838" y="4048125"/>
            <a:ext cx="34925" cy="547688"/>
          </a:xfrm>
          <a:prstGeom prst="rect">
            <a:avLst/>
          </a:prstGeom>
          <a:solidFill>
            <a:srgbClr val="1D4ED8"/>
          </a:solidFill>
          <a:ln w="13097">
            <a:solidFill>
              <a:srgbClr val="172B4D"/>
            </a:solidFill>
          </a:ln>
        </p:spPr>
      </p:sp>
      <p:sp>
        <p:nvSpPr>
          <p:cNvPr id="333" name="object-333">
            <a:extLst>
              <a:ext uri="{FF2B5EF4-FFF2-40B4-BE49-F238E27FC236}">
                <a16:creationId xmlns:a16="http://schemas.microsoft.com/office/drawing/2014/main" id="{166E45E3-259B-4E91-B4DF-D11086138BF3}"/>
              </a:ext>
            </a:extLst>
          </p:cNvPr>
          <p:cNvSpPr>
            <a:spLocks noGrp="1"/>
          </p:cNvSpPr>
          <p:nvPr/>
        </p:nvSpPr>
        <p:spPr>
          <a:xfrm>
            <a:off x="3814763" y="4048125"/>
            <a:ext cx="34925" cy="547688"/>
          </a:xfrm>
          <a:prstGeom prst="rect">
            <a:avLst/>
          </a:prstGeom>
          <a:solidFill>
            <a:srgbClr val="1D4ED8"/>
          </a:solidFill>
          <a:ln w="13097">
            <a:solidFill>
              <a:srgbClr val="172B4D"/>
            </a:solidFill>
          </a:ln>
        </p:spPr>
      </p:sp>
      <p:sp>
        <p:nvSpPr>
          <p:cNvPr id="334" name="object-334">
            <a:extLst>
              <a:ext uri="{FF2B5EF4-FFF2-40B4-BE49-F238E27FC236}">
                <a16:creationId xmlns:a16="http://schemas.microsoft.com/office/drawing/2014/main" id="{5E3E28D6-E673-497F-9F00-09029AF29E3C}"/>
              </a:ext>
            </a:extLst>
          </p:cNvPr>
          <p:cNvSpPr>
            <a:spLocks noGrp="1"/>
          </p:cNvSpPr>
          <p:nvPr/>
        </p:nvSpPr>
        <p:spPr>
          <a:xfrm>
            <a:off x="3849687" y="4048125"/>
            <a:ext cx="34925" cy="547688"/>
          </a:xfrm>
          <a:prstGeom prst="rect">
            <a:avLst/>
          </a:prstGeom>
          <a:solidFill>
            <a:srgbClr val="1D4ED8"/>
          </a:solidFill>
          <a:ln w="13097">
            <a:solidFill>
              <a:srgbClr val="172B4D"/>
            </a:solidFill>
          </a:ln>
        </p:spPr>
      </p:sp>
      <p:sp>
        <p:nvSpPr>
          <p:cNvPr id="335" name="object-335">
            <a:extLst>
              <a:ext uri="{FF2B5EF4-FFF2-40B4-BE49-F238E27FC236}">
                <a16:creationId xmlns:a16="http://schemas.microsoft.com/office/drawing/2014/main" id="{778E84C3-DC0E-41F0-A637-32902F7AF918}"/>
              </a:ext>
            </a:extLst>
          </p:cNvPr>
          <p:cNvSpPr>
            <a:spLocks noGrp="1"/>
          </p:cNvSpPr>
          <p:nvPr/>
        </p:nvSpPr>
        <p:spPr>
          <a:xfrm>
            <a:off x="3884613" y="4048125"/>
            <a:ext cx="34925" cy="547688"/>
          </a:xfrm>
          <a:prstGeom prst="rect">
            <a:avLst/>
          </a:prstGeom>
          <a:solidFill>
            <a:srgbClr val="1D4ED8"/>
          </a:solidFill>
          <a:ln w="13097">
            <a:solidFill>
              <a:srgbClr val="172B4D"/>
            </a:solidFill>
          </a:ln>
        </p:spPr>
      </p:sp>
      <p:sp>
        <p:nvSpPr>
          <p:cNvPr id="336" name="object-336">
            <a:extLst>
              <a:ext uri="{FF2B5EF4-FFF2-40B4-BE49-F238E27FC236}">
                <a16:creationId xmlns:a16="http://schemas.microsoft.com/office/drawing/2014/main" id="{BC28FEE2-A2FA-4A4D-95E4-6FF7FD9A3A6D}"/>
              </a:ext>
            </a:extLst>
          </p:cNvPr>
          <p:cNvSpPr>
            <a:spLocks noGrp="1"/>
          </p:cNvSpPr>
          <p:nvPr/>
        </p:nvSpPr>
        <p:spPr>
          <a:xfrm>
            <a:off x="3919538" y="4048125"/>
            <a:ext cx="34925" cy="547688"/>
          </a:xfrm>
          <a:prstGeom prst="rect">
            <a:avLst/>
          </a:prstGeom>
          <a:solidFill>
            <a:srgbClr val="1D4ED8"/>
          </a:solidFill>
          <a:ln w="13097">
            <a:solidFill>
              <a:srgbClr val="172B4D"/>
            </a:solidFill>
          </a:ln>
        </p:spPr>
      </p:sp>
      <p:sp>
        <p:nvSpPr>
          <p:cNvPr id="337" name="object-337">
            <a:extLst>
              <a:ext uri="{FF2B5EF4-FFF2-40B4-BE49-F238E27FC236}">
                <a16:creationId xmlns:a16="http://schemas.microsoft.com/office/drawing/2014/main" id="{664C1E80-B9E6-421D-8F15-74033C8DAA1A}"/>
              </a:ext>
            </a:extLst>
          </p:cNvPr>
          <p:cNvSpPr>
            <a:spLocks noGrp="1"/>
          </p:cNvSpPr>
          <p:nvPr/>
        </p:nvSpPr>
        <p:spPr>
          <a:xfrm>
            <a:off x="3954462" y="4048125"/>
            <a:ext cx="34925" cy="547688"/>
          </a:xfrm>
          <a:prstGeom prst="rect">
            <a:avLst/>
          </a:prstGeom>
          <a:solidFill>
            <a:srgbClr val="1D4ED8"/>
          </a:solidFill>
          <a:ln w="13097">
            <a:solidFill>
              <a:srgbClr val="172B4D"/>
            </a:solidFill>
          </a:ln>
        </p:spPr>
      </p:sp>
      <p:sp>
        <p:nvSpPr>
          <p:cNvPr id="338" name="object-338">
            <a:extLst>
              <a:ext uri="{FF2B5EF4-FFF2-40B4-BE49-F238E27FC236}">
                <a16:creationId xmlns:a16="http://schemas.microsoft.com/office/drawing/2014/main" id="{4F5BAFE2-2705-4CE4-B0AF-4E51F6D4BC84}"/>
              </a:ext>
            </a:extLst>
          </p:cNvPr>
          <p:cNvSpPr>
            <a:spLocks noGrp="1"/>
          </p:cNvSpPr>
          <p:nvPr/>
        </p:nvSpPr>
        <p:spPr>
          <a:xfrm>
            <a:off x="3989388" y="4048125"/>
            <a:ext cx="34925" cy="547688"/>
          </a:xfrm>
          <a:prstGeom prst="rect">
            <a:avLst/>
          </a:prstGeom>
          <a:solidFill>
            <a:srgbClr val="1D4ED8"/>
          </a:solidFill>
          <a:ln w="13097">
            <a:solidFill>
              <a:srgbClr val="172B4D"/>
            </a:solidFill>
          </a:ln>
        </p:spPr>
      </p:sp>
      <p:sp>
        <p:nvSpPr>
          <p:cNvPr id="339" name="object-339">
            <a:extLst>
              <a:ext uri="{FF2B5EF4-FFF2-40B4-BE49-F238E27FC236}">
                <a16:creationId xmlns:a16="http://schemas.microsoft.com/office/drawing/2014/main" id="{1D2C8917-EFD8-42A6-B7E1-BFE3A8D67C92}"/>
              </a:ext>
            </a:extLst>
          </p:cNvPr>
          <p:cNvSpPr>
            <a:spLocks noGrp="1"/>
          </p:cNvSpPr>
          <p:nvPr/>
        </p:nvSpPr>
        <p:spPr>
          <a:xfrm>
            <a:off x="4024313" y="4048125"/>
            <a:ext cx="34925" cy="547688"/>
          </a:xfrm>
          <a:prstGeom prst="rect">
            <a:avLst/>
          </a:prstGeom>
          <a:solidFill>
            <a:srgbClr val="1D4ED8"/>
          </a:solidFill>
          <a:ln w="13097">
            <a:solidFill>
              <a:srgbClr val="172B4D"/>
            </a:solidFill>
          </a:ln>
        </p:spPr>
      </p:sp>
      <p:sp>
        <p:nvSpPr>
          <p:cNvPr id="340" name="object-340">
            <a:extLst>
              <a:ext uri="{FF2B5EF4-FFF2-40B4-BE49-F238E27FC236}">
                <a16:creationId xmlns:a16="http://schemas.microsoft.com/office/drawing/2014/main" id="{F68E0458-C77F-4317-AAAC-BB947E7645FB}"/>
              </a:ext>
            </a:extLst>
          </p:cNvPr>
          <p:cNvSpPr>
            <a:spLocks noGrp="1"/>
          </p:cNvSpPr>
          <p:nvPr/>
        </p:nvSpPr>
        <p:spPr>
          <a:xfrm>
            <a:off x="4059238" y="4048125"/>
            <a:ext cx="34925" cy="547688"/>
          </a:xfrm>
          <a:prstGeom prst="rect">
            <a:avLst/>
          </a:prstGeom>
          <a:solidFill>
            <a:srgbClr val="1D4ED8"/>
          </a:solidFill>
          <a:ln w="13097">
            <a:solidFill>
              <a:srgbClr val="172B4D"/>
            </a:solidFill>
          </a:ln>
        </p:spPr>
      </p:sp>
      <p:sp>
        <p:nvSpPr>
          <p:cNvPr id="341" name="object-341">
            <a:extLst>
              <a:ext uri="{FF2B5EF4-FFF2-40B4-BE49-F238E27FC236}">
                <a16:creationId xmlns:a16="http://schemas.microsoft.com/office/drawing/2014/main" id="{BEA26ED3-255F-4EC5-B0B4-17E1995CA506}"/>
              </a:ext>
            </a:extLst>
          </p:cNvPr>
          <p:cNvSpPr>
            <a:spLocks noGrp="1"/>
          </p:cNvSpPr>
          <p:nvPr/>
        </p:nvSpPr>
        <p:spPr>
          <a:xfrm>
            <a:off x="4094163" y="4048125"/>
            <a:ext cx="34925" cy="547688"/>
          </a:xfrm>
          <a:prstGeom prst="rect">
            <a:avLst/>
          </a:prstGeom>
          <a:solidFill>
            <a:srgbClr val="1D4ED8"/>
          </a:solidFill>
          <a:ln w="13097">
            <a:solidFill>
              <a:srgbClr val="172B4D"/>
            </a:solidFill>
          </a:ln>
        </p:spPr>
      </p:sp>
      <p:sp>
        <p:nvSpPr>
          <p:cNvPr id="342" name="object-342">
            <a:extLst>
              <a:ext uri="{FF2B5EF4-FFF2-40B4-BE49-F238E27FC236}">
                <a16:creationId xmlns:a16="http://schemas.microsoft.com/office/drawing/2014/main" id="{C2935BC0-2BCD-4762-B669-09D2BDC61D87}"/>
              </a:ext>
            </a:extLst>
          </p:cNvPr>
          <p:cNvSpPr>
            <a:spLocks noGrp="1"/>
          </p:cNvSpPr>
          <p:nvPr/>
        </p:nvSpPr>
        <p:spPr>
          <a:xfrm>
            <a:off x="4129088" y="4048125"/>
            <a:ext cx="34925" cy="547688"/>
          </a:xfrm>
          <a:prstGeom prst="rect">
            <a:avLst/>
          </a:prstGeom>
          <a:solidFill>
            <a:srgbClr val="1D4ED8"/>
          </a:solidFill>
          <a:ln w="13097">
            <a:solidFill>
              <a:srgbClr val="172B4D"/>
            </a:solidFill>
          </a:ln>
        </p:spPr>
      </p:sp>
      <p:sp>
        <p:nvSpPr>
          <p:cNvPr id="343" name="object-343">
            <a:extLst>
              <a:ext uri="{FF2B5EF4-FFF2-40B4-BE49-F238E27FC236}">
                <a16:creationId xmlns:a16="http://schemas.microsoft.com/office/drawing/2014/main" id="{9EF8B86B-3A0E-49E3-B82D-822CE920D1E4}"/>
              </a:ext>
            </a:extLst>
          </p:cNvPr>
          <p:cNvSpPr>
            <a:spLocks noGrp="1"/>
          </p:cNvSpPr>
          <p:nvPr/>
        </p:nvSpPr>
        <p:spPr>
          <a:xfrm>
            <a:off x="4164013" y="4048125"/>
            <a:ext cx="34925" cy="547688"/>
          </a:xfrm>
          <a:prstGeom prst="rect">
            <a:avLst/>
          </a:prstGeom>
          <a:solidFill>
            <a:srgbClr val="1D4ED8"/>
          </a:solidFill>
          <a:ln w="13097">
            <a:solidFill>
              <a:srgbClr val="172B4D"/>
            </a:solidFill>
          </a:ln>
        </p:spPr>
      </p:sp>
      <p:sp>
        <p:nvSpPr>
          <p:cNvPr id="344" name="object-344">
            <a:extLst>
              <a:ext uri="{FF2B5EF4-FFF2-40B4-BE49-F238E27FC236}">
                <a16:creationId xmlns:a16="http://schemas.microsoft.com/office/drawing/2014/main" id="{8598779E-20D0-4917-A9A4-1E67C528D065}"/>
              </a:ext>
            </a:extLst>
          </p:cNvPr>
          <p:cNvSpPr>
            <a:spLocks noGrp="1"/>
          </p:cNvSpPr>
          <p:nvPr/>
        </p:nvSpPr>
        <p:spPr>
          <a:xfrm>
            <a:off x="4198938" y="4048125"/>
            <a:ext cx="34925" cy="547688"/>
          </a:xfrm>
          <a:prstGeom prst="rect">
            <a:avLst/>
          </a:prstGeom>
          <a:solidFill>
            <a:srgbClr val="1D4ED8"/>
          </a:solidFill>
          <a:ln w="13097">
            <a:solidFill>
              <a:srgbClr val="172B4D"/>
            </a:solidFill>
          </a:ln>
        </p:spPr>
      </p:sp>
      <p:sp>
        <p:nvSpPr>
          <p:cNvPr id="345" name="object-345">
            <a:extLst>
              <a:ext uri="{FF2B5EF4-FFF2-40B4-BE49-F238E27FC236}">
                <a16:creationId xmlns:a16="http://schemas.microsoft.com/office/drawing/2014/main" id="{42C8CB3C-BE67-4DE4-A418-2489B8C0C78C}"/>
              </a:ext>
            </a:extLst>
          </p:cNvPr>
          <p:cNvSpPr>
            <a:spLocks noGrp="1"/>
          </p:cNvSpPr>
          <p:nvPr/>
        </p:nvSpPr>
        <p:spPr>
          <a:xfrm>
            <a:off x="4233863" y="4048125"/>
            <a:ext cx="34925" cy="547688"/>
          </a:xfrm>
          <a:prstGeom prst="rect">
            <a:avLst/>
          </a:prstGeom>
          <a:solidFill>
            <a:srgbClr val="1D4ED8"/>
          </a:solidFill>
          <a:ln w="13097">
            <a:solidFill>
              <a:srgbClr val="172B4D"/>
            </a:solidFill>
          </a:ln>
        </p:spPr>
      </p:sp>
      <p:sp>
        <p:nvSpPr>
          <p:cNvPr id="346" name="object-346">
            <a:extLst>
              <a:ext uri="{FF2B5EF4-FFF2-40B4-BE49-F238E27FC236}">
                <a16:creationId xmlns:a16="http://schemas.microsoft.com/office/drawing/2014/main" id="{EB16CB11-3D89-4683-B411-ED6B9CC78B8E}"/>
              </a:ext>
            </a:extLst>
          </p:cNvPr>
          <p:cNvSpPr>
            <a:spLocks noGrp="1"/>
          </p:cNvSpPr>
          <p:nvPr/>
        </p:nvSpPr>
        <p:spPr>
          <a:xfrm>
            <a:off x="4268788" y="4048125"/>
            <a:ext cx="34925" cy="547688"/>
          </a:xfrm>
          <a:prstGeom prst="rect">
            <a:avLst/>
          </a:prstGeom>
          <a:solidFill>
            <a:srgbClr val="1D4ED8"/>
          </a:solidFill>
          <a:ln w="13097">
            <a:solidFill>
              <a:srgbClr val="172B4D"/>
            </a:solidFill>
          </a:ln>
        </p:spPr>
      </p:sp>
      <p:sp>
        <p:nvSpPr>
          <p:cNvPr id="347" name="object-347">
            <a:extLst>
              <a:ext uri="{FF2B5EF4-FFF2-40B4-BE49-F238E27FC236}">
                <a16:creationId xmlns:a16="http://schemas.microsoft.com/office/drawing/2014/main" id="{2F44BB8B-D4D1-45E1-9E43-8548D80B5487}"/>
              </a:ext>
            </a:extLst>
          </p:cNvPr>
          <p:cNvSpPr>
            <a:spLocks noGrp="1"/>
          </p:cNvSpPr>
          <p:nvPr/>
        </p:nvSpPr>
        <p:spPr>
          <a:xfrm>
            <a:off x="4303713" y="4048125"/>
            <a:ext cx="34925" cy="547688"/>
          </a:xfrm>
          <a:prstGeom prst="rect">
            <a:avLst/>
          </a:prstGeom>
          <a:solidFill>
            <a:srgbClr val="1D4ED8"/>
          </a:solidFill>
          <a:ln w="13097">
            <a:solidFill>
              <a:srgbClr val="172B4D"/>
            </a:solidFill>
          </a:ln>
        </p:spPr>
      </p:sp>
      <p:sp>
        <p:nvSpPr>
          <p:cNvPr id="348" name="object-348">
            <a:extLst>
              <a:ext uri="{FF2B5EF4-FFF2-40B4-BE49-F238E27FC236}">
                <a16:creationId xmlns:a16="http://schemas.microsoft.com/office/drawing/2014/main" id="{14325CBC-7873-4FCA-8972-78AFE85C4D7C}"/>
              </a:ext>
            </a:extLst>
          </p:cNvPr>
          <p:cNvSpPr>
            <a:spLocks noGrp="1"/>
          </p:cNvSpPr>
          <p:nvPr/>
        </p:nvSpPr>
        <p:spPr>
          <a:xfrm>
            <a:off x="4338638" y="4048125"/>
            <a:ext cx="34925" cy="547688"/>
          </a:xfrm>
          <a:prstGeom prst="rect">
            <a:avLst/>
          </a:prstGeom>
          <a:solidFill>
            <a:srgbClr val="1D4ED8"/>
          </a:solidFill>
          <a:ln w="13097">
            <a:solidFill>
              <a:srgbClr val="172B4D"/>
            </a:solidFill>
          </a:ln>
        </p:spPr>
      </p:sp>
      <p:sp>
        <p:nvSpPr>
          <p:cNvPr id="349" name="object-349">
            <a:extLst>
              <a:ext uri="{FF2B5EF4-FFF2-40B4-BE49-F238E27FC236}">
                <a16:creationId xmlns:a16="http://schemas.microsoft.com/office/drawing/2014/main" id="{994E19C8-A7B3-4DCD-9403-DA4D51B15B59}"/>
              </a:ext>
            </a:extLst>
          </p:cNvPr>
          <p:cNvSpPr>
            <a:spLocks noGrp="1"/>
          </p:cNvSpPr>
          <p:nvPr/>
        </p:nvSpPr>
        <p:spPr>
          <a:xfrm>
            <a:off x="4373563" y="4048125"/>
            <a:ext cx="34925" cy="547688"/>
          </a:xfrm>
          <a:prstGeom prst="rect">
            <a:avLst/>
          </a:prstGeom>
          <a:solidFill>
            <a:srgbClr val="1D4ED8"/>
          </a:solidFill>
          <a:ln w="13097">
            <a:solidFill>
              <a:srgbClr val="172B4D"/>
            </a:solidFill>
          </a:ln>
        </p:spPr>
      </p:sp>
      <p:sp>
        <p:nvSpPr>
          <p:cNvPr id="350" name="object-350">
            <a:extLst>
              <a:ext uri="{FF2B5EF4-FFF2-40B4-BE49-F238E27FC236}">
                <a16:creationId xmlns:a16="http://schemas.microsoft.com/office/drawing/2014/main" id="{E084D8D1-1E52-4871-AD9A-B70BEB44E3E5}"/>
              </a:ext>
            </a:extLst>
          </p:cNvPr>
          <p:cNvSpPr>
            <a:spLocks noGrp="1"/>
          </p:cNvSpPr>
          <p:nvPr/>
        </p:nvSpPr>
        <p:spPr>
          <a:xfrm>
            <a:off x="4408488" y="4048125"/>
            <a:ext cx="34925" cy="547688"/>
          </a:xfrm>
          <a:prstGeom prst="rect">
            <a:avLst/>
          </a:prstGeom>
          <a:solidFill>
            <a:srgbClr val="1D4ED8"/>
          </a:solidFill>
          <a:ln w="13097">
            <a:solidFill>
              <a:srgbClr val="172B4D"/>
            </a:solidFill>
          </a:ln>
        </p:spPr>
      </p:sp>
      <p:sp>
        <p:nvSpPr>
          <p:cNvPr id="351" name="object-351">
            <a:extLst>
              <a:ext uri="{FF2B5EF4-FFF2-40B4-BE49-F238E27FC236}">
                <a16:creationId xmlns:a16="http://schemas.microsoft.com/office/drawing/2014/main" id="{67182A64-98BC-4844-8464-34C0E20A7736}"/>
              </a:ext>
            </a:extLst>
          </p:cNvPr>
          <p:cNvSpPr>
            <a:spLocks noGrp="1"/>
          </p:cNvSpPr>
          <p:nvPr/>
        </p:nvSpPr>
        <p:spPr>
          <a:xfrm>
            <a:off x="4443413" y="4048125"/>
            <a:ext cx="34925" cy="547688"/>
          </a:xfrm>
          <a:prstGeom prst="rect">
            <a:avLst/>
          </a:prstGeom>
          <a:solidFill>
            <a:srgbClr val="1D4ED8"/>
          </a:solidFill>
          <a:ln w="13097">
            <a:solidFill>
              <a:srgbClr val="172B4D"/>
            </a:solidFill>
          </a:ln>
        </p:spPr>
      </p:sp>
      <p:sp>
        <p:nvSpPr>
          <p:cNvPr id="352" name="object-352">
            <a:extLst>
              <a:ext uri="{FF2B5EF4-FFF2-40B4-BE49-F238E27FC236}">
                <a16:creationId xmlns:a16="http://schemas.microsoft.com/office/drawing/2014/main" id="{CB86D34E-2B1C-4703-8EC5-2BB6F76BD94B}"/>
              </a:ext>
            </a:extLst>
          </p:cNvPr>
          <p:cNvSpPr>
            <a:spLocks noGrp="1"/>
          </p:cNvSpPr>
          <p:nvPr/>
        </p:nvSpPr>
        <p:spPr>
          <a:xfrm>
            <a:off x="4478338" y="4048125"/>
            <a:ext cx="34925" cy="547688"/>
          </a:xfrm>
          <a:prstGeom prst="rect">
            <a:avLst/>
          </a:prstGeom>
          <a:solidFill>
            <a:srgbClr val="1D4ED8"/>
          </a:solidFill>
          <a:ln w="13097">
            <a:solidFill>
              <a:srgbClr val="172B4D"/>
            </a:solidFill>
          </a:ln>
        </p:spPr>
      </p:sp>
      <p:sp>
        <p:nvSpPr>
          <p:cNvPr id="353" name="object-353">
            <a:extLst>
              <a:ext uri="{FF2B5EF4-FFF2-40B4-BE49-F238E27FC236}">
                <a16:creationId xmlns:a16="http://schemas.microsoft.com/office/drawing/2014/main" id="{DD2C0C7A-8712-4E97-9FAF-0EC216472AE2}"/>
              </a:ext>
            </a:extLst>
          </p:cNvPr>
          <p:cNvSpPr>
            <a:spLocks noGrp="1"/>
          </p:cNvSpPr>
          <p:nvPr/>
        </p:nvSpPr>
        <p:spPr>
          <a:xfrm>
            <a:off x="4513263" y="4048125"/>
            <a:ext cx="34925" cy="547688"/>
          </a:xfrm>
          <a:prstGeom prst="rect">
            <a:avLst/>
          </a:prstGeom>
          <a:solidFill>
            <a:srgbClr val="1D4ED8"/>
          </a:solidFill>
          <a:ln w="13097">
            <a:solidFill>
              <a:srgbClr val="172B4D"/>
            </a:solidFill>
          </a:ln>
        </p:spPr>
      </p:sp>
      <p:sp>
        <p:nvSpPr>
          <p:cNvPr id="354" name="object-354">
            <a:extLst>
              <a:ext uri="{FF2B5EF4-FFF2-40B4-BE49-F238E27FC236}">
                <a16:creationId xmlns:a16="http://schemas.microsoft.com/office/drawing/2014/main" id="{A7A0D225-A9AE-482D-B7CA-64181AE7FCF5}"/>
              </a:ext>
            </a:extLst>
          </p:cNvPr>
          <p:cNvSpPr>
            <a:spLocks noGrp="1"/>
          </p:cNvSpPr>
          <p:nvPr/>
        </p:nvSpPr>
        <p:spPr>
          <a:xfrm>
            <a:off x="4548188" y="4048125"/>
            <a:ext cx="34925" cy="547688"/>
          </a:xfrm>
          <a:prstGeom prst="rect">
            <a:avLst/>
          </a:prstGeom>
          <a:solidFill>
            <a:srgbClr val="1D4ED8"/>
          </a:solidFill>
          <a:ln w="13097">
            <a:solidFill>
              <a:srgbClr val="172B4D"/>
            </a:solidFill>
          </a:ln>
        </p:spPr>
      </p:sp>
      <p:sp>
        <p:nvSpPr>
          <p:cNvPr id="355" name="object-355">
            <a:extLst>
              <a:ext uri="{FF2B5EF4-FFF2-40B4-BE49-F238E27FC236}">
                <a16:creationId xmlns:a16="http://schemas.microsoft.com/office/drawing/2014/main" id="{614337EF-AD62-49F4-8229-06A85264EBE9}"/>
              </a:ext>
            </a:extLst>
          </p:cNvPr>
          <p:cNvSpPr>
            <a:spLocks noGrp="1"/>
          </p:cNvSpPr>
          <p:nvPr/>
        </p:nvSpPr>
        <p:spPr>
          <a:xfrm>
            <a:off x="4583113" y="4048125"/>
            <a:ext cx="34925" cy="547688"/>
          </a:xfrm>
          <a:prstGeom prst="rect">
            <a:avLst/>
          </a:prstGeom>
          <a:solidFill>
            <a:srgbClr val="1D4ED8"/>
          </a:solidFill>
          <a:ln w="13097">
            <a:solidFill>
              <a:srgbClr val="172B4D"/>
            </a:solidFill>
          </a:ln>
        </p:spPr>
      </p:sp>
      <p:sp>
        <p:nvSpPr>
          <p:cNvPr id="356" name="object-356">
            <a:extLst>
              <a:ext uri="{FF2B5EF4-FFF2-40B4-BE49-F238E27FC236}">
                <a16:creationId xmlns:a16="http://schemas.microsoft.com/office/drawing/2014/main" id="{F0C321C4-F23B-4BEA-9B58-9EF91AC3CE18}"/>
              </a:ext>
            </a:extLst>
          </p:cNvPr>
          <p:cNvSpPr>
            <a:spLocks noGrp="1"/>
          </p:cNvSpPr>
          <p:nvPr/>
        </p:nvSpPr>
        <p:spPr>
          <a:xfrm>
            <a:off x="4618038" y="4048125"/>
            <a:ext cx="34925" cy="547688"/>
          </a:xfrm>
          <a:prstGeom prst="rect">
            <a:avLst/>
          </a:prstGeom>
          <a:solidFill>
            <a:srgbClr val="1D4ED8"/>
          </a:solidFill>
          <a:ln w="13097">
            <a:solidFill>
              <a:srgbClr val="172B4D"/>
            </a:solidFill>
          </a:ln>
        </p:spPr>
      </p:sp>
      <p:sp>
        <p:nvSpPr>
          <p:cNvPr id="357" name="object-357">
            <a:extLst>
              <a:ext uri="{FF2B5EF4-FFF2-40B4-BE49-F238E27FC236}">
                <a16:creationId xmlns:a16="http://schemas.microsoft.com/office/drawing/2014/main" id="{961F3D46-D32E-49A6-9279-70AB756D30F8}"/>
              </a:ext>
            </a:extLst>
          </p:cNvPr>
          <p:cNvSpPr>
            <a:spLocks noGrp="1"/>
          </p:cNvSpPr>
          <p:nvPr/>
        </p:nvSpPr>
        <p:spPr>
          <a:xfrm>
            <a:off x="4652963" y="4048125"/>
            <a:ext cx="34925" cy="547688"/>
          </a:xfrm>
          <a:prstGeom prst="rect">
            <a:avLst/>
          </a:prstGeom>
          <a:solidFill>
            <a:srgbClr val="1D4ED8"/>
          </a:solidFill>
          <a:ln w="13097">
            <a:solidFill>
              <a:srgbClr val="172B4D"/>
            </a:solidFill>
          </a:ln>
        </p:spPr>
      </p:sp>
      <p:sp>
        <p:nvSpPr>
          <p:cNvPr id="358" name="object-358">
            <a:extLst>
              <a:ext uri="{FF2B5EF4-FFF2-40B4-BE49-F238E27FC236}">
                <a16:creationId xmlns:a16="http://schemas.microsoft.com/office/drawing/2014/main" id="{DF2BF04F-7794-499A-8ECD-40F38C7DE2A1}"/>
              </a:ext>
            </a:extLst>
          </p:cNvPr>
          <p:cNvSpPr>
            <a:spLocks noGrp="1"/>
          </p:cNvSpPr>
          <p:nvPr/>
        </p:nvSpPr>
        <p:spPr>
          <a:xfrm>
            <a:off x="4687888" y="4048125"/>
            <a:ext cx="34925" cy="547688"/>
          </a:xfrm>
          <a:prstGeom prst="rect">
            <a:avLst/>
          </a:prstGeom>
          <a:solidFill>
            <a:srgbClr val="1D4ED8"/>
          </a:solidFill>
          <a:ln w="13097">
            <a:solidFill>
              <a:srgbClr val="172B4D"/>
            </a:solidFill>
          </a:ln>
        </p:spPr>
      </p:sp>
      <p:sp>
        <p:nvSpPr>
          <p:cNvPr id="359" name="object-359">
            <a:extLst>
              <a:ext uri="{FF2B5EF4-FFF2-40B4-BE49-F238E27FC236}">
                <a16:creationId xmlns:a16="http://schemas.microsoft.com/office/drawing/2014/main" id="{49E393B2-F317-41C7-BE77-4A5A786B8004}"/>
              </a:ext>
            </a:extLst>
          </p:cNvPr>
          <p:cNvSpPr>
            <a:spLocks noGrp="1"/>
          </p:cNvSpPr>
          <p:nvPr/>
        </p:nvSpPr>
        <p:spPr>
          <a:xfrm>
            <a:off x="4722812" y="4048125"/>
            <a:ext cx="34925" cy="547688"/>
          </a:xfrm>
          <a:prstGeom prst="rect">
            <a:avLst/>
          </a:prstGeom>
          <a:solidFill>
            <a:srgbClr val="1D4ED8"/>
          </a:solidFill>
          <a:ln w="13097">
            <a:solidFill>
              <a:srgbClr val="172B4D"/>
            </a:solidFill>
          </a:ln>
        </p:spPr>
      </p:sp>
      <p:sp>
        <p:nvSpPr>
          <p:cNvPr id="360" name="object-360">
            <a:extLst>
              <a:ext uri="{FF2B5EF4-FFF2-40B4-BE49-F238E27FC236}">
                <a16:creationId xmlns:a16="http://schemas.microsoft.com/office/drawing/2014/main" id="{3C252CB9-BE91-497A-8E05-27000A66F491}"/>
              </a:ext>
            </a:extLst>
          </p:cNvPr>
          <p:cNvSpPr>
            <a:spLocks noGrp="1"/>
          </p:cNvSpPr>
          <p:nvPr/>
        </p:nvSpPr>
        <p:spPr>
          <a:xfrm>
            <a:off x="4757738" y="4048125"/>
            <a:ext cx="34925" cy="547688"/>
          </a:xfrm>
          <a:prstGeom prst="rect">
            <a:avLst/>
          </a:prstGeom>
          <a:solidFill>
            <a:srgbClr val="1D4ED8"/>
          </a:solidFill>
          <a:ln w="13097">
            <a:solidFill>
              <a:srgbClr val="172B4D"/>
            </a:solidFill>
          </a:ln>
        </p:spPr>
      </p:sp>
      <p:sp>
        <p:nvSpPr>
          <p:cNvPr id="361" name="object-361">
            <a:extLst>
              <a:ext uri="{FF2B5EF4-FFF2-40B4-BE49-F238E27FC236}">
                <a16:creationId xmlns:a16="http://schemas.microsoft.com/office/drawing/2014/main" id="{F8D10876-D10D-455B-93C5-898891D6ADB6}"/>
              </a:ext>
            </a:extLst>
          </p:cNvPr>
          <p:cNvSpPr>
            <a:spLocks noGrp="1"/>
          </p:cNvSpPr>
          <p:nvPr/>
        </p:nvSpPr>
        <p:spPr>
          <a:xfrm>
            <a:off x="4792663" y="4048125"/>
            <a:ext cx="34925" cy="547688"/>
          </a:xfrm>
          <a:prstGeom prst="rect">
            <a:avLst/>
          </a:prstGeom>
          <a:solidFill>
            <a:srgbClr val="1D4ED8"/>
          </a:solidFill>
          <a:ln w="13097">
            <a:solidFill>
              <a:srgbClr val="172B4D"/>
            </a:solidFill>
          </a:ln>
        </p:spPr>
      </p:sp>
      <p:sp>
        <p:nvSpPr>
          <p:cNvPr id="362" name="object-362">
            <a:extLst>
              <a:ext uri="{FF2B5EF4-FFF2-40B4-BE49-F238E27FC236}">
                <a16:creationId xmlns:a16="http://schemas.microsoft.com/office/drawing/2014/main" id="{7936CD6C-7700-48BE-82C0-E01403076262}"/>
              </a:ext>
            </a:extLst>
          </p:cNvPr>
          <p:cNvSpPr>
            <a:spLocks noGrp="1"/>
          </p:cNvSpPr>
          <p:nvPr/>
        </p:nvSpPr>
        <p:spPr>
          <a:xfrm>
            <a:off x="4827588" y="4048125"/>
            <a:ext cx="34925" cy="547688"/>
          </a:xfrm>
          <a:prstGeom prst="rect">
            <a:avLst/>
          </a:prstGeom>
          <a:solidFill>
            <a:srgbClr val="1D4ED8"/>
          </a:solidFill>
          <a:ln w="13097">
            <a:solidFill>
              <a:srgbClr val="172B4D"/>
            </a:solidFill>
          </a:ln>
        </p:spPr>
      </p:sp>
      <p:sp>
        <p:nvSpPr>
          <p:cNvPr id="363" name="object-363">
            <a:extLst>
              <a:ext uri="{FF2B5EF4-FFF2-40B4-BE49-F238E27FC236}">
                <a16:creationId xmlns:a16="http://schemas.microsoft.com/office/drawing/2014/main" id="{C6EC888A-AB0E-4BA4-9EF9-E4C13B8500EB}"/>
              </a:ext>
            </a:extLst>
          </p:cNvPr>
          <p:cNvSpPr>
            <a:spLocks noGrp="1"/>
          </p:cNvSpPr>
          <p:nvPr/>
        </p:nvSpPr>
        <p:spPr>
          <a:xfrm>
            <a:off x="4862513" y="4048125"/>
            <a:ext cx="34925" cy="547688"/>
          </a:xfrm>
          <a:prstGeom prst="rect">
            <a:avLst/>
          </a:prstGeom>
          <a:solidFill>
            <a:srgbClr val="1D4ED8"/>
          </a:solidFill>
          <a:ln w="13097">
            <a:solidFill>
              <a:srgbClr val="172B4D"/>
            </a:solidFill>
          </a:ln>
        </p:spPr>
      </p:sp>
      <p:sp>
        <p:nvSpPr>
          <p:cNvPr id="364" name="object-364">
            <a:extLst>
              <a:ext uri="{FF2B5EF4-FFF2-40B4-BE49-F238E27FC236}">
                <a16:creationId xmlns:a16="http://schemas.microsoft.com/office/drawing/2014/main" id="{2301F465-7CA6-40C2-90E6-13B15BDB9708}"/>
              </a:ext>
            </a:extLst>
          </p:cNvPr>
          <p:cNvSpPr>
            <a:spLocks noGrp="1"/>
          </p:cNvSpPr>
          <p:nvPr/>
        </p:nvSpPr>
        <p:spPr>
          <a:xfrm>
            <a:off x="4897438" y="4048125"/>
            <a:ext cx="34925" cy="547688"/>
          </a:xfrm>
          <a:prstGeom prst="rect">
            <a:avLst/>
          </a:prstGeom>
          <a:solidFill>
            <a:srgbClr val="1D4ED8"/>
          </a:solidFill>
          <a:ln w="13097">
            <a:solidFill>
              <a:srgbClr val="172B4D"/>
            </a:solidFill>
          </a:ln>
        </p:spPr>
      </p:sp>
      <p:sp>
        <p:nvSpPr>
          <p:cNvPr id="365" name="object-365">
            <a:extLst>
              <a:ext uri="{FF2B5EF4-FFF2-40B4-BE49-F238E27FC236}">
                <a16:creationId xmlns:a16="http://schemas.microsoft.com/office/drawing/2014/main" id="{82C359CB-AC30-4F29-AC8A-59C991814083}"/>
              </a:ext>
            </a:extLst>
          </p:cNvPr>
          <p:cNvSpPr>
            <a:spLocks noGrp="1"/>
          </p:cNvSpPr>
          <p:nvPr/>
        </p:nvSpPr>
        <p:spPr>
          <a:xfrm>
            <a:off x="4932362" y="4048125"/>
            <a:ext cx="34925" cy="547688"/>
          </a:xfrm>
          <a:prstGeom prst="rect">
            <a:avLst/>
          </a:prstGeom>
          <a:solidFill>
            <a:srgbClr val="1D4ED8"/>
          </a:solidFill>
          <a:ln w="13097">
            <a:solidFill>
              <a:srgbClr val="172B4D"/>
            </a:solidFill>
          </a:ln>
        </p:spPr>
      </p:sp>
      <p:sp>
        <p:nvSpPr>
          <p:cNvPr id="366" name="object-366">
            <a:extLst>
              <a:ext uri="{FF2B5EF4-FFF2-40B4-BE49-F238E27FC236}">
                <a16:creationId xmlns:a16="http://schemas.microsoft.com/office/drawing/2014/main" id="{682C0020-2946-422B-8614-C3F94BEA7A3D}"/>
              </a:ext>
            </a:extLst>
          </p:cNvPr>
          <p:cNvSpPr>
            <a:spLocks noGrp="1"/>
          </p:cNvSpPr>
          <p:nvPr/>
        </p:nvSpPr>
        <p:spPr>
          <a:xfrm>
            <a:off x="4967288" y="4048125"/>
            <a:ext cx="34925" cy="547688"/>
          </a:xfrm>
          <a:prstGeom prst="rect">
            <a:avLst/>
          </a:prstGeom>
          <a:solidFill>
            <a:srgbClr val="1D4ED8"/>
          </a:solidFill>
          <a:ln w="13097">
            <a:solidFill>
              <a:srgbClr val="172B4D"/>
            </a:solidFill>
          </a:ln>
        </p:spPr>
      </p:sp>
      <p:sp>
        <p:nvSpPr>
          <p:cNvPr id="367" name="object-367">
            <a:extLst>
              <a:ext uri="{FF2B5EF4-FFF2-40B4-BE49-F238E27FC236}">
                <a16:creationId xmlns:a16="http://schemas.microsoft.com/office/drawing/2014/main" id="{4A5E1AD5-243A-4101-828B-5964F1270C27}"/>
              </a:ext>
            </a:extLst>
          </p:cNvPr>
          <p:cNvSpPr>
            <a:spLocks noGrp="1"/>
          </p:cNvSpPr>
          <p:nvPr/>
        </p:nvSpPr>
        <p:spPr>
          <a:xfrm>
            <a:off x="5002213" y="4048125"/>
            <a:ext cx="34925" cy="547688"/>
          </a:xfrm>
          <a:prstGeom prst="rect">
            <a:avLst/>
          </a:prstGeom>
          <a:solidFill>
            <a:srgbClr val="1D4ED8"/>
          </a:solidFill>
          <a:ln w="13097">
            <a:solidFill>
              <a:srgbClr val="172B4D"/>
            </a:solidFill>
          </a:ln>
        </p:spPr>
      </p:sp>
      <p:sp>
        <p:nvSpPr>
          <p:cNvPr id="368" name="object-368">
            <a:extLst>
              <a:ext uri="{FF2B5EF4-FFF2-40B4-BE49-F238E27FC236}">
                <a16:creationId xmlns:a16="http://schemas.microsoft.com/office/drawing/2014/main" id="{47DEAF68-B7BA-46FE-90AF-269976295283}"/>
              </a:ext>
            </a:extLst>
          </p:cNvPr>
          <p:cNvSpPr>
            <a:spLocks noGrp="1"/>
          </p:cNvSpPr>
          <p:nvPr/>
        </p:nvSpPr>
        <p:spPr>
          <a:xfrm>
            <a:off x="5037138" y="4048125"/>
            <a:ext cx="34925" cy="547688"/>
          </a:xfrm>
          <a:prstGeom prst="rect">
            <a:avLst/>
          </a:prstGeom>
          <a:solidFill>
            <a:srgbClr val="1D4ED8"/>
          </a:solidFill>
          <a:ln w="13097">
            <a:solidFill>
              <a:srgbClr val="172B4D"/>
            </a:solidFill>
          </a:ln>
        </p:spPr>
      </p:sp>
      <p:sp>
        <p:nvSpPr>
          <p:cNvPr id="369" name="object-369">
            <a:extLst>
              <a:ext uri="{FF2B5EF4-FFF2-40B4-BE49-F238E27FC236}">
                <a16:creationId xmlns:a16="http://schemas.microsoft.com/office/drawing/2014/main" id="{25BDE20E-5888-416A-94F0-EF318250348A}"/>
              </a:ext>
            </a:extLst>
          </p:cNvPr>
          <p:cNvSpPr>
            <a:spLocks noGrp="1"/>
          </p:cNvSpPr>
          <p:nvPr/>
        </p:nvSpPr>
        <p:spPr>
          <a:xfrm>
            <a:off x="5072063" y="4048125"/>
            <a:ext cx="34925" cy="547688"/>
          </a:xfrm>
          <a:prstGeom prst="rect">
            <a:avLst/>
          </a:prstGeom>
          <a:solidFill>
            <a:srgbClr val="1D4ED8"/>
          </a:solidFill>
          <a:ln w="13097">
            <a:solidFill>
              <a:srgbClr val="172B4D"/>
            </a:solidFill>
          </a:ln>
        </p:spPr>
      </p:sp>
      <p:sp>
        <p:nvSpPr>
          <p:cNvPr id="370" name="object-370">
            <a:extLst>
              <a:ext uri="{FF2B5EF4-FFF2-40B4-BE49-F238E27FC236}">
                <a16:creationId xmlns:a16="http://schemas.microsoft.com/office/drawing/2014/main" id="{BD3702F3-DC35-4F10-B4D3-94AAD6A508E9}"/>
              </a:ext>
            </a:extLst>
          </p:cNvPr>
          <p:cNvSpPr>
            <a:spLocks noGrp="1"/>
          </p:cNvSpPr>
          <p:nvPr/>
        </p:nvSpPr>
        <p:spPr>
          <a:xfrm>
            <a:off x="5106988" y="4048125"/>
            <a:ext cx="34925" cy="547688"/>
          </a:xfrm>
          <a:prstGeom prst="rect">
            <a:avLst/>
          </a:prstGeom>
          <a:solidFill>
            <a:srgbClr val="1D4ED8"/>
          </a:solidFill>
          <a:ln w="13097">
            <a:solidFill>
              <a:srgbClr val="172B4D"/>
            </a:solidFill>
          </a:ln>
        </p:spPr>
      </p:sp>
      <p:sp>
        <p:nvSpPr>
          <p:cNvPr id="371" name="object-371">
            <a:extLst>
              <a:ext uri="{FF2B5EF4-FFF2-40B4-BE49-F238E27FC236}">
                <a16:creationId xmlns:a16="http://schemas.microsoft.com/office/drawing/2014/main" id="{8CCCF744-20F9-46F5-88A7-6C9A218C50F3}"/>
              </a:ext>
            </a:extLst>
          </p:cNvPr>
          <p:cNvSpPr>
            <a:spLocks noGrp="1"/>
          </p:cNvSpPr>
          <p:nvPr/>
        </p:nvSpPr>
        <p:spPr>
          <a:xfrm>
            <a:off x="5141913" y="4048125"/>
            <a:ext cx="34925" cy="547688"/>
          </a:xfrm>
          <a:prstGeom prst="rect">
            <a:avLst/>
          </a:prstGeom>
          <a:solidFill>
            <a:srgbClr val="1D4ED8"/>
          </a:solidFill>
          <a:ln w="13097">
            <a:solidFill>
              <a:srgbClr val="172B4D"/>
            </a:solidFill>
          </a:ln>
        </p:spPr>
      </p:sp>
      <p:sp>
        <p:nvSpPr>
          <p:cNvPr id="372" name="object-372">
            <a:extLst>
              <a:ext uri="{FF2B5EF4-FFF2-40B4-BE49-F238E27FC236}">
                <a16:creationId xmlns:a16="http://schemas.microsoft.com/office/drawing/2014/main" id="{55C83310-F9AE-4955-A649-71AF4B30F198}"/>
              </a:ext>
            </a:extLst>
          </p:cNvPr>
          <p:cNvSpPr>
            <a:spLocks noGrp="1"/>
          </p:cNvSpPr>
          <p:nvPr/>
        </p:nvSpPr>
        <p:spPr>
          <a:xfrm>
            <a:off x="5176838" y="4048125"/>
            <a:ext cx="34925" cy="547688"/>
          </a:xfrm>
          <a:prstGeom prst="rect">
            <a:avLst/>
          </a:prstGeom>
          <a:solidFill>
            <a:srgbClr val="1D4ED8"/>
          </a:solidFill>
          <a:ln w="13097">
            <a:solidFill>
              <a:srgbClr val="172B4D"/>
            </a:solidFill>
          </a:ln>
        </p:spPr>
      </p:sp>
      <p:sp>
        <p:nvSpPr>
          <p:cNvPr id="373" name="object-373">
            <a:extLst>
              <a:ext uri="{FF2B5EF4-FFF2-40B4-BE49-F238E27FC236}">
                <a16:creationId xmlns:a16="http://schemas.microsoft.com/office/drawing/2014/main" id="{9D2BAED6-664C-492B-889C-E4E5C8F0A328}"/>
              </a:ext>
            </a:extLst>
          </p:cNvPr>
          <p:cNvSpPr>
            <a:spLocks noGrp="1"/>
          </p:cNvSpPr>
          <p:nvPr/>
        </p:nvSpPr>
        <p:spPr>
          <a:xfrm>
            <a:off x="5211763" y="4048125"/>
            <a:ext cx="34925" cy="547688"/>
          </a:xfrm>
          <a:prstGeom prst="rect">
            <a:avLst/>
          </a:prstGeom>
          <a:solidFill>
            <a:srgbClr val="1D4ED8"/>
          </a:solidFill>
          <a:ln w="13097">
            <a:solidFill>
              <a:srgbClr val="172B4D"/>
            </a:solidFill>
          </a:ln>
        </p:spPr>
      </p:sp>
      <p:sp>
        <p:nvSpPr>
          <p:cNvPr id="374" name="object-374">
            <a:extLst>
              <a:ext uri="{FF2B5EF4-FFF2-40B4-BE49-F238E27FC236}">
                <a16:creationId xmlns:a16="http://schemas.microsoft.com/office/drawing/2014/main" id="{C589DF1A-F955-4B27-BD3C-56DE35359A8F}"/>
              </a:ext>
            </a:extLst>
          </p:cNvPr>
          <p:cNvSpPr>
            <a:spLocks noGrp="1"/>
          </p:cNvSpPr>
          <p:nvPr/>
        </p:nvSpPr>
        <p:spPr>
          <a:xfrm>
            <a:off x="5246687" y="4048125"/>
            <a:ext cx="34925" cy="547688"/>
          </a:xfrm>
          <a:prstGeom prst="rect">
            <a:avLst/>
          </a:prstGeom>
          <a:solidFill>
            <a:srgbClr val="1D4ED8"/>
          </a:solidFill>
          <a:ln w="13097">
            <a:solidFill>
              <a:srgbClr val="172B4D"/>
            </a:solidFill>
          </a:ln>
        </p:spPr>
      </p:sp>
      <p:sp>
        <p:nvSpPr>
          <p:cNvPr id="375" name="object-375">
            <a:extLst>
              <a:ext uri="{FF2B5EF4-FFF2-40B4-BE49-F238E27FC236}">
                <a16:creationId xmlns:a16="http://schemas.microsoft.com/office/drawing/2014/main" id="{66C789CC-ABB6-422B-973D-FDA082DB2501}"/>
              </a:ext>
            </a:extLst>
          </p:cNvPr>
          <p:cNvSpPr>
            <a:spLocks noGrp="1"/>
          </p:cNvSpPr>
          <p:nvPr/>
        </p:nvSpPr>
        <p:spPr>
          <a:xfrm>
            <a:off x="5281613" y="4048125"/>
            <a:ext cx="34925" cy="547688"/>
          </a:xfrm>
          <a:prstGeom prst="rect">
            <a:avLst/>
          </a:prstGeom>
          <a:solidFill>
            <a:srgbClr val="1D4ED8"/>
          </a:solidFill>
          <a:ln w="13097">
            <a:solidFill>
              <a:srgbClr val="172B4D"/>
            </a:solidFill>
          </a:ln>
        </p:spPr>
      </p:sp>
      <p:sp>
        <p:nvSpPr>
          <p:cNvPr id="376" name="object-376">
            <a:extLst>
              <a:ext uri="{FF2B5EF4-FFF2-40B4-BE49-F238E27FC236}">
                <a16:creationId xmlns:a16="http://schemas.microsoft.com/office/drawing/2014/main" id="{B22A5C8E-415D-4D2A-B6E0-9D3A56D05EAB}"/>
              </a:ext>
            </a:extLst>
          </p:cNvPr>
          <p:cNvSpPr>
            <a:spLocks noGrp="1"/>
          </p:cNvSpPr>
          <p:nvPr/>
        </p:nvSpPr>
        <p:spPr>
          <a:xfrm>
            <a:off x="5316538" y="4048125"/>
            <a:ext cx="34925" cy="547688"/>
          </a:xfrm>
          <a:prstGeom prst="rect">
            <a:avLst/>
          </a:prstGeom>
          <a:solidFill>
            <a:srgbClr val="1D4ED8"/>
          </a:solidFill>
          <a:ln w="13097">
            <a:solidFill>
              <a:srgbClr val="172B4D"/>
            </a:solidFill>
          </a:ln>
        </p:spPr>
      </p:sp>
      <p:sp>
        <p:nvSpPr>
          <p:cNvPr id="377" name="object-377">
            <a:extLst>
              <a:ext uri="{FF2B5EF4-FFF2-40B4-BE49-F238E27FC236}">
                <a16:creationId xmlns:a16="http://schemas.microsoft.com/office/drawing/2014/main" id="{269C63FC-4CC8-4CA4-AAB0-1EEC97FE0D5A}"/>
              </a:ext>
            </a:extLst>
          </p:cNvPr>
          <p:cNvSpPr>
            <a:spLocks noGrp="1"/>
          </p:cNvSpPr>
          <p:nvPr/>
        </p:nvSpPr>
        <p:spPr>
          <a:xfrm>
            <a:off x="5351463" y="4048125"/>
            <a:ext cx="34925" cy="547688"/>
          </a:xfrm>
          <a:prstGeom prst="rect">
            <a:avLst/>
          </a:prstGeom>
          <a:solidFill>
            <a:srgbClr val="1D4ED8"/>
          </a:solidFill>
          <a:ln w="13097">
            <a:solidFill>
              <a:srgbClr val="172B4D"/>
            </a:solidFill>
          </a:ln>
        </p:spPr>
      </p:sp>
      <p:sp>
        <p:nvSpPr>
          <p:cNvPr id="378" name="object-378">
            <a:extLst>
              <a:ext uri="{FF2B5EF4-FFF2-40B4-BE49-F238E27FC236}">
                <a16:creationId xmlns:a16="http://schemas.microsoft.com/office/drawing/2014/main" id="{CB384613-0B62-43C2-888C-A672D960A33D}"/>
              </a:ext>
            </a:extLst>
          </p:cNvPr>
          <p:cNvSpPr>
            <a:spLocks noGrp="1"/>
          </p:cNvSpPr>
          <p:nvPr/>
        </p:nvSpPr>
        <p:spPr>
          <a:xfrm>
            <a:off x="5386388" y="4048125"/>
            <a:ext cx="34925" cy="547688"/>
          </a:xfrm>
          <a:prstGeom prst="rect">
            <a:avLst/>
          </a:prstGeom>
          <a:solidFill>
            <a:srgbClr val="1D4ED8"/>
          </a:solidFill>
          <a:ln w="13097">
            <a:solidFill>
              <a:srgbClr val="172B4D"/>
            </a:solidFill>
          </a:ln>
        </p:spPr>
      </p:sp>
      <p:sp>
        <p:nvSpPr>
          <p:cNvPr id="379" name="object-379">
            <a:extLst>
              <a:ext uri="{FF2B5EF4-FFF2-40B4-BE49-F238E27FC236}">
                <a16:creationId xmlns:a16="http://schemas.microsoft.com/office/drawing/2014/main" id="{25170949-F765-4934-B040-F5A9862C971C}"/>
              </a:ext>
            </a:extLst>
          </p:cNvPr>
          <p:cNvSpPr>
            <a:spLocks noGrp="1"/>
          </p:cNvSpPr>
          <p:nvPr/>
        </p:nvSpPr>
        <p:spPr>
          <a:xfrm>
            <a:off x="5421313" y="4048125"/>
            <a:ext cx="34925" cy="547688"/>
          </a:xfrm>
          <a:prstGeom prst="rect">
            <a:avLst/>
          </a:prstGeom>
          <a:solidFill>
            <a:srgbClr val="1D4ED8"/>
          </a:solidFill>
          <a:ln w="13097">
            <a:solidFill>
              <a:srgbClr val="172B4D"/>
            </a:solidFill>
          </a:ln>
        </p:spPr>
      </p:sp>
      <p:sp>
        <p:nvSpPr>
          <p:cNvPr id="380" name="object-380">
            <a:extLst>
              <a:ext uri="{FF2B5EF4-FFF2-40B4-BE49-F238E27FC236}">
                <a16:creationId xmlns:a16="http://schemas.microsoft.com/office/drawing/2014/main" id="{56DECC1A-4000-4954-82A7-6F5989B27B6A}"/>
              </a:ext>
            </a:extLst>
          </p:cNvPr>
          <p:cNvSpPr>
            <a:spLocks noGrp="1"/>
          </p:cNvSpPr>
          <p:nvPr/>
        </p:nvSpPr>
        <p:spPr>
          <a:xfrm>
            <a:off x="5456237" y="4048125"/>
            <a:ext cx="34925" cy="547688"/>
          </a:xfrm>
          <a:prstGeom prst="rect">
            <a:avLst/>
          </a:prstGeom>
          <a:solidFill>
            <a:srgbClr val="1D4ED8"/>
          </a:solidFill>
          <a:ln w="13097">
            <a:solidFill>
              <a:srgbClr val="172B4D"/>
            </a:solidFill>
          </a:ln>
        </p:spPr>
      </p:sp>
      <p:sp>
        <p:nvSpPr>
          <p:cNvPr id="381" name="object-381">
            <a:extLst>
              <a:ext uri="{FF2B5EF4-FFF2-40B4-BE49-F238E27FC236}">
                <a16:creationId xmlns:a16="http://schemas.microsoft.com/office/drawing/2014/main" id="{6D22B3D9-017D-42E8-9698-478D603C12D0}"/>
              </a:ext>
            </a:extLst>
          </p:cNvPr>
          <p:cNvSpPr>
            <a:spLocks noGrp="1"/>
          </p:cNvSpPr>
          <p:nvPr/>
        </p:nvSpPr>
        <p:spPr>
          <a:xfrm>
            <a:off x="5491163" y="4048125"/>
            <a:ext cx="34925" cy="547688"/>
          </a:xfrm>
          <a:prstGeom prst="rect">
            <a:avLst/>
          </a:prstGeom>
          <a:solidFill>
            <a:srgbClr val="1D4ED8"/>
          </a:solidFill>
          <a:ln w="13097">
            <a:solidFill>
              <a:srgbClr val="172B4D"/>
            </a:solidFill>
          </a:ln>
        </p:spPr>
      </p:sp>
      <p:sp>
        <p:nvSpPr>
          <p:cNvPr id="382" name="object-382">
            <a:extLst>
              <a:ext uri="{FF2B5EF4-FFF2-40B4-BE49-F238E27FC236}">
                <a16:creationId xmlns:a16="http://schemas.microsoft.com/office/drawing/2014/main" id="{846AFD7A-352F-4F8F-A2AD-2E9592493C30}"/>
              </a:ext>
            </a:extLst>
          </p:cNvPr>
          <p:cNvSpPr>
            <a:spLocks noGrp="1"/>
          </p:cNvSpPr>
          <p:nvPr/>
        </p:nvSpPr>
        <p:spPr>
          <a:xfrm>
            <a:off x="5526088" y="4048125"/>
            <a:ext cx="34925" cy="547688"/>
          </a:xfrm>
          <a:prstGeom prst="rect">
            <a:avLst/>
          </a:prstGeom>
          <a:solidFill>
            <a:srgbClr val="1D4ED8"/>
          </a:solidFill>
          <a:ln w="13097">
            <a:solidFill>
              <a:srgbClr val="172B4D"/>
            </a:solidFill>
          </a:ln>
        </p:spPr>
      </p:sp>
      <p:sp>
        <p:nvSpPr>
          <p:cNvPr id="383" name="object-383">
            <a:extLst>
              <a:ext uri="{FF2B5EF4-FFF2-40B4-BE49-F238E27FC236}">
                <a16:creationId xmlns:a16="http://schemas.microsoft.com/office/drawing/2014/main" id="{3BC36BA1-8434-4210-88E1-036F6094E51F}"/>
              </a:ext>
            </a:extLst>
          </p:cNvPr>
          <p:cNvSpPr>
            <a:spLocks noGrp="1"/>
          </p:cNvSpPr>
          <p:nvPr/>
        </p:nvSpPr>
        <p:spPr>
          <a:xfrm>
            <a:off x="5561013" y="4048125"/>
            <a:ext cx="34925" cy="547688"/>
          </a:xfrm>
          <a:prstGeom prst="rect">
            <a:avLst/>
          </a:prstGeom>
          <a:solidFill>
            <a:srgbClr val="1D4ED8"/>
          </a:solidFill>
          <a:ln w="13097">
            <a:solidFill>
              <a:srgbClr val="172B4D"/>
            </a:solidFill>
          </a:ln>
        </p:spPr>
      </p:sp>
      <p:sp>
        <p:nvSpPr>
          <p:cNvPr id="384" name="object-384">
            <a:extLst>
              <a:ext uri="{FF2B5EF4-FFF2-40B4-BE49-F238E27FC236}">
                <a16:creationId xmlns:a16="http://schemas.microsoft.com/office/drawing/2014/main" id="{AD143522-12EE-4FFD-915A-06E9FE19ED3D}"/>
              </a:ext>
            </a:extLst>
          </p:cNvPr>
          <p:cNvSpPr>
            <a:spLocks noGrp="1"/>
          </p:cNvSpPr>
          <p:nvPr/>
        </p:nvSpPr>
        <p:spPr>
          <a:xfrm>
            <a:off x="5595938" y="4048125"/>
            <a:ext cx="34925" cy="547688"/>
          </a:xfrm>
          <a:prstGeom prst="rect">
            <a:avLst/>
          </a:prstGeom>
          <a:solidFill>
            <a:srgbClr val="1D4ED8"/>
          </a:solidFill>
          <a:ln w="13097">
            <a:solidFill>
              <a:srgbClr val="172B4D"/>
            </a:solidFill>
          </a:ln>
        </p:spPr>
      </p:sp>
      <p:sp>
        <p:nvSpPr>
          <p:cNvPr id="385" name="object-385">
            <a:extLst>
              <a:ext uri="{FF2B5EF4-FFF2-40B4-BE49-F238E27FC236}">
                <a16:creationId xmlns:a16="http://schemas.microsoft.com/office/drawing/2014/main" id="{B1C2B25F-CEBB-4DC6-BAA7-1D8E94BA8892}"/>
              </a:ext>
            </a:extLst>
          </p:cNvPr>
          <p:cNvSpPr>
            <a:spLocks noGrp="1"/>
          </p:cNvSpPr>
          <p:nvPr/>
        </p:nvSpPr>
        <p:spPr>
          <a:xfrm>
            <a:off x="5630863" y="4048125"/>
            <a:ext cx="34925" cy="547688"/>
          </a:xfrm>
          <a:prstGeom prst="rect">
            <a:avLst/>
          </a:prstGeom>
          <a:solidFill>
            <a:srgbClr val="1D4ED8"/>
          </a:solidFill>
          <a:ln w="13097">
            <a:solidFill>
              <a:srgbClr val="172B4D"/>
            </a:solidFill>
          </a:ln>
        </p:spPr>
      </p:sp>
      <p:sp>
        <p:nvSpPr>
          <p:cNvPr id="386" name="object-386">
            <a:extLst>
              <a:ext uri="{FF2B5EF4-FFF2-40B4-BE49-F238E27FC236}">
                <a16:creationId xmlns:a16="http://schemas.microsoft.com/office/drawing/2014/main" id="{127AAB32-719B-4792-8CD5-C45EDF68FFF6}"/>
              </a:ext>
            </a:extLst>
          </p:cNvPr>
          <p:cNvSpPr>
            <a:spLocks noGrp="1"/>
          </p:cNvSpPr>
          <p:nvPr/>
        </p:nvSpPr>
        <p:spPr>
          <a:xfrm>
            <a:off x="5665788" y="4048125"/>
            <a:ext cx="34925" cy="547688"/>
          </a:xfrm>
          <a:prstGeom prst="rect">
            <a:avLst/>
          </a:prstGeom>
          <a:solidFill>
            <a:srgbClr val="1D4ED8"/>
          </a:solidFill>
          <a:ln w="13097">
            <a:solidFill>
              <a:srgbClr val="172B4D"/>
            </a:solidFill>
          </a:ln>
        </p:spPr>
      </p:sp>
      <p:sp>
        <p:nvSpPr>
          <p:cNvPr id="387" name="object-387">
            <a:extLst>
              <a:ext uri="{FF2B5EF4-FFF2-40B4-BE49-F238E27FC236}">
                <a16:creationId xmlns:a16="http://schemas.microsoft.com/office/drawing/2014/main" id="{FB8439D1-883D-4D70-8328-C4E3CC4F9B06}"/>
              </a:ext>
            </a:extLst>
          </p:cNvPr>
          <p:cNvSpPr>
            <a:spLocks noGrp="1"/>
          </p:cNvSpPr>
          <p:nvPr/>
        </p:nvSpPr>
        <p:spPr>
          <a:xfrm>
            <a:off x="5700713" y="4048125"/>
            <a:ext cx="34925" cy="547688"/>
          </a:xfrm>
          <a:prstGeom prst="rect">
            <a:avLst/>
          </a:prstGeom>
          <a:solidFill>
            <a:srgbClr val="1D4ED8"/>
          </a:solidFill>
          <a:ln w="13097">
            <a:solidFill>
              <a:srgbClr val="172B4D"/>
            </a:solidFill>
          </a:ln>
        </p:spPr>
      </p:sp>
      <p:sp>
        <p:nvSpPr>
          <p:cNvPr id="388" name="object-388">
            <a:extLst>
              <a:ext uri="{FF2B5EF4-FFF2-40B4-BE49-F238E27FC236}">
                <a16:creationId xmlns:a16="http://schemas.microsoft.com/office/drawing/2014/main" id="{971C00B4-ACB9-4AE9-9430-EE9F1F94890C}"/>
              </a:ext>
            </a:extLst>
          </p:cNvPr>
          <p:cNvSpPr>
            <a:spLocks noGrp="1"/>
          </p:cNvSpPr>
          <p:nvPr/>
        </p:nvSpPr>
        <p:spPr>
          <a:xfrm>
            <a:off x="5735638" y="4048125"/>
            <a:ext cx="34925" cy="547688"/>
          </a:xfrm>
          <a:prstGeom prst="rect">
            <a:avLst/>
          </a:prstGeom>
          <a:solidFill>
            <a:srgbClr val="1D4ED8"/>
          </a:solidFill>
          <a:ln w="13097">
            <a:solidFill>
              <a:srgbClr val="172B4D"/>
            </a:solidFill>
          </a:ln>
        </p:spPr>
      </p:sp>
      <p:sp>
        <p:nvSpPr>
          <p:cNvPr id="389" name="object-389">
            <a:extLst>
              <a:ext uri="{FF2B5EF4-FFF2-40B4-BE49-F238E27FC236}">
                <a16:creationId xmlns:a16="http://schemas.microsoft.com/office/drawing/2014/main" id="{07035310-140E-4F7A-BBCB-9F6048E8F27F}"/>
              </a:ext>
            </a:extLst>
          </p:cNvPr>
          <p:cNvSpPr>
            <a:spLocks noGrp="1"/>
          </p:cNvSpPr>
          <p:nvPr/>
        </p:nvSpPr>
        <p:spPr>
          <a:xfrm>
            <a:off x="5770562" y="4048125"/>
            <a:ext cx="34925" cy="547688"/>
          </a:xfrm>
          <a:prstGeom prst="rect">
            <a:avLst/>
          </a:prstGeom>
          <a:solidFill>
            <a:srgbClr val="1D4ED8"/>
          </a:solidFill>
          <a:ln w="13097">
            <a:solidFill>
              <a:srgbClr val="172B4D"/>
            </a:solidFill>
          </a:ln>
        </p:spPr>
      </p:sp>
      <p:sp>
        <p:nvSpPr>
          <p:cNvPr id="390" name="object-390">
            <a:extLst>
              <a:ext uri="{FF2B5EF4-FFF2-40B4-BE49-F238E27FC236}">
                <a16:creationId xmlns:a16="http://schemas.microsoft.com/office/drawing/2014/main" id="{2501185C-6109-426E-84EC-341FF597F932}"/>
              </a:ext>
            </a:extLst>
          </p:cNvPr>
          <p:cNvSpPr>
            <a:spLocks noGrp="1"/>
          </p:cNvSpPr>
          <p:nvPr/>
        </p:nvSpPr>
        <p:spPr>
          <a:xfrm>
            <a:off x="5805488" y="4048125"/>
            <a:ext cx="34925" cy="547688"/>
          </a:xfrm>
          <a:prstGeom prst="rect">
            <a:avLst/>
          </a:prstGeom>
          <a:solidFill>
            <a:srgbClr val="1D4ED8"/>
          </a:solidFill>
          <a:ln w="13097">
            <a:solidFill>
              <a:srgbClr val="172B4D"/>
            </a:solidFill>
          </a:ln>
        </p:spPr>
      </p:sp>
      <p:sp>
        <p:nvSpPr>
          <p:cNvPr id="391" name="object-391">
            <a:extLst>
              <a:ext uri="{FF2B5EF4-FFF2-40B4-BE49-F238E27FC236}">
                <a16:creationId xmlns:a16="http://schemas.microsoft.com/office/drawing/2014/main" id="{14CD9E04-9318-4008-8295-44EC2C846ECD}"/>
              </a:ext>
            </a:extLst>
          </p:cNvPr>
          <p:cNvSpPr>
            <a:spLocks noGrp="1"/>
          </p:cNvSpPr>
          <p:nvPr/>
        </p:nvSpPr>
        <p:spPr>
          <a:xfrm>
            <a:off x="5840413" y="4048125"/>
            <a:ext cx="34925" cy="547688"/>
          </a:xfrm>
          <a:prstGeom prst="rect">
            <a:avLst/>
          </a:prstGeom>
          <a:solidFill>
            <a:srgbClr val="1D4ED8"/>
          </a:solidFill>
          <a:ln w="13097">
            <a:solidFill>
              <a:srgbClr val="172B4D"/>
            </a:solidFill>
          </a:ln>
        </p:spPr>
      </p:sp>
      <p:sp>
        <p:nvSpPr>
          <p:cNvPr id="392" name="object-392">
            <a:extLst>
              <a:ext uri="{FF2B5EF4-FFF2-40B4-BE49-F238E27FC236}">
                <a16:creationId xmlns:a16="http://schemas.microsoft.com/office/drawing/2014/main" id="{942B85C4-4FA7-4E1A-A3F2-42287F93405B}"/>
              </a:ext>
            </a:extLst>
          </p:cNvPr>
          <p:cNvSpPr>
            <a:spLocks noGrp="1"/>
          </p:cNvSpPr>
          <p:nvPr/>
        </p:nvSpPr>
        <p:spPr>
          <a:xfrm>
            <a:off x="5875338" y="4048125"/>
            <a:ext cx="34925" cy="547688"/>
          </a:xfrm>
          <a:prstGeom prst="rect">
            <a:avLst/>
          </a:prstGeom>
          <a:solidFill>
            <a:srgbClr val="1D4ED8"/>
          </a:solidFill>
          <a:ln w="13097">
            <a:solidFill>
              <a:srgbClr val="172B4D"/>
            </a:solidFill>
          </a:ln>
        </p:spPr>
      </p:sp>
      <p:sp>
        <p:nvSpPr>
          <p:cNvPr id="393" name="object-393">
            <a:extLst>
              <a:ext uri="{FF2B5EF4-FFF2-40B4-BE49-F238E27FC236}">
                <a16:creationId xmlns:a16="http://schemas.microsoft.com/office/drawing/2014/main" id="{7860C1BC-D9A5-449B-A28A-7B8CBDC9F2E7}"/>
              </a:ext>
            </a:extLst>
          </p:cNvPr>
          <p:cNvSpPr>
            <a:spLocks noGrp="1"/>
          </p:cNvSpPr>
          <p:nvPr/>
        </p:nvSpPr>
        <p:spPr>
          <a:xfrm>
            <a:off x="5910263" y="4048125"/>
            <a:ext cx="34925" cy="547688"/>
          </a:xfrm>
          <a:prstGeom prst="rect">
            <a:avLst/>
          </a:prstGeom>
          <a:solidFill>
            <a:srgbClr val="1D4ED8"/>
          </a:solidFill>
          <a:ln w="13097">
            <a:solidFill>
              <a:srgbClr val="172B4D"/>
            </a:solidFill>
          </a:ln>
        </p:spPr>
      </p:sp>
      <p:sp>
        <p:nvSpPr>
          <p:cNvPr id="394" name="object-394">
            <a:extLst>
              <a:ext uri="{FF2B5EF4-FFF2-40B4-BE49-F238E27FC236}">
                <a16:creationId xmlns:a16="http://schemas.microsoft.com/office/drawing/2014/main" id="{D3EE852A-084E-420C-86A9-D22EB6AEE9E4}"/>
              </a:ext>
            </a:extLst>
          </p:cNvPr>
          <p:cNvSpPr>
            <a:spLocks noGrp="1"/>
          </p:cNvSpPr>
          <p:nvPr/>
        </p:nvSpPr>
        <p:spPr>
          <a:xfrm>
            <a:off x="5945188" y="4048125"/>
            <a:ext cx="34925" cy="547688"/>
          </a:xfrm>
          <a:prstGeom prst="rect">
            <a:avLst/>
          </a:prstGeom>
          <a:solidFill>
            <a:srgbClr val="1D4ED8"/>
          </a:solidFill>
          <a:ln w="13097">
            <a:solidFill>
              <a:srgbClr val="172B4D"/>
            </a:solidFill>
          </a:ln>
        </p:spPr>
      </p:sp>
      <p:sp>
        <p:nvSpPr>
          <p:cNvPr id="395" name="object-395">
            <a:extLst>
              <a:ext uri="{FF2B5EF4-FFF2-40B4-BE49-F238E27FC236}">
                <a16:creationId xmlns:a16="http://schemas.microsoft.com/office/drawing/2014/main" id="{73B67EE9-8791-41D5-ABA5-39CC93AE2413}"/>
              </a:ext>
            </a:extLst>
          </p:cNvPr>
          <p:cNvSpPr>
            <a:spLocks noGrp="1"/>
          </p:cNvSpPr>
          <p:nvPr/>
        </p:nvSpPr>
        <p:spPr>
          <a:xfrm>
            <a:off x="5980112" y="4048125"/>
            <a:ext cx="34925" cy="547688"/>
          </a:xfrm>
          <a:prstGeom prst="rect">
            <a:avLst/>
          </a:prstGeom>
          <a:solidFill>
            <a:srgbClr val="1D4ED8"/>
          </a:solidFill>
          <a:ln w="13097">
            <a:solidFill>
              <a:srgbClr val="172B4D"/>
            </a:solidFill>
          </a:ln>
        </p:spPr>
      </p:sp>
      <p:sp>
        <p:nvSpPr>
          <p:cNvPr id="396" name="object-396">
            <a:extLst>
              <a:ext uri="{FF2B5EF4-FFF2-40B4-BE49-F238E27FC236}">
                <a16:creationId xmlns:a16="http://schemas.microsoft.com/office/drawing/2014/main" id="{F5711B9B-8A32-4500-AE9C-1D361B346A37}"/>
              </a:ext>
            </a:extLst>
          </p:cNvPr>
          <p:cNvSpPr>
            <a:spLocks noGrp="1"/>
          </p:cNvSpPr>
          <p:nvPr/>
        </p:nvSpPr>
        <p:spPr>
          <a:xfrm>
            <a:off x="6015038" y="4048125"/>
            <a:ext cx="34925" cy="547688"/>
          </a:xfrm>
          <a:prstGeom prst="rect">
            <a:avLst/>
          </a:prstGeom>
          <a:solidFill>
            <a:srgbClr val="1D4ED8"/>
          </a:solidFill>
          <a:ln w="13097">
            <a:solidFill>
              <a:srgbClr val="172B4D"/>
            </a:solidFill>
          </a:ln>
        </p:spPr>
      </p:sp>
      <p:sp>
        <p:nvSpPr>
          <p:cNvPr id="397" name="object-397">
            <a:extLst>
              <a:ext uri="{FF2B5EF4-FFF2-40B4-BE49-F238E27FC236}">
                <a16:creationId xmlns:a16="http://schemas.microsoft.com/office/drawing/2014/main" id="{3D6100D1-6AD9-49C5-8E45-C712452A7D1B}"/>
              </a:ext>
            </a:extLst>
          </p:cNvPr>
          <p:cNvSpPr>
            <a:spLocks noGrp="1"/>
          </p:cNvSpPr>
          <p:nvPr/>
        </p:nvSpPr>
        <p:spPr>
          <a:xfrm>
            <a:off x="6049963" y="4048125"/>
            <a:ext cx="34925" cy="547688"/>
          </a:xfrm>
          <a:prstGeom prst="rect">
            <a:avLst/>
          </a:prstGeom>
          <a:solidFill>
            <a:srgbClr val="1D4ED8"/>
          </a:solidFill>
          <a:ln w="13097">
            <a:solidFill>
              <a:srgbClr val="172B4D"/>
            </a:solidFill>
          </a:ln>
        </p:spPr>
      </p:sp>
      <p:sp>
        <p:nvSpPr>
          <p:cNvPr id="398" name="object-398">
            <a:extLst>
              <a:ext uri="{FF2B5EF4-FFF2-40B4-BE49-F238E27FC236}">
                <a16:creationId xmlns:a16="http://schemas.microsoft.com/office/drawing/2014/main" id="{328ABD21-4C0F-4DEC-8729-CE20E5ADF250}"/>
              </a:ext>
            </a:extLst>
          </p:cNvPr>
          <p:cNvSpPr>
            <a:spLocks noGrp="1"/>
          </p:cNvSpPr>
          <p:nvPr/>
        </p:nvSpPr>
        <p:spPr>
          <a:xfrm>
            <a:off x="6084888" y="4048125"/>
            <a:ext cx="34925" cy="547688"/>
          </a:xfrm>
          <a:prstGeom prst="rect">
            <a:avLst/>
          </a:prstGeom>
          <a:solidFill>
            <a:srgbClr val="1D4ED8"/>
          </a:solidFill>
          <a:ln w="13097">
            <a:solidFill>
              <a:srgbClr val="172B4D"/>
            </a:solidFill>
          </a:ln>
        </p:spPr>
      </p:sp>
      <p:sp>
        <p:nvSpPr>
          <p:cNvPr id="399" name="object-399">
            <a:extLst>
              <a:ext uri="{FF2B5EF4-FFF2-40B4-BE49-F238E27FC236}">
                <a16:creationId xmlns:a16="http://schemas.microsoft.com/office/drawing/2014/main" id="{EBB09CAA-FA69-452B-89A6-678B481C4B3A}"/>
              </a:ext>
            </a:extLst>
          </p:cNvPr>
          <p:cNvSpPr>
            <a:spLocks noGrp="1"/>
          </p:cNvSpPr>
          <p:nvPr/>
        </p:nvSpPr>
        <p:spPr>
          <a:xfrm>
            <a:off x="6119813" y="4048125"/>
            <a:ext cx="34925" cy="547688"/>
          </a:xfrm>
          <a:prstGeom prst="rect">
            <a:avLst/>
          </a:prstGeom>
          <a:solidFill>
            <a:srgbClr val="1D4ED8"/>
          </a:solidFill>
          <a:ln w="13097">
            <a:solidFill>
              <a:srgbClr val="172B4D"/>
            </a:solidFill>
          </a:ln>
        </p:spPr>
      </p:sp>
      <p:sp>
        <p:nvSpPr>
          <p:cNvPr id="400" name="object-400">
            <a:extLst>
              <a:ext uri="{FF2B5EF4-FFF2-40B4-BE49-F238E27FC236}">
                <a16:creationId xmlns:a16="http://schemas.microsoft.com/office/drawing/2014/main" id="{BB3CD782-0829-4C66-B89A-A6965494B025}"/>
              </a:ext>
            </a:extLst>
          </p:cNvPr>
          <p:cNvSpPr>
            <a:spLocks noGrp="1"/>
          </p:cNvSpPr>
          <p:nvPr/>
        </p:nvSpPr>
        <p:spPr>
          <a:xfrm>
            <a:off x="6154738" y="4048125"/>
            <a:ext cx="34925" cy="547688"/>
          </a:xfrm>
          <a:prstGeom prst="rect">
            <a:avLst/>
          </a:prstGeom>
          <a:solidFill>
            <a:srgbClr val="1D4ED8"/>
          </a:solidFill>
          <a:ln w="13097">
            <a:solidFill>
              <a:srgbClr val="172B4D"/>
            </a:solidFill>
          </a:ln>
        </p:spPr>
      </p:sp>
      <p:sp>
        <p:nvSpPr>
          <p:cNvPr id="401" name="object-401">
            <a:extLst>
              <a:ext uri="{FF2B5EF4-FFF2-40B4-BE49-F238E27FC236}">
                <a16:creationId xmlns:a16="http://schemas.microsoft.com/office/drawing/2014/main" id="{60377005-352A-425B-BE17-04826588ABE0}"/>
              </a:ext>
            </a:extLst>
          </p:cNvPr>
          <p:cNvSpPr>
            <a:spLocks noGrp="1"/>
          </p:cNvSpPr>
          <p:nvPr/>
        </p:nvSpPr>
        <p:spPr>
          <a:xfrm>
            <a:off x="6189663" y="4048125"/>
            <a:ext cx="34925" cy="547688"/>
          </a:xfrm>
          <a:prstGeom prst="rect">
            <a:avLst/>
          </a:prstGeom>
          <a:solidFill>
            <a:srgbClr val="1D4ED8"/>
          </a:solidFill>
          <a:ln w="13097">
            <a:solidFill>
              <a:srgbClr val="172B4D"/>
            </a:solidFill>
          </a:ln>
        </p:spPr>
      </p:sp>
      <p:sp>
        <p:nvSpPr>
          <p:cNvPr id="402" name="object-402">
            <a:extLst>
              <a:ext uri="{FF2B5EF4-FFF2-40B4-BE49-F238E27FC236}">
                <a16:creationId xmlns:a16="http://schemas.microsoft.com/office/drawing/2014/main" id="{5C492436-05B6-4F55-BCD7-C3E703A1663F}"/>
              </a:ext>
            </a:extLst>
          </p:cNvPr>
          <p:cNvSpPr>
            <a:spLocks noGrp="1"/>
          </p:cNvSpPr>
          <p:nvPr/>
        </p:nvSpPr>
        <p:spPr>
          <a:xfrm>
            <a:off x="6224588" y="4048125"/>
            <a:ext cx="34925" cy="547688"/>
          </a:xfrm>
          <a:prstGeom prst="rect">
            <a:avLst/>
          </a:prstGeom>
          <a:solidFill>
            <a:srgbClr val="1D4ED8"/>
          </a:solidFill>
          <a:ln w="13097">
            <a:solidFill>
              <a:srgbClr val="172B4D"/>
            </a:solidFill>
          </a:ln>
        </p:spPr>
      </p:sp>
      <p:sp>
        <p:nvSpPr>
          <p:cNvPr id="403" name="object-403">
            <a:extLst>
              <a:ext uri="{FF2B5EF4-FFF2-40B4-BE49-F238E27FC236}">
                <a16:creationId xmlns:a16="http://schemas.microsoft.com/office/drawing/2014/main" id="{AEBD9C8C-7016-42D5-B364-9FA9932A893A}"/>
              </a:ext>
            </a:extLst>
          </p:cNvPr>
          <p:cNvSpPr>
            <a:spLocks noGrp="1"/>
          </p:cNvSpPr>
          <p:nvPr/>
        </p:nvSpPr>
        <p:spPr>
          <a:xfrm>
            <a:off x="6259513" y="4048125"/>
            <a:ext cx="34925" cy="547688"/>
          </a:xfrm>
          <a:prstGeom prst="rect">
            <a:avLst/>
          </a:prstGeom>
          <a:solidFill>
            <a:srgbClr val="1D4ED8"/>
          </a:solidFill>
          <a:ln w="13097">
            <a:solidFill>
              <a:srgbClr val="172B4D"/>
            </a:solidFill>
          </a:ln>
        </p:spPr>
      </p:sp>
      <p:sp>
        <p:nvSpPr>
          <p:cNvPr id="404" name="object-404">
            <a:extLst>
              <a:ext uri="{FF2B5EF4-FFF2-40B4-BE49-F238E27FC236}">
                <a16:creationId xmlns:a16="http://schemas.microsoft.com/office/drawing/2014/main" id="{3107AF78-5056-4F82-ABFE-646760BF5666}"/>
              </a:ext>
            </a:extLst>
          </p:cNvPr>
          <p:cNvSpPr>
            <a:spLocks noGrp="1"/>
          </p:cNvSpPr>
          <p:nvPr/>
        </p:nvSpPr>
        <p:spPr>
          <a:xfrm>
            <a:off x="6294438" y="4048125"/>
            <a:ext cx="34925" cy="547688"/>
          </a:xfrm>
          <a:prstGeom prst="rect">
            <a:avLst/>
          </a:prstGeom>
          <a:solidFill>
            <a:srgbClr val="1D4ED8"/>
          </a:solidFill>
          <a:ln w="13097">
            <a:solidFill>
              <a:srgbClr val="172B4D"/>
            </a:solidFill>
          </a:ln>
        </p:spPr>
      </p:sp>
      <p:sp>
        <p:nvSpPr>
          <p:cNvPr id="405" name="object-405">
            <a:extLst>
              <a:ext uri="{FF2B5EF4-FFF2-40B4-BE49-F238E27FC236}">
                <a16:creationId xmlns:a16="http://schemas.microsoft.com/office/drawing/2014/main" id="{B114477E-CC3D-422F-9726-63E74D49A4B9}"/>
              </a:ext>
            </a:extLst>
          </p:cNvPr>
          <p:cNvSpPr>
            <a:spLocks noGrp="1"/>
          </p:cNvSpPr>
          <p:nvPr/>
        </p:nvSpPr>
        <p:spPr>
          <a:xfrm>
            <a:off x="6329363" y="4048125"/>
            <a:ext cx="34925" cy="547688"/>
          </a:xfrm>
          <a:prstGeom prst="rect">
            <a:avLst/>
          </a:prstGeom>
          <a:solidFill>
            <a:srgbClr val="1D4ED8"/>
          </a:solidFill>
          <a:ln w="13097">
            <a:solidFill>
              <a:srgbClr val="172B4D"/>
            </a:solidFill>
          </a:ln>
        </p:spPr>
      </p:sp>
      <p:sp>
        <p:nvSpPr>
          <p:cNvPr id="406" name="object-406">
            <a:extLst>
              <a:ext uri="{FF2B5EF4-FFF2-40B4-BE49-F238E27FC236}">
                <a16:creationId xmlns:a16="http://schemas.microsoft.com/office/drawing/2014/main" id="{A76FA76B-4918-47C4-9BB0-938509848F1B}"/>
              </a:ext>
            </a:extLst>
          </p:cNvPr>
          <p:cNvSpPr>
            <a:spLocks noGrp="1"/>
          </p:cNvSpPr>
          <p:nvPr/>
        </p:nvSpPr>
        <p:spPr>
          <a:xfrm>
            <a:off x="6364288" y="4048125"/>
            <a:ext cx="34925" cy="547688"/>
          </a:xfrm>
          <a:prstGeom prst="rect">
            <a:avLst/>
          </a:prstGeom>
          <a:solidFill>
            <a:srgbClr val="1D4ED8"/>
          </a:solidFill>
          <a:ln w="13097">
            <a:solidFill>
              <a:srgbClr val="172B4D"/>
            </a:solidFill>
          </a:ln>
        </p:spPr>
      </p:sp>
      <p:sp>
        <p:nvSpPr>
          <p:cNvPr id="407" name="object-407">
            <a:extLst>
              <a:ext uri="{FF2B5EF4-FFF2-40B4-BE49-F238E27FC236}">
                <a16:creationId xmlns:a16="http://schemas.microsoft.com/office/drawing/2014/main" id="{D2C9B72D-7E1F-483C-9D58-DE65721FDD08}"/>
              </a:ext>
            </a:extLst>
          </p:cNvPr>
          <p:cNvSpPr>
            <a:spLocks noGrp="1"/>
          </p:cNvSpPr>
          <p:nvPr/>
        </p:nvSpPr>
        <p:spPr>
          <a:xfrm>
            <a:off x="6399213" y="4048125"/>
            <a:ext cx="34925" cy="547688"/>
          </a:xfrm>
          <a:prstGeom prst="rect">
            <a:avLst/>
          </a:prstGeom>
          <a:solidFill>
            <a:srgbClr val="1D4ED8"/>
          </a:solidFill>
          <a:ln w="13097">
            <a:solidFill>
              <a:srgbClr val="172B4D"/>
            </a:solidFill>
          </a:ln>
        </p:spPr>
      </p:sp>
      <p:sp>
        <p:nvSpPr>
          <p:cNvPr id="408" name="object-408">
            <a:extLst>
              <a:ext uri="{FF2B5EF4-FFF2-40B4-BE49-F238E27FC236}">
                <a16:creationId xmlns:a16="http://schemas.microsoft.com/office/drawing/2014/main" id="{071A8795-AAF5-4663-9073-976D688A9B32}"/>
              </a:ext>
            </a:extLst>
          </p:cNvPr>
          <p:cNvSpPr>
            <a:spLocks noGrp="1"/>
          </p:cNvSpPr>
          <p:nvPr/>
        </p:nvSpPr>
        <p:spPr>
          <a:xfrm>
            <a:off x="6434138" y="4048125"/>
            <a:ext cx="34925" cy="547688"/>
          </a:xfrm>
          <a:prstGeom prst="rect">
            <a:avLst/>
          </a:prstGeom>
          <a:solidFill>
            <a:srgbClr val="1D4ED8"/>
          </a:solidFill>
          <a:ln w="13097">
            <a:solidFill>
              <a:srgbClr val="172B4D"/>
            </a:solidFill>
          </a:ln>
        </p:spPr>
      </p:sp>
      <p:sp>
        <p:nvSpPr>
          <p:cNvPr id="409" name="object-409">
            <a:extLst>
              <a:ext uri="{FF2B5EF4-FFF2-40B4-BE49-F238E27FC236}">
                <a16:creationId xmlns:a16="http://schemas.microsoft.com/office/drawing/2014/main" id="{89AFE9FC-6EB4-4056-9533-FE2F89098E41}"/>
              </a:ext>
            </a:extLst>
          </p:cNvPr>
          <p:cNvSpPr>
            <a:spLocks noGrp="1"/>
          </p:cNvSpPr>
          <p:nvPr/>
        </p:nvSpPr>
        <p:spPr>
          <a:xfrm>
            <a:off x="6469062" y="4048125"/>
            <a:ext cx="34925" cy="547688"/>
          </a:xfrm>
          <a:prstGeom prst="rect">
            <a:avLst/>
          </a:prstGeom>
          <a:solidFill>
            <a:srgbClr val="1D4ED8"/>
          </a:solidFill>
          <a:ln w="13097">
            <a:solidFill>
              <a:srgbClr val="172B4D"/>
            </a:solidFill>
          </a:ln>
        </p:spPr>
      </p:sp>
      <p:sp>
        <p:nvSpPr>
          <p:cNvPr id="410" name="object-410">
            <a:extLst>
              <a:ext uri="{FF2B5EF4-FFF2-40B4-BE49-F238E27FC236}">
                <a16:creationId xmlns:a16="http://schemas.microsoft.com/office/drawing/2014/main" id="{A239F8AF-50E0-4FDC-8FE0-E88B34827E37}"/>
              </a:ext>
            </a:extLst>
          </p:cNvPr>
          <p:cNvSpPr>
            <a:spLocks noGrp="1"/>
          </p:cNvSpPr>
          <p:nvPr/>
        </p:nvSpPr>
        <p:spPr>
          <a:xfrm>
            <a:off x="6503987" y="4048125"/>
            <a:ext cx="34925" cy="547688"/>
          </a:xfrm>
          <a:prstGeom prst="rect">
            <a:avLst/>
          </a:prstGeom>
          <a:solidFill>
            <a:srgbClr val="1D4ED8"/>
          </a:solidFill>
          <a:ln w="13097">
            <a:solidFill>
              <a:srgbClr val="172B4D"/>
            </a:solidFill>
          </a:ln>
        </p:spPr>
      </p:sp>
      <p:sp>
        <p:nvSpPr>
          <p:cNvPr id="411" name="object-411">
            <a:extLst>
              <a:ext uri="{FF2B5EF4-FFF2-40B4-BE49-F238E27FC236}">
                <a16:creationId xmlns:a16="http://schemas.microsoft.com/office/drawing/2014/main" id="{EC73EF79-1951-4026-9667-ED610EBA8CEF}"/>
              </a:ext>
            </a:extLst>
          </p:cNvPr>
          <p:cNvSpPr>
            <a:spLocks noGrp="1"/>
          </p:cNvSpPr>
          <p:nvPr/>
        </p:nvSpPr>
        <p:spPr>
          <a:xfrm>
            <a:off x="6538913" y="4048125"/>
            <a:ext cx="34925" cy="547688"/>
          </a:xfrm>
          <a:prstGeom prst="rect">
            <a:avLst/>
          </a:prstGeom>
          <a:solidFill>
            <a:srgbClr val="1D4ED8"/>
          </a:solidFill>
          <a:ln w="13097">
            <a:solidFill>
              <a:srgbClr val="172B4D"/>
            </a:solidFill>
          </a:ln>
        </p:spPr>
      </p:sp>
      <p:sp>
        <p:nvSpPr>
          <p:cNvPr id="412" name="object-412">
            <a:extLst>
              <a:ext uri="{FF2B5EF4-FFF2-40B4-BE49-F238E27FC236}">
                <a16:creationId xmlns:a16="http://schemas.microsoft.com/office/drawing/2014/main" id="{AC1B7EC2-AC22-4812-93C2-1BB1456D1DC9}"/>
              </a:ext>
            </a:extLst>
          </p:cNvPr>
          <p:cNvSpPr>
            <a:spLocks noGrp="1"/>
          </p:cNvSpPr>
          <p:nvPr/>
        </p:nvSpPr>
        <p:spPr>
          <a:xfrm>
            <a:off x="6573838" y="4048125"/>
            <a:ext cx="34925" cy="547688"/>
          </a:xfrm>
          <a:prstGeom prst="rect">
            <a:avLst/>
          </a:prstGeom>
          <a:solidFill>
            <a:srgbClr val="1D4ED8"/>
          </a:solidFill>
          <a:ln w="13097">
            <a:solidFill>
              <a:srgbClr val="172B4D"/>
            </a:solidFill>
          </a:ln>
        </p:spPr>
      </p:sp>
      <p:sp>
        <p:nvSpPr>
          <p:cNvPr id="413" name="object-413">
            <a:extLst>
              <a:ext uri="{FF2B5EF4-FFF2-40B4-BE49-F238E27FC236}">
                <a16:creationId xmlns:a16="http://schemas.microsoft.com/office/drawing/2014/main" id="{960BF76D-C10A-4010-B3E5-B3A0D5C394C2}"/>
              </a:ext>
            </a:extLst>
          </p:cNvPr>
          <p:cNvSpPr>
            <a:spLocks noGrp="1"/>
          </p:cNvSpPr>
          <p:nvPr/>
        </p:nvSpPr>
        <p:spPr>
          <a:xfrm>
            <a:off x="6608762" y="4048125"/>
            <a:ext cx="34925" cy="547688"/>
          </a:xfrm>
          <a:prstGeom prst="rect">
            <a:avLst/>
          </a:prstGeom>
          <a:solidFill>
            <a:srgbClr val="1D4ED8"/>
          </a:solidFill>
          <a:ln w="13097">
            <a:solidFill>
              <a:srgbClr val="172B4D"/>
            </a:solidFill>
          </a:ln>
        </p:spPr>
      </p:sp>
      <p:sp>
        <p:nvSpPr>
          <p:cNvPr id="414" name="object-414">
            <a:extLst>
              <a:ext uri="{FF2B5EF4-FFF2-40B4-BE49-F238E27FC236}">
                <a16:creationId xmlns:a16="http://schemas.microsoft.com/office/drawing/2014/main" id="{147FDEA2-2F47-4F68-B7D0-DBDC6969349A}"/>
              </a:ext>
            </a:extLst>
          </p:cNvPr>
          <p:cNvSpPr>
            <a:spLocks noGrp="1"/>
          </p:cNvSpPr>
          <p:nvPr/>
        </p:nvSpPr>
        <p:spPr>
          <a:xfrm>
            <a:off x="6643688" y="4048125"/>
            <a:ext cx="34925" cy="547688"/>
          </a:xfrm>
          <a:prstGeom prst="rect">
            <a:avLst/>
          </a:prstGeom>
          <a:solidFill>
            <a:srgbClr val="1D4ED8"/>
          </a:solidFill>
          <a:ln w="13097">
            <a:solidFill>
              <a:srgbClr val="172B4D"/>
            </a:solidFill>
          </a:ln>
        </p:spPr>
      </p:sp>
      <p:sp>
        <p:nvSpPr>
          <p:cNvPr id="415" name="object-415">
            <a:extLst>
              <a:ext uri="{FF2B5EF4-FFF2-40B4-BE49-F238E27FC236}">
                <a16:creationId xmlns:a16="http://schemas.microsoft.com/office/drawing/2014/main" id="{98EC42E2-A2BC-4F24-98F5-A1E6EB8A8E17}"/>
              </a:ext>
            </a:extLst>
          </p:cNvPr>
          <p:cNvSpPr>
            <a:spLocks noGrp="1"/>
          </p:cNvSpPr>
          <p:nvPr/>
        </p:nvSpPr>
        <p:spPr>
          <a:xfrm>
            <a:off x="6678613" y="4048125"/>
            <a:ext cx="34925" cy="547688"/>
          </a:xfrm>
          <a:prstGeom prst="rect">
            <a:avLst/>
          </a:prstGeom>
          <a:solidFill>
            <a:srgbClr val="1D4ED8"/>
          </a:solidFill>
          <a:ln w="13097">
            <a:solidFill>
              <a:srgbClr val="172B4D"/>
            </a:solidFill>
          </a:ln>
        </p:spPr>
      </p:sp>
      <p:sp>
        <p:nvSpPr>
          <p:cNvPr id="416" name="object-416">
            <a:extLst>
              <a:ext uri="{FF2B5EF4-FFF2-40B4-BE49-F238E27FC236}">
                <a16:creationId xmlns:a16="http://schemas.microsoft.com/office/drawing/2014/main" id="{4E71B955-81C1-4FFB-9EE7-2CC166FDC913}"/>
              </a:ext>
            </a:extLst>
          </p:cNvPr>
          <p:cNvSpPr>
            <a:spLocks noGrp="1"/>
          </p:cNvSpPr>
          <p:nvPr/>
        </p:nvSpPr>
        <p:spPr>
          <a:xfrm>
            <a:off x="6713538" y="4048125"/>
            <a:ext cx="34925" cy="547688"/>
          </a:xfrm>
          <a:prstGeom prst="rect">
            <a:avLst/>
          </a:prstGeom>
          <a:solidFill>
            <a:srgbClr val="1D4ED8"/>
          </a:solidFill>
          <a:ln w="13097">
            <a:solidFill>
              <a:srgbClr val="172B4D"/>
            </a:solidFill>
          </a:ln>
        </p:spPr>
      </p:sp>
      <p:sp>
        <p:nvSpPr>
          <p:cNvPr id="417" name="object-417">
            <a:extLst>
              <a:ext uri="{FF2B5EF4-FFF2-40B4-BE49-F238E27FC236}">
                <a16:creationId xmlns:a16="http://schemas.microsoft.com/office/drawing/2014/main" id="{C7331651-D3A5-4A44-89DD-A0FDB03F3A55}"/>
              </a:ext>
            </a:extLst>
          </p:cNvPr>
          <p:cNvSpPr>
            <a:spLocks noGrp="1"/>
          </p:cNvSpPr>
          <p:nvPr/>
        </p:nvSpPr>
        <p:spPr>
          <a:xfrm>
            <a:off x="6748463" y="4048125"/>
            <a:ext cx="34925" cy="547688"/>
          </a:xfrm>
          <a:prstGeom prst="rect">
            <a:avLst/>
          </a:prstGeom>
          <a:solidFill>
            <a:srgbClr val="1D4ED8"/>
          </a:solidFill>
          <a:ln w="13097">
            <a:solidFill>
              <a:srgbClr val="172B4D"/>
            </a:solidFill>
          </a:ln>
        </p:spPr>
      </p:sp>
      <p:sp>
        <p:nvSpPr>
          <p:cNvPr id="418" name="object-418">
            <a:extLst>
              <a:ext uri="{FF2B5EF4-FFF2-40B4-BE49-F238E27FC236}">
                <a16:creationId xmlns:a16="http://schemas.microsoft.com/office/drawing/2014/main" id="{0CB30D44-3997-4215-A7D6-D0DBA0B88870}"/>
              </a:ext>
            </a:extLst>
          </p:cNvPr>
          <p:cNvSpPr>
            <a:spLocks noGrp="1"/>
          </p:cNvSpPr>
          <p:nvPr/>
        </p:nvSpPr>
        <p:spPr>
          <a:xfrm>
            <a:off x="6783388" y="4048125"/>
            <a:ext cx="34925" cy="547688"/>
          </a:xfrm>
          <a:prstGeom prst="rect">
            <a:avLst/>
          </a:prstGeom>
          <a:solidFill>
            <a:srgbClr val="1D4ED8"/>
          </a:solidFill>
          <a:ln w="13097">
            <a:solidFill>
              <a:srgbClr val="172B4D"/>
            </a:solidFill>
          </a:ln>
        </p:spPr>
      </p:sp>
      <p:sp>
        <p:nvSpPr>
          <p:cNvPr id="419" name="object-419">
            <a:extLst>
              <a:ext uri="{FF2B5EF4-FFF2-40B4-BE49-F238E27FC236}">
                <a16:creationId xmlns:a16="http://schemas.microsoft.com/office/drawing/2014/main" id="{54FE0BC2-7A34-4203-ABFB-A772D17F38B5}"/>
              </a:ext>
            </a:extLst>
          </p:cNvPr>
          <p:cNvSpPr>
            <a:spLocks noGrp="1"/>
          </p:cNvSpPr>
          <p:nvPr/>
        </p:nvSpPr>
        <p:spPr>
          <a:xfrm>
            <a:off x="6818313" y="4048125"/>
            <a:ext cx="34925" cy="547688"/>
          </a:xfrm>
          <a:prstGeom prst="rect">
            <a:avLst/>
          </a:prstGeom>
          <a:solidFill>
            <a:srgbClr val="1D4ED8"/>
          </a:solidFill>
          <a:ln w="13097">
            <a:solidFill>
              <a:srgbClr val="172B4D"/>
            </a:solidFill>
          </a:ln>
        </p:spPr>
      </p:sp>
      <p:sp>
        <p:nvSpPr>
          <p:cNvPr id="420" name="object-420">
            <a:extLst>
              <a:ext uri="{FF2B5EF4-FFF2-40B4-BE49-F238E27FC236}">
                <a16:creationId xmlns:a16="http://schemas.microsoft.com/office/drawing/2014/main" id="{2AD69D91-5EA7-4374-B9AC-498E34F2C336}"/>
              </a:ext>
            </a:extLst>
          </p:cNvPr>
          <p:cNvSpPr>
            <a:spLocks noGrp="1"/>
          </p:cNvSpPr>
          <p:nvPr/>
        </p:nvSpPr>
        <p:spPr>
          <a:xfrm>
            <a:off x="6853238" y="4048125"/>
            <a:ext cx="34925" cy="547688"/>
          </a:xfrm>
          <a:prstGeom prst="rect">
            <a:avLst/>
          </a:prstGeom>
          <a:solidFill>
            <a:srgbClr val="1D4ED8"/>
          </a:solidFill>
          <a:ln w="13097">
            <a:solidFill>
              <a:srgbClr val="172B4D"/>
            </a:solidFill>
          </a:ln>
        </p:spPr>
      </p:sp>
      <p:sp>
        <p:nvSpPr>
          <p:cNvPr id="421" name="object-421">
            <a:extLst>
              <a:ext uri="{FF2B5EF4-FFF2-40B4-BE49-F238E27FC236}">
                <a16:creationId xmlns:a16="http://schemas.microsoft.com/office/drawing/2014/main" id="{2D3B6051-A96A-4760-9C89-D3ED14C2CC07}"/>
              </a:ext>
            </a:extLst>
          </p:cNvPr>
          <p:cNvSpPr>
            <a:spLocks noGrp="1"/>
          </p:cNvSpPr>
          <p:nvPr/>
        </p:nvSpPr>
        <p:spPr>
          <a:xfrm>
            <a:off x="6888163" y="4048125"/>
            <a:ext cx="34925" cy="547688"/>
          </a:xfrm>
          <a:prstGeom prst="rect">
            <a:avLst/>
          </a:prstGeom>
          <a:solidFill>
            <a:srgbClr val="1D4ED8"/>
          </a:solidFill>
          <a:ln w="13097">
            <a:solidFill>
              <a:srgbClr val="172B4D"/>
            </a:solidFill>
          </a:ln>
        </p:spPr>
      </p:sp>
      <p:sp>
        <p:nvSpPr>
          <p:cNvPr id="422" name="object-422">
            <a:extLst>
              <a:ext uri="{FF2B5EF4-FFF2-40B4-BE49-F238E27FC236}">
                <a16:creationId xmlns:a16="http://schemas.microsoft.com/office/drawing/2014/main" id="{386276C4-CDE5-4D5D-967E-7C78C15FD0AA}"/>
              </a:ext>
            </a:extLst>
          </p:cNvPr>
          <p:cNvSpPr>
            <a:spLocks noGrp="1"/>
          </p:cNvSpPr>
          <p:nvPr/>
        </p:nvSpPr>
        <p:spPr>
          <a:xfrm>
            <a:off x="6923088" y="4048125"/>
            <a:ext cx="34925" cy="547688"/>
          </a:xfrm>
          <a:prstGeom prst="rect">
            <a:avLst/>
          </a:prstGeom>
          <a:solidFill>
            <a:srgbClr val="1D4ED8"/>
          </a:solidFill>
          <a:ln w="13097">
            <a:solidFill>
              <a:srgbClr val="172B4D"/>
            </a:solidFill>
          </a:ln>
        </p:spPr>
      </p:sp>
      <p:sp>
        <p:nvSpPr>
          <p:cNvPr id="423" name="object-423">
            <a:extLst>
              <a:ext uri="{FF2B5EF4-FFF2-40B4-BE49-F238E27FC236}">
                <a16:creationId xmlns:a16="http://schemas.microsoft.com/office/drawing/2014/main" id="{A19821B6-9F54-4708-B2A8-253995949A3F}"/>
              </a:ext>
            </a:extLst>
          </p:cNvPr>
          <p:cNvSpPr>
            <a:spLocks noGrp="1"/>
          </p:cNvSpPr>
          <p:nvPr/>
        </p:nvSpPr>
        <p:spPr>
          <a:xfrm>
            <a:off x="6958013" y="4048125"/>
            <a:ext cx="34925" cy="547688"/>
          </a:xfrm>
          <a:prstGeom prst="rect">
            <a:avLst/>
          </a:prstGeom>
          <a:solidFill>
            <a:srgbClr val="1D4ED8"/>
          </a:solidFill>
          <a:ln w="13097">
            <a:solidFill>
              <a:srgbClr val="172B4D"/>
            </a:solidFill>
          </a:ln>
        </p:spPr>
      </p:sp>
      <p:sp>
        <p:nvSpPr>
          <p:cNvPr id="424" name="object-424">
            <a:extLst>
              <a:ext uri="{FF2B5EF4-FFF2-40B4-BE49-F238E27FC236}">
                <a16:creationId xmlns:a16="http://schemas.microsoft.com/office/drawing/2014/main" id="{B4D99E66-F9D7-42AB-AEED-4E8790B15040}"/>
              </a:ext>
            </a:extLst>
          </p:cNvPr>
          <p:cNvSpPr>
            <a:spLocks noGrp="1"/>
          </p:cNvSpPr>
          <p:nvPr/>
        </p:nvSpPr>
        <p:spPr>
          <a:xfrm>
            <a:off x="6992937" y="4048125"/>
            <a:ext cx="34925" cy="547688"/>
          </a:xfrm>
          <a:prstGeom prst="rect">
            <a:avLst/>
          </a:prstGeom>
          <a:solidFill>
            <a:srgbClr val="1D4ED8"/>
          </a:solidFill>
          <a:ln w="13097">
            <a:solidFill>
              <a:srgbClr val="172B4D"/>
            </a:solidFill>
          </a:ln>
        </p:spPr>
      </p:sp>
      <p:sp>
        <p:nvSpPr>
          <p:cNvPr id="425" name="object-425">
            <a:extLst>
              <a:ext uri="{FF2B5EF4-FFF2-40B4-BE49-F238E27FC236}">
                <a16:creationId xmlns:a16="http://schemas.microsoft.com/office/drawing/2014/main" id="{EDA49921-6876-44BB-AEF1-3F2F09E2BA31}"/>
              </a:ext>
            </a:extLst>
          </p:cNvPr>
          <p:cNvSpPr>
            <a:spLocks noGrp="1"/>
          </p:cNvSpPr>
          <p:nvPr/>
        </p:nvSpPr>
        <p:spPr>
          <a:xfrm>
            <a:off x="7027862" y="4048125"/>
            <a:ext cx="34925" cy="547688"/>
          </a:xfrm>
          <a:prstGeom prst="rect">
            <a:avLst/>
          </a:prstGeom>
          <a:solidFill>
            <a:srgbClr val="1D4ED8"/>
          </a:solidFill>
          <a:ln w="13097">
            <a:solidFill>
              <a:srgbClr val="172B4D"/>
            </a:solidFill>
          </a:ln>
        </p:spPr>
      </p:sp>
      <p:sp>
        <p:nvSpPr>
          <p:cNvPr id="426" name="object-426">
            <a:extLst>
              <a:ext uri="{FF2B5EF4-FFF2-40B4-BE49-F238E27FC236}">
                <a16:creationId xmlns:a16="http://schemas.microsoft.com/office/drawing/2014/main" id="{84ADD902-3815-44CF-81BA-E97BAF99AC39}"/>
              </a:ext>
            </a:extLst>
          </p:cNvPr>
          <p:cNvSpPr>
            <a:spLocks noGrp="1"/>
          </p:cNvSpPr>
          <p:nvPr/>
        </p:nvSpPr>
        <p:spPr>
          <a:xfrm>
            <a:off x="7062788" y="4048125"/>
            <a:ext cx="34925" cy="547688"/>
          </a:xfrm>
          <a:prstGeom prst="rect">
            <a:avLst/>
          </a:prstGeom>
          <a:solidFill>
            <a:srgbClr val="1D4ED8"/>
          </a:solidFill>
          <a:ln w="13097">
            <a:solidFill>
              <a:srgbClr val="172B4D"/>
            </a:solidFill>
          </a:ln>
        </p:spPr>
      </p:sp>
      <p:sp>
        <p:nvSpPr>
          <p:cNvPr id="427" name="object-427">
            <a:extLst>
              <a:ext uri="{FF2B5EF4-FFF2-40B4-BE49-F238E27FC236}">
                <a16:creationId xmlns:a16="http://schemas.microsoft.com/office/drawing/2014/main" id="{B70ABD8E-676D-4FB3-9847-FC4CF0073D5D}"/>
              </a:ext>
            </a:extLst>
          </p:cNvPr>
          <p:cNvSpPr>
            <a:spLocks noGrp="1"/>
          </p:cNvSpPr>
          <p:nvPr/>
        </p:nvSpPr>
        <p:spPr>
          <a:xfrm>
            <a:off x="7097713" y="4048125"/>
            <a:ext cx="34925" cy="547688"/>
          </a:xfrm>
          <a:prstGeom prst="rect">
            <a:avLst/>
          </a:prstGeom>
          <a:solidFill>
            <a:srgbClr val="1D4ED8"/>
          </a:solidFill>
          <a:ln w="13097">
            <a:solidFill>
              <a:srgbClr val="172B4D"/>
            </a:solidFill>
          </a:ln>
        </p:spPr>
      </p:sp>
      <p:sp>
        <p:nvSpPr>
          <p:cNvPr id="428" name="object-428">
            <a:extLst>
              <a:ext uri="{FF2B5EF4-FFF2-40B4-BE49-F238E27FC236}">
                <a16:creationId xmlns:a16="http://schemas.microsoft.com/office/drawing/2014/main" id="{4D024417-EFED-4108-9B72-EC75DC2A6B0D}"/>
              </a:ext>
            </a:extLst>
          </p:cNvPr>
          <p:cNvSpPr>
            <a:spLocks noGrp="1"/>
          </p:cNvSpPr>
          <p:nvPr/>
        </p:nvSpPr>
        <p:spPr>
          <a:xfrm>
            <a:off x="7132637" y="4048125"/>
            <a:ext cx="34925" cy="547688"/>
          </a:xfrm>
          <a:prstGeom prst="rect">
            <a:avLst/>
          </a:prstGeom>
          <a:solidFill>
            <a:srgbClr val="1D4ED8"/>
          </a:solidFill>
          <a:ln w="13097">
            <a:solidFill>
              <a:srgbClr val="172B4D"/>
            </a:solidFill>
          </a:ln>
        </p:spPr>
      </p:sp>
      <p:sp>
        <p:nvSpPr>
          <p:cNvPr id="429" name="object-429">
            <a:extLst>
              <a:ext uri="{FF2B5EF4-FFF2-40B4-BE49-F238E27FC236}">
                <a16:creationId xmlns:a16="http://schemas.microsoft.com/office/drawing/2014/main" id="{F255CD67-1050-4A00-B45A-EB8785FBA5AD}"/>
              </a:ext>
            </a:extLst>
          </p:cNvPr>
          <p:cNvSpPr>
            <a:spLocks noGrp="1"/>
          </p:cNvSpPr>
          <p:nvPr/>
        </p:nvSpPr>
        <p:spPr>
          <a:xfrm>
            <a:off x="7167563" y="4048125"/>
            <a:ext cx="34925" cy="547688"/>
          </a:xfrm>
          <a:prstGeom prst="rect">
            <a:avLst/>
          </a:prstGeom>
          <a:solidFill>
            <a:srgbClr val="1D4ED8"/>
          </a:solidFill>
          <a:ln w="13097">
            <a:solidFill>
              <a:srgbClr val="172B4D"/>
            </a:solidFill>
          </a:ln>
        </p:spPr>
      </p:sp>
      <p:sp>
        <p:nvSpPr>
          <p:cNvPr id="430" name="object-430">
            <a:extLst>
              <a:ext uri="{FF2B5EF4-FFF2-40B4-BE49-F238E27FC236}">
                <a16:creationId xmlns:a16="http://schemas.microsoft.com/office/drawing/2014/main" id="{600884EC-A0A5-4557-84B2-DC20A8E114AA}"/>
              </a:ext>
            </a:extLst>
          </p:cNvPr>
          <p:cNvSpPr>
            <a:spLocks noGrp="1"/>
          </p:cNvSpPr>
          <p:nvPr/>
        </p:nvSpPr>
        <p:spPr>
          <a:xfrm>
            <a:off x="7202488" y="4048125"/>
            <a:ext cx="34925" cy="547688"/>
          </a:xfrm>
          <a:prstGeom prst="rect">
            <a:avLst/>
          </a:prstGeom>
          <a:solidFill>
            <a:srgbClr val="1D4ED8"/>
          </a:solidFill>
          <a:ln w="13097">
            <a:solidFill>
              <a:srgbClr val="172B4D"/>
            </a:solidFill>
          </a:ln>
        </p:spPr>
      </p:sp>
      <p:sp>
        <p:nvSpPr>
          <p:cNvPr id="431" name="object-431">
            <a:extLst>
              <a:ext uri="{FF2B5EF4-FFF2-40B4-BE49-F238E27FC236}">
                <a16:creationId xmlns:a16="http://schemas.microsoft.com/office/drawing/2014/main" id="{F4F4874B-63C9-4D99-9A1D-89D0E1482D7F}"/>
              </a:ext>
            </a:extLst>
          </p:cNvPr>
          <p:cNvSpPr>
            <a:spLocks noGrp="1"/>
          </p:cNvSpPr>
          <p:nvPr/>
        </p:nvSpPr>
        <p:spPr>
          <a:xfrm>
            <a:off x="7237413" y="4048125"/>
            <a:ext cx="34925" cy="547688"/>
          </a:xfrm>
          <a:prstGeom prst="rect">
            <a:avLst/>
          </a:prstGeom>
          <a:solidFill>
            <a:srgbClr val="1D4ED8"/>
          </a:solidFill>
          <a:ln w="13097">
            <a:solidFill>
              <a:srgbClr val="172B4D"/>
            </a:solidFill>
          </a:ln>
        </p:spPr>
      </p:sp>
      <p:sp>
        <p:nvSpPr>
          <p:cNvPr id="432" name="object-432">
            <a:extLst>
              <a:ext uri="{FF2B5EF4-FFF2-40B4-BE49-F238E27FC236}">
                <a16:creationId xmlns:a16="http://schemas.microsoft.com/office/drawing/2014/main" id="{BC0634A6-28A4-48CD-A757-75EFF4BB9785}"/>
              </a:ext>
            </a:extLst>
          </p:cNvPr>
          <p:cNvSpPr>
            <a:spLocks noGrp="1"/>
          </p:cNvSpPr>
          <p:nvPr/>
        </p:nvSpPr>
        <p:spPr>
          <a:xfrm>
            <a:off x="7272338" y="4048125"/>
            <a:ext cx="34925" cy="547688"/>
          </a:xfrm>
          <a:prstGeom prst="rect">
            <a:avLst/>
          </a:prstGeom>
          <a:solidFill>
            <a:srgbClr val="1D4ED8"/>
          </a:solidFill>
          <a:ln w="13097">
            <a:solidFill>
              <a:srgbClr val="172B4D"/>
            </a:solidFill>
          </a:ln>
        </p:spPr>
      </p:sp>
      <p:sp>
        <p:nvSpPr>
          <p:cNvPr id="433" name="object-433">
            <a:extLst>
              <a:ext uri="{FF2B5EF4-FFF2-40B4-BE49-F238E27FC236}">
                <a16:creationId xmlns:a16="http://schemas.microsoft.com/office/drawing/2014/main" id="{F2DD65CE-6A3F-463F-8584-0A9582A12788}"/>
              </a:ext>
            </a:extLst>
          </p:cNvPr>
          <p:cNvSpPr>
            <a:spLocks noGrp="1"/>
          </p:cNvSpPr>
          <p:nvPr/>
        </p:nvSpPr>
        <p:spPr>
          <a:xfrm>
            <a:off x="7307263" y="4048125"/>
            <a:ext cx="34925" cy="547688"/>
          </a:xfrm>
          <a:prstGeom prst="rect">
            <a:avLst/>
          </a:prstGeom>
          <a:solidFill>
            <a:srgbClr val="1D4ED8"/>
          </a:solidFill>
          <a:ln w="13097">
            <a:solidFill>
              <a:srgbClr val="172B4D"/>
            </a:solidFill>
          </a:ln>
        </p:spPr>
      </p:sp>
      <p:sp>
        <p:nvSpPr>
          <p:cNvPr id="434" name="object-434">
            <a:extLst>
              <a:ext uri="{FF2B5EF4-FFF2-40B4-BE49-F238E27FC236}">
                <a16:creationId xmlns:a16="http://schemas.microsoft.com/office/drawing/2014/main" id="{29E6A52F-D428-4E71-965B-49B6550AE22F}"/>
              </a:ext>
            </a:extLst>
          </p:cNvPr>
          <p:cNvSpPr>
            <a:spLocks noGrp="1"/>
          </p:cNvSpPr>
          <p:nvPr/>
        </p:nvSpPr>
        <p:spPr>
          <a:xfrm>
            <a:off x="7342188" y="4048125"/>
            <a:ext cx="34925" cy="547688"/>
          </a:xfrm>
          <a:prstGeom prst="rect">
            <a:avLst/>
          </a:prstGeom>
          <a:solidFill>
            <a:srgbClr val="1D4ED8"/>
          </a:solidFill>
          <a:ln w="13097">
            <a:solidFill>
              <a:srgbClr val="172B4D"/>
            </a:solidFill>
          </a:ln>
        </p:spPr>
      </p:sp>
      <p:sp>
        <p:nvSpPr>
          <p:cNvPr id="435" name="object-435">
            <a:extLst>
              <a:ext uri="{FF2B5EF4-FFF2-40B4-BE49-F238E27FC236}">
                <a16:creationId xmlns:a16="http://schemas.microsoft.com/office/drawing/2014/main" id="{5C8A3E26-45AA-46EC-8530-06A68359F3D9}"/>
              </a:ext>
            </a:extLst>
          </p:cNvPr>
          <p:cNvSpPr>
            <a:spLocks noGrp="1"/>
          </p:cNvSpPr>
          <p:nvPr/>
        </p:nvSpPr>
        <p:spPr>
          <a:xfrm>
            <a:off x="7377113" y="4048125"/>
            <a:ext cx="34925" cy="547688"/>
          </a:xfrm>
          <a:prstGeom prst="rect">
            <a:avLst/>
          </a:prstGeom>
          <a:solidFill>
            <a:srgbClr val="1D4ED8"/>
          </a:solidFill>
          <a:ln w="13097">
            <a:solidFill>
              <a:srgbClr val="172B4D"/>
            </a:solidFill>
          </a:ln>
        </p:spPr>
      </p:sp>
      <p:sp>
        <p:nvSpPr>
          <p:cNvPr id="436" name="object-436">
            <a:extLst>
              <a:ext uri="{FF2B5EF4-FFF2-40B4-BE49-F238E27FC236}">
                <a16:creationId xmlns:a16="http://schemas.microsoft.com/office/drawing/2014/main" id="{6665B90B-F0A9-4F18-88DD-E00DAABCB215}"/>
              </a:ext>
            </a:extLst>
          </p:cNvPr>
          <p:cNvSpPr>
            <a:spLocks noGrp="1"/>
          </p:cNvSpPr>
          <p:nvPr/>
        </p:nvSpPr>
        <p:spPr>
          <a:xfrm>
            <a:off x="7412038" y="4048125"/>
            <a:ext cx="34925" cy="547688"/>
          </a:xfrm>
          <a:prstGeom prst="rect">
            <a:avLst/>
          </a:prstGeom>
          <a:solidFill>
            <a:srgbClr val="1D4ED8"/>
          </a:solidFill>
          <a:ln w="13097">
            <a:solidFill>
              <a:srgbClr val="172B4D"/>
            </a:solidFill>
          </a:ln>
        </p:spPr>
      </p:sp>
      <p:sp>
        <p:nvSpPr>
          <p:cNvPr id="437" name="object-437">
            <a:extLst>
              <a:ext uri="{FF2B5EF4-FFF2-40B4-BE49-F238E27FC236}">
                <a16:creationId xmlns:a16="http://schemas.microsoft.com/office/drawing/2014/main" id="{D0569899-23D5-489D-9FDC-E463561D998E}"/>
              </a:ext>
            </a:extLst>
          </p:cNvPr>
          <p:cNvSpPr>
            <a:spLocks noGrp="1"/>
          </p:cNvSpPr>
          <p:nvPr/>
        </p:nvSpPr>
        <p:spPr>
          <a:xfrm>
            <a:off x="7446963" y="4048125"/>
            <a:ext cx="34925" cy="547688"/>
          </a:xfrm>
          <a:prstGeom prst="rect">
            <a:avLst/>
          </a:prstGeom>
          <a:solidFill>
            <a:srgbClr val="1D4ED8"/>
          </a:solidFill>
          <a:ln w="13097">
            <a:solidFill>
              <a:srgbClr val="172B4D"/>
            </a:solidFill>
          </a:ln>
        </p:spPr>
      </p:sp>
      <p:sp>
        <p:nvSpPr>
          <p:cNvPr id="438" name="object-438">
            <a:extLst>
              <a:ext uri="{FF2B5EF4-FFF2-40B4-BE49-F238E27FC236}">
                <a16:creationId xmlns:a16="http://schemas.microsoft.com/office/drawing/2014/main" id="{B5AD056A-1D5C-45C1-8C92-4B9E7AFF12EC}"/>
              </a:ext>
            </a:extLst>
          </p:cNvPr>
          <p:cNvSpPr>
            <a:spLocks noGrp="1"/>
          </p:cNvSpPr>
          <p:nvPr/>
        </p:nvSpPr>
        <p:spPr>
          <a:xfrm>
            <a:off x="7481888" y="4048125"/>
            <a:ext cx="34925" cy="547688"/>
          </a:xfrm>
          <a:prstGeom prst="rect">
            <a:avLst/>
          </a:prstGeom>
          <a:solidFill>
            <a:srgbClr val="1D4ED8"/>
          </a:solidFill>
          <a:ln w="13097">
            <a:solidFill>
              <a:srgbClr val="172B4D"/>
            </a:solidFill>
          </a:ln>
        </p:spPr>
      </p:sp>
      <p:sp>
        <p:nvSpPr>
          <p:cNvPr id="439" name="object-439">
            <a:extLst>
              <a:ext uri="{FF2B5EF4-FFF2-40B4-BE49-F238E27FC236}">
                <a16:creationId xmlns:a16="http://schemas.microsoft.com/office/drawing/2014/main" id="{BCAF832C-8780-4579-9859-DF59A29F5BE6}"/>
              </a:ext>
            </a:extLst>
          </p:cNvPr>
          <p:cNvSpPr>
            <a:spLocks noGrp="1"/>
          </p:cNvSpPr>
          <p:nvPr/>
        </p:nvSpPr>
        <p:spPr>
          <a:xfrm>
            <a:off x="7516812" y="4048125"/>
            <a:ext cx="34925" cy="547688"/>
          </a:xfrm>
          <a:prstGeom prst="rect">
            <a:avLst/>
          </a:prstGeom>
          <a:solidFill>
            <a:srgbClr val="1D4ED8"/>
          </a:solidFill>
          <a:ln w="13097">
            <a:solidFill>
              <a:srgbClr val="172B4D"/>
            </a:solidFill>
          </a:ln>
        </p:spPr>
      </p:sp>
      <p:sp>
        <p:nvSpPr>
          <p:cNvPr id="440" name="object-440">
            <a:extLst>
              <a:ext uri="{FF2B5EF4-FFF2-40B4-BE49-F238E27FC236}">
                <a16:creationId xmlns:a16="http://schemas.microsoft.com/office/drawing/2014/main" id="{28999256-8F7C-4C5B-B38C-55879BCF4ED4}"/>
              </a:ext>
            </a:extLst>
          </p:cNvPr>
          <p:cNvSpPr>
            <a:spLocks noGrp="1"/>
          </p:cNvSpPr>
          <p:nvPr/>
        </p:nvSpPr>
        <p:spPr>
          <a:xfrm>
            <a:off x="7551737" y="4048125"/>
            <a:ext cx="34925" cy="547688"/>
          </a:xfrm>
          <a:prstGeom prst="rect">
            <a:avLst/>
          </a:prstGeom>
          <a:solidFill>
            <a:srgbClr val="1D4ED8"/>
          </a:solidFill>
          <a:ln w="13097">
            <a:solidFill>
              <a:srgbClr val="172B4D"/>
            </a:solidFill>
          </a:ln>
        </p:spPr>
      </p:sp>
      <p:sp>
        <p:nvSpPr>
          <p:cNvPr id="441" name="object-441">
            <a:extLst>
              <a:ext uri="{FF2B5EF4-FFF2-40B4-BE49-F238E27FC236}">
                <a16:creationId xmlns:a16="http://schemas.microsoft.com/office/drawing/2014/main" id="{D5A43428-E950-4B3A-9E57-170EFEB2401C}"/>
              </a:ext>
            </a:extLst>
          </p:cNvPr>
          <p:cNvSpPr>
            <a:spLocks noGrp="1"/>
          </p:cNvSpPr>
          <p:nvPr/>
        </p:nvSpPr>
        <p:spPr>
          <a:xfrm>
            <a:off x="7586663" y="4048125"/>
            <a:ext cx="34925" cy="547688"/>
          </a:xfrm>
          <a:prstGeom prst="rect">
            <a:avLst/>
          </a:prstGeom>
          <a:solidFill>
            <a:srgbClr val="1D4ED8"/>
          </a:solidFill>
          <a:ln w="13097">
            <a:solidFill>
              <a:srgbClr val="172B4D"/>
            </a:solidFill>
          </a:ln>
        </p:spPr>
      </p:sp>
      <p:sp>
        <p:nvSpPr>
          <p:cNvPr id="442" name="object-442">
            <a:extLst>
              <a:ext uri="{FF2B5EF4-FFF2-40B4-BE49-F238E27FC236}">
                <a16:creationId xmlns:a16="http://schemas.microsoft.com/office/drawing/2014/main" id="{345CF369-F2A5-457E-9B65-1B92FCFC85C5}"/>
              </a:ext>
            </a:extLst>
          </p:cNvPr>
          <p:cNvSpPr>
            <a:spLocks noGrp="1"/>
          </p:cNvSpPr>
          <p:nvPr/>
        </p:nvSpPr>
        <p:spPr>
          <a:xfrm>
            <a:off x="7621588" y="4048125"/>
            <a:ext cx="34925" cy="547688"/>
          </a:xfrm>
          <a:prstGeom prst="rect">
            <a:avLst/>
          </a:prstGeom>
          <a:solidFill>
            <a:srgbClr val="1D4ED8"/>
          </a:solidFill>
          <a:ln w="13097">
            <a:solidFill>
              <a:srgbClr val="172B4D"/>
            </a:solidFill>
          </a:ln>
        </p:spPr>
      </p:sp>
      <p:sp>
        <p:nvSpPr>
          <p:cNvPr id="443" name="object-443">
            <a:extLst>
              <a:ext uri="{FF2B5EF4-FFF2-40B4-BE49-F238E27FC236}">
                <a16:creationId xmlns:a16="http://schemas.microsoft.com/office/drawing/2014/main" id="{4EA994CE-7070-47A4-874A-7D9513C4397B}"/>
              </a:ext>
            </a:extLst>
          </p:cNvPr>
          <p:cNvSpPr>
            <a:spLocks noGrp="1"/>
          </p:cNvSpPr>
          <p:nvPr/>
        </p:nvSpPr>
        <p:spPr>
          <a:xfrm>
            <a:off x="7656512" y="4048125"/>
            <a:ext cx="34925" cy="547688"/>
          </a:xfrm>
          <a:prstGeom prst="rect">
            <a:avLst/>
          </a:prstGeom>
          <a:solidFill>
            <a:srgbClr val="1D4ED8"/>
          </a:solidFill>
          <a:ln w="13097">
            <a:solidFill>
              <a:srgbClr val="172B4D"/>
            </a:solidFill>
          </a:ln>
        </p:spPr>
      </p:sp>
      <p:sp>
        <p:nvSpPr>
          <p:cNvPr id="444" name="object-444">
            <a:extLst>
              <a:ext uri="{FF2B5EF4-FFF2-40B4-BE49-F238E27FC236}">
                <a16:creationId xmlns:a16="http://schemas.microsoft.com/office/drawing/2014/main" id="{69A8F0FB-4E27-44A6-8554-F963A35593AB}"/>
              </a:ext>
            </a:extLst>
          </p:cNvPr>
          <p:cNvSpPr>
            <a:spLocks noGrp="1"/>
          </p:cNvSpPr>
          <p:nvPr/>
        </p:nvSpPr>
        <p:spPr>
          <a:xfrm>
            <a:off x="7691438" y="4048125"/>
            <a:ext cx="34925" cy="547688"/>
          </a:xfrm>
          <a:prstGeom prst="rect">
            <a:avLst/>
          </a:prstGeom>
          <a:solidFill>
            <a:srgbClr val="1D4ED8"/>
          </a:solidFill>
          <a:ln w="13097">
            <a:solidFill>
              <a:srgbClr val="172B4D"/>
            </a:solidFill>
          </a:ln>
        </p:spPr>
      </p:sp>
      <p:sp>
        <p:nvSpPr>
          <p:cNvPr id="445" name="object-445">
            <a:extLst>
              <a:ext uri="{FF2B5EF4-FFF2-40B4-BE49-F238E27FC236}">
                <a16:creationId xmlns:a16="http://schemas.microsoft.com/office/drawing/2014/main" id="{2BA55EA9-988D-420C-8BFA-19ED5B4E672E}"/>
              </a:ext>
            </a:extLst>
          </p:cNvPr>
          <p:cNvSpPr>
            <a:spLocks noGrp="1"/>
          </p:cNvSpPr>
          <p:nvPr/>
        </p:nvSpPr>
        <p:spPr>
          <a:xfrm>
            <a:off x="7726363" y="4048125"/>
            <a:ext cx="34925" cy="547688"/>
          </a:xfrm>
          <a:prstGeom prst="rect">
            <a:avLst/>
          </a:prstGeom>
          <a:solidFill>
            <a:srgbClr val="1D4ED8"/>
          </a:solidFill>
          <a:ln w="13097">
            <a:solidFill>
              <a:srgbClr val="172B4D"/>
            </a:solidFill>
          </a:ln>
        </p:spPr>
      </p:sp>
      <p:sp>
        <p:nvSpPr>
          <p:cNvPr id="446" name="object-446">
            <a:extLst>
              <a:ext uri="{FF2B5EF4-FFF2-40B4-BE49-F238E27FC236}">
                <a16:creationId xmlns:a16="http://schemas.microsoft.com/office/drawing/2014/main" id="{68A4E0FE-D25D-4B5A-887C-A4701820C596}"/>
              </a:ext>
            </a:extLst>
          </p:cNvPr>
          <p:cNvSpPr>
            <a:spLocks noGrp="1"/>
          </p:cNvSpPr>
          <p:nvPr/>
        </p:nvSpPr>
        <p:spPr>
          <a:xfrm>
            <a:off x="7761288" y="4048125"/>
            <a:ext cx="34925" cy="547688"/>
          </a:xfrm>
          <a:prstGeom prst="rect">
            <a:avLst/>
          </a:prstGeom>
          <a:solidFill>
            <a:srgbClr val="1D4ED8"/>
          </a:solidFill>
          <a:ln w="13097">
            <a:solidFill>
              <a:srgbClr val="172B4D"/>
            </a:solidFill>
          </a:ln>
        </p:spPr>
      </p:sp>
      <p:sp>
        <p:nvSpPr>
          <p:cNvPr id="447" name="object-447">
            <a:extLst>
              <a:ext uri="{FF2B5EF4-FFF2-40B4-BE49-F238E27FC236}">
                <a16:creationId xmlns:a16="http://schemas.microsoft.com/office/drawing/2014/main" id="{C21EFC30-0B86-4640-B6D9-1626B4952A5D}"/>
              </a:ext>
            </a:extLst>
          </p:cNvPr>
          <p:cNvSpPr>
            <a:spLocks noGrp="1"/>
          </p:cNvSpPr>
          <p:nvPr/>
        </p:nvSpPr>
        <p:spPr>
          <a:xfrm>
            <a:off x="7796213" y="4048125"/>
            <a:ext cx="34925" cy="547688"/>
          </a:xfrm>
          <a:prstGeom prst="rect">
            <a:avLst/>
          </a:prstGeom>
          <a:solidFill>
            <a:srgbClr val="1D4ED8"/>
          </a:solidFill>
          <a:ln w="13097">
            <a:solidFill>
              <a:srgbClr val="172B4D"/>
            </a:solidFill>
          </a:ln>
        </p:spPr>
      </p:sp>
      <p:sp>
        <p:nvSpPr>
          <p:cNvPr id="448" name="object-448">
            <a:extLst>
              <a:ext uri="{FF2B5EF4-FFF2-40B4-BE49-F238E27FC236}">
                <a16:creationId xmlns:a16="http://schemas.microsoft.com/office/drawing/2014/main" id="{2D094370-3D18-41D0-8DF9-7129A87712E9}"/>
              </a:ext>
            </a:extLst>
          </p:cNvPr>
          <p:cNvSpPr>
            <a:spLocks noGrp="1"/>
          </p:cNvSpPr>
          <p:nvPr/>
        </p:nvSpPr>
        <p:spPr>
          <a:xfrm>
            <a:off x="7831138" y="4048125"/>
            <a:ext cx="34925" cy="547688"/>
          </a:xfrm>
          <a:prstGeom prst="rect">
            <a:avLst/>
          </a:prstGeom>
          <a:solidFill>
            <a:srgbClr val="1D4ED8"/>
          </a:solidFill>
          <a:ln w="13097">
            <a:solidFill>
              <a:srgbClr val="172B4D"/>
            </a:solidFill>
          </a:ln>
        </p:spPr>
      </p:sp>
      <p:sp>
        <p:nvSpPr>
          <p:cNvPr id="449" name="object-449">
            <a:extLst>
              <a:ext uri="{FF2B5EF4-FFF2-40B4-BE49-F238E27FC236}">
                <a16:creationId xmlns:a16="http://schemas.microsoft.com/office/drawing/2014/main" id="{153AE48C-7ED1-4327-8980-9DD0B35F2F46}"/>
              </a:ext>
            </a:extLst>
          </p:cNvPr>
          <p:cNvSpPr>
            <a:spLocks noGrp="1"/>
          </p:cNvSpPr>
          <p:nvPr/>
        </p:nvSpPr>
        <p:spPr>
          <a:xfrm>
            <a:off x="7866063" y="4048125"/>
            <a:ext cx="34925" cy="547688"/>
          </a:xfrm>
          <a:prstGeom prst="rect">
            <a:avLst/>
          </a:prstGeom>
          <a:solidFill>
            <a:srgbClr val="1D4ED8"/>
          </a:solidFill>
          <a:ln w="13097">
            <a:solidFill>
              <a:srgbClr val="172B4D"/>
            </a:solidFill>
          </a:ln>
        </p:spPr>
      </p:sp>
      <p:sp>
        <p:nvSpPr>
          <p:cNvPr id="450" name="object-450">
            <a:extLst>
              <a:ext uri="{FF2B5EF4-FFF2-40B4-BE49-F238E27FC236}">
                <a16:creationId xmlns:a16="http://schemas.microsoft.com/office/drawing/2014/main" id="{00A6BC2F-530D-4089-B818-C1C322B7FFB6}"/>
              </a:ext>
            </a:extLst>
          </p:cNvPr>
          <p:cNvSpPr>
            <a:spLocks noGrp="1"/>
          </p:cNvSpPr>
          <p:nvPr/>
        </p:nvSpPr>
        <p:spPr>
          <a:xfrm>
            <a:off x="7900988" y="4048125"/>
            <a:ext cx="34925" cy="547688"/>
          </a:xfrm>
          <a:prstGeom prst="rect">
            <a:avLst/>
          </a:prstGeom>
          <a:solidFill>
            <a:srgbClr val="1D4ED8"/>
          </a:solidFill>
          <a:ln w="13097">
            <a:solidFill>
              <a:srgbClr val="172B4D"/>
            </a:solidFill>
          </a:ln>
        </p:spPr>
      </p:sp>
      <p:sp>
        <p:nvSpPr>
          <p:cNvPr id="451" name="object-451">
            <a:extLst>
              <a:ext uri="{FF2B5EF4-FFF2-40B4-BE49-F238E27FC236}">
                <a16:creationId xmlns:a16="http://schemas.microsoft.com/office/drawing/2014/main" id="{45861C54-FDAB-4680-A941-65B22AC0FF99}"/>
              </a:ext>
            </a:extLst>
          </p:cNvPr>
          <p:cNvSpPr>
            <a:spLocks noGrp="1"/>
          </p:cNvSpPr>
          <p:nvPr/>
        </p:nvSpPr>
        <p:spPr>
          <a:xfrm>
            <a:off x="7935913" y="4048125"/>
            <a:ext cx="34925" cy="547688"/>
          </a:xfrm>
          <a:prstGeom prst="rect">
            <a:avLst/>
          </a:prstGeom>
          <a:solidFill>
            <a:srgbClr val="1D4ED8"/>
          </a:solidFill>
          <a:ln w="13097">
            <a:solidFill>
              <a:srgbClr val="172B4D"/>
            </a:solidFill>
          </a:ln>
        </p:spPr>
      </p:sp>
      <p:sp>
        <p:nvSpPr>
          <p:cNvPr id="452" name="object-452">
            <a:extLst>
              <a:ext uri="{FF2B5EF4-FFF2-40B4-BE49-F238E27FC236}">
                <a16:creationId xmlns:a16="http://schemas.microsoft.com/office/drawing/2014/main" id="{23125F4E-D009-44C9-94B8-DED38584A5F7}"/>
              </a:ext>
            </a:extLst>
          </p:cNvPr>
          <p:cNvSpPr>
            <a:spLocks noGrp="1"/>
          </p:cNvSpPr>
          <p:nvPr/>
        </p:nvSpPr>
        <p:spPr>
          <a:xfrm>
            <a:off x="7970838" y="4048125"/>
            <a:ext cx="34925" cy="547688"/>
          </a:xfrm>
          <a:prstGeom prst="rect">
            <a:avLst/>
          </a:prstGeom>
          <a:solidFill>
            <a:srgbClr val="1D4ED8"/>
          </a:solidFill>
          <a:ln w="13097">
            <a:solidFill>
              <a:srgbClr val="172B4D"/>
            </a:solidFill>
          </a:ln>
        </p:spPr>
      </p:sp>
      <p:sp>
        <p:nvSpPr>
          <p:cNvPr id="453" name="object-453">
            <a:extLst>
              <a:ext uri="{FF2B5EF4-FFF2-40B4-BE49-F238E27FC236}">
                <a16:creationId xmlns:a16="http://schemas.microsoft.com/office/drawing/2014/main" id="{E1357233-1B99-4A7D-874D-EEFE8AE297DD}"/>
              </a:ext>
            </a:extLst>
          </p:cNvPr>
          <p:cNvSpPr>
            <a:spLocks noGrp="1"/>
          </p:cNvSpPr>
          <p:nvPr/>
        </p:nvSpPr>
        <p:spPr>
          <a:xfrm>
            <a:off x="8005763" y="4048125"/>
            <a:ext cx="34925" cy="547688"/>
          </a:xfrm>
          <a:prstGeom prst="rect">
            <a:avLst/>
          </a:prstGeom>
          <a:solidFill>
            <a:srgbClr val="1D4ED8"/>
          </a:solidFill>
          <a:ln w="13097">
            <a:solidFill>
              <a:srgbClr val="172B4D"/>
            </a:solidFill>
          </a:ln>
        </p:spPr>
      </p:sp>
      <p:sp>
        <p:nvSpPr>
          <p:cNvPr id="454" name="object-454">
            <a:extLst>
              <a:ext uri="{FF2B5EF4-FFF2-40B4-BE49-F238E27FC236}">
                <a16:creationId xmlns:a16="http://schemas.microsoft.com/office/drawing/2014/main" id="{11CF489A-CDD3-467B-825E-1FA70A25F7F3}"/>
              </a:ext>
            </a:extLst>
          </p:cNvPr>
          <p:cNvSpPr>
            <a:spLocks noGrp="1"/>
          </p:cNvSpPr>
          <p:nvPr/>
        </p:nvSpPr>
        <p:spPr>
          <a:xfrm>
            <a:off x="8040687" y="4048125"/>
            <a:ext cx="34925" cy="547688"/>
          </a:xfrm>
          <a:prstGeom prst="rect">
            <a:avLst/>
          </a:prstGeom>
          <a:solidFill>
            <a:srgbClr val="1D4ED8"/>
          </a:solidFill>
          <a:ln w="13097">
            <a:solidFill>
              <a:srgbClr val="172B4D"/>
            </a:solidFill>
          </a:ln>
        </p:spPr>
      </p:sp>
      <p:sp>
        <p:nvSpPr>
          <p:cNvPr id="455" name="object-455">
            <a:extLst>
              <a:ext uri="{FF2B5EF4-FFF2-40B4-BE49-F238E27FC236}">
                <a16:creationId xmlns:a16="http://schemas.microsoft.com/office/drawing/2014/main" id="{181B8DF8-6CED-4360-B2EE-AB889953B260}"/>
              </a:ext>
            </a:extLst>
          </p:cNvPr>
          <p:cNvSpPr>
            <a:spLocks noGrp="1"/>
          </p:cNvSpPr>
          <p:nvPr/>
        </p:nvSpPr>
        <p:spPr>
          <a:xfrm>
            <a:off x="8075612" y="4048125"/>
            <a:ext cx="34925" cy="547688"/>
          </a:xfrm>
          <a:prstGeom prst="rect">
            <a:avLst/>
          </a:prstGeom>
          <a:solidFill>
            <a:srgbClr val="1D4ED8"/>
          </a:solidFill>
          <a:ln w="13097">
            <a:solidFill>
              <a:srgbClr val="172B4D"/>
            </a:solidFill>
          </a:ln>
        </p:spPr>
      </p:sp>
      <p:sp>
        <p:nvSpPr>
          <p:cNvPr id="456" name="object-456">
            <a:extLst>
              <a:ext uri="{FF2B5EF4-FFF2-40B4-BE49-F238E27FC236}">
                <a16:creationId xmlns:a16="http://schemas.microsoft.com/office/drawing/2014/main" id="{3C424246-8320-478E-98B9-9289B49EF94A}"/>
              </a:ext>
            </a:extLst>
          </p:cNvPr>
          <p:cNvSpPr>
            <a:spLocks noGrp="1"/>
          </p:cNvSpPr>
          <p:nvPr/>
        </p:nvSpPr>
        <p:spPr>
          <a:xfrm>
            <a:off x="8110538" y="4048125"/>
            <a:ext cx="34925" cy="547688"/>
          </a:xfrm>
          <a:prstGeom prst="rect">
            <a:avLst/>
          </a:prstGeom>
          <a:solidFill>
            <a:srgbClr val="1D4ED8"/>
          </a:solidFill>
          <a:ln w="13097">
            <a:solidFill>
              <a:srgbClr val="172B4D"/>
            </a:solidFill>
          </a:ln>
        </p:spPr>
      </p:sp>
      <p:sp>
        <p:nvSpPr>
          <p:cNvPr id="457" name="object-457">
            <a:extLst>
              <a:ext uri="{FF2B5EF4-FFF2-40B4-BE49-F238E27FC236}">
                <a16:creationId xmlns:a16="http://schemas.microsoft.com/office/drawing/2014/main" id="{D1BFB683-7356-4B05-B63B-8D3BDEFC16C2}"/>
              </a:ext>
            </a:extLst>
          </p:cNvPr>
          <p:cNvSpPr>
            <a:spLocks noGrp="1"/>
          </p:cNvSpPr>
          <p:nvPr/>
        </p:nvSpPr>
        <p:spPr>
          <a:xfrm>
            <a:off x="8145463" y="4048125"/>
            <a:ext cx="34925" cy="547688"/>
          </a:xfrm>
          <a:prstGeom prst="rect">
            <a:avLst/>
          </a:prstGeom>
          <a:solidFill>
            <a:srgbClr val="1D4ED8"/>
          </a:solidFill>
          <a:ln w="13097">
            <a:solidFill>
              <a:srgbClr val="172B4D"/>
            </a:solidFill>
          </a:ln>
        </p:spPr>
      </p:sp>
      <p:sp>
        <p:nvSpPr>
          <p:cNvPr id="458" name="object-458">
            <a:extLst>
              <a:ext uri="{FF2B5EF4-FFF2-40B4-BE49-F238E27FC236}">
                <a16:creationId xmlns:a16="http://schemas.microsoft.com/office/drawing/2014/main" id="{7BC3AA73-68FE-4B33-A569-434A272A1099}"/>
              </a:ext>
            </a:extLst>
          </p:cNvPr>
          <p:cNvSpPr>
            <a:spLocks noGrp="1"/>
          </p:cNvSpPr>
          <p:nvPr/>
        </p:nvSpPr>
        <p:spPr>
          <a:xfrm>
            <a:off x="8180387" y="4048125"/>
            <a:ext cx="34925" cy="547688"/>
          </a:xfrm>
          <a:prstGeom prst="rect">
            <a:avLst/>
          </a:prstGeom>
          <a:solidFill>
            <a:srgbClr val="1D4ED8"/>
          </a:solidFill>
          <a:ln w="13097">
            <a:solidFill>
              <a:srgbClr val="172B4D"/>
            </a:solidFill>
          </a:ln>
        </p:spPr>
      </p:sp>
      <p:sp>
        <p:nvSpPr>
          <p:cNvPr id="459" name="object-459">
            <a:extLst>
              <a:ext uri="{FF2B5EF4-FFF2-40B4-BE49-F238E27FC236}">
                <a16:creationId xmlns:a16="http://schemas.microsoft.com/office/drawing/2014/main" id="{6DF527C3-6B59-4088-B084-5271B1DC81FA}"/>
              </a:ext>
            </a:extLst>
          </p:cNvPr>
          <p:cNvSpPr>
            <a:spLocks noGrp="1"/>
          </p:cNvSpPr>
          <p:nvPr/>
        </p:nvSpPr>
        <p:spPr>
          <a:xfrm>
            <a:off x="8215313" y="4048125"/>
            <a:ext cx="34925" cy="547688"/>
          </a:xfrm>
          <a:prstGeom prst="rect">
            <a:avLst/>
          </a:prstGeom>
          <a:solidFill>
            <a:srgbClr val="1D4ED8"/>
          </a:solidFill>
          <a:ln w="13097">
            <a:solidFill>
              <a:srgbClr val="172B4D"/>
            </a:solidFill>
          </a:ln>
        </p:spPr>
      </p:sp>
      <p:sp>
        <p:nvSpPr>
          <p:cNvPr id="460" name="object-460">
            <a:extLst>
              <a:ext uri="{FF2B5EF4-FFF2-40B4-BE49-F238E27FC236}">
                <a16:creationId xmlns:a16="http://schemas.microsoft.com/office/drawing/2014/main" id="{D290E252-A2A8-42EA-844F-5CE5399E2475}"/>
              </a:ext>
            </a:extLst>
          </p:cNvPr>
          <p:cNvSpPr>
            <a:spLocks noGrp="1"/>
          </p:cNvSpPr>
          <p:nvPr/>
        </p:nvSpPr>
        <p:spPr>
          <a:xfrm>
            <a:off x="8250238" y="4048125"/>
            <a:ext cx="34925" cy="547688"/>
          </a:xfrm>
          <a:prstGeom prst="rect">
            <a:avLst/>
          </a:prstGeom>
          <a:solidFill>
            <a:srgbClr val="1D4ED8"/>
          </a:solidFill>
          <a:ln w="13097">
            <a:solidFill>
              <a:srgbClr val="172B4D"/>
            </a:solidFill>
          </a:ln>
        </p:spPr>
      </p:sp>
      <p:sp>
        <p:nvSpPr>
          <p:cNvPr id="461" name="object-461">
            <a:extLst>
              <a:ext uri="{FF2B5EF4-FFF2-40B4-BE49-F238E27FC236}">
                <a16:creationId xmlns:a16="http://schemas.microsoft.com/office/drawing/2014/main" id="{B6FB78FB-6913-4304-9413-23C38ECDD32A}"/>
              </a:ext>
            </a:extLst>
          </p:cNvPr>
          <p:cNvSpPr>
            <a:spLocks noGrp="1"/>
          </p:cNvSpPr>
          <p:nvPr/>
        </p:nvSpPr>
        <p:spPr>
          <a:xfrm>
            <a:off x="8285163" y="4048125"/>
            <a:ext cx="34925" cy="547688"/>
          </a:xfrm>
          <a:prstGeom prst="rect">
            <a:avLst/>
          </a:prstGeom>
          <a:solidFill>
            <a:srgbClr val="1D4ED8"/>
          </a:solidFill>
          <a:ln w="13097">
            <a:solidFill>
              <a:srgbClr val="172B4D"/>
            </a:solidFill>
          </a:ln>
        </p:spPr>
      </p:sp>
      <p:sp>
        <p:nvSpPr>
          <p:cNvPr id="462" name="object-462">
            <a:extLst>
              <a:ext uri="{FF2B5EF4-FFF2-40B4-BE49-F238E27FC236}">
                <a16:creationId xmlns:a16="http://schemas.microsoft.com/office/drawing/2014/main" id="{52CADBA1-7F3D-4C43-8CFB-CE2B0E3D1322}"/>
              </a:ext>
            </a:extLst>
          </p:cNvPr>
          <p:cNvSpPr>
            <a:spLocks noGrp="1"/>
          </p:cNvSpPr>
          <p:nvPr/>
        </p:nvSpPr>
        <p:spPr>
          <a:xfrm>
            <a:off x="8320088" y="4048125"/>
            <a:ext cx="34925" cy="547688"/>
          </a:xfrm>
          <a:prstGeom prst="rect">
            <a:avLst/>
          </a:prstGeom>
          <a:solidFill>
            <a:srgbClr val="1D4ED8"/>
          </a:solidFill>
          <a:ln w="13097">
            <a:solidFill>
              <a:srgbClr val="172B4D"/>
            </a:solidFill>
          </a:ln>
        </p:spPr>
      </p:sp>
      <p:sp>
        <p:nvSpPr>
          <p:cNvPr id="463" name="object-463">
            <a:extLst>
              <a:ext uri="{FF2B5EF4-FFF2-40B4-BE49-F238E27FC236}">
                <a16:creationId xmlns:a16="http://schemas.microsoft.com/office/drawing/2014/main" id="{36B07A20-BDA7-4FEB-A7A3-57D43EA53DCD}"/>
              </a:ext>
            </a:extLst>
          </p:cNvPr>
          <p:cNvSpPr>
            <a:spLocks noGrp="1"/>
          </p:cNvSpPr>
          <p:nvPr/>
        </p:nvSpPr>
        <p:spPr>
          <a:xfrm>
            <a:off x="8355013" y="4048125"/>
            <a:ext cx="34925" cy="547688"/>
          </a:xfrm>
          <a:prstGeom prst="rect">
            <a:avLst/>
          </a:prstGeom>
          <a:solidFill>
            <a:srgbClr val="1D4ED8"/>
          </a:solidFill>
          <a:ln w="13097">
            <a:solidFill>
              <a:srgbClr val="172B4D"/>
            </a:solidFill>
          </a:ln>
        </p:spPr>
      </p:sp>
      <p:sp>
        <p:nvSpPr>
          <p:cNvPr id="464" name="object-464">
            <a:extLst>
              <a:ext uri="{FF2B5EF4-FFF2-40B4-BE49-F238E27FC236}">
                <a16:creationId xmlns:a16="http://schemas.microsoft.com/office/drawing/2014/main" id="{CF6B58C1-0818-42C8-B022-3BBB86C92A8A}"/>
              </a:ext>
            </a:extLst>
          </p:cNvPr>
          <p:cNvSpPr>
            <a:spLocks noGrp="1"/>
          </p:cNvSpPr>
          <p:nvPr/>
        </p:nvSpPr>
        <p:spPr>
          <a:xfrm>
            <a:off x="8389938" y="4048125"/>
            <a:ext cx="34925" cy="547688"/>
          </a:xfrm>
          <a:prstGeom prst="rect">
            <a:avLst/>
          </a:prstGeom>
          <a:solidFill>
            <a:srgbClr val="1D4ED8"/>
          </a:solidFill>
          <a:ln w="13097">
            <a:solidFill>
              <a:srgbClr val="172B4D"/>
            </a:solidFill>
          </a:ln>
        </p:spPr>
      </p:sp>
      <p:sp>
        <p:nvSpPr>
          <p:cNvPr id="465" name="object-465">
            <a:extLst>
              <a:ext uri="{FF2B5EF4-FFF2-40B4-BE49-F238E27FC236}">
                <a16:creationId xmlns:a16="http://schemas.microsoft.com/office/drawing/2014/main" id="{24325E64-3BA8-4DE2-980A-2BECF14B18C7}"/>
              </a:ext>
            </a:extLst>
          </p:cNvPr>
          <p:cNvSpPr>
            <a:spLocks noGrp="1"/>
          </p:cNvSpPr>
          <p:nvPr/>
        </p:nvSpPr>
        <p:spPr>
          <a:xfrm>
            <a:off x="8424863" y="4048125"/>
            <a:ext cx="34925" cy="547688"/>
          </a:xfrm>
          <a:prstGeom prst="rect">
            <a:avLst/>
          </a:prstGeom>
          <a:solidFill>
            <a:srgbClr val="1D4ED8"/>
          </a:solidFill>
          <a:ln w="13097">
            <a:solidFill>
              <a:srgbClr val="172B4D"/>
            </a:solidFill>
          </a:ln>
        </p:spPr>
      </p:sp>
      <p:sp>
        <p:nvSpPr>
          <p:cNvPr id="466" name="object-466">
            <a:extLst>
              <a:ext uri="{FF2B5EF4-FFF2-40B4-BE49-F238E27FC236}">
                <a16:creationId xmlns:a16="http://schemas.microsoft.com/office/drawing/2014/main" id="{E0FD5622-FF0A-4951-A9B9-D2E96678FF1D}"/>
              </a:ext>
            </a:extLst>
          </p:cNvPr>
          <p:cNvSpPr>
            <a:spLocks noGrp="1"/>
          </p:cNvSpPr>
          <p:nvPr/>
        </p:nvSpPr>
        <p:spPr>
          <a:xfrm>
            <a:off x="8459788" y="4048125"/>
            <a:ext cx="34925" cy="547688"/>
          </a:xfrm>
          <a:prstGeom prst="rect">
            <a:avLst/>
          </a:prstGeom>
          <a:solidFill>
            <a:srgbClr val="1D4ED8"/>
          </a:solidFill>
          <a:ln w="13097">
            <a:solidFill>
              <a:srgbClr val="172B4D"/>
            </a:solidFill>
          </a:ln>
        </p:spPr>
      </p:sp>
      <p:sp>
        <p:nvSpPr>
          <p:cNvPr id="467" name="object-467">
            <a:extLst>
              <a:ext uri="{FF2B5EF4-FFF2-40B4-BE49-F238E27FC236}">
                <a16:creationId xmlns:a16="http://schemas.microsoft.com/office/drawing/2014/main" id="{6F6182B6-DF1D-4C57-8996-800C0F09B8BC}"/>
              </a:ext>
            </a:extLst>
          </p:cNvPr>
          <p:cNvSpPr>
            <a:spLocks noGrp="1"/>
          </p:cNvSpPr>
          <p:nvPr/>
        </p:nvSpPr>
        <p:spPr>
          <a:xfrm>
            <a:off x="8494713" y="4048125"/>
            <a:ext cx="34925" cy="547688"/>
          </a:xfrm>
          <a:prstGeom prst="rect">
            <a:avLst/>
          </a:prstGeom>
          <a:solidFill>
            <a:srgbClr val="1D4ED8"/>
          </a:solidFill>
          <a:ln w="13097">
            <a:solidFill>
              <a:srgbClr val="172B4D"/>
            </a:solidFill>
          </a:ln>
        </p:spPr>
      </p:sp>
      <p:sp>
        <p:nvSpPr>
          <p:cNvPr id="468" name="object-468">
            <a:extLst>
              <a:ext uri="{FF2B5EF4-FFF2-40B4-BE49-F238E27FC236}">
                <a16:creationId xmlns:a16="http://schemas.microsoft.com/office/drawing/2014/main" id="{F89A0B52-D5C6-40C1-B472-A82C2E0BA493}"/>
              </a:ext>
            </a:extLst>
          </p:cNvPr>
          <p:cNvSpPr>
            <a:spLocks noGrp="1"/>
          </p:cNvSpPr>
          <p:nvPr/>
        </p:nvSpPr>
        <p:spPr>
          <a:xfrm>
            <a:off x="8529638" y="4048125"/>
            <a:ext cx="34925" cy="547688"/>
          </a:xfrm>
          <a:prstGeom prst="rect">
            <a:avLst/>
          </a:prstGeom>
          <a:solidFill>
            <a:srgbClr val="1D4ED8"/>
          </a:solidFill>
          <a:ln w="13097">
            <a:solidFill>
              <a:srgbClr val="172B4D"/>
            </a:solidFill>
          </a:ln>
        </p:spPr>
      </p:sp>
      <p:sp>
        <p:nvSpPr>
          <p:cNvPr id="469" name="object-469">
            <a:extLst>
              <a:ext uri="{FF2B5EF4-FFF2-40B4-BE49-F238E27FC236}">
                <a16:creationId xmlns:a16="http://schemas.microsoft.com/office/drawing/2014/main" id="{FD3702E0-1C0C-446D-AD05-EA6E4CCC408E}"/>
              </a:ext>
            </a:extLst>
          </p:cNvPr>
          <p:cNvSpPr>
            <a:spLocks noGrp="1"/>
          </p:cNvSpPr>
          <p:nvPr/>
        </p:nvSpPr>
        <p:spPr>
          <a:xfrm>
            <a:off x="8564562" y="4048125"/>
            <a:ext cx="34925" cy="547688"/>
          </a:xfrm>
          <a:prstGeom prst="rect">
            <a:avLst/>
          </a:prstGeom>
          <a:solidFill>
            <a:srgbClr val="1D4ED8"/>
          </a:solidFill>
          <a:ln w="13097">
            <a:solidFill>
              <a:srgbClr val="172B4D"/>
            </a:solidFill>
          </a:ln>
        </p:spPr>
      </p:sp>
      <p:sp>
        <p:nvSpPr>
          <p:cNvPr id="470" name="object-470">
            <a:extLst>
              <a:ext uri="{FF2B5EF4-FFF2-40B4-BE49-F238E27FC236}">
                <a16:creationId xmlns:a16="http://schemas.microsoft.com/office/drawing/2014/main" id="{C3C0E5EA-3608-41CD-A969-F33CD2152039}"/>
              </a:ext>
            </a:extLst>
          </p:cNvPr>
          <p:cNvSpPr>
            <a:spLocks noGrp="1"/>
          </p:cNvSpPr>
          <p:nvPr/>
        </p:nvSpPr>
        <p:spPr>
          <a:xfrm>
            <a:off x="8599488" y="4048125"/>
            <a:ext cx="34925" cy="547688"/>
          </a:xfrm>
          <a:prstGeom prst="rect">
            <a:avLst/>
          </a:prstGeom>
          <a:solidFill>
            <a:srgbClr val="1D4ED8"/>
          </a:solidFill>
          <a:ln w="13097">
            <a:solidFill>
              <a:srgbClr val="172B4D"/>
            </a:solidFill>
          </a:ln>
        </p:spPr>
      </p:sp>
      <p:sp>
        <p:nvSpPr>
          <p:cNvPr id="471" name="object-471">
            <a:extLst>
              <a:ext uri="{FF2B5EF4-FFF2-40B4-BE49-F238E27FC236}">
                <a16:creationId xmlns:a16="http://schemas.microsoft.com/office/drawing/2014/main" id="{2EF38DB9-10DE-4894-A223-DCFE37C2E0E4}"/>
              </a:ext>
            </a:extLst>
          </p:cNvPr>
          <p:cNvSpPr>
            <a:spLocks noGrp="1"/>
          </p:cNvSpPr>
          <p:nvPr/>
        </p:nvSpPr>
        <p:spPr>
          <a:xfrm>
            <a:off x="8634413" y="4048125"/>
            <a:ext cx="34925" cy="547688"/>
          </a:xfrm>
          <a:prstGeom prst="rect">
            <a:avLst/>
          </a:prstGeom>
          <a:solidFill>
            <a:srgbClr val="1D4ED8"/>
          </a:solidFill>
          <a:ln w="13097">
            <a:solidFill>
              <a:srgbClr val="172B4D"/>
            </a:solidFill>
          </a:ln>
        </p:spPr>
      </p:sp>
      <p:sp>
        <p:nvSpPr>
          <p:cNvPr id="472" name="object-472">
            <a:extLst>
              <a:ext uri="{FF2B5EF4-FFF2-40B4-BE49-F238E27FC236}">
                <a16:creationId xmlns:a16="http://schemas.microsoft.com/office/drawing/2014/main" id="{E5F84660-9660-4BA0-97D8-5C0E52A8A609}"/>
              </a:ext>
            </a:extLst>
          </p:cNvPr>
          <p:cNvSpPr>
            <a:spLocks noGrp="1"/>
          </p:cNvSpPr>
          <p:nvPr/>
        </p:nvSpPr>
        <p:spPr>
          <a:xfrm>
            <a:off x="8669338" y="4048125"/>
            <a:ext cx="34925" cy="547688"/>
          </a:xfrm>
          <a:prstGeom prst="rect">
            <a:avLst/>
          </a:prstGeom>
          <a:solidFill>
            <a:srgbClr val="1D4ED8"/>
          </a:solidFill>
          <a:ln w="13097">
            <a:solidFill>
              <a:srgbClr val="172B4D"/>
            </a:solidFill>
          </a:ln>
        </p:spPr>
      </p:sp>
      <p:sp>
        <p:nvSpPr>
          <p:cNvPr id="473" name="object-473">
            <a:extLst>
              <a:ext uri="{FF2B5EF4-FFF2-40B4-BE49-F238E27FC236}">
                <a16:creationId xmlns:a16="http://schemas.microsoft.com/office/drawing/2014/main" id="{FE08DCE9-2BC5-41FE-AE75-EB1F697546F9}"/>
              </a:ext>
            </a:extLst>
          </p:cNvPr>
          <p:cNvSpPr>
            <a:spLocks noGrp="1"/>
          </p:cNvSpPr>
          <p:nvPr/>
        </p:nvSpPr>
        <p:spPr>
          <a:xfrm>
            <a:off x="8704263" y="4048125"/>
            <a:ext cx="34925" cy="547688"/>
          </a:xfrm>
          <a:prstGeom prst="rect">
            <a:avLst/>
          </a:prstGeom>
          <a:solidFill>
            <a:srgbClr val="1D4ED8"/>
          </a:solidFill>
          <a:ln w="13097">
            <a:solidFill>
              <a:srgbClr val="172B4D"/>
            </a:solidFill>
          </a:ln>
        </p:spPr>
      </p:sp>
      <p:sp>
        <p:nvSpPr>
          <p:cNvPr id="474" name="object-474">
            <a:extLst>
              <a:ext uri="{FF2B5EF4-FFF2-40B4-BE49-F238E27FC236}">
                <a16:creationId xmlns:a16="http://schemas.microsoft.com/office/drawing/2014/main" id="{33274B25-8A73-4225-B165-E6DA86B1AF94}"/>
              </a:ext>
            </a:extLst>
          </p:cNvPr>
          <p:cNvSpPr>
            <a:spLocks noGrp="1"/>
          </p:cNvSpPr>
          <p:nvPr/>
        </p:nvSpPr>
        <p:spPr>
          <a:xfrm>
            <a:off x="8739188" y="4048125"/>
            <a:ext cx="34925" cy="547688"/>
          </a:xfrm>
          <a:prstGeom prst="rect">
            <a:avLst/>
          </a:prstGeom>
          <a:solidFill>
            <a:srgbClr val="1D4ED8"/>
          </a:solidFill>
          <a:ln w="13097">
            <a:solidFill>
              <a:srgbClr val="172B4D"/>
            </a:solidFill>
          </a:ln>
        </p:spPr>
      </p:sp>
      <p:sp>
        <p:nvSpPr>
          <p:cNvPr id="475" name="object-475">
            <a:extLst>
              <a:ext uri="{FF2B5EF4-FFF2-40B4-BE49-F238E27FC236}">
                <a16:creationId xmlns:a16="http://schemas.microsoft.com/office/drawing/2014/main" id="{EC4EE190-D28E-4EA1-A12D-6ED69E38C8B4}"/>
              </a:ext>
            </a:extLst>
          </p:cNvPr>
          <p:cNvSpPr>
            <a:spLocks noGrp="1"/>
          </p:cNvSpPr>
          <p:nvPr/>
        </p:nvSpPr>
        <p:spPr>
          <a:xfrm>
            <a:off x="8774113" y="4048125"/>
            <a:ext cx="34925" cy="547688"/>
          </a:xfrm>
          <a:prstGeom prst="rect">
            <a:avLst/>
          </a:prstGeom>
          <a:solidFill>
            <a:srgbClr val="1D4ED8"/>
          </a:solidFill>
          <a:ln w="13097">
            <a:solidFill>
              <a:srgbClr val="172B4D"/>
            </a:solidFill>
          </a:ln>
        </p:spPr>
      </p:sp>
      <p:sp>
        <p:nvSpPr>
          <p:cNvPr id="476" name="object-476">
            <a:extLst>
              <a:ext uri="{FF2B5EF4-FFF2-40B4-BE49-F238E27FC236}">
                <a16:creationId xmlns:a16="http://schemas.microsoft.com/office/drawing/2014/main" id="{5543E7B4-41EA-4DAC-BA77-0539F86E06E6}"/>
              </a:ext>
            </a:extLst>
          </p:cNvPr>
          <p:cNvSpPr>
            <a:spLocks noGrp="1"/>
          </p:cNvSpPr>
          <p:nvPr/>
        </p:nvSpPr>
        <p:spPr>
          <a:xfrm>
            <a:off x="8809038" y="4048125"/>
            <a:ext cx="34925" cy="547688"/>
          </a:xfrm>
          <a:prstGeom prst="rect">
            <a:avLst/>
          </a:prstGeom>
          <a:solidFill>
            <a:srgbClr val="1D4ED8"/>
          </a:solidFill>
          <a:ln w="13097">
            <a:solidFill>
              <a:srgbClr val="172B4D"/>
            </a:solidFill>
          </a:ln>
        </p:spPr>
      </p:sp>
      <p:sp>
        <p:nvSpPr>
          <p:cNvPr id="477" name="object-477">
            <a:extLst>
              <a:ext uri="{FF2B5EF4-FFF2-40B4-BE49-F238E27FC236}">
                <a16:creationId xmlns:a16="http://schemas.microsoft.com/office/drawing/2014/main" id="{55444ED9-C330-4639-A0B6-70B2A8B510AD}"/>
              </a:ext>
            </a:extLst>
          </p:cNvPr>
          <p:cNvSpPr>
            <a:spLocks noGrp="1"/>
          </p:cNvSpPr>
          <p:nvPr/>
        </p:nvSpPr>
        <p:spPr>
          <a:xfrm>
            <a:off x="8843963" y="4048125"/>
            <a:ext cx="34925" cy="547688"/>
          </a:xfrm>
          <a:prstGeom prst="rect">
            <a:avLst/>
          </a:prstGeom>
          <a:solidFill>
            <a:srgbClr val="1D4ED8"/>
          </a:solidFill>
          <a:ln w="13097">
            <a:solidFill>
              <a:srgbClr val="172B4D"/>
            </a:solidFill>
          </a:ln>
        </p:spPr>
      </p:sp>
      <p:sp>
        <p:nvSpPr>
          <p:cNvPr id="478" name="object-478">
            <a:extLst>
              <a:ext uri="{FF2B5EF4-FFF2-40B4-BE49-F238E27FC236}">
                <a16:creationId xmlns:a16="http://schemas.microsoft.com/office/drawing/2014/main" id="{95CC1B6B-05E4-4874-894B-57D8F32E298E}"/>
              </a:ext>
            </a:extLst>
          </p:cNvPr>
          <p:cNvSpPr>
            <a:spLocks noGrp="1"/>
          </p:cNvSpPr>
          <p:nvPr/>
        </p:nvSpPr>
        <p:spPr>
          <a:xfrm>
            <a:off x="8878888" y="4048125"/>
            <a:ext cx="34925" cy="547688"/>
          </a:xfrm>
          <a:prstGeom prst="rect">
            <a:avLst/>
          </a:prstGeom>
          <a:solidFill>
            <a:srgbClr val="1D4ED8"/>
          </a:solidFill>
          <a:ln w="13097">
            <a:solidFill>
              <a:srgbClr val="172B4D"/>
            </a:solidFill>
          </a:ln>
        </p:spPr>
      </p:sp>
      <p:sp>
        <p:nvSpPr>
          <p:cNvPr id="479" name="object-479">
            <a:extLst>
              <a:ext uri="{FF2B5EF4-FFF2-40B4-BE49-F238E27FC236}">
                <a16:creationId xmlns:a16="http://schemas.microsoft.com/office/drawing/2014/main" id="{7F1348CE-F19B-40CD-95A1-026E427DCAD4}"/>
              </a:ext>
            </a:extLst>
          </p:cNvPr>
          <p:cNvSpPr>
            <a:spLocks noGrp="1"/>
          </p:cNvSpPr>
          <p:nvPr/>
        </p:nvSpPr>
        <p:spPr>
          <a:xfrm>
            <a:off x="8913813" y="4048125"/>
            <a:ext cx="34925" cy="547688"/>
          </a:xfrm>
          <a:prstGeom prst="rect">
            <a:avLst/>
          </a:prstGeom>
          <a:solidFill>
            <a:srgbClr val="1D4ED8"/>
          </a:solidFill>
          <a:ln w="13097">
            <a:solidFill>
              <a:srgbClr val="172B4D"/>
            </a:solidFill>
          </a:ln>
        </p:spPr>
      </p:sp>
      <p:sp>
        <p:nvSpPr>
          <p:cNvPr id="480" name="object-480">
            <a:extLst>
              <a:ext uri="{FF2B5EF4-FFF2-40B4-BE49-F238E27FC236}">
                <a16:creationId xmlns:a16="http://schemas.microsoft.com/office/drawing/2014/main" id="{2A77386E-246B-43C4-952C-466114511FB8}"/>
              </a:ext>
            </a:extLst>
          </p:cNvPr>
          <p:cNvSpPr>
            <a:spLocks noGrp="1"/>
          </p:cNvSpPr>
          <p:nvPr/>
        </p:nvSpPr>
        <p:spPr>
          <a:xfrm>
            <a:off x="8948738" y="4048125"/>
            <a:ext cx="34925" cy="547688"/>
          </a:xfrm>
          <a:prstGeom prst="rect">
            <a:avLst/>
          </a:prstGeom>
          <a:solidFill>
            <a:srgbClr val="1D4ED8"/>
          </a:solidFill>
          <a:ln w="13097">
            <a:solidFill>
              <a:srgbClr val="172B4D"/>
            </a:solidFill>
          </a:ln>
        </p:spPr>
      </p:sp>
      <p:sp>
        <p:nvSpPr>
          <p:cNvPr id="481" name="object-481">
            <a:extLst>
              <a:ext uri="{FF2B5EF4-FFF2-40B4-BE49-F238E27FC236}">
                <a16:creationId xmlns:a16="http://schemas.microsoft.com/office/drawing/2014/main" id="{E39F23B7-9CC4-40C5-ADDF-BA935D6021B9}"/>
              </a:ext>
            </a:extLst>
          </p:cNvPr>
          <p:cNvSpPr>
            <a:spLocks noGrp="1"/>
          </p:cNvSpPr>
          <p:nvPr/>
        </p:nvSpPr>
        <p:spPr>
          <a:xfrm>
            <a:off x="8983663" y="4048125"/>
            <a:ext cx="34925" cy="547688"/>
          </a:xfrm>
          <a:prstGeom prst="rect">
            <a:avLst/>
          </a:prstGeom>
          <a:solidFill>
            <a:srgbClr val="1D4ED8"/>
          </a:solidFill>
          <a:ln w="13097">
            <a:solidFill>
              <a:srgbClr val="172B4D"/>
            </a:solidFill>
          </a:ln>
        </p:spPr>
      </p:sp>
      <p:sp>
        <p:nvSpPr>
          <p:cNvPr id="482" name="object-482">
            <a:extLst>
              <a:ext uri="{FF2B5EF4-FFF2-40B4-BE49-F238E27FC236}">
                <a16:creationId xmlns:a16="http://schemas.microsoft.com/office/drawing/2014/main" id="{740F2043-940C-4BE4-932C-469352895E32}"/>
              </a:ext>
            </a:extLst>
          </p:cNvPr>
          <p:cNvSpPr>
            <a:spLocks noGrp="1"/>
          </p:cNvSpPr>
          <p:nvPr/>
        </p:nvSpPr>
        <p:spPr>
          <a:xfrm>
            <a:off x="9018588" y="4048125"/>
            <a:ext cx="34925" cy="547688"/>
          </a:xfrm>
          <a:prstGeom prst="rect">
            <a:avLst/>
          </a:prstGeom>
          <a:solidFill>
            <a:srgbClr val="1D4ED8"/>
          </a:solidFill>
          <a:ln w="13097">
            <a:solidFill>
              <a:srgbClr val="172B4D"/>
            </a:solidFill>
          </a:ln>
        </p:spPr>
      </p:sp>
      <p:sp>
        <p:nvSpPr>
          <p:cNvPr id="483" name="object-483">
            <a:extLst>
              <a:ext uri="{FF2B5EF4-FFF2-40B4-BE49-F238E27FC236}">
                <a16:creationId xmlns:a16="http://schemas.microsoft.com/office/drawing/2014/main" id="{36AF8F1B-A573-478C-8AC7-D537F37E40B3}"/>
              </a:ext>
            </a:extLst>
          </p:cNvPr>
          <p:cNvSpPr>
            <a:spLocks noGrp="1"/>
          </p:cNvSpPr>
          <p:nvPr/>
        </p:nvSpPr>
        <p:spPr>
          <a:xfrm>
            <a:off x="9053513" y="4048125"/>
            <a:ext cx="34925" cy="547688"/>
          </a:xfrm>
          <a:prstGeom prst="rect">
            <a:avLst/>
          </a:prstGeom>
          <a:solidFill>
            <a:srgbClr val="1D4ED8"/>
          </a:solidFill>
          <a:ln w="13097">
            <a:solidFill>
              <a:srgbClr val="172B4D"/>
            </a:solidFill>
          </a:ln>
        </p:spPr>
      </p:sp>
      <p:sp>
        <p:nvSpPr>
          <p:cNvPr id="484" name="object-484">
            <a:extLst>
              <a:ext uri="{FF2B5EF4-FFF2-40B4-BE49-F238E27FC236}">
                <a16:creationId xmlns:a16="http://schemas.microsoft.com/office/drawing/2014/main" id="{46EA4E60-5124-465E-ADD8-1DDFD23D98FC}"/>
              </a:ext>
            </a:extLst>
          </p:cNvPr>
          <p:cNvSpPr>
            <a:spLocks noGrp="1"/>
          </p:cNvSpPr>
          <p:nvPr/>
        </p:nvSpPr>
        <p:spPr>
          <a:xfrm>
            <a:off x="9088438" y="4048125"/>
            <a:ext cx="34925" cy="547688"/>
          </a:xfrm>
          <a:prstGeom prst="rect">
            <a:avLst/>
          </a:prstGeom>
          <a:solidFill>
            <a:srgbClr val="1D4ED8"/>
          </a:solidFill>
          <a:ln w="13097">
            <a:solidFill>
              <a:srgbClr val="172B4D"/>
            </a:solidFill>
          </a:ln>
        </p:spPr>
      </p:sp>
      <p:sp>
        <p:nvSpPr>
          <p:cNvPr id="485" name="object-485">
            <a:extLst>
              <a:ext uri="{FF2B5EF4-FFF2-40B4-BE49-F238E27FC236}">
                <a16:creationId xmlns:a16="http://schemas.microsoft.com/office/drawing/2014/main" id="{E0CF8948-D14B-472B-BC1D-7B6DE4C518F2}"/>
              </a:ext>
            </a:extLst>
          </p:cNvPr>
          <p:cNvSpPr>
            <a:spLocks noGrp="1"/>
          </p:cNvSpPr>
          <p:nvPr/>
        </p:nvSpPr>
        <p:spPr>
          <a:xfrm>
            <a:off x="9123363" y="4048125"/>
            <a:ext cx="34925" cy="547688"/>
          </a:xfrm>
          <a:prstGeom prst="rect">
            <a:avLst/>
          </a:prstGeom>
          <a:solidFill>
            <a:srgbClr val="1D4ED8"/>
          </a:solidFill>
          <a:ln w="13097">
            <a:solidFill>
              <a:srgbClr val="172B4D"/>
            </a:solidFill>
          </a:ln>
        </p:spPr>
      </p:sp>
      <p:sp>
        <p:nvSpPr>
          <p:cNvPr id="486" name="object-486">
            <a:extLst>
              <a:ext uri="{FF2B5EF4-FFF2-40B4-BE49-F238E27FC236}">
                <a16:creationId xmlns:a16="http://schemas.microsoft.com/office/drawing/2014/main" id="{4A0DE566-D788-4E25-8041-E0B7F0DE3572}"/>
              </a:ext>
            </a:extLst>
          </p:cNvPr>
          <p:cNvSpPr>
            <a:spLocks noGrp="1"/>
          </p:cNvSpPr>
          <p:nvPr/>
        </p:nvSpPr>
        <p:spPr>
          <a:xfrm>
            <a:off x="9158288" y="4048125"/>
            <a:ext cx="34925" cy="547688"/>
          </a:xfrm>
          <a:prstGeom prst="rect">
            <a:avLst/>
          </a:prstGeom>
          <a:solidFill>
            <a:srgbClr val="1D4ED8"/>
          </a:solidFill>
          <a:ln w="13097">
            <a:solidFill>
              <a:srgbClr val="172B4D"/>
            </a:solidFill>
          </a:ln>
        </p:spPr>
      </p:sp>
      <p:sp>
        <p:nvSpPr>
          <p:cNvPr id="487" name="object-487">
            <a:extLst>
              <a:ext uri="{FF2B5EF4-FFF2-40B4-BE49-F238E27FC236}">
                <a16:creationId xmlns:a16="http://schemas.microsoft.com/office/drawing/2014/main" id="{056BB450-DE8F-4029-9310-168362D4AE4B}"/>
              </a:ext>
            </a:extLst>
          </p:cNvPr>
          <p:cNvSpPr>
            <a:spLocks noGrp="1"/>
          </p:cNvSpPr>
          <p:nvPr/>
        </p:nvSpPr>
        <p:spPr>
          <a:xfrm>
            <a:off x="9193213" y="4048125"/>
            <a:ext cx="34925" cy="547688"/>
          </a:xfrm>
          <a:prstGeom prst="rect">
            <a:avLst/>
          </a:prstGeom>
          <a:solidFill>
            <a:srgbClr val="1D4ED8"/>
          </a:solidFill>
          <a:ln w="13097">
            <a:solidFill>
              <a:srgbClr val="172B4D"/>
            </a:solidFill>
          </a:ln>
        </p:spPr>
      </p:sp>
      <p:sp>
        <p:nvSpPr>
          <p:cNvPr id="488" name="object-488">
            <a:extLst>
              <a:ext uri="{FF2B5EF4-FFF2-40B4-BE49-F238E27FC236}">
                <a16:creationId xmlns:a16="http://schemas.microsoft.com/office/drawing/2014/main" id="{44AE8092-FD3C-4CCC-AD6E-FFB503A33330}"/>
              </a:ext>
            </a:extLst>
          </p:cNvPr>
          <p:cNvSpPr>
            <a:spLocks noGrp="1"/>
          </p:cNvSpPr>
          <p:nvPr/>
        </p:nvSpPr>
        <p:spPr>
          <a:xfrm>
            <a:off x="9228138" y="4048125"/>
            <a:ext cx="34925" cy="547688"/>
          </a:xfrm>
          <a:prstGeom prst="rect">
            <a:avLst/>
          </a:prstGeom>
          <a:solidFill>
            <a:srgbClr val="1D4ED8"/>
          </a:solidFill>
          <a:ln w="13097">
            <a:solidFill>
              <a:srgbClr val="172B4D"/>
            </a:solidFill>
          </a:ln>
        </p:spPr>
      </p:sp>
      <p:sp>
        <p:nvSpPr>
          <p:cNvPr id="489" name="object-489">
            <a:extLst>
              <a:ext uri="{FF2B5EF4-FFF2-40B4-BE49-F238E27FC236}">
                <a16:creationId xmlns:a16="http://schemas.microsoft.com/office/drawing/2014/main" id="{56BB2E81-5A09-4C1D-9C0F-11F54804CE64}"/>
              </a:ext>
            </a:extLst>
          </p:cNvPr>
          <p:cNvSpPr>
            <a:spLocks noGrp="1"/>
          </p:cNvSpPr>
          <p:nvPr/>
        </p:nvSpPr>
        <p:spPr>
          <a:xfrm>
            <a:off x="9263063" y="4048125"/>
            <a:ext cx="34925" cy="547688"/>
          </a:xfrm>
          <a:prstGeom prst="rect">
            <a:avLst/>
          </a:prstGeom>
          <a:solidFill>
            <a:srgbClr val="1D4ED8"/>
          </a:solidFill>
          <a:ln w="13097">
            <a:solidFill>
              <a:srgbClr val="172B4D"/>
            </a:solidFill>
          </a:ln>
        </p:spPr>
      </p:sp>
      <p:sp>
        <p:nvSpPr>
          <p:cNvPr id="490" name="object-490">
            <a:extLst>
              <a:ext uri="{FF2B5EF4-FFF2-40B4-BE49-F238E27FC236}">
                <a16:creationId xmlns:a16="http://schemas.microsoft.com/office/drawing/2014/main" id="{C9FB8B90-1505-4558-BCAA-D0E3FED6EBB0}"/>
              </a:ext>
            </a:extLst>
          </p:cNvPr>
          <p:cNvSpPr>
            <a:spLocks noGrp="1"/>
          </p:cNvSpPr>
          <p:nvPr/>
        </p:nvSpPr>
        <p:spPr>
          <a:xfrm>
            <a:off x="9297988" y="4048125"/>
            <a:ext cx="34925" cy="547688"/>
          </a:xfrm>
          <a:prstGeom prst="rect">
            <a:avLst/>
          </a:prstGeom>
          <a:solidFill>
            <a:srgbClr val="1D4ED8"/>
          </a:solidFill>
          <a:ln w="13097">
            <a:solidFill>
              <a:srgbClr val="172B4D"/>
            </a:solidFill>
          </a:ln>
        </p:spPr>
      </p:sp>
      <p:sp>
        <p:nvSpPr>
          <p:cNvPr id="491" name="object-491">
            <a:extLst>
              <a:ext uri="{FF2B5EF4-FFF2-40B4-BE49-F238E27FC236}">
                <a16:creationId xmlns:a16="http://schemas.microsoft.com/office/drawing/2014/main" id="{83DF41E8-BA22-4BA6-8F7F-138004C55A61}"/>
              </a:ext>
            </a:extLst>
          </p:cNvPr>
          <p:cNvSpPr>
            <a:spLocks noGrp="1"/>
          </p:cNvSpPr>
          <p:nvPr/>
        </p:nvSpPr>
        <p:spPr>
          <a:xfrm>
            <a:off x="9332913" y="4048125"/>
            <a:ext cx="34925" cy="547688"/>
          </a:xfrm>
          <a:prstGeom prst="rect">
            <a:avLst/>
          </a:prstGeom>
          <a:solidFill>
            <a:srgbClr val="1D4ED8"/>
          </a:solidFill>
          <a:ln w="13097">
            <a:solidFill>
              <a:srgbClr val="172B4D"/>
            </a:solidFill>
          </a:ln>
        </p:spPr>
      </p:sp>
      <p:sp>
        <p:nvSpPr>
          <p:cNvPr id="492" name="object-492">
            <a:extLst>
              <a:ext uri="{FF2B5EF4-FFF2-40B4-BE49-F238E27FC236}">
                <a16:creationId xmlns:a16="http://schemas.microsoft.com/office/drawing/2014/main" id="{ABE097FA-FD5E-4EA7-9F5D-A5AFDBB1E8A8}"/>
              </a:ext>
            </a:extLst>
          </p:cNvPr>
          <p:cNvSpPr>
            <a:spLocks noGrp="1"/>
          </p:cNvSpPr>
          <p:nvPr/>
        </p:nvSpPr>
        <p:spPr>
          <a:xfrm>
            <a:off x="9367838" y="4048125"/>
            <a:ext cx="34925" cy="547688"/>
          </a:xfrm>
          <a:prstGeom prst="rect">
            <a:avLst/>
          </a:prstGeom>
          <a:solidFill>
            <a:srgbClr val="1D4ED8"/>
          </a:solidFill>
          <a:ln w="13097">
            <a:solidFill>
              <a:srgbClr val="172B4D"/>
            </a:solidFill>
          </a:ln>
        </p:spPr>
      </p:sp>
      <p:sp>
        <p:nvSpPr>
          <p:cNvPr id="493" name="object-493">
            <a:extLst>
              <a:ext uri="{FF2B5EF4-FFF2-40B4-BE49-F238E27FC236}">
                <a16:creationId xmlns:a16="http://schemas.microsoft.com/office/drawing/2014/main" id="{D81F4F8F-2C14-4A12-8493-9CCBF3951AE3}"/>
              </a:ext>
            </a:extLst>
          </p:cNvPr>
          <p:cNvSpPr>
            <a:spLocks noGrp="1"/>
          </p:cNvSpPr>
          <p:nvPr/>
        </p:nvSpPr>
        <p:spPr>
          <a:xfrm>
            <a:off x="9402763" y="4048125"/>
            <a:ext cx="34925" cy="547688"/>
          </a:xfrm>
          <a:prstGeom prst="rect">
            <a:avLst/>
          </a:prstGeom>
          <a:solidFill>
            <a:srgbClr val="1D4ED8"/>
          </a:solidFill>
          <a:ln w="13097">
            <a:solidFill>
              <a:srgbClr val="172B4D"/>
            </a:solidFill>
          </a:ln>
        </p:spPr>
      </p:sp>
      <p:sp>
        <p:nvSpPr>
          <p:cNvPr id="494" name="object-494">
            <a:extLst>
              <a:ext uri="{FF2B5EF4-FFF2-40B4-BE49-F238E27FC236}">
                <a16:creationId xmlns:a16="http://schemas.microsoft.com/office/drawing/2014/main" id="{5AFA326A-4F28-4721-BB68-5412D8426936}"/>
              </a:ext>
            </a:extLst>
          </p:cNvPr>
          <p:cNvSpPr>
            <a:spLocks noGrp="1"/>
          </p:cNvSpPr>
          <p:nvPr/>
        </p:nvSpPr>
        <p:spPr>
          <a:xfrm>
            <a:off x="9437688" y="4048125"/>
            <a:ext cx="34925" cy="547688"/>
          </a:xfrm>
          <a:prstGeom prst="rect">
            <a:avLst/>
          </a:prstGeom>
          <a:solidFill>
            <a:srgbClr val="1D4ED8"/>
          </a:solidFill>
          <a:ln w="13097">
            <a:solidFill>
              <a:srgbClr val="172B4D"/>
            </a:solidFill>
          </a:ln>
        </p:spPr>
      </p:sp>
      <p:sp>
        <p:nvSpPr>
          <p:cNvPr id="495" name="object-495">
            <a:extLst>
              <a:ext uri="{FF2B5EF4-FFF2-40B4-BE49-F238E27FC236}">
                <a16:creationId xmlns:a16="http://schemas.microsoft.com/office/drawing/2014/main" id="{0106E3B2-AFE0-461E-88BC-958293485F8E}"/>
              </a:ext>
            </a:extLst>
          </p:cNvPr>
          <p:cNvSpPr>
            <a:spLocks noGrp="1"/>
          </p:cNvSpPr>
          <p:nvPr/>
        </p:nvSpPr>
        <p:spPr>
          <a:xfrm>
            <a:off x="9472613" y="4048125"/>
            <a:ext cx="34925" cy="547688"/>
          </a:xfrm>
          <a:prstGeom prst="rect">
            <a:avLst/>
          </a:prstGeom>
          <a:solidFill>
            <a:srgbClr val="1D4ED8"/>
          </a:solidFill>
          <a:ln w="13097">
            <a:solidFill>
              <a:srgbClr val="172B4D"/>
            </a:solidFill>
          </a:ln>
        </p:spPr>
      </p:sp>
      <p:sp>
        <p:nvSpPr>
          <p:cNvPr id="496" name="object-496">
            <a:extLst>
              <a:ext uri="{FF2B5EF4-FFF2-40B4-BE49-F238E27FC236}">
                <a16:creationId xmlns:a16="http://schemas.microsoft.com/office/drawing/2014/main" id="{2998BA25-6747-44DB-A645-454657DC7897}"/>
              </a:ext>
            </a:extLst>
          </p:cNvPr>
          <p:cNvSpPr>
            <a:spLocks noGrp="1"/>
          </p:cNvSpPr>
          <p:nvPr/>
        </p:nvSpPr>
        <p:spPr>
          <a:xfrm>
            <a:off x="9507538" y="4048125"/>
            <a:ext cx="34925" cy="547688"/>
          </a:xfrm>
          <a:prstGeom prst="rect">
            <a:avLst/>
          </a:prstGeom>
          <a:solidFill>
            <a:srgbClr val="1D4ED8"/>
          </a:solidFill>
          <a:ln w="13097">
            <a:solidFill>
              <a:srgbClr val="172B4D"/>
            </a:solidFill>
          </a:ln>
        </p:spPr>
      </p:sp>
      <p:sp>
        <p:nvSpPr>
          <p:cNvPr id="497" name="object-497">
            <a:extLst>
              <a:ext uri="{FF2B5EF4-FFF2-40B4-BE49-F238E27FC236}">
                <a16:creationId xmlns:a16="http://schemas.microsoft.com/office/drawing/2014/main" id="{53538254-0ACB-4BD9-A55F-5B4F828D3271}"/>
              </a:ext>
            </a:extLst>
          </p:cNvPr>
          <p:cNvSpPr>
            <a:spLocks noGrp="1"/>
          </p:cNvSpPr>
          <p:nvPr/>
        </p:nvSpPr>
        <p:spPr>
          <a:xfrm>
            <a:off x="9542463" y="4048125"/>
            <a:ext cx="34925" cy="547688"/>
          </a:xfrm>
          <a:prstGeom prst="rect">
            <a:avLst/>
          </a:prstGeom>
          <a:solidFill>
            <a:srgbClr val="1D4ED8"/>
          </a:solidFill>
          <a:ln w="13097">
            <a:solidFill>
              <a:srgbClr val="172B4D"/>
            </a:solidFill>
          </a:ln>
        </p:spPr>
      </p:sp>
      <p:sp>
        <p:nvSpPr>
          <p:cNvPr id="498" name="object-498">
            <a:extLst>
              <a:ext uri="{FF2B5EF4-FFF2-40B4-BE49-F238E27FC236}">
                <a16:creationId xmlns:a16="http://schemas.microsoft.com/office/drawing/2014/main" id="{7A615DE2-50BE-4646-87AD-D8EBA4B08239}"/>
              </a:ext>
            </a:extLst>
          </p:cNvPr>
          <p:cNvSpPr>
            <a:spLocks noGrp="1"/>
          </p:cNvSpPr>
          <p:nvPr/>
        </p:nvSpPr>
        <p:spPr>
          <a:xfrm>
            <a:off x="9577388" y="4048125"/>
            <a:ext cx="34925" cy="547688"/>
          </a:xfrm>
          <a:prstGeom prst="rect">
            <a:avLst/>
          </a:prstGeom>
          <a:solidFill>
            <a:srgbClr val="1D4ED8"/>
          </a:solidFill>
          <a:ln w="13097">
            <a:solidFill>
              <a:srgbClr val="172B4D"/>
            </a:solidFill>
          </a:ln>
        </p:spPr>
      </p:sp>
      <p:sp>
        <p:nvSpPr>
          <p:cNvPr id="499" name="object-499">
            <a:extLst>
              <a:ext uri="{FF2B5EF4-FFF2-40B4-BE49-F238E27FC236}">
                <a16:creationId xmlns:a16="http://schemas.microsoft.com/office/drawing/2014/main" id="{8D1B4969-25DA-4786-97EB-FC204D72EC14}"/>
              </a:ext>
            </a:extLst>
          </p:cNvPr>
          <p:cNvSpPr>
            <a:spLocks noGrp="1"/>
          </p:cNvSpPr>
          <p:nvPr/>
        </p:nvSpPr>
        <p:spPr>
          <a:xfrm>
            <a:off x="9612313" y="4048125"/>
            <a:ext cx="34925" cy="547688"/>
          </a:xfrm>
          <a:prstGeom prst="rect">
            <a:avLst/>
          </a:prstGeom>
          <a:solidFill>
            <a:srgbClr val="1D4ED8"/>
          </a:solidFill>
          <a:ln w="13097">
            <a:solidFill>
              <a:srgbClr val="172B4D"/>
            </a:solidFill>
          </a:ln>
        </p:spPr>
      </p:sp>
      <p:sp>
        <p:nvSpPr>
          <p:cNvPr id="500" name="object-500">
            <a:extLst>
              <a:ext uri="{FF2B5EF4-FFF2-40B4-BE49-F238E27FC236}">
                <a16:creationId xmlns:a16="http://schemas.microsoft.com/office/drawing/2014/main" id="{B194F06B-73D0-48BA-874E-3A50BD76292C}"/>
              </a:ext>
            </a:extLst>
          </p:cNvPr>
          <p:cNvSpPr>
            <a:spLocks noGrp="1"/>
          </p:cNvSpPr>
          <p:nvPr/>
        </p:nvSpPr>
        <p:spPr>
          <a:xfrm>
            <a:off x="9647238" y="4048125"/>
            <a:ext cx="34925" cy="547688"/>
          </a:xfrm>
          <a:prstGeom prst="rect">
            <a:avLst/>
          </a:prstGeom>
          <a:solidFill>
            <a:srgbClr val="1D4ED8"/>
          </a:solidFill>
          <a:ln w="13097">
            <a:solidFill>
              <a:srgbClr val="172B4D"/>
            </a:solidFill>
          </a:ln>
        </p:spPr>
      </p:sp>
      <p:sp>
        <p:nvSpPr>
          <p:cNvPr id="501" name="object-501">
            <a:extLst>
              <a:ext uri="{FF2B5EF4-FFF2-40B4-BE49-F238E27FC236}">
                <a16:creationId xmlns:a16="http://schemas.microsoft.com/office/drawing/2014/main" id="{2D32159D-AF10-41B0-9B85-8B207964E1DA}"/>
              </a:ext>
            </a:extLst>
          </p:cNvPr>
          <p:cNvSpPr>
            <a:spLocks noGrp="1"/>
          </p:cNvSpPr>
          <p:nvPr/>
        </p:nvSpPr>
        <p:spPr>
          <a:xfrm>
            <a:off x="9682163" y="4048125"/>
            <a:ext cx="34925" cy="547688"/>
          </a:xfrm>
          <a:prstGeom prst="rect">
            <a:avLst/>
          </a:prstGeom>
          <a:solidFill>
            <a:srgbClr val="1D4ED8"/>
          </a:solidFill>
          <a:ln w="13097">
            <a:solidFill>
              <a:srgbClr val="172B4D"/>
            </a:solidFill>
          </a:ln>
        </p:spPr>
      </p:sp>
      <p:sp>
        <p:nvSpPr>
          <p:cNvPr id="502" name="object-502">
            <a:extLst>
              <a:ext uri="{FF2B5EF4-FFF2-40B4-BE49-F238E27FC236}">
                <a16:creationId xmlns:a16="http://schemas.microsoft.com/office/drawing/2014/main" id="{7D4A0C09-479C-4BD7-9D5D-1C47C0BA5BFC}"/>
              </a:ext>
            </a:extLst>
          </p:cNvPr>
          <p:cNvSpPr>
            <a:spLocks noGrp="1"/>
          </p:cNvSpPr>
          <p:nvPr/>
        </p:nvSpPr>
        <p:spPr>
          <a:xfrm>
            <a:off x="9717088" y="4048125"/>
            <a:ext cx="34925" cy="547688"/>
          </a:xfrm>
          <a:prstGeom prst="rect">
            <a:avLst/>
          </a:prstGeom>
          <a:solidFill>
            <a:srgbClr val="1D4ED8"/>
          </a:solidFill>
          <a:ln w="13097">
            <a:solidFill>
              <a:srgbClr val="172B4D"/>
            </a:solidFill>
          </a:ln>
        </p:spPr>
      </p:sp>
      <p:sp>
        <p:nvSpPr>
          <p:cNvPr id="503" name="object-503">
            <a:extLst>
              <a:ext uri="{FF2B5EF4-FFF2-40B4-BE49-F238E27FC236}">
                <a16:creationId xmlns:a16="http://schemas.microsoft.com/office/drawing/2014/main" id="{6EDDF6C7-2465-4150-B65B-591679C0B8F0}"/>
              </a:ext>
            </a:extLst>
          </p:cNvPr>
          <p:cNvSpPr>
            <a:spLocks noGrp="1"/>
          </p:cNvSpPr>
          <p:nvPr/>
        </p:nvSpPr>
        <p:spPr>
          <a:xfrm>
            <a:off x="9752013" y="4048125"/>
            <a:ext cx="34925" cy="547688"/>
          </a:xfrm>
          <a:prstGeom prst="rect">
            <a:avLst/>
          </a:prstGeom>
          <a:solidFill>
            <a:srgbClr val="1D4ED8"/>
          </a:solidFill>
          <a:ln w="13097">
            <a:solidFill>
              <a:srgbClr val="172B4D"/>
            </a:solidFill>
          </a:ln>
        </p:spPr>
      </p:sp>
      <p:sp>
        <p:nvSpPr>
          <p:cNvPr id="504" name="object-504">
            <a:extLst>
              <a:ext uri="{FF2B5EF4-FFF2-40B4-BE49-F238E27FC236}">
                <a16:creationId xmlns:a16="http://schemas.microsoft.com/office/drawing/2014/main" id="{BC3418DF-3019-4186-9064-B5905D98C690}"/>
              </a:ext>
            </a:extLst>
          </p:cNvPr>
          <p:cNvSpPr>
            <a:spLocks noGrp="1"/>
          </p:cNvSpPr>
          <p:nvPr/>
        </p:nvSpPr>
        <p:spPr>
          <a:xfrm>
            <a:off x="9786938" y="4048125"/>
            <a:ext cx="34925" cy="547688"/>
          </a:xfrm>
          <a:prstGeom prst="rect">
            <a:avLst/>
          </a:prstGeom>
          <a:solidFill>
            <a:srgbClr val="1D4ED8"/>
          </a:solidFill>
          <a:ln w="13097">
            <a:solidFill>
              <a:srgbClr val="172B4D"/>
            </a:solidFill>
          </a:ln>
        </p:spPr>
      </p:sp>
      <p:sp>
        <p:nvSpPr>
          <p:cNvPr id="505" name="object-505">
            <a:extLst>
              <a:ext uri="{FF2B5EF4-FFF2-40B4-BE49-F238E27FC236}">
                <a16:creationId xmlns:a16="http://schemas.microsoft.com/office/drawing/2014/main" id="{449D4D32-E2FE-4701-AC71-F919C322B67F}"/>
              </a:ext>
            </a:extLst>
          </p:cNvPr>
          <p:cNvSpPr>
            <a:spLocks noGrp="1"/>
          </p:cNvSpPr>
          <p:nvPr/>
        </p:nvSpPr>
        <p:spPr>
          <a:xfrm>
            <a:off x="9821862" y="4048125"/>
            <a:ext cx="34925" cy="547688"/>
          </a:xfrm>
          <a:prstGeom prst="rect">
            <a:avLst/>
          </a:prstGeom>
          <a:solidFill>
            <a:srgbClr val="1D4ED8"/>
          </a:solidFill>
          <a:ln w="13097">
            <a:solidFill>
              <a:srgbClr val="172B4D"/>
            </a:solidFill>
          </a:ln>
        </p:spPr>
      </p:sp>
      <p:sp>
        <p:nvSpPr>
          <p:cNvPr id="506" name="object-506">
            <a:extLst>
              <a:ext uri="{FF2B5EF4-FFF2-40B4-BE49-F238E27FC236}">
                <a16:creationId xmlns:a16="http://schemas.microsoft.com/office/drawing/2014/main" id="{2D82DE56-1B1B-4D59-B911-C9E93E5A8DBC}"/>
              </a:ext>
            </a:extLst>
          </p:cNvPr>
          <p:cNvSpPr>
            <a:spLocks noGrp="1"/>
          </p:cNvSpPr>
          <p:nvPr/>
        </p:nvSpPr>
        <p:spPr>
          <a:xfrm>
            <a:off x="9856788" y="4048125"/>
            <a:ext cx="34925" cy="547688"/>
          </a:xfrm>
          <a:prstGeom prst="rect">
            <a:avLst/>
          </a:prstGeom>
          <a:solidFill>
            <a:srgbClr val="1D4ED8"/>
          </a:solidFill>
          <a:ln w="13097">
            <a:solidFill>
              <a:srgbClr val="172B4D"/>
            </a:solidFill>
          </a:ln>
        </p:spPr>
      </p:sp>
      <p:sp>
        <p:nvSpPr>
          <p:cNvPr id="507" name="object-507">
            <a:extLst>
              <a:ext uri="{FF2B5EF4-FFF2-40B4-BE49-F238E27FC236}">
                <a16:creationId xmlns:a16="http://schemas.microsoft.com/office/drawing/2014/main" id="{9569C150-3380-46AA-92F8-040A05E38DF0}"/>
              </a:ext>
            </a:extLst>
          </p:cNvPr>
          <p:cNvSpPr>
            <a:spLocks noGrp="1"/>
          </p:cNvSpPr>
          <p:nvPr/>
        </p:nvSpPr>
        <p:spPr>
          <a:xfrm>
            <a:off x="9891713" y="4048125"/>
            <a:ext cx="34925" cy="547688"/>
          </a:xfrm>
          <a:prstGeom prst="rect">
            <a:avLst/>
          </a:prstGeom>
          <a:solidFill>
            <a:srgbClr val="1D4ED8"/>
          </a:solidFill>
          <a:ln w="13097">
            <a:solidFill>
              <a:srgbClr val="172B4D"/>
            </a:solidFill>
          </a:ln>
        </p:spPr>
      </p:sp>
      <p:sp>
        <p:nvSpPr>
          <p:cNvPr id="508" name="object-508">
            <a:extLst>
              <a:ext uri="{FF2B5EF4-FFF2-40B4-BE49-F238E27FC236}">
                <a16:creationId xmlns:a16="http://schemas.microsoft.com/office/drawing/2014/main" id="{F7F367FE-5F06-47BA-8165-D365AEA9220F}"/>
              </a:ext>
            </a:extLst>
          </p:cNvPr>
          <p:cNvSpPr>
            <a:spLocks noGrp="1"/>
          </p:cNvSpPr>
          <p:nvPr/>
        </p:nvSpPr>
        <p:spPr>
          <a:xfrm>
            <a:off x="9926638" y="4048125"/>
            <a:ext cx="34925" cy="547688"/>
          </a:xfrm>
          <a:prstGeom prst="rect">
            <a:avLst/>
          </a:prstGeom>
          <a:solidFill>
            <a:srgbClr val="1D4ED8"/>
          </a:solidFill>
          <a:ln w="13097">
            <a:solidFill>
              <a:srgbClr val="172B4D"/>
            </a:solidFill>
          </a:ln>
        </p:spPr>
      </p:sp>
      <p:sp>
        <p:nvSpPr>
          <p:cNvPr id="509" name="object-509">
            <a:extLst>
              <a:ext uri="{FF2B5EF4-FFF2-40B4-BE49-F238E27FC236}">
                <a16:creationId xmlns:a16="http://schemas.microsoft.com/office/drawing/2014/main" id="{8077143B-F3B0-40F9-929F-90DEC1904406}"/>
              </a:ext>
            </a:extLst>
          </p:cNvPr>
          <p:cNvSpPr>
            <a:spLocks noGrp="1"/>
          </p:cNvSpPr>
          <p:nvPr/>
        </p:nvSpPr>
        <p:spPr>
          <a:xfrm>
            <a:off x="9961563" y="4048125"/>
            <a:ext cx="34925" cy="547688"/>
          </a:xfrm>
          <a:prstGeom prst="rect">
            <a:avLst/>
          </a:prstGeom>
          <a:solidFill>
            <a:srgbClr val="1D4ED8"/>
          </a:solidFill>
          <a:ln w="13097">
            <a:solidFill>
              <a:srgbClr val="172B4D"/>
            </a:solidFill>
          </a:ln>
        </p:spPr>
      </p:sp>
      <p:sp>
        <p:nvSpPr>
          <p:cNvPr id="510" name="object-510">
            <a:extLst>
              <a:ext uri="{FF2B5EF4-FFF2-40B4-BE49-F238E27FC236}">
                <a16:creationId xmlns:a16="http://schemas.microsoft.com/office/drawing/2014/main" id="{C6206F27-8B39-4B24-9B35-A062A67162D2}"/>
              </a:ext>
            </a:extLst>
          </p:cNvPr>
          <p:cNvSpPr>
            <a:spLocks noGrp="1"/>
          </p:cNvSpPr>
          <p:nvPr/>
        </p:nvSpPr>
        <p:spPr>
          <a:xfrm>
            <a:off x="9996488" y="4048125"/>
            <a:ext cx="34925" cy="547688"/>
          </a:xfrm>
          <a:prstGeom prst="rect">
            <a:avLst/>
          </a:prstGeom>
          <a:solidFill>
            <a:srgbClr val="1D4ED8"/>
          </a:solidFill>
          <a:ln w="13097">
            <a:solidFill>
              <a:srgbClr val="172B4D"/>
            </a:solidFill>
          </a:ln>
        </p:spPr>
      </p:sp>
      <p:sp>
        <p:nvSpPr>
          <p:cNvPr id="511" name="object-511">
            <a:extLst>
              <a:ext uri="{FF2B5EF4-FFF2-40B4-BE49-F238E27FC236}">
                <a16:creationId xmlns:a16="http://schemas.microsoft.com/office/drawing/2014/main" id="{6E453936-115A-4D40-946F-DA41FFF5FE26}"/>
              </a:ext>
            </a:extLst>
          </p:cNvPr>
          <p:cNvSpPr>
            <a:spLocks noGrp="1"/>
          </p:cNvSpPr>
          <p:nvPr/>
        </p:nvSpPr>
        <p:spPr>
          <a:xfrm>
            <a:off x="10031412" y="4048125"/>
            <a:ext cx="34925" cy="547688"/>
          </a:xfrm>
          <a:prstGeom prst="rect">
            <a:avLst/>
          </a:prstGeom>
          <a:solidFill>
            <a:srgbClr val="1D4ED8"/>
          </a:solidFill>
          <a:ln w="13097">
            <a:solidFill>
              <a:srgbClr val="172B4D"/>
            </a:solidFill>
          </a:ln>
        </p:spPr>
      </p:sp>
      <p:sp>
        <p:nvSpPr>
          <p:cNvPr id="512" name="object-512">
            <a:extLst>
              <a:ext uri="{FF2B5EF4-FFF2-40B4-BE49-F238E27FC236}">
                <a16:creationId xmlns:a16="http://schemas.microsoft.com/office/drawing/2014/main" id="{99D4A85B-2E01-4EB5-8AC4-5ED1AFC0C2DB}"/>
              </a:ext>
            </a:extLst>
          </p:cNvPr>
          <p:cNvSpPr>
            <a:spLocks noGrp="1"/>
          </p:cNvSpPr>
          <p:nvPr/>
        </p:nvSpPr>
        <p:spPr>
          <a:xfrm>
            <a:off x="10066338" y="4048125"/>
            <a:ext cx="34925" cy="547688"/>
          </a:xfrm>
          <a:prstGeom prst="rect">
            <a:avLst/>
          </a:prstGeom>
          <a:solidFill>
            <a:srgbClr val="1D4ED8"/>
          </a:solidFill>
          <a:ln w="13097">
            <a:solidFill>
              <a:srgbClr val="172B4D"/>
            </a:solidFill>
          </a:ln>
        </p:spPr>
      </p:sp>
      <p:sp>
        <p:nvSpPr>
          <p:cNvPr id="513" name="object-513">
            <a:extLst>
              <a:ext uri="{FF2B5EF4-FFF2-40B4-BE49-F238E27FC236}">
                <a16:creationId xmlns:a16="http://schemas.microsoft.com/office/drawing/2014/main" id="{4F58E078-B9FB-4F4B-90C5-96C3A3672868}"/>
              </a:ext>
            </a:extLst>
          </p:cNvPr>
          <p:cNvSpPr>
            <a:spLocks noGrp="1"/>
          </p:cNvSpPr>
          <p:nvPr/>
        </p:nvSpPr>
        <p:spPr>
          <a:xfrm>
            <a:off x="10101263" y="4048125"/>
            <a:ext cx="34925" cy="547688"/>
          </a:xfrm>
          <a:prstGeom prst="rect">
            <a:avLst/>
          </a:prstGeom>
          <a:solidFill>
            <a:srgbClr val="1D4ED8"/>
          </a:solidFill>
          <a:ln w="13097">
            <a:solidFill>
              <a:srgbClr val="172B4D"/>
            </a:solidFill>
          </a:ln>
        </p:spPr>
      </p:sp>
      <p:sp>
        <p:nvSpPr>
          <p:cNvPr id="514" name="object-514">
            <a:extLst>
              <a:ext uri="{FF2B5EF4-FFF2-40B4-BE49-F238E27FC236}">
                <a16:creationId xmlns:a16="http://schemas.microsoft.com/office/drawing/2014/main" id="{712CD43D-126D-43AD-AF27-BFE63F0CEDB7}"/>
              </a:ext>
            </a:extLst>
          </p:cNvPr>
          <p:cNvSpPr>
            <a:spLocks noGrp="1"/>
          </p:cNvSpPr>
          <p:nvPr/>
        </p:nvSpPr>
        <p:spPr>
          <a:xfrm>
            <a:off x="10136188" y="4048125"/>
            <a:ext cx="34925" cy="547688"/>
          </a:xfrm>
          <a:prstGeom prst="rect">
            <a:avLst/>
          </a:prstGeom>
          <a:solidFill>
            <a:srgbClr val="1D4ED8"/>
          </a:solidFill>
          <a:ln w="13097">
            <a:solidFill>
              <a:srgbClr val="172B4D"/>
            </a:solidFill>
          </a:ln>
        </p:spPr>
      </p:sp>
      <p:sp>
        <p:nvSpPr>
          <p:cNvPr id="515" name="object-515">
            <a:extLst>
              <a:ext uri="{FF2B5EF4-FFF2-40B4-BE49-F238E27FC236}">
                <a16:creationId xmlns:a16="http://schemas.microsoft.com/office/drawing/2014/main" id="{4668ECC3-F825-4355-8B38-BD570F42DC72}"/>
              </a:ext>
            </a:extLst>
          </p:cNvPr>
          <p:cNvSpPr>
            <a:spLocks noGrp="1"/>
          </p:cNvSpPr>
          <p:nvPr/>
        </p:nvSpPr>
        <p:spPr>
          <a:xfrm>
            <a:off x="10171113" y="4048125"/>
            <a:ext cx="34925" cy="547688"/>
          </a:xfrm>
          <a:prstGeom prst="rect">
            <a:avLst/>
          </a:prstGeom>
          <a:solidFill>
            <a:srgbClr val="1D4ED8"/>
          </a:solidFill>
          <a:ln w="13097">
            <a:solidFill>
              <a:srgbClr val="172B4D"/>
            </a:solidFill>
          </a:ln>
        </p:spPr>
      </p:sp>
      <p:sp>
        <p:nvSpPr>
          <p:cNvPr id="516" name="object-516">
            <a:extLst>
              <a:ext uri="{FF2B5EF4-FFF2-40B4-BE49-F238E27FC236}">
                <a16:creationId xmlns:a16="http://schemas.microsoft.com/office/drawing/2014/main" id="{67585805-3884-469B-A4C5-002EA5D98EF6}"/>
              </a:ext>
            </a:extLst>
          </p:cNvPr>
          <p:cNvSpPr>
            <a:spLocks noGrp="1"/>
          </p:cNvSpPr>
          <p:nvPr/>
        </p:nvSpPr>
        <p:spPr>
          <a:xfrm>
            <a:off x="10206038" y="4048125"/>
            <a:ext cx="34925" cy="547688"/>
          </a:xfrm>
          <a:prstGeom prst="rect">
            <a:avLst/>
          </a:prstGeom>
          <a:solidFill>
            <a:srgbClr val="1D4ED8"/>
          </a:solidFill>
          <a:ln w="13097">
            <a:solidFill>
              <a:srgbClr val="172B4D"/>
            </a:solidFill>
          </a:ln>
        </p:spPr>
      </p:sp>
      <p:sp>
        <p:nvSpPr>
          <p:cNvPr id="517" name="object-517">
            <a:extLst>
              <a:ext uri="{FF2B5EF4-FFF2-40B4-BE49-F238E27FC236}">
                <a16:creationId xmlns:a16="http://schemas.microsoft.com/office/drawing/2014/main" id="{41F13C3C-211C-4A21-BF10-D00FF9049B98}"/>
              </a:ext>
            </a:extLst>
          </p:cNvPr>
          <p:cNvSpPr>
            <a:spLocks noGrp="1"/>
          </p:cNvSpPr>
          <p:nvPr/>
        </p:nvSpPr>
        <p:spPr>
          <a:xfrm>
            <a:off x="10240963" y="4048125"/>
            <a:ext cx="34925" cy="547688"/>
          </a:xfrm>
          <a:prstGeom prst="rect">
            <a:avLst/>
          </a:prstGeom>
          <a:solidFill>
            <a:srgbClr val="1D4ED8"/>
          </a:solidFill>
          <a:ln w="13097">
            <a:solidFill>
              <a:srgbClr val="172B4D"/>
            </a:solidFill>
          </a:ln>
        </p:spPr>
      </p:sp>
      <p:sp>
        <p:nvSpPr>
          <p:cNvPr id="518" name="object-518">
            <a:extLst>
              <a:ext uri="{FF2B5EF4-FFF2-40B4-BE49-F238E27FC236}">
                <a16:creationId xmlns:a16="http://schemas.microsoft.com/office/drawing/2014/main" id="{FFBB784C-2D0D-46F8-ABB3-21F82E1E10B8}"/>
              </a:ext>
            </a:extLst>
          </p:cNvPr>
          <p:cNvSpPr>
            <a:spLocks noGrp="1"/>
          </p:cNvSpPr>
          <p:nvPr/>
        </p:nvSpPr>
        <p:spPr>
          <a:xfrm>
            <a:off x="10275888" y="4048125"/>
            <a:ext cx="34925" cy="547688"/>
          </a:xfrm>
          <a:prstGeom prst="rect">
            <a:avLst/>
          </a:prstGeom>
          <a:solidFill>
            <a:srgbClr val="1D4ED8"/>
          </a:solidFill>
          <a:ln w="13097">
            <a:solidFill>
              <a:srgbClr val="172B4D"/>
            </a:solidFill>
          </a:ln>
        </p:spPr>
      </p:sp>
      <p:sp>
        <p:nvSpPr>
          <p:cNvPr id="519" name="object-519">
            <a:extLst>
              <a:ext uri="{FF2B5EF4-FFF2-40B4-BE49-F238E27FC236}">
                <a16:creationId xmlns:a16="http://schemas.microsoft.com/office/drawing/2014/main" id="{DC79B4B4-AA70-4D7F-BCD8-4F5A4E727309}"/>
              </a:ext>
            </a:extLst>
          </p:cNvPr>
          <p:cNvSpPr>
            <a:spLocks noGrp="1"/>
          </p:cNvSpPr>
          <p:nvPr/>
        </p:nvSpPr>
        <p:spPr>
          <a:xfrm>
            <a:off x="10310813" y="4048125"/>
            <a:ext cx="34925" cy="547688"/>
          </a:xfrm>
          <a:prstGeom prst="rect">
            <a:avLst/>
          </a:prstGeom>
          <a:solidFill>
            <a:srgbClr val="1D4ED8"/>
          </a:solidFill>
          <a:ln w="13097">
            <a:solidFill>
              <a:srgbClr val="172B4D"/>
            </a:solidFill>
          </a:ln>
        </p:spPr>
      </p:sp>
      <p:sp>
        <p:nvSpPr>
          <p:cNvPr id="520" name="object-520">
            <a:extLst>
              <a:ext uri="{FF2B5EF4-FFF2-40B4-BE49-F238E27FC236}">
                <a16:creationId xmlns:a16="http://schemas.microsoft.com/office/drawing/2014/main" id="{7E24D1A1-8271-4FE2-B5F1-1A2731C7D897}"/>
              </a:ext>
            </a:extLst>
          </p:cNvPr>
          <p:cNvSpPr>
            <a:spLocks noGrp="1"/>
          </p:cNvSpPr>
          <p:nvPr/>
        </p:nvSpPr>
        <p:spPr>
          <a:xfrm>
            <a:off x="10345737" y="4048125"/>
            <a:ext cx="34925" cy="547688"/>
          </a:xfrm>
          <a:prstGeom prst="rect">
            <a:avLst/>
          </a:prstGeom>
          <a:solidFill>
            <a:srgbClr val="1D4ED8"/>
          </a:solidFill>
          <a:ln w="13097">
            <a:solidFill>
              <a:srgbClr val="172B4D"/>
            </a:solidFill>
          </a:ln>
        </p:spPr>
      </p:sp>
      <p:sp>
        <p:nvSpPr>
          <p:cNvPr id="521" name="object-521">
            <a:extLst>
              <a:ext uri="{FF2B5EF4-FFF2-40B4-BE49-F238E27FC236}">
                <a16:creationId xmlns:a16="http://schemas.microsoft.com/office/drawing/2014/main" id="{00E2CAC5-3995-4EFF-86E7-34B03B61F9E0}"/>
              </a:ext>
            </a:extLst>
          </p:cNvPr>
          <p:cNvSpPr>
            <a:spLocks noGrp="1"/>
          </p:cNvSpPr>
          <p:nvPr/>
        </p:nvSpPr>
        <p:spPr>
          <a:xfrm>
            <a:off x="10380663" y="4048125"/>
            <a:ext cx="34925" cy="547688"/>
          </a:xfrm>
          <a:prstGeom prst="rect">
            <a:avLst/>
          </a:prstGeom>
          <a:solidFill>
            <a:srgbClr val="1D4ED8"/>
          </a:solidFill>
          <a:ln w="13097">
            <a:solidFill>
              <a:srgbClr val="172B4D"/>
            </a:solidFill>
          </a:ln>
        </p:spPr>
      </p:sp>
      <p:sp>
        <p:nvSpPr>
          <p:cNvPr id="522" name="object-522">
            <a:extLst>
              <a:ext uri="{FF2B5EF4-FFF2-40B4-BE49-F238E27FC236}">
                <a16:creationId xmlns:a16="http://schemas.microsoft.com/office/drawing/2014/main" id="{AE1ADE39-391C-4920-B322-57FD011ECD3C}"/>
              </a:ext>
            </a:extLst>
          </p:cNvPr>
          <p:cNvSpPr>
            <a:spLocks noGrp="1"/>
          </p:cNvSpPr>
          <p:nvPr/>
        </p:nvSpPr>
        <p:spPr>
          <a:xfrm>
            <a:off x="10415588" y="4048125"/>
            <a:ext cx="34925" cy="547688"/>
          </a:xfrm>
          <a:prstGeom prst="rect">
            <a:avLst/>
          </a:prstGeom>
          <a:solidFill>
            <a:srgbClr val="1D4ED8"/>
          </a:solidFill>
          <a:ln w="13097">
            <a:solidFill>
              <a:srgbClr val="172B4D"/>
            </a:solidFill>
          </a:ln>
        </p:spPr>
      </p:sp>
      <p:sp>
        <p:nvSpPr>
          <p:cNvPr id="523" name="object-523">
            <a:extLst>
              <a:ext uri="{FF2B5EF4-FFF2-40B4-BE49-F238E27FC236}">
                <a16:creationId xmlns:a16="http://schemas.microsoft.com/office/drawing/2014/main" id="{1D897B4B-FE6E-42B8-86F2-0FCB9C8C0C38}"/>
              </a:ext>
            </a:extLst>
          </p:cNvPr>
          <p:cNvSpPr>
            <a:spLocks noGrp="1"/>
          </p:cNvSpPr>
          <p:nvPr/>
        </p:nvSpPr>
        <p:spPr>
          <a:xfrm>
            <a:off x="10450513" y="4048125"/>
            <a:ext cx="34925" cy="547688"/>
          </a:xfrm>
          <a:prstGeom prst="rect">
            <a:avLst/>
          </a:prstGeom>
          <a:solidFill>
            <a:srgbClr val="1D4ED8"/>
          </a:solidFill>
          <a:ln w="13097">
            <a:solidFill>
              <a:srgbClr val="172B4D"/>
            </a:solidFill>
          </a:ln>
        </p:spPr>
      </p:sp>
      <p:sp>
        <p:nvSpPr>
          <p:cNvPr id="524" name="object-524">
            <a:extLst>
              <a:ext uri="{FF2B5EF4-FFF2-40B4-BE49-F238E27FC236}">
                <a16:creationId xmlns:a16="http://schemas.microsoft.com/office/drawing/2014/main" id="{B85AAD7B-EED7-4FF3-90CF-52F42CEDEDE2}"/>
              </a:ext>
            </a:extLst>
          </p:cNvPr>
          <p:cNvSpPr>
            <a:spLocks noGrp="1"/>
          </p:cNvSpPr>
          <p:nvPr/>
        </p:nvSpPr>
        <p:spPr>
          <a:xfrm>
            <a:off x="10485438" y="4048125"/>
            <a:ext cx="34925" cy="547688"/>
          </a:xfrm>
          <a:prstGeom prst="rect">
            <a:avLst/>
          </a:prstGeom>
          <a:solidFill>
            <a:srgbClr val="1D4ED8"/>
          </a:solidFill>
          <a:ln w="13097">
            <a:solidFill>
              <a:srgbClr val="172B4D"/>
            </a:solidFill>
          </a:ln>
        </p:spPr>
      </p:sp>
      <p:sp>
        <p:nvSpPr>
          <p:cNvPr id="525" name="object-525">
            <a:extLst>
              <a:ext uri="{FF2B5EF4-FFF2-40B4-BE49-F238E27FC236}">
                <a16:creationId xmlns:a16="http://schemas.microsoft.com/office/drawing/2014/main" id="{F46DAA18-858C-4AA1-A2E2-8C20AE89B584}"/>
              </a:ext>
            </a:extLst>
          </p:cNvPr>
          <p:cNvSpPr>
            <a:spLocks noGrp="1"/>
          </p:cNvSpPr>
          <p:nvPr/>
        </p:nvSpPr>
        <p:spPr>
          <a:xfrm>
            <a:off x="10520363" y="4048125"/>
            <a:ext cx="34925" cy="547688"/>
          </a:xfrm>
          <a:prstGeom prst="rect">
            <a:avLst/>
          </a:prstGeom>
          <a:solidFill>
            <a:srgbClr val="1D4ED8"/>
          </a:solidFill>
          <a:ln w="13097">
            <a:solidFill>
              <a:srgbClr val="172B4D"/>
            </a:solidFill>
          </a:ln>
        </p:spPr>
      </p:sp>
      <p:sp>
        <p:nvSpPr>
          <p:cNvPr id="526" name="object-526">
            <a:extLst>
              <a:ext uri="{FF2B5EF4-FFF2-40B4-BE49-F238E27FC236}">
                <a16:creationId xmlns:a16="http://schemas.microsoft.com/office/drawing/2014/main" id="{034828B2-B637-47D5-BFF7-8D64314ACBE2}"/>
              </a:ext>
            </a:extLst>
          </p:cNvPr>
          <p:cNvSpPr>
            <a:spLocks noGrp="1"/>
          </p:cNvSpPr>
          <p:nvPr/>
        </p:nvSpPr>
        <p:spPr>
          <a:xfrm>
            <a:off x="10555287" y="4048125"/>
            <a:ext cx="34925" cy="547688"/>
          </a:xfrm>
          <a:prstGeom prst="rect">
            <a:avLst/>
          </a:prstGeom>
          <a:solidFill>
            <a:srgbClr val="1D4ED8"/>
          </a:solidFill>
          <a:ln w="13097">
            <a:solidFill>
              <a:srgbClr val="172B4D"/>
            </a:solidFill>
          </a:ln>
        </p:spPr>
      </p:sp>
      <p:sp>
        <p:nvSpPr>
          <p:cNvPr id="527" name="object-527">
            <a:extLst>
              <a:ext uri="{FF2B5EF4-FFF2-40B4-BE49-F238E27FC236}">
                <a16:creationId xmlns:a16="http://schemas.microsoft.com/office/drawing/2014/main" id="{D9F9D423-D5BF-47C9-A190-2804D4887208}"/>
              </a:ext>
            </a:extLst>
          </p:cNvPr>
          <p:cNvSpPr>
            <a:spLocks noGrp="1"/>
          </p:cNvSpPr>
          <p:nvPr/>
        </p:nvSpPr>
        <p:spPr>
          <a:xfrm>
            <a:off x="10590213" y="4048125"/>
            <a:ext cx="34925" cy="547688"/>
          </a:xfrm>
          <a:prstGeom prst="rect">
            <a:avLst/>
          </a:prstGeom>
          <a:solidFill>
            <a:srgbClr val="1D4ED8"/>
          </a:solidFill>
          <a:ln w="13097">
            <a:solidFill>
              <a:srgbClr val="172B4D"/>
            </a:solidFill>
          </a:ln>
        </p:spPr>
      </p:sp>
      <p:sp>
        <p:nvSpPr>
          <p:cNvPr id="528" name="object-528">
            <a:extLst>
              <a:ext uri="{FF2B5EF4-FFF2-40B4-BE49-F238E27FC236}">
                <a16:creationId xmlns:a16="http://schemas.microsoft.com/office/drawing/2014/main" id="{C79E0E5B-A322-4508-A5A2-34B7D26867EC}"/>
              </a:ext>
            </a:extLst>
          </p:cNvPr>
          <p:cNvSpPr>
            <a:spLocks noGrp="1"/>
          </p:cNvSpPr>
          <p:nvPr/>
        </p:nvSpPr>
        <p:spPr>
          <a:xfrm>
            <a:off x="10625138" y="4048125"/>
            <a:ext cx="34925" cy="547688"/>
          </a:xfrm>
          <a:prstGeom prst="rect">
            <a:avLst/>
          </a:prstGeom>
          <a:solidFill>
            <a:srgbClr val="1D4ED8"/>
          </a:solidFill>
          <a:ln w="13097">
            <a:solidFill>
              <a:srgbClr val="172B4D"/>
            </a:solidFill>
          </a:ln>
        </p:spPr>
      </p:sp>
      <p:sp>
        <p:nvSpPr>
          <p:cNvPr id="529" name="object-529">
            <a:extLst>
              <a:ext uri="{FF2B5EF4-FFF2-40B4-BE49-F238E27FC236}">
                <a16:creationId xmlns:a16="http://schemas.microsoft.com/office/drawing/2014/main" id="{37F49470-E071-49A6-92B5-8F076F1DB6A3}"/>
              </a:ext>
            </a:extLst>
          </p:cNvPr>
          <p:cNvSpPr>
            <a:spLocks noGrp="1"/>
          </p:cNvSpPr>
          <p:nvPr/>
        </p:nvSpPr>
        <p:spPr>
          <a:xfrm>
            <a:off x="10660063" y="4048125"/>
            <a:ext cx="34925" cy="547688"/>
          </a:xfrm>
          <a:prstGeom prst="rect">
            <a:avLst/>
          </a:prstGeom>
          <a:solidFill>
            <a:srgbClr val="1D4ED8"/>
          </a:solidFill>
          <a:ln w="13097">
            <a:solidFill>
              <a:srgbClr val="172B4D"/>
            </a:solidFill>
          </a:ln>
        </p:spPr>
      </p:sp>
      <p:sp>
        <p:nvSpPr>
          <p:cNvPr id="530" name="object-530">
            <a:extLst>
              <a:ext uri="{FF2B5EF4-FFF2-40B4-BE49-F238E27FC236}">
                <a16:creationId xmlns:a16="http://schemas.microsoft.com/office/drawing/2014/main" id="{4CC695E2-C20C-4D9C-A272-F61D4C927A6F}"/>
              </a:ext>
            </a:extLst>
          </p:cNvPr>
          <p:cNvSpPr>
            <a:spLocks noGrp="1"/>
          </p:cNvSpPr>
          <p:nvPr/>
        </p:nvSpPr>
        <p:spPr>
          <a:xfrm>
            <a:off x="10694988" y="4048125"/>
            <a:ext cx="34925" cy="547688"/>
          </a:xfrm>
          <a:prstGeom prst="rect">
            <a:avLst/>
          </a:prstGeom>
          <a:solidFill>
            <a:srgbClr val="1D4ED8"/>
          </a:solidFill>
          <a:ln w="13097">
            <a:solidFill>
              <a:srgbClr val="172B4D"/>
            </a:solidFill>
          </a:ln>
        </p:spPr>
      </p:sp>
      <p:sp>
        <p:nvSpPr>
          <p:cNvPr id="531" name="object-531">
            <a:extLst>
              <a:ext uri="{FF2B5EF4-FFF2-40B4-BE49-F238E27FC236}">
                <a16:creationId xmlns:a16="http://schemas.microsoft.com/office/drawing/2014/main" id="{F3D3694D-CA2A-4409-A282-22516AE65D27}"/>
              </a:ext>
            </a:extLst>
          </p:cNvPr>
          <p:cNvSpPr>
            <a:spLocks noGrp="1"/>
          </p:cNvSpPr>
          <p:nvPr/>
        </p:nvSpPr>
        <p:spPr>
          <a:xfrm>
            <a:off x="10729913" y="4048125"/>
            <a:ext cx="34925" cy="547688"/>
          </a:xfrm>
          <a:prstGeom prst="rect">
            <a:avLst/>
          </a:prstGeom>
          <a:solidFill>
            <a:srgbClr val="1D4ED8"/>
          </a:solidFill>
          <a:ln w="13097">
            <a:solidFill>
              <a:srgbClr val="172B4D"/>
            </a:solidFill>
          </a:ln>
        </p:spPr>
      </p:sp>
      <p:sp>
        <p:nvSpPr>
          <p:cNvPr id="532" name="object-532">
            <a:extLst>
              <a:ext uri="{FF2B5EF4-FFF2-40B4-BE49-F238E27FC236}">
                <a16:creationId xmlns:a16="http://schemas.microsoft.com/office/drawing/2014/main" id="{B646EB90-AF76-47F9-84AC-ECA300D58B40}"/>
              </a:ext>
            </a:extLst>
          </p:cNvPr>
          <p:cNvSpPr>
            <a:spLocks noGrp="1"/>
          </p:cNvSpPr>
          <p:nvPr/>
        </p:nvSpPr>
        <p:spPr>
          <a:xfrm>
            <a:off x="10764838" y="4048125"/>
            <a:ext cx="34925" cy="547688"/>
          </a:xfrm>
          <a:prstGeom prst="rect">
            <a:avLst/>
          </a:prstGeom>
          <a:solidFill>
            <a:srgbClr val="1D4ED8"/>
          </a:solidFill>
          <a:ln w="13097">
            <a:solidFill>
              <a:srgbClr val="172B4D"/>
            </a:solidFill>
          </a:ln>
        </p:spPr>
      </p:sp>
      <p:sp>
        <p:nvSpPr>
          <p:cNvPr id="533" name="object-533">
            <a:extLst>
              <a:ext uri="{FF2B5EF4-FFF2-40B4-BE49-F238E27FC236}">
                <a16:creationId xmlns:a16="http://schemas.microsoft.com/office/drawing/2014/main" id="{08C282E7-5501-4968-BCA1-46C4DCFAB58D}"/>
              </a:ext>
            </a:extLst>
          </p:cNvPr>
          <p:cNvSpPr>
            <a:spLocks noGrp="1"/>
          </p:cNvSpPr>
          <p:nvPr/>
        </p:nvSpPr>
        <p:spPr>
          <a:xfrm>
            <a:off x="10799763" y="4048125"/>
            <a:ext cx="34925" cy="547688"/>
          </a:xfrm>
          <a:prstGeom prst="rect">
            <a:avLst/>
          </a:prstGeom>
          <a:solidFill>
            <a:srgbClr val="1D4ED8"/>
          </a:solidFill>
          <a:ln w="13097">
            <a:solidFill>
              <a:srgbClr val="172B4D"/>
            </a:solidFill>
          </a:ln>
        </p:spPr>
      </p:sp>
      <p:sp>
        <p:nvSpPr>
          <p:cNvPr id="534" name="object-534">
            <a:extLst>
              <a:ext uri="{FF2B5EF4-FFF2-40B4-BE49-F238E27FC236}">
                <a16:creationId xmlns:a16="http://schemas.microsoft.com/office/drawing/2014/main" id="{77852C0C-0AF9-468F-8813-4BD7155F61E9}"/>
              </a:ext>
            </a:extLst>
          </p:cNvPr>
          <p:cNvSpPr>
            <a:spLocks noGrp="1"/>
          </p:cNvSpPr>
          <p:nvPr/>
        </p:nvSpPr>
        <p:spPr>
          <a:xfrm>
            <a:off x="10834688" y="4048125"/>
            <a:ext cx="34925" cy="547688"/>
          </a:xfrm>
          <a:prstGeom prst="rect">
            <a:avLst/>
          </a:prstGeom>
          <a:solidFill>
            <a:srgbClr val="1D4ED8"/>
          </a:solidFill>
          <a:ln w="13097">
            <a:solidFill>
              <a:srgbClr val="172B4D"/>
            </a:solidFill>
          </a:ln>
        </p:spPr>
      </p:sp>
      <p:sp>
        <p:nvSpPr>
          <p:cNvPr id="535" name="object-535">
            <a:extLst>
              <a:ext uri="{FF2B5EF4-FFF2-40B4-BE49-F238E27FC236}">
                <a16:creationId xmlns:a16="http://schemas.microsoft.com/office/drawing/2014/main" id="{9770DA93-6D78-46C8-B0A1-601D5926F517}"/>
              </a:ext>
            </a:extLst>
          </p:cNvPr>
          <p:cNvSpPr>
            <a:spLocks noGrp="1"/>
          </p:cNvSpPr>
          <p:nvPr/>
        </p:nvSpPr>
        <p:spPr>
          <a:xfrm>
            <a:off x="10869612" y="4048125"/>
            <a:ext cx="34925" cy="547688"/>
          </a:xfrm>
          <a:prstGeom prst="rect">
            <a:avLst/>
          </a:prstGeom>
          <a:solidFill>
            <a:srgbClr val="1D4ED8"/>
          </a:solidFill>
          <a:ln w="13097">
            <a:solidFill>
              <a:srgbClr val="172B4D"/>
            </a:solidFill>
          </a:ln>
        </p:spPr>
      </p:sp>
      <p:sp>
        <p:nvSpPr>
          <p:cNvPr id="536" name="object-536">
            <a:extLst>
              <a:ext uri="{FF2B5EF4-FFF2-40B4-BE49-F238E27FC236}">
                <a16:creationId xmlns:a16="http://schemas.microsoft.com/office/drawing/2014/main" id="{7CD9D31D-EF4B-4B78-8383-1CC70B30E7C2}"/>
              </a:ext>
            </a:extLst>
          </p:cNvPr>
          <p:cNvSpPr>
            <a:spLocks noGrp="1"/>
          </p:cNvSpPr>
          <p:nvPr/>
        </p:nvSpPr>
        <p:spPr>
          <a:xfrm>
            <a:off x="10904538" y="4048125"/>
            <a:ext cx="34925" cy="547688"/>
          </a:xfrm>
          <a:prstGeom prst="rect">
            <a:avLst/>
          </a:prstGeom>
          <a:solidFill>
            <a:srgbClr val="1D4ED8"/>
          </a:solidFill>
          <a:ln w="13097">
            <a:solidFill>
              <a:srgbClr val="172B4D"/>
            </a:solidFill>
          </a:ln>
        </p:spPr>
      </p:sp>
      <p:sp>
        <p:nvSpPr>
          <p:cNvPr id="537" name="object-537">
            <a:extLst>
              <a:ext uri="{FF2B5EF4-FFF2-40B4-BE49-F238E27FC236}">
                <a16:creationId xmlns:a16="http://schemas.microsoft.com/office/drawing/2014/main" id="{C5CACD55-5872-4C4A-9304-8A614F47A55A}"/>
              </a:ext>
            </a:extLst>
          </p:cNvPr>
          <p:cNvSpPr>
            <a:spLocks noGrp="1"/>
          </p:cNvSpPr>
          <p:nvPr/>
        </p:nvSpPr>
        <p:spPr>
          <a:xfrm>
            <a:off x="10939463" y="4048125"/>
            <a:ext cx="34925" cy="547688"/>
          </a:xfrm>
          <a:prstGeom prst="rect">
            <a:avLst/>
          </a:prstGeom>
          <a:solidFill>
            <a:srgbClr val="1D4ED8"/>
          </a:solidFill>
          <a:ln w="13097">
            <a:solidFill>
              <a:srgbClr val="172B4D"/>
            </a:solidFill>
          </a:ln>
        </p:spPr>
      </p:sp>
      <p:sp>
        <p:nvSpPr>
          <p:cNvPr id="538" name="object-538">
            <a:extLst>
              <a:ext uri="{FF2B5EF4-FFF2-40B4-BE49-F238E27FC236}">
                <a16:creationId xmlns:a16="http://schemas.microsoft.com/office/drawing/2014/main" id="{CAAE47B0-423D-4651-A3FE-86280BE953B0}"/>
              </a:ext>
            </a:extLst>
          </p:cNvPr>
          <p:cNvSpPr>
            <a:spLocks noGrp="1"/>
          </p:cNvSpPr>
          <p:nvPr/>
        </p:nvSpPr>
        <p:spPr>
          <a:xfrm>
            <a:off x="10974388" y="4048125"/>
            <a:ext cx="34925" cy="547688"/>
          </a:xfrm>
          <a:prstGeom prst="rect">
            <a:avLst/>
          </a:prstGeom>
          <a:solidFill>
            <a:srgbClr val="1D4ED8"/>
          </a:solidFill>
          <a:ln w="13097">
            <a:solidFill>
              <a:srgbClr val="172B4D"/>
            </a:solidFill>
          </a:ln>
        </p:spPr>
      </p:sp>
      <p:sp>
        <p:nvSpPr>
          <p:cNvPr id="539" name="object-539">
            <a:extLst>
              <a:ext uri="{FF2B5EF4-FFF2-40B4-BE49-F238E27FC236}">
                <a16:creationId xmlns:a16="http://schemas.microsoft.com/office/drawing/2014/main" id="{71F3E994-16C2-4174-BEE8-79BF6EC591EF}"/>
              </a:ext>
            </a:extLst>
          </p:cNvPr>
          <p:cNvSpPr>
            <a:spLocks noGrp="1"/>
          </p:cNvSpPr>
          <p:nvPr/>
        </p:nvSpPr>
        <p:spPr>
          <a:xfrm>
            <a:off x="11009313" y="4048125"/>
            <a:ext cx="34925" cy="547688"/>
          </a:xfrm>
          <a:prstGeom prst="rect">
            <a:avLst/>
          </a:prstGeom>
          <a:solidFill>
            <a:srgbClr val="1D4ED8"/>
          </a:solidFill>
          <a:ln w="13097">
            <a:solidFill>
              <a:srgbClr val="172B4D"/>
            </a:solidFill>
          </a:ln>
        </p:spPr>
      </p:sp>
      <p:sp>
        <p:nvSpPr>
          <p:cNvPr id="540" name="object-540">
            <a:extLst>
              <a:ext uri="{FF2B5EF4-FFF2-40B4-BE49-F238E27FC236}">
                <a16:creationId xmlns:a16="http://schemas.microsoft.com/office/drawing/2014/main" id="{A4535546-EA91-4BE0-840F-00EEA57CF9A1}"/>
              </a:ext>
            </a:extLst>
          </p:cNvPr>
          <p:cNvSpPr>
            <a:spLocks noGrp="1"/>
          </p:cNvSpPr>
          <p:nvPr/>
        </p:nvSpPr>
        <p:spPr>
          <a:xfrm>
            <a:off x="11044238" y="4048125"/>
            <a:ext cx="34925" cy="547688"/>
          </a:xfrm>
          <a:prstGeom prst="rect">
            <a:avLst/>
          </a:prstGeom>
          <a:solidFill>
            <a:srgbClr val="1D4ED8"/>
          </a:solidFill>
          <a:ln w="13097">
            <a:solidFill>
              <a:srgbClr val="172B4D"/>
            </a:solidFill>
          </a:ln>
        </p:spPr>
      </p:sp>
      <p:sp>
        <p:nvSpPr>
          <p:cNvPr id="541" name="object-541">
            <a:extLst>
              <a:ext uri="{FF2B5EF4-FFF2-40B4-BE49-F238E27FC236}">
                <a16:creationId xmlns:a16="http://schemas.microsoft.com/office/drawing/2014/main" id="{C29383A1-0954-42AD-A13A-256C1A2E8C57}"/>
              </a:ext>
            </a:extLst>
          </p:cNvPr>
          <p:cNvSpPr>
            <a:spLocks noGrp="1"/>
          </p:cNvSpPr>
          <p:nvPr/>
        </p:nvSpPr>
        <p:spPr>
          <a:xfrm>
            <a:off x="11079162" y="4048125"/>
            <a:ext cx="34925" cy="547688"/>
          </a:xfrm>
          <a:prstGeom prst="rect">
            <a:avLst/>
          </a:prstGeom>
          <a:solidFill>
            <a:srgbClr val="1D4ED8"/>
          </a:solidFill>
          <a:ln w="13097">
            <a:solidFill>
              <a:srgbClr val="172B4D"/>
            </a:solidFill>
          </a:ln>
        </p:spPr>
      </p:sp>
      <p:sp>
        <p:nvSpPr>
          <p:cNvPr id="542" name="object-542">
            <a:extLst>
              <a:ext uri="{FF2B5EF4-FFF2-40B4-BE49-F238E27FC236}">
                <a16:creationId xmlns:a16="http://schemas.microsoft.com/office/drawing/2014/main" id="{955E9EBD-45F2-4CFD-85D7-15B3AC491B1E}"/>
              </a:ext>
            </a:extLst>
          </p:cNvPr>
          <p:cNvSpPr>
            <a:spLocks noGrp="1"/>
          </p:cNvSpPr>
          <p:nvPr/>
        </p:nvSpPr>
        <p:spPr>
          <a:xfrm>
            <a:off x="11114088" y="4048125"/>
            <a:ext cx="34925" cy="547688"/>
          </a:xfrm>
          <a:prstGeom prst="rect">
            <a:avLst/>
          </a:prstGeom>
          <a:solidFill>
            <a:srgbClr val="1D4ED8"/>
          </a:solidFill>
          <a:ln w="13097">
            <a:solidFill>
              <a:srgbClr val="172B4D"/>
            </a:solidFill>
          </a:ln>
        </p:spPr>
      </p:sp>
      <p:sp>
        <p:nvSpPr>
          <p:cNvPr id="543" name="object-543">
            <a:extLst>
              <a:ext uri="{FF2B5EF4-FFF2-40B4-BE49-F238E27FC236}">
                <a16:creationId xmlns:a16="http://schemas.microsoft.com/office/drawing/2014/main" id="{76B0AFD9-44EC-4EE3-AA84-4BA07D277B4A}"/>
              </a:ext>
            </a:extLst>
          </p:cNvPr>
          <p:cNvSpPr>
            <a:spLocks noGrp="1"/>
          </p:cNvSpPr>
          <p:nvPr/>
        </p:nvSpPr>
        <p:spPr>
          <a:xfrm>
            <a:off x="11149013" y="4048125"/>
            <a:ext cx="34925" cy="547688"/>
          </a:xfrm>
          <a:prstGeom prst="rect">
            <a:avLst/>
          </a:prstGeom>
          <a:solidFill>
            <a:srgbClr val="1D4ED8"/>
          </a:solidFill>
          <a:ln w="13097">
            <a:solidFill>
              <a:srgbClr val="172B4D"/>
            </a:solidFill>
          </a:ln>
        </p:spPr>
      </p:sp>
      <p:sp>
        <p:nvSpPr>
          <p:cNvPr id="544" name="object-544">
            <a:extLst>
              <a:ext uri="{FF2B5EF4-FFF2-40B4-BE49-F238E27FC236}">
                <a16:creationId xmlns:a16="http://schemas.microsoft.com/office/drawing/2014/main" id="{54744005-E56C-4755-A1A9-AA1AD67B6AB6}"/>
              </a:ext>
            </a:extLst>
          </p:cNvPr>
          <p:cNvSpPr>
            <a:spLocks noGrp="1"/>
          </p:cNvSpPr>
          <p:nvPr/>
        </p:nvSpPr>
        <p:spPr>
          <a:xfrm>
            <a:off x="11183938" y="4048125"/>
            <a:ext cx="34925" cy="547688"/>
          </a:xfrm>
          <a:prstGeom prst="rect">
            <a:avLst/>
          </a:prstGeom>
          <a:solidFill>
            <a:srgbClr val="1D4ED8"/>
          </a:solidFill>
          <a:ln w="13097">
            <a:solidFill>
              <a:srgbClr val="172B4D"/>
            </a:solidFill>
          </a:ln>
        </p:spPr>
      </p:sp>
      <p:sp>
        <p:nvSpPr>
          <p:cNvPr id="545" name="object-545">
            <a:extLst>
              <a:ext uri="{FF2B5EF4-FFF2-40B4-BE49-F238E27FC236}">
                <a16:creationId xmlns:a16="http://schemas.microsoft.com/office/drawing/2014/main" id="{4BBA98D1-EE41-4834-A09F-FD1EA8FB299E}"/>
              </a:ext>
            </a:extLst>
          </p:cNvPr>
          <p:cNvSpPr>
            <a:spLocks noGrp="1"/>
          </p:cNvSpPr>
          <p:nvPr/>
        </p:nvSpPr>
        <p:spPr>
          <a:xfrm>
            <a:off x="11218863" y="4048125"/>
            <a:ext cx="34925" cy="547688"/>
          </a:xfrm>
          <a:prstGeom prst="rect">
            <a:avLst/>
          </a:prstGeom>
          <a:solidFill>
            <a:srgbClr val="1D4ED8"/>
          </a:solidFill>
          <a:ln w="13097">
            <a:solidFill>
              <a:srgbClr val="172B4D"/>
            </a:solidFill>
          </a:ln>
        </p:spPr>
      </p:sp>
      <p:sp>
        <p:nvSpPr>
          <p:cNvPr id="546" name="object-546">
            <a:extLst>
              <a:ext uri="{FF2B5EF4-FFF2-40B4-BE49-F238E27FC236}">
                <a16:creationId xmlns:a16="http://schemas.microsoft.com/office/drawing/2014/main" id="{952A3259-84B9-4FE8-A64D-97334C593183}"/>
              </a:ext>
            </a:extLst>
          </p:cNvPr>
          <p:cNvSpPr>
            <a:spLocks noGrp="1"/>
          </p:cNvSpPr>
          <p:nvPr/>
        </p:nvSpPr>
        <p:spPr>
          <a:xfrm>
            <a:off x="11253788" y="4048125"/>
            <a:ext cx="34925" cy="547688"/>
          </a:xfrm>
          <a:prstGeom prst="rect">
            <a:avLst/>
          </a:prstGeom>
          <a:solidFill>
            <a:srgbClr val="1D4ED8"/>
          </a:solidFill>
          <a:ln w="13097">
            <a:solidFill>
              <a:srgbClr val="172B4D"/>
            </a:solidFill>
          </a:ln>
        </p:spPr>
      </p:sp>
      <p:sp>
        <p:nvSpPr>
          <p:cNvPr id="547" name="object-547">
            <a:extLst>
              <a:ext uri="{FF2B5EF4-FFF2-40B4-BE49-F238E27FC236}">
                <a16:creationId xmlns:a16="http://schemas.microsoft.com/office/drawing/2014/main" id="{EAE254E9-BBDF-4B8E-875C-D6BCD03C256B}"/>
              </a:ext>
            </a:extLst>
          </p:cNvPr>
          <p:cNvSpPr>
            <a:spLocks noGrp="1"/>
          </p:cNvSpPr>
          <p:nvPr/>
        </p:nvSpPr>
        <p:spPr>
          <a:xfrm>
            <a:off x="11288713" y="4048125"/>
            <a:ext cx="34925" cy="547688"/>
          </a:xfrm>
          <a:prstGeom prst="rect">
            <a:avLst/>
          </a:prstGeom>
          <a:solidFill>
            <a:srgbClr val="1D4ED8"/>
          </a:solidFill>
          <a:ln w="13097">
            <a:solidFill>
              <a:srgbClr val="172B4D"/>
            </a:solidFill>
          </a:ln>
        </p:spPr>
      </p:sp>
      <p:sp>
        <p:nvSpPr>
          <p:cNvPr id="548" name="object-548">
            <a:extLst>
              <a:ext uri="{FF2B5EF4-FFF2-40B4-BE49-F238E27FC236}">
                <a16:creationId xmlns:a16="http://schemas.microsoft.com/office/drawing/2014/main" id="{206B8E82-4146-484F-9911-86ADDCEF9FA2}"/>
              </a:ext>
            </a:extLst>
          </p:cNvPr>
          <p:cNvSpPr>
            <a:spLocks noGrp="1"/>
          </p:cNvSpPr>
          <p:nvPr/>
        </p:nvSpPr>
        <p:spPr>
          <a:xfrm>
            <a:off x="11323638" y="4048125"/>
            <a:ext cx="34925" cy="547688"/>
          </a:xfrm>
          <a:prstGeom prst="rect">
            <a:avLst/>
          </a:prstGeom>
          <a:solidFill>
            <a:srgbClr val="1D4ED8"/>
          </a:solidFill>
          <a:ln w="13097">
            <a:solidFill>
              <a:srgbClr val="172B4D"/>
            </a:solidFill>
          </a:ln>
        </p:spPr>
      </p:sp>
      <p:sp>
        <p:nvSpPr>
          <p:cNvPr id="549" name="object-549">
            <a:extLst>
              <a:ext uri="{FF2B5EF4-FFF2-40B4-BE49-F238E27FC236}">
                <a16:creationId xmlns:a16="http://schemas.microsoft.com/office/drawing/2014/main" id="{A4A5CB0D-40CF-4B1E-8536-093A135AB20A}"/>
              </a:ext>
            </a:extLst>
          </p:cNvPr>
          <p:cNvSpPr>
            <a:spLocks noGrp="1"/>
          </p:cNvSpPr>
          <p:nvPr/>
        </p:nvSpPr>
        <p:spPr>
          <a:xfrm>
            <a:off x="11358563" y="4048125"/>
            <a:ext cx="34925" cy="547688"/>
          </a:xfrm>
          <a:prstGeom prst="rect">
            <a:avLst/>
          </a:prstGeom>
          <a:solidFill>
            <a:srgbClr val="1D4ED8"/>
          </a:solidFill>
          <a:ln w="13097">
            <a:solidFill>
              <a:srgbClr val="172B4D"/>
            </a:solidFill>
          </a:ln>
        </p:spPr>
      </p:sp>
      <p:sp>
        <p:nvSpPr>
          <p:cNvPr id="550" name="object-550">
            <a:extLst>
              <a:ext uri="{FF2B5EF4-FFF2-40B4-BE49-F238E27FC236}">
                <a16:creationId xmlns:a16="http://schemas.microsoft.com/office/drawing/2014/main" id="{C145C527-6556-4001-97CC-6E8E43948EC4}"/>
              </a:ext>
            </a:extLst>
          </p:cNvPr>
          <p:cNvSpPr>
            <a:spLocks noGrp="1"/>
          </p:cNvSpPr>
          <p:nvPr/>
        </p:nvSpPr>
        <p:spPr>
          <a:xfrm>
            <a:off x="11393487" y="4048125"/>
            <a:ext cx="34925" cy="547688"/>
          </a:xfrm>
          <a:prstGeom prst="rect">
            <a:avLst/>
          </a:prstGeom>
          <a:solidFill>
            <a:srgbClr val="1D4ED8"/>
          </a:solidFill>
          <a:ln w="13097">
            <a:solidFill>
              <a:srgbClr val="172B4D"/>
            </a:solidFill>
          </a:ln>
        </p:spPr>
      </p:sp>
      <p:sp>
        <p:nvSpPr>
          <p:cNvPr id="551" name="object-551">
            <a:extLst>
              <a:ext uri="{FF2B5EF4-FFF2-40B4-BE49-F238E27FC236}">
                <a16:creationId xmlns:a16="http://schemas.microsoft.com/office/drawing/2014/main" id="{FF0D7A5E-76A5-4D4F-AAE9-A29974D47260}"/>
              </a:ext>
            </a:extLst>
          </p:cNvPr>
          <p:cNvSpPr>
            <a:spLocks noGrp="1"/>
          </p:cNvSpPr>
          <p:nvPr/>
        </p:nvSpPr>
        <p:spPr>
          <a:xfrm>
            <a:off x="11428413" y="4048125"/>
            <a:ext cx="34925" cy="547688"/>
          </a:xfrm>
          <a:prstGeom prst="rect">
            <a:avLst/>
          </a:prstGeom>
          <a:solidFill>
            <a:srgbClr val="1D4ED8"/>
          </a:solidFill>
          <a:ln w="13097">
            <a:solidFill>
              <a:srgbClr val="172B4D"/>
            </a:solidFill>
          </a:ln>
        </p:spPr>
      </p:sp>
      <p:sp>
        <p:nvSpPr>
          <p:cNvPr id="552" name="object-552">
            <a:extLst>
              <a:ext uri="{FF2B5EF4-FFF2-40B4-BE49-F238E27FC236}">
                <a16:creationId xmlns:a16="http://schemas.microsoft.com/office/drawing/2014/main" id="{DBC4EAA6-7C81-4817-BDF3-C5448C3CD02C}"/>
              </a:ext>
            </a:extLst>
          </p:cNvPr>
          <p:cNvSpPr>
            <a:spLocks noGrp="1"/>
          </p:cNvSpPr>
          <p:nvPr/>
        </p:nvSpPr>
        <p:spPr>
          <a:xfrm>
            <a:off x="11463338" y="4048125"/>
            <a:ext cx="34925" cy="547688"/>
          </a:xfrm>
          <a:prstGeom prst="rect">
            <a:avLst/>
          </a:prstGeom>
          <a:solidFill>
            <a:srgbClr val="1D4ED8"/>
          </a:solidFill>
          <a:ln w="13097">
            <a:solidFill>
              <a:srgbClr val="172B4D"/>
            </a:solidFill>
          </a:ln>
        </p:spPr>
      </p:sp>
      <p:sp>
        <p:nvSpPr>
          <p:cNvPr id="553" name="object-553">
            <a:extLst>
              <a:ext uri="{FF2B5EF4-FFF2-40B4-BE49-F238E27FC236}">
                <a16:creationId xmlns:a16="http://schemas.microsoft.com/office/drawing/2014/main" id="{86FAC344-809A-4885-BCC6-A0BAC1406337}"/>
              </a:ext>
            </a:extLst>
          </p:cNvPr>
          <p:cNvSpPr>
            <a:spLocks noGrp="1"/>
          </p:cNvSpPr>
          <p:nvPr/>
        </p:nvSpPr>
        <p:spPr>
          <a:xfrm>
            <a:off x="11498263" y="4048125"/>
            <a:ext cx="34925" cy="547688"/>
          </a:xfrm>
          <a:prstGeom prst="rect">
            <a:avLst/>
          </a:prstGeom>
          <a:solidFill>
            <a:srgbClr val="1D4ED8"/>
          </a:solidFill>
          <a:ln w="13097">
            <a:solidFill>
              <a:srgbClr val="172B4D"/>
            </a:solidFill>
          </a:ln>
        </p:spPr>
      </p:sp>
      <p:sp>
        <p:nvSpPr>
          <p:cNvPr id="554" name="object-554">
            <a:extLst>
              <a:ext uri="{FF2B5EF4-FFF2-40B4-BE49-F238E27FC236}">
                <a16:creationId xmlns:a16="http://schemas.microsoft.com/office/drawing/2014/main" id="{3BCB3B6B-3595-4B9D-9CDC-41F8705D1389}"/>
              </a:ext>
            </a:extLst>
          </p:cNvPr>
          <p:cNvSpPr>
            <a:spLocks noGrp="1"/>
          </p:cNvSpPr>
          <p:nvPr/>
        </p:nvSpPr>
        <p:spPr>
          <a:xfrm>
            <a:off x="11533188" y="4048125"/>
            <a:ext cx="34925" cy="547688"/>
          </a:xfrm>
          <a:prstGeom prst="rect">
            <a:avLst/>
          </a:prstGeom>
          <a:solidFill>
            <a:srgbClr val="1D4ED8"/>
          </a:solidFill>
          <a:ln w="13097">
            <a:solidFill>
              <a:srgbClr val="172B4D"/>
            </a:solidFill>
          </a:ln>
        </p:spPr>
      </p:sp>
      <p:sp>
        <p:nvSpPr>
          <p:cNvPr id="555" name="object-555">
            <a:extLst>
              <a:ext uri="{FF2B5EF4-FFF2-40B4-BE49-F238E27FC236}">
                <a16:creationId xmlns:a16="http://schemas.microsoft.com/office/drawing/2014/main" id="{4CA79023-46EC-4114-AACB-7D61615F0C86}"/>
              </a:ext>
            </a:extLst>
          </p:cNvPr>
          <p:cNvSpPr>
            <a:spLocks noGrp="1"/>
          </p:cNvSpPr>
          <p:nvPr/>
        </p:nvSpPr>
        <p:spPr>
          <a:xfrm>
            <a:off x="11568113" y="4048125"/>
            <a:ext cx="34925" cy="547688"/>
          </a:xfrm>
          <a:prstGeom prst="rect">
            <a:avLst/>
          </a:prstGeom>
          <a:solidFill>
            <a:srgbClr val="1D4ED8"/>
          </a:solidFill>
          <a:ln w="13097">
            <a:solidFill>
              <a:srgbClr val="172B4D"/>
            </a:solidFill>
          </a:ln>
        </p:spPr>
      </p:sp>
      <p:sp>
        <p:nvSpPr>
          <p:cNvPr id="556" name="object-556">
            <a:extLst>
              <a:ext uri="{FF2B5EF4-FFF2-40B4-BE49-F238E27FC236}">
                <a16:creationId xmlns:a16="http://schemas.microsoft.com/office/drawing/2014/main" id="{0FC87C27-EDB7-4293-B424-8359C965DC81}"/>
              </a:ext>
            </a:extLst>
          </p:cNvPr>
          <p:cNvSpPr>
            <a:spLocks noGrp="1"/>
          </p:cNvSpPr>
          <p:nvPr/>
        </p:nvSpPr>
        <p:spPr>
          <a:xfrm>
            <a:off x="11603037" y="4048125"/>
            <a:ext cx="34925" cy="547688"/>
          </a:xfrm>
          <a:prstGeom prst="rect">
            <a:avLst/>
          </a:prstGeom>
          <a:solidFill>
            <a:srgbClr val="1D4ED8"/>
          </a:solidFill>
          <a:ln w="13097">
            <a:solidFill>
              <a:srgbClr val="172B4D"/>
            </a:solidFill>
          </a:ln>
        </p:spPr>
      </p:sp>
      <p:sp>
        <p:nvSpPr>
          <p:cNvPr id="557" name="object-557">
            <a:extLst>
              <a:ext uri="{FF2B5EF4-FFF2-40B4-BE49-F238E27FC236}">
                <a16:creationId xmlns:a16="http://schemas.microsoft.com/office/drawing/2014/main" id="{D0D537D4-3561-4633-8E2D-877B019E2727}"/>
              </a:ext>
            </a:extLst>
          </p:cNvPr>
          <p:cNvSpPr>
            <a:spLocks noGrp="1"/>
          </p:cNvSpPr>
          <p:nvPr/>
        </p:nvSpPr>
        <p:spPr>
          <a:xfrm>
            <a:off x="11637963" y="4048125"/>
            <a:ext cx="34925" cy="547688"/>
          </a:xfrm>
          <a:prstGeom prst="rect">
            <a:avLst/>
          </a:prstGeom>
          <a:solidFill>
            <a:srgbClr val="1D4ED8"/>
          </a:solidFill>
          <a:ln w="13097">
            <a:solidFill>
              <a:srgbClr val="172B4D"/>
            </a:solidFill>
          </a:ln>
        </p:spPr>
      </p:sp>
      <p:sp>
        <p:nvSpPr>
          <p:cNvPr id="558" name="object-558">
            <a:extLst>
              <a:ext uri="{FF2B5EF4-FFF2-40B4-BE49-F238E27FC236}">
                <a16:creationId xmlns:a16="http://schemas.microsoft.com/office/drawing/2014/main" id="{88105DA9-4F25-4038-861D-3B2E08D0B66B}"/>
              </a:ext>
            </a:extLst>
          </p:cNvPr>
          <p:cNvSpPr>
            <a:spLocks noGrp="1"/>
          </p:cNvSpPr>
          <p:nvPr/>
        </p:nvSpPr>
        <p:spPr>
          <a:xfrm>
            <a:off x="11672888" y="4048125"/>
            <a:ext cx="34925" cy="547688"/>
          </a:xfrm>
          <a:prstGeom prst="rect">
            <a:avLst/>
          </a:prstGeom>
          <a:solidFill>
            <a:srgbClr val="1D4ED8"/>
          </a:solidFill>
          <a:ln w="13097">
            <a:solidFill>
              <a:srgbClr val="172B4D"/>
            </a:solidFill>
          </a:ln>
        </p:spPr>
      </p:sp>
      <p:sp>
        <p:nvSpPr>
          <p:cNvPr id="559" name="object-559">
            <a:extLst>
              <a:ext uri="{FF2B5EF4-FFF2-40B4-BE49-F238E27FC236}">
                <a16:creationId xmlns:a16="http://schemas.microsoft.com/office/drawing/2014/main" id="{913C8D5E-D456-4185-BCDB-992B3496CF8D}"/>
              </a:ext>
            </a:extLst>
          </p:cNvPr>
          <p:cNvSpPr>
            <a:spLocks noGrp="1"/>
          </p:cNvSpPr>
          <p:nvPr/>
        </p:nvSpPr>
        <p:spPr>
          <a:xfrm>
            <a:off x="11707813" y="4048125"/>
            <a:ext cx="34925" cy="547688"/>
          </a:xfrm>
          <a:prstGeom prst="rect">
            <a:avLst/>
          </a:prstGeom>
          <a:solidFill>
            <a:srgbClr val="1D4ED8"/>
          </a:solidFill>
          <a:ln w="13097">
            <a:solidFill>
              <a:srgbClr val="172B4D"/>
            </a:solidFill>
          </a:ln>
        </p:spPr>
      </p:sp>
      <p:sp>
        <p:nvSpPr>
          <p:cNvPr id="560" name="object-560">
            <a:extLst>
              <a:ext uri="{FF2B5EF4-FFF2-40B4-BE49-F238E27FC236}">
                <a16:creationId xmlns:a16="http://schemas.microsoft.com/office/drawing/2014/main" id="{274BD797-7A02-4E9A-BFED-CD4B78B83459}"/>
              </a:ext>
            </a:extLst>
          </p:cNvPr>
          <p:cNvSpPr>
            <a:spLocks noGrp="1"/>
          </p:cNvSpPr>
          <p:nvPr/>
        </p:nvSpPr>
        <p:spPr>
          <a:xfrm>
            <a:off x="11742738" y="4048125"/>
            <a:ext cx="34925" cy="547688"/>
          </a:xfrm>
          <a:prstGeom prst="rect">
            <a:avLst/>
          </a:prstGeom>
          <a:solidFill>
            <a:srgbClr val="1D4ED8"/>
          </a:solidFill>
          <a:ln w="13097">
            <a:solidFill>
              <a:srgbClr val="172B4D"/>
            </a:solidFill>
          </a:ln>
        </p:spPr>
      </p:sp>
      <p:sp>
        <p:nvSpPr>
          <p:cNvPr id="561" name="object-561">
            <a:extLst>
              <a:ext uri="{FF2B5EF4-FFF2-40B4-BE49-F238E27FC236}">
                <a16:creationId xmlns:a16="http://schemas.microsoft.com/office/drawing/2014/main" id="{3433C11C-A318-4CB1-A59D-E9B49BB4568B}"/>
              </a:ext>
            </a:extLst>
          </p:cNvPr>
          <p:cNvSpPr>
            <a:spLocks noGrp="1"/>
          </p:cNvSpPr>
          <p:nvPr/>
        </p:nvSpPr>
        <p:spPr>
          <a:xfrm>
            <a:off x="11777663" y="4048125"/>
            <a:ext cx="34925" cy="547688"/>
          </a:xfrm>
          <a:prstGeom prst="rect">
            <a:avLst/>
          </a:prstGeom>
          <a:solidFill>
            <a:srgbClr val="1D4ED8"/>
          </a:solidFill>
          <a:ln w="13097">
            <a:solidFill>
              <a:srgbClr val="172B4D"/>
            </a:solidFill>
          </a:ln>
        </p:spPr>
      </p:sp>
      <p:sp>
        <p:nvSpPr>
          <p:cNvPr id="562" name="object-562">
            <a:extLst>
              <a:ext uri="{FF2B5EF4-FFF2-40B4-BE49-F238E27FC236}">
                <a16:creationId xmlns:a16="http://schemas.microsoft.com/office/drawing/2014/main" id="{589AE248-11BD-4273-A097-A89B4B291E72}"/>
              </a:ext>
            </a:extLst>
          </p:cNvPr>
          <p:cNvSpPr>
            <a:spLocks noGrp="1"/>
          </p:cNvSpPr>
          <p:nvPr/>
        </p:nvSpPr>
        <p:spPr>
          <a:xfrm>
            <a:off x="11812588" y="4048125"/>
            <a:ext cx="34925" cy="547688"/>
          </a:xfrm>
          <a:prstGeom prst="rect">
            <a:avLst/>
          </a:prstGeom>
          <a:solidFill>
            <a:srgbClr val="1D4ED8"/>
          </a:solidFill>
          <a:ln w="13097">
            <a:solidFill>
              <a:srgbClr val="172B4D"/>
            </a:solidFill>
          </a:ln>
        </p:spPr>
      </p:sp>
      <p:sp>
        <p:nvSpPr>
          <p:cNvPr id="563" name="object-563">
            <a:extLst>
              <a:ext uri="{FF2B5EF4-FFF2-40B4-BE49-F238E27FC236}">
                <a16:creationId xmlns:a16="http://schemas.microsoft.com/office/drawing/2014/main" id="{1943FD30-041F-4506-A245-9989C7F6F689}"/>
              </a:ext>
            </a:extLst>
          </p:cNvPr>
          <p:cNvSpPr>
            <a:spLocks noGrp="1"/>
          </p:cNvSpPr>
          <p:nvPr/>
        </p:nvSpPr>
        <p:spPr>
          <a:xfrm>
            <a:off x="11847513" y="4048125"/>
            <a:ext cx="34925" cy="547688"/>
          </a:xfrm>
          <a:prstGeom prst="rect">
            <a:avLst/>
          </a:prstGeom>
          <a:solidFill>
            <a:srgbClr val="1D4ED8"/>
          </a:solidFill>
          <a:ln w="13097">
            <a:solidFill>
              <a:srgbClr val="172B4D"/>
            </a:solidFill>
          </a:ln>
        </p:spPr>
      </p:sp>
      <p:sp>
        <p:nvSpPr>
          <p:cNvPr id="564" name="object-564">
            <a:extLst>
              <a:ext uri="{FF2B5EF4-FFF2-40B4-BE49-F238E27FC236}">
                <a16:creationId xmlns:a16="http://schemas.microsoft.com/office/drawing/2014/main" id="{212A79F1-8A08-468D-B113-3931D2B22469}"/>
              </a:ext>
            </a:extLst>
          </p:cNvPr>
          <p:cNvSpPr>
            <a:spLocks noGrp="1"/>
          </p:cNvSpPr>
          <p:nvPr/>
        </p:nvSpPr>
        <p:spPr>
          <a:xfrm>
            <a:off x="11882438" y="4048125"/>
            <a:ext cx="34925" cy="547688"/>
          </a:xfrm>
          <a:prstGeom prst="rect">
            <a:avLst/>
          </a:prstGeom>
          <a:solidFill>
            <a:srgbClr val="1D4ED8"/>
          </a:solidFill>
          <a:ln w="13097">
            <a:solidFill>
              <a:srgbClr val="172B4D"/>
            </a:solidFill>
          </a:ln>
        </p:spPr>
      </p:sp>
      <p:sp>
        <p:nvSpPr>
          <p:cNvPr id="565" name="object-565">
            <a:extLst>
              <a:ext uri="{FF2B5EF4-FFF2-40B4-BE49-F238E27FC236}">
                <a16:creationId xmlns:a16="http://schemas.microsoft.com/office/drawing/2014/main" id="{6453D64F-7F8C-48A3-9362-6169B5DCFA4E}"/>
              </a:ext>
            </a:extLst>
          </p:cNvPr>
          <p:cNvSpPr>
            <a:spLocks noGrp="1"/>
          </p:cNvSpPr>
          <p:nvPr/>
        </p:nvSpPr>
        <p:spPr>
          <a:xfrm>
            <a:off x="11917362" y="4048125"/>
            <a:ext cx="34925" cy="547688"/>
          </a:xfrm>
          <a:prstGeom prst="rect">
            <a:avLst/>
          </a:prstGeom>
          <a:solidFill>
            <a:srgbClr val="1D4ED8"/>
          </a:solidFill>
          <a:ln w="13097">
            <a:solidFill>
              <a:srgbClr val="172B4D"/>
            </a:solidFill>
          </a:ln>
        </p:spPr>
      </p:sp>
      <p:sp>
        <p:nvSpPr>
          <p:cNvPr id="566" name="object-566">
            <a:extLst>
              <a:ext uri="{FF2B5EF4-FFF2-40B4-BE49-F238E27FC236}">
                <a16:creationId xmlns:a16="http://schemas.microsoft.com/office/drawing/2014/main" id="{C90A6123-20A9-4CE9-A774-D89CC4A6C1B9}"/>
              </a:ext>
            </a:extLst>
          </p:cNvPr>
          <p:cNvSpPr>
            <a:spLocks noGrp="1"/>
          </p:cNvSpPr>
          <p:nvPr/>
        </p:nvSpPr>
        <p:spPr>
          <a:xfrm>
            <a:off x="11952288" y="4048125"/>
            <a:ext cx="34925" cy="547688"/>
          </a:xfrm>
          <a:prstGeom prst="rect">
            <a:avLst/>
          </a:prstGeom>
          <a:solidFill>
            <a:srgbClr val="1D4ED8"/>
          </a:solidFill>
          <a:ln w="13097">
            <a:solidFill>
              <a:srgbClr val="172B4D"/>
            </a:solidFill>
          </a:ln>
        </p:spPr>
      </p:sp>
      <p:sp>
        <p:nvSpPr>
          <p:cNvPr id="567" name="object-567">
            <a:extLst>
              <a:ext uri="{FF2B5EF4-FFF2-40B4-BE49-F238E27FC236}">
                <a16:creationId xmlns:a16="http://schemas.microsoft.com/office/drawing/2014/main" id="{C513E949-6127-4267-9CD9-897BEC7D1330}"/>
              </a:ext>
            </a:extLst>
          </p:cNvPr>
          <p:cNvSpPr>
            <a:spLocks noGrp="1"/>
          </p:cNvSpPr>
          <p:nvPr/>
        </p:nvSpPr>
        <p:spPr>
          <a:xfrm>
            <a:off x="11987213" y="4048125"/>
            <a:ext cx="34925" cy="547688"/>
          </a:xfrm>
          <a:prstGeom prst="rect">
            <a:avLst/>
          </a:prstGeom>
          <a:solidFill>
            <a:srgbClr val="1D4ED8"/>
          </a:solidFill>
          <a:ln w="13097">
            <a:solidFill>
              <a:srgbClr val="172B4D"/>
            </a:solidFill>
          </a:ln>
        </p:spPr>
      </p:sp>
      <p:sp>
        <p:nvSpPr>
          <p:cNvPr id="568" name="object-568">
            <a:extLst>
              <a:ext uri="{FF2B5EF4-FFF2-40B4-BE49-F238E27FC236}">
                <a16:creationId xmlns:a16="http://schemas.microsoft.com/office/drawing/2014/main" id="{F9E38C35-30D9-48F2-99EE-F32F7EC62BE0}"/>
              </a:ext>
            </a:extLst>
          </p:cNvPr>
          <p:cNvSpPr>
            <a:spLocks noGrp="1"/>
          </p:cNvSpPr>
          <p:nvPr/>
        </p:nvSpPr>
        <p:spPr>
          <a:xfrm>
            <a:off x="12022138" y="4048125"/>
            <a:ext cx="34925" cy="547688"/>
          </a:xfrm>
          <a:prstGeom prst="rect">
            <a:avLst/>
          </a:prstGeom>
          <a:solidFill>
            <a:srgbClr val="1D4ED8"/>
          </a:solidFill>
          <a:ln w="13097">
            <a:solidFill>
              <a:srgbClr val="172B4D"/>
            </a:solidFill>
          </a:ln>
        </p:spPr>
      </p:sp>
      <p:sp>
        <p:nvSpPr>
          <p:cNvPr id="569" name="object-569">
            <a:extLst>
              <a:ext uri="{FF2B5EF4-FFF2-40B4-BE49-F238E27FC236}">
                <a16:creationId xmlns:a16="http://schemas.microsoft.com/office/drawing/2014/main" id="{19A53D74-40D0-49E1-AC36-34C4E3FC0232}"/>
              </a:ext>
            </a:extLst>
          </p:cNvPr>
          <p:cNvSpPr>
            <a:spLocks noGrp="1"/>
          </p:cNvSpPr>
          <p:nvPr/>
        </p:nvSpPr>
        <p:spPr>
          <a:xfrm>
            <a:off x="12057063" y="4048125"/>
            <a:ext cx="34925" cy="547688"/>
          </a:xfrm>
          <a:prstGeom prst="rect">
            <a:avLst/>
          </a:prstGeom>
          <a:solidFill>
            <a:srgbClr val="1D4ED8"/>
          </a:solidFill>
          <a:ln w="13097">
            <a:solidFill>
              <a:srgbClr val="172B4D"/>
            </a:solidFill>
          </a:ln>
        </p:spPr>
      </p:sp>
      <p:sp>
        <p:nvSpPr>
          <p:cNvPr id="570" name="object-570">
            <a:extLst>
              <a:ext uri="{FF2B5EF4-FFF2-40B4-BE49-F238E27FC236}">
                <a16:creationId xmlns:a16="http://schemas.microsoft.com/office/drawing/2014/main" id="{A9267329-F6D0-4906-846B-FF520E15AC63}"/>
              </a:ext>
            </a:extLst>
          </p:cNvPr>
          <p:cNvSpPr>
            <a:spLocks noGrp="1"/>
          </p:cNvSpPr>
          <p:nvPr/>
        </p:nvSpPr>
        <p:spPr>
          <a:xfrm>
            <a:off x="12091988" y="4048125"/>
            <a:ext cx="34925" cy="547688"/>
          </a:xfrm>
          <a:prstGeom prst="rect">
            <a:avLst/>
          </a:prstGeom>
          <a:solidFill>
            <a:srgbClr val="1D4ED8"/>
          </a:solidFill>
          <a:ln w="13097">
            <a:solidFill>
              <a:srgbClr val="172B4D"/>
            </a:solidFill>
          </a:ln>
        </p:spPr>
      </p:sp>
      <p:sp>
        <p:nvSpPr>
          <p:cNvPr id="571" name="object-571">
            <a:extLst>
              <a:ext uri="{FF2B5EF4-FFF2-40B4-BE49-F238E27FC236}">
                <a16:creationId xmlns:a16="http://schemas.microsoft.com/office/drawing/2014/main" id="{893A4378-302A-47D1-8740-7096DE145826}"/>
              </a:ext>
            </a:extLst>
          </p:cNvPr>
          <p:cNvSpPr>
            <a:spLocks noGrp="1"/>
          </p:cNvSpPr>
          <p:nvPr/>
        </p:nvSpPr>
        <p:spPr>
          <a:xfrm>
            <a:off x="12126912" y="4048125"/>
            <a:ext cx="34925" cy="547688"/>
          </a:xfrm>
          <a:prstGeom prst="rect">
            <a:avLst/>
          </a:prstGeom>
          <a:solidFill>
            <a:srgbClr val="1D4ED8"/>
          </a:solidFill>
          <a:ln w="13097">
            <a:solidFill>
              <a:srgbClr val="172B4D"/>
            </a:solidFill>
          </a:ln>
        </p:spPr>
      </p:sp>
      <p:sp>
        <p:nvSpPr>
          <p:cNvPr id="572" name="object-572">
            <a:extLst>
              <a:ext uri="{FF2B5EF4-FFF2-40B4-BE49-F238E27FC236}">
                <a16:creationId xmlns:a16="http://schemas.microsoft.com/office/drawing/2014/main" id="{9E0CBD33-EB21-4181-A3EC-AB0C4A806ECC}"/>
              </a:ext>
            </a:extLst>
          </p:cNvPr>
          <p:cNvSpPr>
            <a:spLocks noGrp="1"/>
          </p:cNvSpPr>
          <p:nvPr/>
        </p:nvSpPr>
        <p:spPr>
          <a:xfrm>
            <a:off x="12161838" y="4048125"/>
            <a:ext cx="34925" cy="547688"/>
          </a:xfrm>
          <a:prstGeom prst="rect">
            <a:avLst/>
          </a:prstGeom>
          <a:solidFill>
            <a:srgbClr val="1D4ED8"/>
          </a:solidFill>
          <a:ln w="13097">
            <a:solidFill>
              <a:srgbClr val="172B4D"/>
            </a:solidFill>
          </a:ln>
        </p:spPr>
      </p:sp>
      <p:sp>
        <p:nvSpPr>
          <p:cNvPr id="573" name="object-573">
            <a:extLst>
              <a:ext uri="{FF2B5EF4-FFF2-40B4-BE49-F238E27FC236}">
                <a16:creationId xmlns:a16="http://schemas.microsoft.com/office/drawing/2014/main" id="{0F53A952-AAC8-4828-8AFD-B817844DCBF2}"/>
              </a:ext>
            </a:extLst>
          </p:cNvPr>
          <p:cNvSpPr>
            <a:spLocks noGrp="1"/>
          </p:cNvSpPr>
          <p:nvPr/>
        </p:nvSpPr>
        <p:spPr>
          <a:xfrm>
            <a:off x="12196763" y="4048125"/>
            <a:ext cx="34925" cy="547688"/>
          </a:xfrm>
          <a:prstGeom prst="rect">
            <a:avLst/>
          </a:prstGeom>
          <a:solidFill>
            <a:srgbClr val="1D4ED8"/>
          </a:solidFill>
          <a:ln w="13097">
            <a:solidFill>
              <a:srgbClr val="172B4D"/>
            </a:solidFill>
          </a:ln>
        </p:spPr>
      </p:sp>
      <p:sp>
        <p:nvSpPr>
          <p:cNvPr id="574" name="object-574">
            <a:extLst>
              <a:ext uri="{FF2B5EF4-FFF2-40B4-BE49-F238E27FC236}">
                <a16:creationId xmlns:a16="http://schemas.microsoft.com/office/drawing/2014/main" id="{231871A7-D685-46A4-917B-4633BB022719}"/>
              </a:ext>
            </a:extLst>
          </p:cNvPr>
          <p:cNvSpPr>
            <a:spLocks noGrp="1"/>
          </p:cNvSpPr>
          <p:nvPr/>
        </p:nvSpPr>
        <p:spPr>
          <a:xfrm>
            <a:off x="12231688" y="4048125"/>
            <a:ext cx="34925" cy="547688"/>
          </a:xfrm>
          <a:prstGeom prst="rect">
            <a:avLst/>
          </a:prstGeom>
          <a:solidFill>
            <a:srgbClr val="1D4ED8"/>
          </a:solidFill>
          <a:ln w="13097">
            <a:solidFill>
              <a:srgbClr val="172B4D"/>
            </a:solidFill>
          </a:ln>
        </p:spPr>
      </p:sp>
      <p:sp>
        <p:nvSpPr>
          <p:cNvPr id="575" name="object-575">
            <a:extLst>
              <a:ext uri="{FF2B5EF4-FFF2-40B4-BE49-F238E27FC236}">
                <a16:creationId xmlns:a16="http://schemas.microsoft.com/office/drawing/2014/main" id="{62B899E3-9120-4DEB-9222-8CD306BD827D}"/>
              </a:ext>
            </a:extLst>
          </p:cNvPr>
          <p:cNvSpPr>
            <a:spLocks noGrp="1"/>
          </p:cNvSpPr>
          <p:nvPr/>
        </p:nvSpPr>
        <p:spPr>
          <a:xfrm>
            <a:off x="12266613" y="4048125"/>
            <a:ext cx="34925" cy="547688"/>
          </a:xfrm>
          <a:prstGeom prst="rect">
            <a:avLst/>
          </a:prstGeom>
          <a:solidFill>
            <a:srgbClr val="1D4ED8"/>
          </a:solidFill>
          <a:ln w="13097">
            <a:solidFill>
              <a:srgbClr val="172B4D"/>
            </a:solidFill>
          </a:ln>
        </p:spPr>
      </p:sp>
      <p:sp>
        <p:nvSpPr>
          <p:cNvPr id="576" name="object-576">
            <a:extLst>
              <a:ext uri="{FF2B5EF4-FFF2-40B4-BE49-F238E27FC236}">
                <a16:creationId xmlns:a16="http://schemas.microsoft.com/office/drawing/2014/main" id="{8A1ABA11-F807-4446-8DD9-021ACD71D3F1}"/>
              </a:ext>
            </a:extLst>
          </p:cNvPr>
          <p:cNvSpPr>
            <a:spLocks noGrp="1"/>
          </p:cNvSpPr>
          <p:nvPr/>
        </p:nvSpPr>
        <p:spPr>
          <a:xfrm>
            <a:off x="12301538" y="4048125"/>
            <a:ext cx="34925" cy="547688"/>
          </a:xfrm>
          <a:prstGeom prst="rect">
            <a:avLst/>
          </a:prstGeom>
          <a:solidFill>
            <a:srgbClr val="1D4ED8"/>
          </a:solidFill>
          <a:ln w="13097">
            <a:solidFill>
              <a:srgbClr val="172B4D"/>
            </a:solidFill>
          </a:ln>
        </p:spPr>
      </p:sp>
      <p:sp>
        <p:nvSpPr>
          <p:cNvPr id="577" name="object-577">
            <a:extLst>
              <a:ext uri="{FF2B5EF4-FFF2-40B4-BE49-F238E27FC236}">
                <a16:creationId xmlns:a16="http://schemas.microsoft.com/office/drawing/2014/main" id="{A6CF38EE-DEA0-43E0-A53C-E1FB22385A46}"/>
              </a:ext>
            </a:extLst>
          </p:cNvPr>
          <p:cNvSpPr>
            <a:spLocks noGrp="1"/>
          </p:cNvSpPr>
          <p:nvPr/>
        </p:nvSpPr>
        <p:spPr>
          <a:xfrm>
            <a:off x="12336462" y="4048125"/>
            <a:ext cx="34925" cy="547688"/>
          </a:xfrm>
          <a:prstGeom prst="rect">
            <a:avLst/>
          </a:prstGeom>
          <a:solidFill>
            <a:srgbClr val="1D4ED8"/>
          </a:solidFill>
          <a:ln w="13097">
            <a:solidFill>
              <a:srgbClr val="172B4D"/>
            </a:solidFill>
          </a:ln>
        </p:spPr>
      </p:sp>
      <p:sp>
        <p:nvSpPr>
          <p:cNvPr id="578" name="object-578">
            <a:extLst>
              <a:ext uri="{FF2B5EF4-FFF2-40B4-BE49-F238E27FC236}">
                <a16:creationId xmlns:a16="http://schemas.microsoft.com/office/drawing/2014/main" id="{985B9806-21D7-4F4F-9BB2-7D87B638934F}"/>
              </a:ext>
            </a:extLst>
          </p:cNvPr>
          <p:cNvSpPr>
            <a:spLocks noGrp="1"/>
          </p:cNvSpPr>
          <p:nvPr/>
        </p:nvSpPr>
        <p:spPr>
          <a:xfrm>
            <a:off x="12371388" y="4048125"/>
            <a:ext cx="34925" cy="547688"/>
          </a:xfrm>
          <a:prstGeom prst="rect">
            <a:avLst/>
          </a:prstGeom>
          <a:solidFill>
            <a:srgbClr val="1D4ED8"/>
          </a:solidFill>
          <a:ln w="13097">
            <a:solidFill>
              <a:srgbClr val="172B4D"/>
            </a:solidFill>
          </a:ln>
        </p:spPr>
      </p:sp>
      <p:sp>
        <p:nvSpPr>
          <p:cNvPr id="579" name="object-579">
            <a:extLst>
              <a:ext uri="{FF2B5EF4-FFF2-40B4-BE49-F238E27FC236}">
                <a16:creationId xmlns:a16="http://schemas.microsoft.com/office/drawing/2014/main" id="{C5813402-A6E0-4966-A95E-CAA0423B8E65}"/>
              </a:ext>
            </a:extLst>
          </p:cNvPr>
          <p:cNvSpPr>
            <a:spLocks noGrp="1"/>
          </p:cNvSpPr>
          <p:nvPr/>
        </p:nvSpPr>
        <p:spPr>
          <a:xfrm>
            <a:off x="12406313" y="4048125"/>
            <a:ext cx="34925" cy="547688"/>
          </a:xfrm>
          <a:prstGeom prst="rect">
            <a:avLst/>
          </a:prstGeom>
          <a:solidFill>
            <a:srgbClr val="FFFFFF"/>
          </a:solidFill>
          <a:ln w="13097">
            <a:solidFill>
              <a:srgbClr val="172B4D"/>
            </a:solidFill>
          </a:ln>
        </p:spPr>
      </p:sp>
      <p:sp>
        <p:nvSpPr>
          <p:cNvPr id="580" name="object-580">
            <a:extLst>
              <a:ext uri="{FF2B5EF4-FFF2-40B4-BE49-F238E27FC236}">
                <a16:creationId xmlns:a16="http://schemas.microsoft.com/office/drawing/2014/main" id="{BDD0074A-56FF-4554-8CDF-58CE48ADDEDE}"/>
              </a:ext>
            </a:extLst>
          </p:cNvPr>
          <p:cNvSpPr>
            <a:spLocks noGrp="1"/>
          </p:cNvSpPr>
          <p:nvPr/>
        </p:nvSpPr>
        <p:spPr>
          <a:xfrm>
            <a:off x="12441238" y="4048125"/>
            <a:ext cx="34925" cy="547688"/>
          </a:xfrm>
          <a:prstGeom prst="rect">
            <a:avLst/>
          </a:prstGeom>
          <a:solidFill>
            <a:srgbClr val="FFFFFF"/>
          </a:solidFill>
          <a:ln w="13097">
            <a:solidFill>
              <a:srgbClr val="172B4D"/>
            </a:solidFill>
          </a:ln>
        </p:spPr>
      </p:sp>
      <p:sp>
        <p:nvSpPr>
          <p:cNvPr id="581" name="object-581">
            <a:extLst>
              <a:ext uri="{FF2B5EF4-FFF2-40B4-BE49-F238E27FC236}">
                <a16:creationId xmlns:a16="http://schemas.microsoft.com/office/drawing/2014/main" id="{472A100F-4C19-493F-832E-4863210FD88D}"/>
              </a:ext>
            </a:extLst>
          </p:cNvPr>
          <p:cNvSpPr>
            <a:spLocks noGrp="1"/>
          </p:cNvSpPr>
          <p:nvPr/>
        </p:nvSpPr>
        <p:spPr>
          <a:xfrm>
            <a:off x="12476163" y="4048125"/>
            <a:ext cx="34925" cy="547688"/>
          </a:xfrm>
          <a:prstGeom prst="rect">
            <a:avLst/>
          </a:prstGeom>
          <a:solidFill>
            <a:srgbClr val="FFFFFF"/>
          </a:solidFill>
          <a:ln w="13097">
            <a:solidFill>
              <a:srgbClr val="172B4D"/>
            </a:solidFill>
          </a:ln>
        </p:spPr>
      </p:sp>
      <p:sp>
        <p:nvSpPr>
          <p:cNvPr id="582" name="object-582">
            <a:extLst>
              <a:ext uri="{FF2B5EF4-FFF2-40B4-BE49-F238E27FC236}">
                <a16:creationId xmlns:a16="http://schemas.microsoft.com/office/drawing/2014/main" id="{F298B8AB-696D-40F2-B031-8AFE5FCF8AE3}"/>
              </a:ext>
            </a:extLst>
          </p:cNvPr>
          <p:cNvSpPr>
            <a:spLocks noGrp="1"/>
          </p:cNvSpPr>
          <p:nvPr/>
        </p:nvSpPr>
        <p:spPr>
          <a:xfrm>
            <a:off x="12511088" y="4048125"/>
            <a:ext cx="34925" cy="547688"/>
          </a:xfrm>
          <a:prstGeom prst="rect">
            <a:avLst/>
          </a:prstGeom>
          <a:solidFill>
            <a:srgbClr val="FFFFFF"/>
          </a:solidFill>
          <a:ln w="13097">
            <a:solidFill>
              <a:srgbClr val="172B4D"/>
            </a:solidFill>
          </a:ln>
        </p:spPr>
      </p:sp>
      <p:sp>
        <p:nvSpPr>
          <p:cNvPr id="583" name="object-583">
            <a:extLst>
              <a:ext uri="{FF2B5EF4-FFF2-40B4-BE49-F238E27FC236}">
                <a16:creationId xmlns:a16="http://schemas.microsoft.com/office/drawing/2014/main" id="{8075738E-363F-4B76-BDC8-47DF1A9EACF4}"/>
              </a:ext>
            </a:extLst>
          </p:cNvPr>
          <p:cNvSpPr>
            <a:spLocks noGrp="1"/>
          </p:cNvSpPr>
          <p:nvPr/>
        </p:nvSpPr>
        <p:spPr>
          <a:xfrm>
            <a:off x="12546013" y="4048125"/>
            <a:ext cx="34925" cy="547688"/>
          </a:xfrm>
          <a:prstGeom prst="rect">
            <a:avLst/>
          </a:prstGeom>
          <a:solidFill>
            <a:srgbClr val="FFFFFF"/>
          </a:solidFill>
          <a:ln w="13097">
            <a:solidFill>
              <a:srgbClr val="172B4D"/>
            </a:solidFill>
          </a:ln>
        </p:spPr>
      </p:sp>
      <p:sp>
        <p:nvSpPr>
          <p:cNvPr id="584" name="object-584">
            <a:extLst>
              <a:ext uri="{FF2B5EF4-FFF2-40B4-BE49-F238E27FC236}">
                <a16:creationId xmlns:a16="http://schemas.microsoft.com/office/drawing/2014/main" id="{00C0ED57-AA08-4ADD-9BFA-FC85A9B1A2B7}"/>
              </a:ext>
            </a:extLst>
          </p:cNvPr>
          <p:cNvSpPr>
            <a:spLocks noGrp="1"/>
          </p:cNvSpPr>
          <p:nvPr/>
        </p:nvSpPr>
        <p:spPr>
          <a:xfrm>
            <a:off x="12580937" y="4048125"/>
            <a:ext cx="34925" cy="547688"/>
          </a:xfrm>
          <a:prstGeom prst="rect">
            <a:avLst/>
          </a:prstGeom>
          <a:solidFill>
            <a:srgbClr val="FFFFFF"/>
          </a:solidFill>
          <a:ln w="13097">
            <a:solidFill>
              <a:srgbClr val="172B4D"/>
            </a:solidFill>
          </a:ln>
        </p:spPr>
      </p:sp>
      <p:sp>
        <p:nvSpPr>
          <p:cNvPr id="585" name="object-585">
            <a:extLst>
              <a:ext uri="{FF2B5EF4-FFF2-40B4-BE49-F238E27FC236}">
                <a16:creationId xmlns:a16="http://schemas.microsoft.com/office/drawing/2014/main" id="{880841DC-2DF4-4912-9310-96278D266BE4}"/>
              </a:ext>
            </a:extLst>
          </p:cNvPr>
          <p:cNvSpPr>
            <a:spLocks noGrp="1"/>
          </p:cNvSpPr>
          <p:nvPr/>
        </p:nvSpPr>
        <p:spPr>
          <a:xfrm>
            <a:off x="12615863" y="4048125"/>
            <a:ext cx="34925" cy="547688"/>
          </a:xfrm>
          <a:prstGeom prst="rect">
            <a:avLst/>
          </a:prstGeom>
          <a:solidFill>
            <a:srgbClr val="FFFFFF"/>
          </a:solidFill>
          <a:ln w="13097">
            <a:solidFill>
              <a:srgbClr val="172B4D"/>
            </a:solidFill>
          </a:ln>
        </p:spPr>
      </p:sp>
      <p:sp>
        <p:nvSpPr>
          <p:cNvPr id="586" name="object-586">
            <a:extLst>
              <a:ext uri="{FF2B5EF4-FFF2-40B4-BE49-F238E27FC236}">
                <a16:creationId xmlns:a16="http://schemas.microsoft.com/office/drawing/2014/main" id="{3566FCEF-3544-4741-92D6-BA806505D8E3}"/>
              </a:ext>
            </a:extLst>
          </p:cNvPr>
          <p:cNvSpPr>
            <a:spLocks noGrp="1"/>
          </p:cNvSpPr>
          <p:nvPr/>
        </p:nvSpPr>
        <p:spPr>
          <a:xfrm>
            <a:off x="12650787" y="4048125"/>
            <a:ext cx="34925" cy="547688"/>
          </a:xfrm>
          <a:prstGeom prst="rect">
            <a:avLst/>
          </a:prstGeom>
          <a:solidFill>
            <a:srgbClr val="FFFFFF"/>
          </a:solidFill>
          <a:ln w="13097">
            <a:solidFill>
              <a:srgbClr val="172B4D"/>
            </a:solidFill>
          </a:ln>
        </p:spPr>
      </p:sp>
      <p:sp>
        <p:nvSpPr>
          <p:cNvPr id="587" name="object-587">
            <a:extLst>
              <a:ext uri="{FF2B5EF4-FFF2-40B4-BE49-F238E27FC236}">
                <a16:creationId xmlns:a16="http://schemas.microsoft.com/office/drawing/2014/main" id="{9727CFF2-8B01-462F-9A26-A2C5C006638A}"/>
              </a:ext>
            </a:extLst>
          </p:cNvPr>
          <p:cNvSpPr>
            <a:spLocks noGrp="1"/>
          </p:cNvSpPr>
          <p:nvPr/>
        </p:nvSpPr>
        <p:spPr>
          <a:xfrm>
            <a:off x="12685713" y="4048125"/>
            <a:ext cx="34925" cy="547688"/>
          </a:xfrm>
          <a:prstGeom prst="rect">
            <a:avLst/>
          </a:prstGeom>
          <a:solidFill>
            <a:srgbClr val="FFFFFF"/>
          </a:solidFill>
          <a:ln w="13097">
            <a:solidFill>
              <a:srgbClr val="172B4D"/>
            </a:solidFill>
          </a:ln>
        </p:spPr>
      </p:sp>
      <p:sp>
        <p:nvSpPr>
          <p:cNvPr id="588" name="object-588">
            <a:extLst>
              <a:ext uri="{FF2B5EF4-FFF2-40B4-BE49-F238E27FC236}">
                <a16:creationId xmlns:a16="http://schemas.microsoft.com/office/drawing/2014/main" id="{24EA6989-6159-4141-B227-EC9C56F55CC5}"/>
              </a:ext>
            </a:extLst>
          </p:cNvPr>
          <p:cNvSpPr>
            <a:spLocks noGrp="1"/>
          </p:cNvSpPr>
          <p:nvPr/>
        </p:nvSpPr>
        <p:spPr>
          <a:xfrm>
            <a:off x="12720638" y="4048125"/>
            <a:ext cx="34925" cy="547688"/>
          </a:xfrm>
          <a:prstGeom prst="rect">
            <a:avLst/>
          </a:prstGeom>
          <a:solidFill>
            <a:srgbClr val="FFFFFF"/>
          </a:solidFill>
          <a:ln w="13097">
            <a:solidFill>
              <a:srgbClr val="172B4D"/>
            </a:solidFill>
          </a:ln>
        </p:spPr>
      </p:sp>
      <p:sp>
        <p:nvSpPr>
          <p:cNvPr id="589" name="object-589">
            <a:extLst>
              <a:ext uri="{FF2B5EF4-FFF2-40B4-BE49-F238E27FC236}">
                <a16:creationId xmlns:a16="http://schemas.microsoft.com/office/drawing/2014/main" id="{63750040-2A7F-48BE-90D9-D7F2E879F8DE}"/>
              </a:ext>
            </a:extLst>
          </p:cNvPr>
          <p:cNvSpPr>
            <a:spLocks noGrp="1"/>
          </p:cNvSpPr>
          <p:nvPr/>
        </p:nvSpPr>
        <p:spPr>
          <a:xfrm>
            <a:off x="12755563" y="4048125"/>
            <a:ext cx="34925" cy="547688"/>
          </a:xfrm>
          <a:prstGeom prst="rect">
            <a:avLst/>
          </a:prstGeom>
          <a:solidFill>
            <a:srgbClr val="FFFFFF"/>
          </a:solidFill>
          <a:ln w="13097">
            <a:solidFill>
              <a:srgbClr val="172B4D"/>
            </a:solidFill>
          </a:ln>
        </p:spPr>
      </p:sp>
      <p:sp>
        <p:nvSpPr>
          <p:cNvPr id="590" name="object-590">
            <a:extLst>
              <a:ext uri="{FF2B5EF4-FFF2-40B4-BE49-F238E27FC236}">
                <a16:creationId xmlns:a16="http://schemas.microsoft.com/office/drawing/2014/main" id="{3F93A678-C97E-413A-A886-A31757B0412C}"/>
              </a:ext>
            </a:extLst>
          </p:cNvPr>
          <p:cNvSpPr>
            <a:spLocks noGrp="1"/>
          </p:cNvSpPr>
          <p:nvPr/>
        </p:nvSpPr>
        <p:spPr>
          <a:xfrm>
            <a:off x="12790488" y="4048125"/>
            <a:ext cx="34925" cy="547688"/>
          </a:xfrm>
          <a:prstGeom prst="rect">
            <a:avLst/>
          </a:prstGeom>
          <a:solidFill>
            <a:srgbClr val="FFFFFF"/>
          </a:solidFill>
          <a:ln w="13097">
            <a:solidFill>
              <a:srgbClr val="172B4D"/>
            </a:solidFill>
          </a:ln>
        </p:spPr>
      </p:sp>
      <p:sp>
        <p:nvSpPr>
          <p:cNvPr id="591" name="object-591">
            <a:extLst>
              <a:ext uri="{FF2B5EF4-FFF2-40B4-BE49-F238E27FC236}">
                <a16:creationId xmlns:a16="http://schemas.microsoft.com/office/drawing/2014/main" id="{BB56F783-A607-494F-AB24-C8D205159B60}"/>
              </a:ext>
            </a:extLst>
          </p:cNvPr>
          <p:cNvSpPr>
            <a:spLocks noGrp="1"/>
          </p:cNvSpPr>
          <p:nvPr/>
        </p:nvSpPr>
        <p:spPr>
          <a:xfrm>
            <a:off x="12825413" y="4048125"/>
            <a:ext cx="34925" cy="547688"/>
          </a:xfrm>
          <a:prstGeom prst="rect">
            <a:avLst/>
          </a:prstGeom>
          <a:solidFill>
            <a:srgbClr val="FFFFFF"/>
          </a:solidFill>
          <a:ln w="13097">
            <a:solidFill>
              <a:srgbClr val="172B4D"/>
            </a:solidFill>
          </a:ln>
        </p:spPr>
      </p:sp>
      <p:sp>
        <p:nvSpPr>
          <p:cNvPr id="592" name="object-592">
            <a:extLst>
              <a:ext uri="{FF2B5EF4-FFF2-40B4-BE49-F238E27FC236}">
                <a16:creationId xmlns:a16="http://schemas.microsoft.com/office/drawing/2014/main" id="{DD00ABF3-D24B-4BC8-BCF3-8203FAD66CF6}"/>
              </a:ext>
            </a:extLst>
          </p:cNvPr>
          <p:cNvSpPr>
            <a:spLocks noGrp="1"/>
          </p:cNvSpPr>
          <p:nvPr/>
        </p:nvSpPr>
        <p:spPr>
          <a:xfrm>
            <a:off x="12860337" y="4048125"/>
            <a:ext cx="34925" cy="547688"/>
          </a:xfrm>
          <a:prstGeom prst="rect">
            <a:avLst/>
          </a:prstGeom>
          <a:solidFill>
            <a:srgbClr val="FFFFFF"/>
          </a:solidFill>
          <a:ln w="13097">
            <a:solidFill>
              <a:srgbClr val="172B4D"/>
            </a:solidFill>
          </a:ln>
        </p:spPr>
      </p:sp>
      <p:sp>
        <p:nvSpPr>
          <p:cNvPr id="593" name="object-593">
            <a:extLst>
              <a:ext uri="{FF2B5EF4-FFF2-40B4-BE49-F238E27FC236}">
                <a16:creationId xmlns:a16="http://schemas.microsoft.com/office/drawing/2014/main" id="{69C299B9-BA2C-4506-882E-9E3DBF83B804}"/>
              </a:ext>
            </a:extLst>
          </p:cNvPr>
          <p:cNvSpPr>
            <a:spLocks noGrp="1"/>
          </p:cNvSpPr>
          <p:nvPr/>
        </p:nvSpPr>
        <p:spPr>
          <a:xfrm>
            <a:off x="12895263" y="4048125"/>
            <a:ext cx="34925" cy="547688"/>
          </a:xfrm>
          <a:prstGeom prst="rect">
            <a:avLst/>
          </a:prstGeom>
          <a:solidFill>
            <a:srgbClr val="FFFFFF"/>
          </a:solidFill>
          <a:ln w="13097">
            <a:solidFill>
              <a:srgbClr val="172B4D"/>
            </a:solidFill>
          </a:ln>
        </p:spPr>
      </p:sp>
      <p:sp>
        <p:nvSpPr>
          <p:cNvPr id="594" name="object-594">
            <a:extLst>
              <a:ext uri="{FF2B5EF4-FFF2-40B4-BE49-F238E27FC236}">
                <a16:creationId xmlns:a16="http://schemas.microsoft.com/office/drawing/2014/main" id="{1034DAFD-8414-4286-BCE6-8783978EDB9B}"/>
              </a:ext>
            </a:extLst>
          </p:cNvPr>
          <p:cNvSpPr>
            <a:spLocks noGrp="1"/>
          </p:cNvSpPr>
          <p:nvPr/>
        </p:nvSpPr>
        <p:spPr>
          <a:xfrm>
            <a:off x="12930188" y="4048125"/>
            <a:ext cx="34925" cy="547688"/>
          </a:xfrm>
          <a:prstGeom prst="rect">
            <a:avLst/>
          </a:prstGeom>
          <a:solidFill>
            <a:srgbClr val="FFFFFF"/>
          </a:solidFill>
          <a:ln w="13097">
            <a:solidFill>
              <a:srgbClr val="172B4D"/>
            </a:solidFill>
          </a:ln>
        </p:spPr>
      </p:sp>
      <p:sp>
        <p:nvSpPr>
          <p:cNvPr id="595" name="object-595">
            <a:extLst>
              <a:ext uri="{FF2B5EF4-FFF2-40B4-BE49-F238E27FC236}">
                <a16:creationId xmlns:a16="http://schemas.microsoft.com/office/drawing/2014/main" id="{2B8B34BB-8F18-4908-8D4C-5FA955B7D0C2}"/>
              </a:ext>
            </a:extLst>
          </p:cNvPr>
          <p:cNvSpPr>
            <a:spLocks noGrp="1"/>
          </p:cNvSpPr>
          <p:nvPr/>
        </p:nvSpPr>
        <p:spPr>
          <a:xfrm>
            <a:off x="12965113" y="4048125"/>
            <a:ext cx="34925" cy="547688"/>
          </a:xfrm>
          <a:prstGeom prst="rect">
            <a:avLst/>
          </a:prstGeom>
          <a:solidFill>
            <a:srgbClr val="FFFFFF"/>
          </a:solidFill>
          <a:ln w="13097">
            <a:solidFill>
              <a:srgbClr val="172B4D"/>
            </a:solidFill>
          </a:ln>
        </p:spPr>
      </p:sp>
      <p:sp>
        <p:nvSpPr>
          <p:cNvPr id="596" name="object-596">
            <a:extLst>
              <a:ext uri="{FF2B5EF4-FFF2-40B4-BE49-F238E27FC236}">
                <a16:creationId xmlns:a16="http://schemas.microsoft.com/office/drawing/2014/main" id="{9AD741F6-0EA5-4037-830D-A69AC2DA5C87}"/>
              </a:ext>
            </a:extLst>
          </p:cNvPr>
          <p:cNvSpPr>
            <a:spLocks noGrp="1"/>
          </p:cNvSpPr>
          <p:nvPr/>
        </p:nvSpPr>
        <p:spPr>
          <a:xfrm>
            <a:off x="13000038" y="4048125"/>
            <a:ext cx="34925" cy="547688"/>
          </a:xfrm>
          <a:prstGeom prst="rect">
            <a:avLst/>
          </a:prstGeom>
          <a:solidFill>
            <a:srgbClr val="FFFFFF"/>
          </a:solidFill>
          <a:ln w="13097">
            <a:solidFill>
              <a:srgbClr val="172B4D"/>
            </a:solidFill>
          </a:ln>
        </p:spPr>
      </p:sp>
      <p:sp>
        <p:nvSpPr>
          <p:cNvPr id="597" name="object-597">
            <a:extLst>
              <a:ext uri="{FF2B5EF4-FFF2-40B4-BE49-F238E27FC236}">
                <a16:creationId xmlns:a16="http://schemas.microsoft.com/office/drawing/2014/main" id="{6FCAA5CF-A47E-45DD-8557-92A8F7C0ECC8}"/>
              </a:ext>
            </a:extLst>
          </p:cNvPr>
          <p:cNvSpPr>
            <a:spLocks noGrp="1"/>
          </p:cNvSpPr>
          <p:nvPr/>
        </p:nvSpPr>
        <p:spPr>
          <a:xfrm>
            <a:off x="13034963" y="4048125"/>
            <a:ext cx="34925" cy="547688"/>
          </a:xfrm>
          <a:prstGeom prst="rect">
            <a:avLst/>
          </a:prstGeom>
          <a:solidFill>
            <a:srgbClr val="FFFFFF"/>
          </a:solidFill>
          <a:ln w="13097">
            <a:solidFill>
              <a:srgbClr val="172B4D"/>
            </a:solidFill>
          </a:ln>
        </p:spPr>
      </p:sp>
      <p:sp>
        <p:nvSpPr>
          <p:cNvPr id="598" name="object-598">
            <a:extLst>
              <a:ext uri="{FF2B5EF4-FFF2-40B4-BE49-F238E27FC236}">
                <a16:creationId xmlns:a16="http://schemas.microsoft.com/office/drawing/2014/main" id="{5364DE8A-4ED7-4D83-97E8-87D0CFA270D4}"/>
              </a:ext>
            </a:extLst>
          </p:cNvPr>
          <p:cNvSpPr>
            <a:spLocks noGrp="1"/>
          </p:cNvSpPr>
          <p:nvPr/>
        </p:nvSpPr>
        <p:spPr>
          <a:xfrm>
            <a:off x="13069888" y="4048125"/>
            <a:ext cx="34925" cy="547688"/>
          </a:xfrm>
          <a:prstGeom prst="rect">
            <a:avLst/>
          </a:prstGeom>
          <a:solidFill>
            <a:srgbClr val="FFFFFF"/>
          </a:solidFill>
          <a:ln w="13097">
            <a:solidFill>
              <a:srgbClr val="172B4D"/>
            </a:solidFill>
          </a:ln>
        </p:spPr>
      </p:sp>
      <p:sp>
        <p:nvSpPr>
          <p:cNvPr id="599" name="object-599">
            <a:extLst>
              <a:ext uri="{FF2B5EF4-FFF2-40B4-BE49-F238E27FC236}">
                <a16:creationId xmlns:a16="http://schemas.microsoft.com/office/drawing/2014/main" id="{39DCEDD3-8E39-4728-83F5-1CF7F1279E41}"/>
              </a:ext>
            </a:extLst>
          </p:cNvPr>
          <p:cNvSpPr>
            <a:spLocks noGrp="1"/>
          </p:cNvSpPr>
          <p:nvPr/>
        </p:nvSpPr>
        <p:spPr>
          <a:xfrm>
            <a:off x="13104812" y="4048125"/>
            <a:ext cx="34925" cy="547688"/>
          </a:xfrm>
          <a:prstGeom prst="rect">
            <a:avLst/>
          </a:prstGeom>
          <a:solidFill>
            <a:srgbClr val="FFFFFF"/>
          </a:solidFill>
          <a:ln w="13097">
            <a:solidFill>
              <a:srgbClr val="172B4D"/>
            </a:solidFill>
          </a:ln>
        </p:spPr>
      </p:sp>
      <p:sp>
        <p:nvSpPr>
          <p:cNvPr id="600" name="object-600">
            <a:extLst>
              <a:ext uri="{FF2B5EF4-FFF2-40B4-BE49-F238E27FC236}">
                <a16:creationId xmlns:a16="http://schemas.microsoft.com/office/drawing/2014/main" id="{A3A089E3-C3CF-4E61-92DA-9CB5372FA0A9}"/>
              </a:ext>
            </a:extLst>
          </p:cNvPr>
          <p:cNvSpPr>
            <a:spLocks noGrp="1"/>
          </p:cNvSpPr>
          <p:nvPr/>
        </p:nvSpPr>
        <p:spPr>
          <a:xfrm>
            <a:off x="13139738" y="4048125"/>
            <a:ext cx="34925" cy="547688"/>
          </a:xfrm>
          <a:prstGeom prst="rect">
            <a:avLst/>
          </a:prstGeom>
          <a:solidFill>
            <a:srgbClr val="FFFFFF"/>
          </a:solidFill>
          <a:ln w="13097">
            <a:solidFill>
              <a:srgbClr val="172B4D"/>
            </a:solidFill>
          </a:ln>
        </p:spPr>
      </p:sp>
      <p:sp>
        <p:nvSpPr>
          <p:cNvPr id="601" name="object-601">
            <a:extLst>
              <a:ext uri="{FF2B5EF4-FFF2-40B4-BE49-F238E27FC236}">
                <a16:creationId xmlns:a16="http://schemas.microsoft.com/office/drawing/2014/main" id="{091ED8F9-C758-474B-8AF2-E11B67863D81}"/>
              </a:ext>
            </a:extLst>
          </p:cNvPr>
          <p:cNvSpPr>
            <a:spLocks noGrp="1"/>
          </p:cNvSpPr>
          <p:nvPr/>
        </p:nvSpPr>
        <p:spPr>
          <a:xfrm>
            <a:off x="13174662" y="4048125"/>
            <a:ext cx="34925" cy="547688"/>
          </a:xfrm>
          <a:prstGeom prst="rect">
            <a:avLst/>
          </a:prstGeom>
          <a:solidFill>
            <a:srgbClr val="FFFFFF"/>
          </a:solidFill>
          <a:ln w="13097">
            <a:solidFill>
              <a:srgbClr val="172B4D"/>
            </a:solidFill>
          </a:ln>
        </p:spPr>
      </p:sp>
      <p:sp>
        <p:nvSpPr>
          <p:cNvPr id="602" name="object-602">
            <a:extLst>
              <a:ext uri="{FF2B5EF4-FFF2-40B4-BE49-F238E27FC236}">
                <a16:creationId xmlns:a16="http://schemas.microsoft.com/office/drawing/2014/main" id="{F6A42465-39E8-419C-937B-0E9ABBBD2BA6}"/>
              </a:ext>
            </a:extLst>
          </p:cNvPr>
          <p:cNvSpPr>
            <a:spLocks noGrp="1"/>
          </p:cNvSpPr>
          <p:nvPr/>
        </p:nvSpPr>
        <p:spPr>
          <a:xfrm>
            <a:off x="13209588" y="4048125"/>
            <a:ext cx="34925" cy="547688"/>
          </a:xfrm>
          <a:prstGeom prst="rect">
            <a:avLst/>
          </a:prstGeom>
          <a:solidFill>
            <a:srgbClr val="FFFFFF"/>
          </a:solidFill>
          <a:ln w="13097">
            <a:solidFill>
              <a:srgbClr val="172B4D"/>
            </a:solidFill>
          </a:ln>
        </p:spPr>
      </p:sp>
      <p:sp>
        <p:nvSpPr>
          <p:cNvPr id="603" name="object-603">
            <a:extLst>
              <a:ext uri="{FF2B5EF4-FFF2-40B4-BE49-F238E27FC236}">
                <a16:creationId xmlns:a16="http://schemas.microsoft.com/office/drawing/2014/main" id="{8AB5AC55-7D09-4A2F-8303-12707C294E4C}"/>
              </a:ext>
            </a:extLst>
          </p:cNvPr>
          <p:cNvSpPr>
            <a:spLocks noGrp="1"/>
          </p:cNvSpPr>
          <p:nvPr/>
        </p:nvSpPr>
        <p:spPr>
          <a:xfrm>
            <a:off x="13244513" y="4048125"/>
            <a:ext cx="34925" cy="547688"/>
          </a:xfrm>
          <a:prstGeom prst="rect">
            <a:avLst/>
          </a:prstGeom>
          <a:solidFill>
            <a:srgbClr val="FFFFFF"/>
          </a:solidFill>
          <a:ln w="13097">
            <a:solidFill>
              <a:srgbClr val="172B4D"/>
            </a:solidFill>
          </a:ln>
        </p:spPr>
      </p:sp>
      <p:sp>
        <p:nvSpPr>
          <p:cNvPr id="604" name="object-604">
            <a:extLst>
              <a:ext uri="{FF2B5EF4-FFF2-40B4-BE49-F238E27FC236}">
                <a16:creationId xmlns:a16="http://schemas.microsoft.com/office/drawing/2014/main" id="{DCF4698A-03B5-4B6A-8788-83923D6E1477}"/>
              </a:ext>
            </a:extLst>
          </p:cNvPr>
          <p:cNvSpPr>
            <a:spLocks noGrp="1"/>
          </p:cNvSpPr>
          <p:nvPr/>
        </p:nvSpPr>
        <p:spPr>
          <a:xfrm>
            <a:off x="13279438" y="4048125"/>
            <a:ext cx="34925" cy="547688"/>
          </a:xfrm>
          <a:prstGeom prst="rect">
            <a:avLst/>
          </a:prstGeom>
          <a:solidFill>
            <a:srgbClr val="FFFFFF"/>
          </a:solidFill>
          <a:ln w="13097">
            <a:solidFill>
              <a:srgbClr val="172B4D"/>
            </a:solidFill>
          </a:ln>
        </p:spPr>
      </p:sp>
      <p:sp>
        <p:nvSpPr>
          <p:cNvPr id="605" name="object-605">
            <a:extLst>
              <a:ext uri="{FF2B5EF4-FFF2-40B4-BE49-F238E27FC236}">
                <a16:creationId xmlns:a16="http://schemas.microsoft.com/office/drawing/2014/main" id="{1CCC6776-D6D6-4985-96D1-B2B51CFD8662}"/>
              </a:ext>
            </a:extLst>
          </p:cNvPr>
          <p:cNvSpPr>
            <a:spLocks noGrp="1"/>
          </p:cNvSpPr>
          <p:nvPr/>
        </p:nvSpPr>
        <p:spPr>
          <a:xfrm>
            <a:off x="13314363" y="4048125"/>
            <a:ext cx="34925" cy="547688"/>
          </a:xfrm>
          <a:prstGeom prst="rect">
            <a:avLst/>
          </a:prstGeom>
          <a:solidFill>
            <a:srgbClr val="FFFFFF"/>
          </a:solidFill>
          <a:ln w="13097">
            <a:solidFill>
              <a:srgbClr val="172B4D"/>
            </a:solidFill>
          </a:ln>
        </p:spPr>
      </p:sp>
      <p:sp>
        <p:nvSpPr>
          <p:cNvPr id="606" name="object-606">
            <a:extLst>
              <a:ext uri="{FF2B5EF4-FFF2-40B4-BE49-F238E27FC236}">
                <a16:creationId xmlns:a16="http://schemas.microsoft.com/office/drawing/2014/main" id="{4BDB2F18-8B72-4D9F-BE3D-907DBDC1C8CE}"/>
              </a:ext>
            </a:extLst>
          </p:cNvPr>
          <p:cNvSpPr>
            <a:spLocks noGrp="1"/>
          </p:cNvSpPr>
          <p:nvPr/>
        </p:nvSpPr>
        <p:spPr>
          <a:xfrm>
            <a:off x="13349288" y="4048125"/>
            <a:ext cx="34925" cy="547688"/>
          </a:xfrm>
          <a:prstGeom prst="rect">
            <a:avLst/>
          </a:prstGeom>
          <a:solidFill>
            <a:srgbClr val="FFFFFF"/>
          </a:solidFill>
          <a:ln w="13097">
            <a:solidFill>
              <a:srgbClr val="172B4D"/>
            </a:solidFill>
          </a:ln>
        </p:spPr>
      </p:sp>
      <p:sp>
        <p:nvSpPr>
          <p:cNvPr id="607" name="object-607">
            <a:extLst>
              <a:ext uri="{FF2B5EF4-FFF2-40B4-BE49-F238E27FC236}">
                <a16:creationId xmlns:a16="http://schemas.microsoft.com/office/drawing/2014/main" id="{E5F8A97A-6F27-4F0B-A50B-BAAC27667125}"/>
              </a:ext>
            </a:extLst>
          </p:cNvPr>
          <p:cNvSpPr>
            <a:spLocks noGrp="1"/>
          </p:cNvSpPr>
          <p:nvPr/>
        </p:nvSpPr>
        <p:spPr>
          <a:xfrm>
            <a:off x="13384212" y="4048125"/>
            <a:ext cx="34925" cy="547688"/>
          </a:xfrm>
          <a:prstGeom prst="rect">
            <a:avLst/>
          </a:prstGeom>
          <a:solidFill>
            <a:srgbClr val="FFFFFF"/>
          </a:solidFill>
          <a:ln w="13097">
            <a:solidFill>
              <a:srgbClr val="172B4D"/>
            </a:solidFill>
          </a:ln>
        </p:spPr>
      </p:sp>
      <p:sp>
        <p:nvSpPr>
          <p:cNvPr id="608" name="object-608">
            <a:extLst>
              <a:ext uri="{FF2B5EF4-FFF2-40B4-BE49-F238E27FC236}">
                <a16:creationId xmlns:a16="http://schemas.microsoft.com/office/drawing/2014/main" id="{48ED5C27-6AB9-4CFD-BD20-6D0951B84196}"/>
              </a:ext>
            </a:extLst>
          </p:cNvPr>
          <p:cNvSpPr>
            <a:spLocks noGrp="1"/>
          </p:cNvSpPr>
          <p:nvPr/>
        </p:nvSpPr>
        <p:spPr>
          <a:xfrm>
            <a:off x="13419138" y="4048125"/>
            <a:ext cx="34925" cy="547688"/>
          </a:xfrm>
          <a:prstGeom prst="rect">
            <a:avLst/>
          </a:prstGeom>
          <a:solidFill>
            <a:srgbClr val="FFFFFF"/>
          </a:solidFill>
          <a:ln w="13097">
            <a:solidFill>
              <a:srgbClr val="172B4D"/>
            </a:solidFill>
          </a:ln>
        </p:spPr>
      </p:sp>
      <p:sp>
        <p:nvSpPr>
          <p:cNvPr id="609" name="object-609">
            <a:extLst>
              <a:ext uri="{FF2B5EF4-FFF2-40B4-BE49-F238E27FC236}">
                <a16:creationId xmlns:a16="http://schemas.microsoft.com/office/drawing/2014/main" id="{822CE3E4-91CC-467A-8FF1-D91E92E34449}"/>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270/100</a:t>
            </a:r>
          </a:p>
        </p:txBody>
      </p:sp>
      <p:sp>
        <p:nvSpPr>
          <p:cNvPr id="610" name="object-610">
            <a:extLst>
              <a:ext uri="{FF2B5EF4-FFF2-40B4-BE49-F238E27FC236}">
                <a16:creationId xmlns:a16="http://schemas.microsoft.com/office/drawing/2014/main" id="{BD1560B8-DBB4-4F2D-8892-661BA9523EB5}"/>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273%</a:t>
            </a:r>
          </a:p>
        </p:txBody>
      </p:sp>
      <p:sp>
        <p:nvSpPr>
          <p:cNvPr id="611" name="object-611">
            <a:extLst>
              <a:ext uri="{FF2B5EF4-FFF2-40B4-BE49-F238E27FC236}">
                <a16:creationId xmlns:a16="http://schemas.microsoft.com/office/drawing/2014/main" id="{DA11D61B-C068-466A-8F59-2146802D0508}"/>
              </a:ext>
            </a:extLst>
          </p:cNvPr>
          <p:cNvSpPr>
            <a:spLocks noGrp="1"/>
          </p:cNvSpPr>
          <p:nvPr/>
        </p:nvSpPr>
        <p:spPr>
          <a:xfrm>
            <a:off x="2976563" y="5238750"/>
            <a:ext cx="34925" cy="547688"/>
          </a:xfrm>
          <a:prstGeom prst="rect">
            <a:avLst/>
          </a:prstGeom>
          <a:solidFill>
            <a:srgbClr val="1D4ED8"/>
          </a:solidFill>
          <a:ln w="13097">
            <a:solidFill>
              <a:srgbClr val="172B4D"/>
            </a:solidFill>
          </a:ln>
        </p:spPr>
      </p:sp>
      <p:sp>
        <p:nvSpPr>
          <p:cNvPr id="612" name="object-612">
            <a:extLst>
              <a:ext uri="{FF2B5EF4-FFF2-40B4-BE49-F238E27FC236}">
                <a16:creationId xmlns:a16="http://schemas.microsoft.com/office/drawing/2014/main" id="{0B27DD82-038D-4150-B5DC-033487B03B02}"/>
              </a:ext>
            </a:extLst>
          </p:cNvPr>
          <p:cNvSpPr>
            <a:spLocks noGrp="1"/>
          </p:cNvSpPr>
          <p:nvPr/>
        </p:nvSpPr>
        <p:spPr>
          <a:xfrm>
            <a:off x="3011488" y="5238750"/>
            <a:ext cx="34925" cy="547688"/>
          </a:xfrm>
          <a:prstGeom prst="rect">
            <a:avLst/>
          </a:prstGeom>
          <a:solidFill>
            <a:srgbClr val="1D4ED8"/>
          </a:solidFill>
          <a:ln w="13097">
            <a:solidFill>
              <a:srgbClr val="172B4D"/>
            </a:solidFill>
          </a:ln>
        </p:spPr>
      </p:sp>
      <p:sp>
        <p:nvSpPr>
          <p:cNvPr id="613" name="object-613">
            <a:extLst>
              <a:ext uri="{FF2B5EF4-FFF2-40B4-BE49-F238E27FC236}">
                <a16:creationId xmlns:a16="http://schemas.microsoft.com/office/drawing/2014/main" id="{88A522CB-5FB1-4649-B9D9-4736F985E7E0}"/>
              </a:ext>
            </a:extLst>
          </p:cNvPr>
          <p:cNvSpPr>
            <a:spLocks noGrp="1"/>
          </p:cNvSpPr>
          <p:nvPr/>
        </p:nvSpPr>
        <p:spPr>
          <a:xfrm>
            <a:off x="3046413" y="5238750"/>
            <a:ext cx="34925" cy="547688"/>
          </a:xfrm>
          <a:prstGeom prst="rect">
            <a:avLst/>
          </a:prstGeom>
          <a:solidFill>
            <a:srgbClr val="1D4ED8"/>
          </a:solidFill>
          <a:ln w="13097">
            <a:solidFill>
              <a:srgbClr val="172B4D"/>
            </a:solidFill>
          </a:ln>
        </p:spPr>
      </p:sp>
      <p:sp>
        <p:nvSpPr>
          <p:cNvPr id="614" name="object-614">
            <a:extLst>
              <a:ext uri="{FF2B5EF4-FFF2-40B4-BE49-F238E27FC236}">
                <a16:creationId xmlns:a16="http://schemas.microsoft.com/office/drawing/2014/main" id="{36106080-278E-4DBD-A144-81F7809003D8}"/>
              </a:ext>
            </a:extLst>
          </p:cNvPr>
          <p:cNvSpPr>
            <a:spLocks noGrp="1"/>
          </p:cNvSpPr>
          <p:nvPr/>
        </p:nvSpPr>
        <p:spPr>
          <a:xfrm>
            <a:off x="3081338" y="5238750"/>
            <a:ext cx="34925" cy="547688"/>
          </a:xfrm>
          <a:prstGeom prst="rect">
            <a:avLst/>
          </a:prstGeom>
          <a:solidFill>
            <a:srgbClr val="1D4ED8"/>
          </a:solidFill>
          <a:ln w="13097">
            <a:solidFill>
              <a:srgbClr val="172B4D"/>
            </a:solidFill>
          </a:ln>
        </p:spPr>
      </p:sp>
      <p:sp>
        <p:nvSpPr>
          <p:cNvPr id="615" name="object-615">
            <a:extLst>
              <a:ext uri="{FF2B5EF4-FFF2-40B4-BE49-F238E27FC236}">
                <a16:creationId xmlns:a16="http://schemas.microsoft.com/office/drawing/2014/main" id="{10AF1338-BF79-42F2-A4BB-264A9B3286DC}"/>
              </a:ext>
            </a:extLst>
          </p:cNvPr>
          <p:cNvSpPr>
            <a:spLocks noGrp="1"/>
          </p:cNvSpPr>
          <p:nvPr/>
        </p:nvSpPr>
        <p:spPr>
          <a:xfrm>
            <a:off x="3116263" y="5238750"/>
            <a:ext cx="34925" cy="547688"/>
          </a:xfrm>
          <a:prstGeom prst="rect">
            <a:avLst/>
          </a:prstGeom>
          <a:solidFill>
            <a:srgbClr val="1D4ED8"/>
          </a:solidFill>
          <a:ln w="13097">
            <a:solidFill>
              <a:srgbClr val="172B4D"/>
            </a:solidFill>
          </a:ln>
        </p:spPr>
      </p:sp>
      <p:sp>
        <p:nvSpPr>
          <p:cNvPr id="616" name="object-616">
            <a:extLst>
              <a:ext uri="{FF2B5EF4-FFF2-40B4-BE49-F238E27FC236}">
                <a16:creationId xmlns:a16="http://schemas.microsoft.com/office/drawing/2014/main" id="{4EA5475B-A6D7-4EEA-ADC4-26B327B44A15}"/>
              </a:ext>
            </a:extLst>
          </p:cNvPr>
          <p:cNvSpPr>
            <a:spLocks noGrp="1"/>
          </p:cNvSpPr>
          <p:nvPr/>
        </p:nvSpPr>
        <p:spPr>
          <a:xfrm>
            <a:off x="3151188" y="5238750"/>
            <a:ext cx="34925" cy="547688"/>
          </a:xfrm>
          <a:prstGeom prst="rect">
            <a:avLst/>
          </a:prstGeom>
          <a:solidFill>
            <a:srgbClr val="1D4ED8"/>
          </a:solidFill>
          <a:ln w="13097">
            <a:solidFill>
              <a:srgbClr val="172B4D"/>
            </a:solidFill>
          </a:ln>
        </p:spPr>
      </p:sp>
      <p:sp>
        <p:nvSpPr>
          <p:cNvPr id="617" name="object-617">
            <a:extLst>
              <a:ext uri="{FF2B5EF4-FFF2-40B4-BE49-F238E27FC236}">
                <a16:creationId xmlns:a16="http://schemas.microsoft.com/office/drawing/2014/main" id="{4DB4138B-B535-4C8E-810A-84B40C78BADB}"/>
              </a:ext>
            </a:extLst>
          </p:cNvPr>
          <p:cNvSpPr>
            <a:spLocks noGrp="1"/>
          </p:cNvSpPr>
          <p:nvPr/>
        </p:nvSpPr>
        <p:spPr>
          <a:xfrm>
            <a:off x="3186113" y="5238750"/>
            <a:ext cx="34925" cy="547688"/>
          </a:xfrm>
          <a:prstGeom prst="rect">
            <a:avLst/>
          </a:prstGeom>
          <a:solidFill>
            <a:srgbClr val="1D4ED8"/>
          </a:solidFill>
          <a:ln w="13097">
            <a:solidFill>
              <a:srgbClr val="172B4D"/>
            </a:solidFill>
          </a:ln>
        </p:spPr>
      </p:sp>
      <p:sp>
        <p:nvSpPr>
          <p:cNvPr id="618" name="object-618">
            <a:extLst>
              <a:ext uri="{FF2B5EF4-FFF2-40B4-BE49-F238E27FC236}">
                <a16:creationId xmlns:a16="http://schemas.microsoft.com/office/drawing/2014/main" id="{9755878D-A93F-4009-9578-217875A1B621}"/>
              </a:ext>
            </a:extLst>
          </p:cNvPr>
          <p:cNvSpPr>
            <a:spLocks noGrp="1"/>
          </p:cNvSpPr>
          <p:nvPr/>
        </p:nvSpPr>
        <p:spPr>
          <a:xfrm>
            <a:off x="3221038" y="5238750"/>
            <a:ext cx="34925" cy="547688"/>
          </a:xfrm>
          <a:prstGeom prst="rect">
            <a:avLst/>
          </a:prstGeom>
          <a:solidFill>
            <a:srgbClr val="1D4ED8"/>
          </a:solidFill>
          <a:ln w="13097">
            <a:solidFill>
              <a:srgbClr val="172B4D"/>
            </a:solidFill>
          </a:ln>
        </p:spPr>
      </p:sp>
      <p:sp>
        <p:nvSpPr>
          <p:cNvPr id="619" name="object-619">
            <a:extLst>
              <a:ext uri="{FF2B5EF4-FFF2-40B4-BE49-F238E27FC236}">
                <a16:creationId xmlns:a16="http://schemas.microsoft.com/office/drawing/2014/main" id="{C3E51E22-970B-4E65-8459-266F965EB36E}"/>
              </a:ext>
            </a:extLst>
          </p:cNvPr>
          <p:cNvSpPr>
            <a:spLocks noGrp="1"/>
          </p:cNvSpPr>
          <p:nvPr/>
        </p:nvSpPr>
        <p:spPr>
          <a:xfrm>
            <a:off x="3255963" y="5238750"/>
            <a:ext cx="34925" cy="547688"/>
          </a:xfrm>
          <a:prstGeom prst="rect">
            <a:avLst/>
          </a:prstGeom>
          <a:solidFill>
            <a:srgbClr val="1D4ED8"/>
          </a:solidFill>
          <a:ln w="13097">
            <a:solidFill>
              <a:srgbClr val="172B4D"/>
            </a:solidFill>
          </a:ln>
        </p:spPr>
      </p:sp>
      <p:sp>
        <p:nvSpPr>
          <p:cNvPr id="620" name="object-620">
            <a:extLst>
              <a:ext uri="{FF2B5EF4-FFF2-40B4-BE49-F238E27FC236}">
                <a16:creationId xmlns:a16="http://schemas.microsoft.com/office/drawing/2014/main" id="{460452DA-074A-4EA4-BD1A-2CE08ACF201A}"/>
              </a:ext>
            </a:extLst>
          </p:cNvPr>
          <p:cNvSpPr>
            <a:spLocks noGrp="1"/>
          </p:cNvSpPr>
          <p:nvPr/>
        </p:nvSpPr>
        <p:spPr>
          <a:xfrm>
            <a:off x="3290888" y="5238750"/>
            <a:ext cx="34925" cy="547688"/>
          </a:xfrm>
          <a:prstGeom prst="rect">
            <a:avLst/>
          </a:prstGeom>
          <a:solidFill>
            <a:srgbClr val="1D4ED8"/>
          </a:solidFill>
          <a:ln w="13097">
            <a:solidFill>
              <a:srgbClr val="172B4D"/>
            </a:solidFill>
          </a:ln>
        </p:spPr>
      </p:sp>
      <p:sp>
        <p:nvSpPr>
          <p:cNvPr id="621" name="object-621">
            <a:extLst>
              <a:ext uri="{FF2B5EF4-FFF2-40B4-BE49-F238E27FC236}">
                <a16:creationId xmlns:a16="http://schemas.microsoft.com/office/drawing/2014/main" id="{C66D8379-CD18-48C8-B0E1-D64D6EAE2D3F}"/>
              </a:ext>
            </a:extLst>
          </p:cNvPr>
          <p:cNvSpPr>
            <a:spLocks noGrp="1"/>
          </p:cNvSpPr>
          <p:nvPr/>
        </p:nvSpPr>
        <p:spPr>
          <a:xfrm>
            <a:off x="3325812" y="5238750"/>
            <a:ext cx="34925" cy="547688"/>
          </a:xfrm>
          <a:prstGeom prst="rect">
            <a:avLst/>
          </a:prstGeom>
          <a:solidFill>
            <a:srgbClr val="1D4ED8"/>
          </a:solidFill>
          <a:ln w="13097">
            <a:solidFill>
              <a:srgbClr val="172B4D"/>
            </a:solidFill>
          </a:ln>
        </p:spPr>
      </p:sp>
      <p:sp>
        <p:nvSpPr>
          <p:cNvPr id="622" name="object-622">
            <a:extLst>
              <a:ext uri="{FF2B5EF4-FFF2-40B4-BE49-F238E27FC236}">
                <a16:creationId xmlns:a16="http://schemas.microsoft.com/office/drawing/2014/main" id="{8058C384-C172-4641-994C-8D82D1F7AD95}"/>
              </a:ext>
            </a:extLst>
          </p:cNvPr>
          <p:cNvSpPr>
            <a:spLocks noGrp="1"/>
          </p:cNvSpPr>
          <p:nvPr/>
        </p:nvSpPr>
        <p:spPr>
          <a:xfrm>
            <a:off x="3360738" y="5238750"/>
            <a:ext cx="34925" cy="547688"/>
          </a:xfrm>
          <a:prstGeom prst="rect">
            <a:avLst/>
          </a:prstGeom>
          <a:solidFill>
            <a:srgbClr val="1D4ED8"/>
          </a:solidFill>
          <a:ln w="13097">
            <a:solidFill>
              <a:srgbClr val="172B4D"/>
            </a:solidFill>
          </a:ln>
        </p:spPr>
      </p:sp>
      <p:sp>
        <p:nvSpPr>
          <p:cNvPr id="623" name="object-623">
            <a:extLst>
              <a:ext uri="{FF2B5EF4-FFF2-40B4-BE49-F238E27FC236}">
                <a16:creationId xmlns:a16="http://schemas.microsoft.com/office/drawing/2014/main" id="{D8039728-B7DF-4498-962C-C9903DC1EE54}"/>
              </a:ext>
            </a:extLst>
          </p:cNvPr>
          <p:cNvSpPr>
            <a:spLocks noGrp="1"/>
          </p:cNvSpPr>
          <p:nvPr/>
        </p:nvSpPr>
        <p:spPr>
          <a:xfrm>
            <a:off x="3395663" y="5238750"/>
            <a:ext cx="34925" cy="547688"/>
          </a:xfrm>
          <a:prstGeom prst="rect">
            <a:avLst/>
          </a:prstGeom>
          <a:solidFill>
            <a:srgbClr val="1D4ED8"/>
          </a:solidFill>
          <a:ln w="13097">
            <a:solidFill>
              <a:srgbClr val="172B4D"/>
            </a:solidFill>
          </a:ln>
        </p:spPr>
      </p:sp>
      <p:sp>
        <p:nvSpPr>
          <p:cNvPr id="624" name="object-624">
            <a:extLst>
              <a:ext uri="{FF2B5EF4-FFF2-40B4-BE49-F238E27FC236}">
                <a16:creationId xmlns:a16="http://schemas.microsoft.com/office/drawing/2014/main" id="{94A1885F-F6C7-40F0-A787-34180D479258}"/>
              </a:ext>
            </a:extLst>
          </p:cNvPr>
          <p:cNvSpPr>
            <a:spLocks noGrp="1"/>
          </p:cNvSpPr>
          <p:nvPr/>
        </p:nvSpPr>
        <p:spPr>
          <a:xfrm>
            <a:off x="3430587" y="5238750"/>
            <a:ext cx="34925" cy="547688"/>
          </a:xfrm>
          <a:prstGeom prst="rect">
            <a:avLst/>
          </a:prstGeom>
          <a:solidFill>
            <a:srgbClr val="1D4ED8"/>
          </a:solidFill>
          <a:ln w="13097">
            <a:solidFill>
              <a:srgbClr val="172B4D"/>
            </a:solidFill>
          </a:ln>
        </p:spPr>
      </p:sp>
      <p:sp>
        <p:nvSpPr>
          <p:cNvPr id="625" name="object-625">
            <a:extLst>
              <a:ext uri="{FF2B5EF4-FFF2-40B4-BE49-F238E27FC236}">
                <a16:creationId xmlns:a16="http://schemas.microsoft.com/office/drawing/2014/main" id="{EF023624-C7DC-419C-8B26-8F7A16FF74CF}"/>
              </a:ext>
            </a:extLst>
          </p:cNvPr>
          <p:cNvSpPr>
            <a:spLocks noGrp="1"/>
          </p:cNvSpPr>
          <p:nvPr/>
        </p:nvSpPr>
        <p:spPr>
          <a:xfrm>
            <a:off x="3465513" y="5238750"/>
            <a:ext cx="34925" cy="547688"/>
          </a:xfrm>
          <a:prstGeom prst="rect">
            <a:avLst/>
          </a:prstGeom>
          <a:solidFill>
            <a:srgbClr val="1D4ED8"/>
          </a:solidFill>
          <a:ln w="13097">
            <a:solidFill>
              <a:srgbClr val="172B4D"/>
            </a:solidFill>
          </a:ln>
        </p:spPr>
      </p:sp>
      <p:sp>
        <p:nvSpPr>
          <p:cNvPr id="626" name="object-626">
            <a:extLst>
              <a:ext uri="{FF2B5EF4-FFF2-40B4-BE49-F238E27FC236}">
                <a16:creationId xmlns:a16="http://schemas.microsoft.com/office/drawing/2014/main" id="{3D7EE4CD-F5BA-4067-B323-1C75F85110A5}"/>
              </a:ext>
            </a:extLst>
          </p:cNvPr>
          <p:cNvSpPr>
            <a:spLocks noGrp="1"/>
          </p:cNvSpPr>
          <p:nvPr/>
        </p:nvSpPr>
        <p:spPr>
          <a:xfrm>
            <a:off x="3500438" y="5238750"/>
            <a:ext cx="34925" cy="547688"/>
          </a:xfrm>
          <a:prstGeom prst="rect">
            <a:avLst/>
          </a:prstGeom>
          <a:solidFill>
            <a:srgbClr val="1D4ED8"/>
          </a:solidFill>
          <a:ln w="13097">
            <a:solidFill>
              <a:srgbClr val="172B4D"/>
            </a:solidFill>
          </a:ln>
        </p:spPr>
      </p:sp>
      <p:sp>
        <p:nvSpPr>
          <p:cNvPr id="627" name="object-627">
            <a:extLst>
              <a:ext uri="{FF2B5EF4-FFF2-40B4-BE49-F238E27FC236}">
                <a16:creationId xmlns:a16="http://schemas.microsoft.com/office/drawing/2014/main" id="{FAFA95BA-F6AA-4ACB-A50C-191A605D0EE5}"/>
              </a:ext>
            </a:extLst>
          </p:cNvPr>
          <p:cNvSpPr>
            <a:spLocks noGrp="1"/>
          </p:cNvSpPr>
          <p:nvPr/>
        </p:nvSpPr>
        <p:spPr>
          <a:xfrm>
            <a:off x="3535363" y="5238750"/>
            <a:ext cx="34925" cy="547688"/>
          </a:xfrm>
          <a:prstGeom prst="rect">
            <a:avLst/>
          </a:prstGeom>
          <a:solidFill>
            <a:srgbClr val="1D4ED8"/>
          </a:solidFill>
          <a:ln w="13097">
            <a:solidFill>
              <a:srgbClr val="172B4D"/>
            </a:solidFill>
          </a:ln>
        </p:spPr>
      </p:sp>
      <p:sp>
        <p:nvSpPr>
          <p:cNvPr id="628" name="object-628">
            <a:extLst>
              <a:ext uri="{FF2B5EF4-FFF2-40B4-BE49-F238E27FC236}">
                <a16:creationId xmlns:a16="http://schemas.microsoft.com/office/drawing/2014/main" id="{D7CD4BAA-BA86-4C1B-9372-FF46B0BC6310}"/>
              </a:ext>
            </a:extLst>
          </p:cNvPr>
          <p:cNvSpPr>
            <a:spLocks noGrp="1"/>
          </p:cNvSpPr>
          <p:nvPr/>
        </p:nvSpPr>
        <p:spPr>
          <a:xfrm>
            <a:off x="3570288" y="5238750"/>
            <a:ext cx="34925" cy="547688"/>
          </a:xfrm>
          <a:prstGeom prst="rect">
            <a:avLst/>
          </a:prstGeom>
          <a:solidFill>
            <a:srgbClr val="1D4ED8"/>
          </a:solidFill>
          <a:ln w="13097">
            <a:solidFill>
              <a:srgbClr val="172B4D"/>
            </a:solidFill>
          </a:ln>
        </p:spPr>
      </p:sp>
      <p:sp>
        <p:nvSpPr>
          <p:cNvPr id="629" name="object-629">
            <a:extLst>
              <a:ext uri="{FF2B5EF4-FFF2-40B4-BE49-F238E27FC236}">
                <a16:creationId xmlns:a16="http://schemas.microsoft.com/office/drawing/2014/main" id="{56B8D3FB-D1F4-40E0-9EBF-6671565530B9}"/>
              </a:ext>
            </a:extLst>
          </p:cNvPr>
          <p:cNvSpPr>
            <a:spLocks noGrp="1"/>
          </p:cNvSpPr>
          <p:nvPr/>
        </p:nvSpPr>
        <p:spPr>
          <a:xfrm>
            <a:off x="3605213" y="5238750"/>
            <a:ext cx="34925" cy="547688"/>
          </a:xfrm>
          <a:prstGeom prst="rect">
            <a:avLst/>
          </a:prstGeom>
          <a:solidFill>
            <a:srgbClr val="1D4ED8"/>
          </a:solidFill>
          <a:ln w="13097">
            <a:solidFill>
              <a:srgbClr val="172B4D"/>
            </a:solidFill>
          </a:ln>
        </p:spPr>
      </p:sp>
      <p:sp>
        <p:nvSpPr>
          <p:cNvPr id="630" name="object-630">
            <a:extLst>
              <a:ext uri="{FF2B5EF4-FFF2-40B4-BE49-F238E27FC236}">
                <a16:creationId xmlns:a16="http://schemas.microsoft.com/office/drawing/2014/main" id="{54AAD17A-5FCA-433D-B731-31B518A21EBB}"/>
              </a:ext>
            </a:extLst>
          </p:cNvPr>
          <p:cNvSpPr>
            <a:spLocks noGrp="1"/>
          </p:cNvSpPr>
          <p:nvPr/>
        </p:nvSpPr>
        <p:spPr>
          <a:xfrm>
            <a:off x="3640138" y="5238750"/>
            <a:ext cx="34925" cy="547688"/>
          </a:xfrm>
          <a:prstGeom prst="rect">
            <a:avLst/>
          </a:prstGeom>
          <a:solidFill>
            <a:srgbClr val="1D4ED8"/>
          </a:solidFill>
          <a:ln w="13097">
            <a:solidFill>
              <a:srgbClr val="172B4D"/>
            </a:solidFill>
          </a:ln>
        </p:spPr>
      </p:sp>
      <p:sp>
        <p:nvSpPr>
          <p:cNvPr id="631" name="object-631">
            <a:extLst>
              <a:ext uri="{FF2B5EF4-FFF2-40B4-BE49-F238E27FC236}">
                <a16:creationId xmlns:a16="http://schemas.microsoft.com/office/drawing/2014/main" id="{9D3FD4CF-603C-487E-B57E-65CC5946B2C1}"/>
              </a:ext>
            </a:extLst>
          </p:cNvPr>
          <p:cNvSpPr>
            <a:spLocks noGrp="1"/>
          </p:cNvSpPr>
          <p:nvPr/>
        </p:nvSpPr>
        <p:spPr>
          <a:xfrm>
            <a:off x="3675063" y="5238750"/>
            <a:ext cx="34925" cy="547688"/>
          </a:xfrm>
          <a:prstGeom prst="rect">
            <a:avLst/>
          </a:prstGeom>
          <a:solidFill>
            <a:srgbClr val="1D4ED8"/>
          </a:solidFill>
          <a:ln w="13097">
            <a:solidFill>
              <a:srgbClr val="172B4D"/>
            </a:solidFill>
          </a:ln>
        </p:spPr>
      </p:sp>
      <p:sp>
        <p:nvSpPr>
          <p:cNvPr id="632" name="object-632">
            <a:extLst>
              <a:ext uri="{FF2B5EF4-FFF2-40B4-BE49-F238E27FC236}">
                <a16:creationId xmlns:a16="http://schemas.microsoft.com/office/drawing/2014/main" id="{9F3B7787-B7FB-4C91-BE35-A27D6B5CAB86}"/>
              </a:ext>
            </a:extLst>
          </p:cNvPr>
          <p:cNvSpPr>
            <a:spLocks noGrp="1"/>
          </p:cNvSpPr>
          <p:nvPr/>
        </p:nvSpPr>
        <p:spPr>
          <a:xfrm>
            <a:off x="3709988" y="5238750"/>
            <a:ext cx="34925" cy="547688"/>
          </a:xfrm>
          <a:prstGeom prst="rect">
            <a:avLst/>
          </a:prstGeom>
          <a:solidFill>
            <a:srgbClr val="1D4ED8"/>
          </a:solidFill>
          <a:ln w="13097">
            <a:solidFill>
              <a:srgbClr val="172B4D"/>
            </a:solidFill>
          </a:ln>
        </p:spPr>
      </p:sp>
      <p:sp>
        <p:nvSpPr>
          <p:cNvPr id="633" name="object-633">
            <a:extLst>
              <a:ext uri="{FF2B5EF4-FFF2-40B4-BE49-F238E27FC236}">
                <a16:creationId xmlns:a16="http://schemas.microsoft.com/office/drawing/2014/main" id="{B88BE226-0AD2-425B-A286-B0385C0F373B}"/>
              </a:ext>
            </a:extLst>
          </p:cNvPr>
          <p:cNvSpPr>
            <a:spLocks noGrp="1"/>
          </p:cNvSpPr>
          <p:nvPr/>
        </p:nvSpPr>
        <p:spPr>
          <a:xfrm>
            <a:off x="3744912" y="5238750"/>
            <a:ext cx="34925" cy="547688"/>
          </a:xfrm>
          <a:prstGeom prst="rect">
            <a:avLst/>
          </a:prstGeom>
          <a:solidFill>
            <a:srgbClr val="1D4ED8"/>
          </a:solidFill>
          <a:ln w="13097">
            <a:solidFill>
              <a:srgbClr val="172B4D"/>
            </a:solidFill>
          </a:ln>
        </p:spPr>
      </p:sp>
      <p:sp>
        <p:nvSpPr>
          <p:cNvPr id="634" name="object-634">
            <a:extLst>
              <a:ext uri="{FF2B5EF4-FFF2-40B4-BE49-F238E27FC236}">
                <a16:creationId xmlns:a16="http://schemas.microsoft.com/office/drawing/2014/main" id="{FB972027-E0DF-453C-BC92-08CFD4EBA293}"/>
              </a:ext>
            </a:extLst>
          </p:cNvPr>
          <p:cNvSpPr>
            <a:spLocks noGrp="1"/>
          </p:cNvSpPr>
          <p:nvPr/>
        </p:nvSpPr>
        <p:spPr>
          <a:xfrm>
            <a:off x="3779838" y="5238750"/>
            <a:ext cx="34925" cy="547688"/>
          </a:xfrm>
          <a:prstGeom prst="rect">
            <a:avLst/>
          </a:prstGeom>
          <a:solidFill>
            <a:srgbClr val="1D4ED8"/>
          </a:solidFill>
          <a:ln w="13097">
            <a:solidFill>
              <a:srgbClr val="172B4D"/>
            </a:solidFill>
          </a:ln>
        </p:spPr>
      </p:sp>
      <p:sp>
        <p:nvSpPr>
          <p:cNvPr id="635" name="object-635">
            <a:extLst>
              <a:ext uri="{FF2B5EF4-FFF2-40B4-BE49-F238E27FC236}">
                <a16:creationId xmlns:a16="http://schemas.microsoft.com/office/drawing/2014/main" id="{E9E8DAA2-C3D4-4029-B032-4C5278FD6126}"/>
              </a:ext>
            </a:extLst>
          </p:cNvPr>
          <p:cNvSpPr>
            <a:spLocks noGrp="1"/>
          </p:cNvSpPr>
          <p:nvPr/>
        </p:nvSpPr>
        <p:spPr>
          <a:xfrm>
            <a:off x="3814763" y="5238750"/>
            <a:ext cx="34925" cy="547688"/>
          </a:xfrm>
          <a:prstGeom prst="rect">
            <a:avLst/>
          </a:prstGeom>
          <a:solidFill>
            <a:srgbClr val="1D4ED8"/>
          </a:solidFill>
          <a:ln w="13097">
            <a:solidFill>
              <a:srgbClr val="172B4D"/>
            </a:solidFill>
          </a:ln>
        </p:spPr>
      </p:sp>
      <p:sp>
        <p:nvSpPr>
          <p:cNvPr id="636" name="object-636">
            <a:extLst>
              <a:ext uri="{FF2B5EF4-FFF2-40B4-BE49-F238E27FC236}">
                <a16:creationId xmlns:a16="http://schemas.microsoft.com/office/drawing/2014/main" id="{DA080F1A-CC3A-4BEC-A533-68113831C826}"/>
              </a:ext>
            </a:extLst>
          </p:cNvPr>
          <p:cNvSpPr>
            <a:spLocks noGrp="1"/>
          </p:cNvSpPr>
          <p:nvPr/>
        </p:nvSpPr>
        <p:spPr>
          <a:xfrm>
            <a:off x="3849687" y="5238750"/>
            <a:ext cx="34925" cy="547688"/>
          </a:xfrm>
          <a:prstGeom prst="rect">
            <a:avLst/>
          </a:prstGeom>
          <a:solidFill>
            <a:srgbClr val="1D4ED8"/>
          </a:solidFill>
          <a:ln w="13097">
            <a:solidFill>
              <a:srgbClr val="172B4D"/>
            </a:solidFill>
          </a:ln>
        </p:spPr>
      </p:sp>
      <p:sp>
        <p:nvSpPr>
          <p:cNvPr id="637" name="object-637">
            <a:extLst>
              <a:ext uri="{FF2B5EF4-FFF2-40B4-BE49-F238E27FC236}">
                <a16:creationId xmlns:a16="http://schemas.microsoft.com/office/drawing/2014/main" id="{3783D0CA-6F7A-49C7-9001-06FC23B28231}"/>
              </a:ext>
            </a:extLst>
          </p:cNvPr>
          <p:cNvSpPr>
            <a:spLocks noGrp="1"/>
          </p:cNvSpPr>
          <p:nvPr/>
        </p:nvSpPr>
        <p:spPr>
          <a:xfrm>
            <a:off x="3884613" y="5238750"/>
            <a:ext cx="34925" cy="547688"/>
          </a:xfrm>
          <a:prstGeom prst="rect">
            <a:avLst/>
          </a:prstGeom>
          <a:solidFill>
            <a:srgbClr val="1D4ED8"/>
          </a:solidFill>
          <a:ln w="13097">
            <a:solidFill>
              <a:srgbClr val="172B4D"/>
            </a:solidFill>
          </a:ln>
        </p:spPr>
      </p:sp>
      <p:sp>
        <p:nvSpPr>
          <p:cNvPr id="638" name="object-638">
            <a:extLst>
              <a:ext uri="{FF2B5EF4-FFF2-40B4-BE49-F238E27FC236}">
                <a16:creationId xmlns:a16="http://schemas.microsoft.com/office/drawing/2014/main" id="{B7277F5E-1C93-4996-993B-2F739A1057AE}"/>
              </a:ext>
            </a:extLst>
          </p:cNvPr>
          <p:cNvSpPr>
            <a:spLocks noGrp="1"/>
          </p:cNvSpPr>
          <p:nvPr/>
        </p:nvSpPr>
        <p:spPr>
          <a:xfrm>
            <a:off x="3919538" y="5238750"/>
            <a:ext cx="34925" cy="547688"/>
          </a:xfrm>
          <a:prstGeom prst="rect">
            <a:avLst/>
          </a:prstGeom>
          <a:solidFill>
            <a:srgbClr val="1D4ED8"/>
          </a:solidFill>
          <a:ln w="13097">
            <a:solidFill>
              <a:srgbClr val="172B4D"/>
            </a:solidFill>
          </a:ln>
        </p:spPr>
      </p:sp>
      <p:sp>
        <p:nvSpPr>
          <p:cNvPr id="639" name="object-639">
            <a:extLst>
              <a:ext uri="{FF2B5EF4-FFF2-40B4-BE49-F238E27FC236}">
                <a16:creationId xmlns:a16="http://schemas.microsoft.com/office/drawing/2014/main" id="{C3DA9949-6AE9-49CF-AC80-CDC11E32011B}"/>
              </a:ext>
            </a:extLst>
          </p:cNvPr>
          <p:cNvSpPr>
            <a:spLocks noGrp="1"/>
          </p:cNvSpPr>
          <p:nvPr/>
        </p:nvSpPr>
        <p:spPr>
          <a:xfrm>
            <a:off x="3954462" y="5238750"/>
            <a:ext cx="34925" cy="547688"/>
          </a:xfrm>
          <a:prstGeom prst="rect">
            <a:avLst/>
          </a:prstGeom>
          <a:solidFill>
            <a:srgbClr val="1D4ED8"/>
          </a:solidFill>
          <a:ln w="13097">
            <a:solidFill>
              <a:srgbClr val="172B4D"/>
            </a:solidFill>
          </a:ln>
        </p:spPr>
      </p:sp>
      <p:sp>
        <p:nvSpPr>
          <p:cNvPr id="640" name="object-640">
            <a:extLst>
              <a:ext uri="{FF2B5EF4-FFF2-40B4-BE49-F238E27FC236}">
                <a16:creationId xmlns:a16="http://schemas.microsoft.com/office/drawing/2014/main" id="{F5970428-6B28-47CD-A908-8361FFB618D1}"/>
              </a:ext>
            </a:extLst>
          </p:cNvPr>
          <p:cNvSpPr>
            <a:spLocks noGrp="1"/>
          </p:cNvSpPr>
          <p:nvPr/>
        </p:nvSpPr>
        <p:spPr>
          <a:xfrm>
            <a:off x="3989388" y="5238750"/>
            <a:ext cx="34925" cy="547688"/>
          </a:xfrm>
          <a:prstGeom prst="rect">
            <a:avLst/>
          </a:prstGeom>
          <a:solidFill>
            <a:srgbClr val="1D4ED8"/>
          </a:solidFill>
          <a:ln w="13097">
            <a:solidFill>
              <a:srgbClr val="172B4D"/>
            </a:solidFill>
          </a:ln>
        </p:spPr>
      </p:sp>
      <p:sp>
        <p:nvSpPr>
          <p:cNvPr id="641" name="object-641">
            <a:extLst>
              <a:ext uri="{FF2B5EF4-FFF2-40B4-BE49-F238E27FC236}">
                <a16:creationId xmlns:a16="http://schemas.microsoft.com/office/drawing/2014/main" id="{767A95E7-264C-4FCC-A7CB-99292D9D9730}"/>
              </a:ext>
            </a:extLst>
          </p:cNvPr>
          <p:cNvSpPr>
            <a:spLocks noGrp="1"/>
          </p:cNvSpPr>
          <p:nvPr/>
        </p:nvSpPr>
        <p:spPr>
          <a:xfrm>
            <a:off x="4024313" y="5238750"/>
            <a:ext cx="34925" cy="547688"/>
          </a:xfrm>
          <a:prstGeom prst="rect">
            <a:avLst/>
          </a:prstGeom>
          <a:solidFill>
            <a:srgbClr val="1D4ED8"/>
          </a:solidFill>
          <a:ln w="13097">
            <a:solidFill>
              <a:srgbClr val="172B4D"/>
            </a:solidFill>
          </a:ln>
        </p:spPr>
      </p:sp>
      <p:sp>
        <p:nvSpPr>
          <p:cNvPr id="642" name="object-642">
            <a:extLst>
              <a:ext uri="{FF2B5EF4-FFF2-40B4-BE49-F238E27FC236}">
                <a16:creationId xmlns:a16="http://schemas.microsoft.com/office/drawing/2014/main" id="{7F51CBD4-6C84-40A2-8414-3B36E8988EFF}"/>
              </a:ext>
            </a:extLst>
          </p:cNvPr>
          <p:cNvSpPr>
            <a:spLocks noGrp="1"/>
          </p:cNvSpPr>
          <p:nvPr/>
        </p:nvSpPr>
        <p:spPr>
          <a:xfrm>
            <a:off x="4059238" y="5238750"/>
            <a:ext cx="34925" cy="547688"/>
          </a:xfrm>
          <a:prstGeom prst="rect">
            <a:avLst/>
          </a:prstGeom>
          <a:solidFill>
            <a:srgbClr val="1D4ED8"/>
          </a:solidFill>
          <a:ln w="13097">
            <a:solidFill>
              <a:srgbClr val="172B4D"/>
            </a:solidFill>
          </a:ln>
        </p:spPr>
      </p:sp>
      <p:sp>
        <p:nvSpPr>
          <p:cNvPr id="643" name="object-643">
            <a:extLst>
              <a:ext uri="{FF2B5EF4-FFF2-40B4-BE49-F238E27FC236}">
                <a16:creationId xmlns:a16="http://schemas.microsoft.com/office/drawing/2014/main" id="{496588F4-7D29-4FE9-A8A5-5EA3D2F50CA6}"/>
              </a:ext>
            </a:extLst>
          </p:cNvPr>
          <p:cNvSpPr>
            <a:spLocks noGrp="1"/>
          </p:cNvSpPr>
          <p:nvPr/>
        </p:nvSpPr>
        <p:spPr>
          <a:xfrm>
            <a:off x="4094163" y="5238750"/>
            <a:ext cx="34925" cy="547688"/>
          </a:xfrm>
          <a:prstGeom prst="rect">
            <a:avLst/>
          </a:prstGeom>
          <a:solidFill>
            <a:srgbClr val="1D4ED8"/>
          </a:solidFill>
          <a:ln w="13097">
            <a:solidFill>
              <a:srgbClr val="172B4D"/>
            </a:solidFill>
          </a:ln>
        </p:spPr>
      </p:sp>
      <p:sp>
        <p:nvSpPr>
          <p:cNvPr id="644" name="object-644">
            <a:extLst>
              <a:ext uri="{FF2B5EF4-FFF2-40B4-BE49-F238E27FC236}">
                <a16:creationId xmlns:a16="http://schemas.microsoft.com/office/drawing/2014/main" id="{EB4FCA7E-270A-450F-9C30-EEE9AB5BAD82}"/>
              </a:ext>
            </a:extLst>
          </p:cNvPr>
          <p:cNvSpPr>
            <a:spLocks noGrp="1"/>
          </p:cNvSpPr>
          <p:nvPr/>
        </p:nvSpPr>
        <p:spPr>
          <a:xfrm>
            <a:off x="4129088" y="5238750"/>
            <a:ext cx="34925" cy="547688"/>
          </a:xfrm>
          <a:prstGeom prst="rect">
            <a:avLst/>
          </a:prstGeom>
          <a:solidFill>
            <a:srgbClr val="1D4ED8"/>
          </a:solidFill>
          <a:ln w="13097">
            <a:solidFill>
              <a:srgbClr val="172B4D"/>
            </a:solidFill>
          </a:ln>
        </p:spPr>
      </p:sp>
      <p:sp>
        <p:nvSpPr>
          <p:cNvPr id="645" name="object-645">
            <a:extLst>
              <a:ext uri="{FF2B5EF4-FFF2-40B4-BE49-F238E27FC236}">
                <a16:creationId xmlns:a16="http://schemas.microsoft.com/office/drawing/2014/main" id="{76C90B19-6649-4E4C-84E4-5F9B4D06C277}"/>
              </a:ext>
            </a:extLst>
          </p:cNvPr>
          <p:cNvSpPr>
            <a:spLocks noGrp="1"/>
          </p:cNvSpPr>
          <p:nvPr/>
        </p:nvSpPr>
        <p:spPr>
          <a:xfrm>
            <a:off x="4164013" y="5238750"/>
            <a:ext cx="34925" cy="547688"/>
          </a:xfrm>
          <a:prstGeom prst="rect">
            <a:avLst/>
          </a:prstGeom>
          <a:solidFill>
            <a:srgbClr val="1D4ED8"/>
          </a:solidFill>
          <a:ln w="13097">
            <a:solidFill>
              <a:srgbClr val="172B4D"/>
            </a:solidFill>
          </a:ln>
        </p:spPr>
      </p:sp>
      <p:sp>
        <p:nvSpPr>
          <p:cNvPr id="646" name="object-646">
            <a:extLst>
              <a:ext uri="{FF2B5EF4-FFF2-40B4-BE49-F238E27FC236}">
                <a16:creationId xmlns:a16="http://schemas.microsoft.com/office/drawing/2014/main" id="{293A1A13-8E93-46DE-BA03-0B7FD325B6B5}"/>
              </a:ext>
            </a:extLst>
          </p:cNvPr>
          <p:cNvSpPr>
            <a:spLocks noGrp="1"/>
          </p:cNvSpPr>
          <p:nvPr/>
        </p:nvSpPr>
        <p:spPr>
          <a:xfrm>
            <a:off x="4198938" y="5238750"/>
            <a:ext cx="34925" cy="547688"/>
          </a:xfrm>
          <a:prstGeom prst="rect">
            <a:avLst/>
          </a:prstGeom>
          <a:solidFill>
            <a:srgbClr val="1D4ED8"/>
          </a:solidFill>
          <a:ln w="13097">
            <a:solidFill>
              <a:srgbClr val="172B4D"/>
            </a:solidFill>
          </a:ln>
        </p:spPr>
      </p:sp>
      <p:sp>
        <p:nvSpPr>
          <p:cNvPr id="647" name="object-647">
            <a:extLst>
              <a:ext uri="{FF2B5EF4-FFF2-40B4-BE49-F238E27FC236}">
                <a16:creationId xmlns:a16="http://schemas.microsoft.com/office/drawing/2014/main" id="{203AA88D-A8FE-41F3-A834-9B9FD1F0C872}"/>
              </a:ext>
            </a:extLst>
          </p:cNvPr>
          <p:cNvSpPr>
            <a:spLocks noGrp="1"/>
          </p:cNvSpPr>
          <p:nvPr/>
        </p:nvSpPr>
        <p:spPr>
          <a:xfrm>
            <a:off x="4233863" y="5238750"/>
            <a:ext cx="34925" cy="547688"/>
          </a:xfrm>
          <a:prstGeom prst="rect">
            <a:avLst/>
          </a:prstGeom>
          <a:solidFill>
            <a:srgbClr val="1D4ED8"/>
          </a:solidFill>
          <a:ln w="13097">
            <a:solidFill>
              <a:srgbClr val="172B4D"/>
            </a:solidFill>
          </a:ln>
        </p:spPr>
      </p:sp>
      <p:sp>
        <p:nvSpPr>
          <p:cNvPr id="648" name="object-648">
            <a:extLst>
              <a:ext uri="{FF2B5EF4-FFF2-40B4-BE49-F238E27FC236}">
                <a16:creationId xmlns:a16="http://schemas.microsoft.com/office/drawing/2014/main" id="{5A28BFAE-6530-4D8F-AF1B-770AAB4157C6}"/>
              </a:ext>
            </a:extLst>
          </p:cNvPr>
          <p:cNvSpPr>
            <a:spLocks noGrp="1"/>
          </p:cNvSpPr>
          <p:nvPr/>
        </p:nvSpPr>
        <p:spPr>
          <a:xfrm>
            <a:off x="4268788" y="5238750"/>
            <a:ext cx="34925" cy="547688"/>
          </a:xfrm>
          <a:prstGeom prst="rect">
            <a:avLst/>
          </a:prstGeom>
          <a:solidFill>
            <a:srgbClr val="1D4ED8"/>
          </a:solidFill>
          <a:ln w="13097">
            <a:solidFill>
              <a:srgbClr val="172B4D"/>
            </a:solidFill>
          </a:ln>
        </p:spPr>
      </p:sp>
      <p:sp>
        <p:nvSpPr>
          <p:cNvPr id="649" name="object-649">
            <a:extLst>
              <a:ext uri="{FF2B5EF4-FFF2-40B4-BE49-F238E27FC236}">
                <a16:creationId xmlns:a16="http://schemas.microsoft.com/office/drawing/2014/main" id="{D50BC57F-DBFD-41B0-8D48-6F82799E5040}"/>
              </a:ext>
            </a:extLst>
          </p:cNvPr>
          <p:cNvSpPr>
            <a:spLocks noGrp="1"/>
          </p:cNvSpPr>
          <p:nvPr/>
        </p:nvSpPr>
        <p:spPr>
          <a:xfrm>
            <a:off x="4303713" y="5238750"/>
            <a:ext cx="34925" cy="547688"/>
          </a:xfrm>
          <a:prstGeom prst="rect">
            <a:avLst/>
          </a:prstGeom>
          <a:solidFill>
            <a:srgbClr val="1D4ED8"/>
          </a:solidFill>
          <a:ln w="13097">
            <a:solidFill>
              <a:srgbClr val="172B4D"/>
            </a:solidFill>
          </a:ln>
        </p:spPr>
      </p:sp>
      <p:sp>
        <p:nvSpPr>
          <p:cNvPr id="650" name="object-650">
            <a:extLst>
              <a:ext uri="{FF2B5EF4-FFF2-40B4-BE49-F238E27FC236}">
                <a16:creationId xmlns:a16="http://schemas.microsoft.com/office/drawing/2014/main" id="{858249E5-0F72-4634-9B51-B379F7D41327}"/>
              </a:ext>
            </a:extLst>
          </p:cNvPr>
          <p:cNvSpPr>
            <a:spLocks noGrp="1"/>
          </p:cNvSpPr>
          <p:nvPr/>
        </p:nvSpPr>
        <p:spPr>
          <a:xfrm>
            <a:off x="4338638" y="5238750"/>
            <a:ext cx="34925" cy="547688"/>
          </a:xfrm>
          <a:prstGeom prst="rect">
            <a:avLst/>
          </a:prstGeom>
          <a:solidFill>
            <a:srgbClr val="1D4ED8"/>
          </a:solidFill>
          <a:ln w="13097">
            <a:solidFill>
              <a:srgbClr val="172B4D"/>
            </a:solidFill>
          </a:ln>
        </p:spPr>
      </p:sp>
      <p:sp>
        <p:nvSpPr>
          <p:cNvPr id="651" name="object-651">
            <a:extLst>
              <a:ext uri="{FF2B5EF4-FFF2-40B4-BE49-F238E27FC236}">
                <a16:creationId xmlns:a16="http://schemas.microsoft.com/office/drawing/2014/main" id="{60FF0FFF-A91B-41E8-8995-9D532497CF17}"/>
              </a:ext>
            </a:extLst>
          </p:cNvPr>
          <p:cNvSpPr>
            <a:spLocks noGrp="1"/>
          </p:cNvSpPr>
          <p:nvPr/>
        </p:nvSpPr>
        <p:spPr>
          <a:xfrm>
            <a:off x="4373563" y="5238750"/>
            <a:ext cx="34925" cy="547688"/>
          </a:xfrm>
          <a:prstGeom prst="rect">
            <a:avLst/>
          </a:prstGeom>
          <a:solidFill>
            <a:srgbClr val="1D4ED8"/>
          </a:solidFill>
          <a:ln w="13097">
            <a:solidFill>
              <a:srgbClr val="172B4D"/>
            </a:solidFill>
          </a:ln>
        </p:spPr>
      </p:sp>
      <p:sp>
        <p:nvSpPr>
          <p:cNvPr id="652" name="object-652">
            <a:extLst>
              <a:ext uri="{FF2B5EF4-FFF2-40B4-BE49-F238E27FC236}">
                <a16:creationId xmlns:a16="http://schemas.microsoft.com/office/drawing/2014/main" id="{D6B601AC-A7D2-4DA4-B5AC-E3F6209AA9BE}"/>
              </a:ext>
            </a:extLst>
          </p:cNvPr>
          <p:cNvSpPr>
            <a:spLocks noGrp="1"/>
          </p:cNvSpPr>
          <p:nvPr/>
        </p:nvSpPr>
        <p:spPr>
          <a:xfrm>
            <a:off x="4408488" y="5238750"/>
            <a:ext cx="34925" cy="547688"/>
          </a:xfrm>
          <a:prstGeom prst="rect">
            <a:avLst/>
          </a:prstGeom>
          <a:solidFill>
            <a:srgbClr val="1D4ED8"/>
          </a:solidFill>
          <a:ln w="13097">
            <a:solidFill>
              <a:srgbClr val="172B4D"/>
            </a:solidFill>
          </a:ln>
        </p:spPr>
      </p:sp>
      <p:sp>
        <p:nvSpPr>
          <p:cNvPr id="653" name="object-653">
            <a:extLst>
              <a:ext uri="{FF2B5EF4-FFF2-40B4-BE49-F238E27FC236}">
                <a16:creationId xmlns:a16="http://schemas.microsoft.com/office/drawing/2014/main" id="{573280C8-03AD-4A24-85D1-F7413DFF1334}"/>
              </a:ext>
            </a:extLst>
          </p:cNvPr>
          <p:cNvSpPr>
            <a:spLocks noGrp="1"/>
          </p:cNvSpPr>
          <p:nvPr/>
        </p:nvSpPr>
        <p:spPr>
          <a:xfrm>
            <a:off x="4443413" y="5238750"/>
            <a:ext cx="34925" cy="547688"/>
          </a:xfrm>
          <a:prstGeom prst="rect">
            <a:avLst/>
          </a:prstGeom>
          <a:solidFill>
            <a:srgbClr val="1D4ED8"/>
          </a:solidFill>
          <a:ln w="13097">
            <a:solidFill>
              <a:srgbClr val="172B4D"/>
            </a:solidFill>
          </a:ln>
        </p:spPr>
      </p:sp>
      <p:sp>
        <p:nvSpPr>
          <p:cNvPr id="654" name="object-654">
            <a:extLst>
              <a:ext uri="{FF2B5EF4-FFF2-40B4-BE49-F238E27FC236}">
                <a16:creationId xmlns:a16="http://schemas.microsoft.com/office/drawing/2014/main" id="{14521A8A-A044-4C25-A8A2-8426C6615583}"/>
              </a:ext>
            </a:extLst>
          </p:cNvPr>
          <p:cNvSpPr>
            <a:spLocks noGrp="1"/>
          </p:cNvSpPr>
          <p:nvPr/>
        </p:nvSpPr>
        <p:spPr>
          <a:xfrm>
            <a:off x="4478338" y="5238750"/>
            <a:ext cx="34925" cy="547688"/>
          </a:xfrm>
          <a:prstGeom prst="rect">
            <a:avLst/>
          </a:prstGeom>
          <a:solidFill>
            <a:srgbClr val="1D4ED8"/>
          </a:solidFill>
          <a:ln w="13097">
            <a:solidFill>
              <a:srgbClr val="172B4D"/>
            </a:solidFill>
          </a:ln>
        </p:spPr>
      </p:sp>
      <p:sp>
        <p:nvSpPr>
          <p:cNvPr id="655" name="object-655">
            <a:extLst>
              <a:ext uri="{FF2B5EF4-FFF2-40B4-BE49-F238E27FC236}">
                <a16:creationId xmlns:a16="http://schemas.microsoft.com/office/drawing/2014/main" id="{A35A4C8B-4D5E-441A-9672-0172CCA8EF69}"/>
              </a:ext>
            </a:extLst>
          </p:cNvPr>
          <p:cNvSpPr>
            <a:spLocks noGrp="1"/>
          </p:cNvSpPr>
          <p:nvPr/>
        </p:nvSpPr>
        <p:spPr>
          <a:xfrm>
            <a:off x="4513263" y="5238750"/>
            <a:ext cx="34925" cy="547688"/>
          </a:xfrm>
          <a:prstGeom prst="rect">
            <a:avLst/>
          </a:prstGeom>
          <a:solidFill>
            <a:srgbClr val="1D4ED8"/>
          </a:solidFill>
          <a:ln w="13097">
            <a:solidFill>
              <a:srgbClr val="172B4D"/>
            </a:solidFill>
          </a:ln>
        </p:spPr>
      </p:sp>
      <p:sp>
        <p:nvSpPr>
          <p:cNvPr id="656" name="object-656">
            <a:extLst>
              <a:ext uri="{FF2B5EF4-FFF2-40B4-BE49-F238E27FC236}">
                <a16:creationId xmlns:a16="http://schemas.microsoft.com/office/drawing/2014/main" id="{6D807B60-94EC-43B7-9ADB-E5966CE37B4E}"/>
              </a:ext>
            </a:extLst>
          </p:cNvPr>
          <p:cNvSpPr>
            <a:spLocks noGrp="1"/>
          </p:cNvSpPr>
          <p:nvPr/>
        </p:nvSpPr>
        <p:spPr>
          <a:xfrm>
            <a:off x="4548188" y="5238750"/>
            <a:ext cx="34925" cy="547688"/>
          </a:xfrm>
          <a:prstGeom prst="rect">
            <a:avLst/>
          </a:prstGeom>
          <a:solidFill>
            <a:srgbClr val="1D4ED8"/>
          </a:solidFill>
          <a:ln w="13097">
            <a:solidFill>
              <a:srgbClr val="172B4D"/>
            </a:solidFill>
          </a:ln>
        </p:spPr>
      </p:sp>
      <p:sp>
        <p:nvSpPr>
          <p:cNvPr id="657" name="object-657">
            <a:extLst>
              <a:ext uri="{FF2B5EF4-FFF2-40B4-BE49-F238E27FC236}">
                <a16:creationId xmlns:a16="http://schemas.microsoft.com/office/drawing/2014/main" id="{079FB6E7-CFD3-4208-9661-2045D90EC5B2}"/>
              </a:ext>
            </a:extLst>
          </p:cNvPr>
          <p:cNvSpPr>
            <a:spLocks noGrp="1"/>
          </p:cNvSpPr>
          <p:nvPr/>
        </p:nvSpPr>
        <p:spPr>
          <a:xfrm>
            <a:off x="4583113" y="5238750"/>
            <a:ext cx="34925" cy="547688"/>
          </a:xfrm>
          <a:prstGeom prst="rect">
            <a:avLst/>
          </a:prstGeom>
          <a:solidFill>
            <a:srgbClr val="1D4ED8"/>
          </a:solidFill>
          <a:ln w="13097">
            <a:solidFill>
              <a:srgbClr val="172B4D"/>
            </a:solidFill>
          </a:ln>
        </p:spPr>
      </p:sp>
      <p:sp>
        <p:nvSpPr>
          <p:cNvPr id="658" name="object-658">
            <a:extLst>
              <a:ext uri="{FF2B5EF4-FFF2-40B4-BE49-F238E27FC236}">
                <a16:creationId xmlns:a16="http://schemas.microsoft.com/office/drawing/2014/main" id="{08699E6D-E16D-4823-8D50-3AEF3232127E}"/>
              </a:ext>
            </a:extLst>
          </p:cNvPr>
          <p:cNvSpPr>
            <a:spLocks noGrp="1"/>
          </p:cNvSpPr>
          <p:nvPr/>
        </p:nvSpPr>
        <p:spPr>
          <a:xfrm>
            <a:off x="4618038" y="5238750"/>
            <a:ext cx="34925" cy="547688"/>
          </a:xfrm>
          <a:prstGeom prst="rect">
            <a:avLst/>
          </a:prstGeom>
          <a:solidFill>
            <a:srgbClr val="1D4ED8"/>
          </a:solidFill>
          <a:ln w="13097">
            <a:solidFill>
              <a:srgbClr val="172B4D"/>
            </a:solidFill>
          </a:ln>
        </p:spPr>
      </p:sp>
      <p:sp>
        <p:nvSpPr>
          <p:cNvPr id="659" name="object-659">
            <a:extLst>
              <a:ext uri="{FF2B5EF4-FFF2-40B4-BE49-F238E27FC236}">
                <a16:creationId xmlns:a16="http://schemas.microsoft.com/office/drawing/2014/main" id="{FFFE1F07-45B3-4EAD-9676-C5D69D90F9EA}"/>
              </a:ext>
            </a:extLst>
          </p:cNvPr>
          <p:cNvSpPr>
            <a:spLocks noGrp="1"/>
          </p:cNvSpPr>
          <p:nvPr/>
        </p:nvSpPr>
        <p:spPr>
          <a:xfrm>
            <a:off x="4652963" y="5238750"/>
            <a:ext cx="34925" cy="547688"/>
          </a:xfrm>
          <a:prstGeom prst="rect">
            <a:avLst/>
          </a:prstGeom>
          <a:solidFill>
            <a:srgbClr val="1D4ED8"/>
          </a:solidFill>
          <a:ln w="13097">
            <a:solidFill>
              <a:srgbClr val="172B4D"/>
            </a:solidFill>
          </a:ln>
        </p:spPr>
      </p:sp>
      <p:sp>
        <p:nvSpPr>
          <p:cNvPr id="660" name="object-660">
            <a:extLst>
              <a:ext uri="{FF2B5EF4-FFF2-40B4-BE49-F238E27FC236}">
                <a16:creationId xmlns:a16="http://schemas.microsoft.com/office/drawing/2014/main" id="{773DFF6C-8D69-4D0D-B59C-CAE3DEE1E852}"/>
              </a:ext>
            </a:extLst>
          </p:cNvPr>
          <p:cNvSpPr>
            <a:spLocks noGrp="1"/>
          </p:cNvSpPr>
          <p:nvPr/>
        </p:nvSpPr>
        <p:spPr>
          <a:xfrm>
            <a:off x="4687888" y="5238750"/>
            <a:ext cx="34925" cy="547688"/>
          </a:xfrm>
          <a:prstGeom prst="rect">
            <a:avLst/>
          </a:prstGeom>
          <a:solidFill>
            <a:srgbClr val="1D4ED8"/>
          </a:solidFill>
          <a:ln w="13097">
            <a:solidFill>
              <a:srgbClr val="172B4D"/>
            </a:solidFill>
          </a:ln>
        </p:spPr>
      </p:sp>
      <p:sp>
        <p:nvSpPr>
          <p:cNvPr id="661" name="object-661">
            <a:extLst>
              <a:ext uri="{FF2B5EF4-FFF2-40B4-BE49-F238E27FC236}">
                <a16:creationId xmlns:a16="http://schemas.microsoft.com/office/drawing/2014/main" id="{FD2E784B-3905-46EF-BB98-C2DA2C1569A2}"/>
              </a:ext>
            </a:extLst>
          </p:cNvPr>
          <p:cNvSpPr>
            <a:spLocks noGrp="1"/>
          </p:cNvSpPr>
          <p:nvPr/>
        </p:nvSpPr>
        <p:spPr>
          <a:xfrm>
            <a:off x="4722812" y="5238750"/>
            <a:ext cx="34925" cy="547688"/>
          </a:xfrm>
          <a:prstGeom prst="rect">
            <a:avLst/>
          </a:prstGeom>
          <a:solidFill>
            <a:srgbClr val="1D4ED8"/>
          </a:solidFill>
          <a:ln w="13097">
            <a:solidFill>
              <a:srgbClr val="172B4D"/>
            </a:solidFill>
          </a:ln>
        </p:spPr>
      </p:sp>
      <p:sp>
        <p:nvSpPr>
          <p:cNvPr id="662" name="object-662">
            <a:extLst>
              <a:ext uri="{FF2B5EF4-FFF2-40B4-BE49-F238E27FC236}">
                <a16:creationId xmlns:a16="http://schemas.microsoft.com/office/drawing/2014/main" id="{C88F80B2-B7B5-47E4-9F84-2678A2E8C71E}"/>
              </a:ext>
            </a:extLst>
          </p:cNvPr>
          <p:cNvSpPr>
            <a:spLocks noGrp="1"/>
          </p:cNvSpPr>
          <p:nvPr/>
        </p:nvSpPr>
        <p:spPr>
          <a:xfrm>
            <a:off x="4757738" y="5238750"/>
            <a:ext cx="34925" cy="547688"/>
          </a:xfrm>
          <a:prstGeom prst="rect">
            <a:avLst/>
          </a:prstGeom>
          <a:solidFill>
            <a:srgbClr val="1D4ED8"/>
          </a:solidFill>
          <a:ln w="13097">
            <a:solidFill>
              <a:srgbClr val="172B4D"/>
            </a:solidFill>
          </a:ln>
        </p:spPr>
      </p:sp>
      <p:sp>
        <p:nvSpPr>
          <p:cNvPr id="663" name="object-663">
            <a:extLst>
              <a:ext uri="{FF2B5EF4-FFF2-40B4-BE49-F238E27FC236}">
                <a16:creationId xmlns:a16="http://schemas.microsoft.com/office/drawing/2014/main" id="{3F4009BD-58FE-4EBC-AED6-C61A1F9A6362}"/>
              </a:ext>
            </a:extLst>
          </p:cNvPr>
          <p:cNvSpPr>
            <a:spLocks noGrp="1"/>
          </p:cNvSpPr>
          <p:nvPr/>
        </p:nvSpPr>
        <p:spPr>
          <a:xfrm>
            <a:off x="4792663" y="5238750"/>
            <a:ext cx="34925" cy="547688"/>
          </a:xfrm>
          <a:prstGeom prst="rect">
            <a:avLst/>
          </a:prstGeom>
          <a:solidFill>
            <a:srgbClr val="1D4ED8"/>
          </a:solidFill>
          <a:ln w="13097">
            <a:solidFill>
              <a:srgbClr val="172B4D"/>
            </a:solidFill>
          </a:ln>
        </p:spPr>
      </p:sp>
      <p:sp>
        <p:nvSpPr>
          <p:cNvPr id="664" name="object-664">
            <a:extLst>
              <a:ext uri="{FF2B5EF4-FFF2-40B4-BE49-F238E27FC236}">
                <a16:creationId xmlns:a16="http://schemas.microsoft.com/office/drawing/2014/main" id="{C24B1CE8-9AF9-4F83-BA0B-621978696405}"/>
              </a:ext>
            </a:extLst>
          </p:cNvPr>
          <p:cNvSpPr>
            <a:spLocks noGrp="1"/>
          </p:cNvSpPr>
          <p:nvPr/>
        </p:nvSpPr>
        <p:spPr>
          <a:xfrm>
            <a:off x="4827588" y="5238750"/>
            <a:ext cx="34925" cy="547688"/>
          </a:xfrm>
          <a:prstGeom prst="rect">
            <a:avLst/>
          </a:prstGeom>
          <a:solidFill>
            <a:srgbClr val="1D4ED8"/>
          </a:solidFill>
          <a:ln w="13097">
            <a:solidFill>
              <a:srgbClr val="172B4D"/>
            </a:solidFill>
          </a:ln>
        </p:spPr>
      </p:sp>
      <p:sp>
        <p:nvSpPr>
          <p:cNvPr id="665" name="object-665">
            <a:extLst>
              <a:ext uri="{FF2B5EF4-FFF2-40B4-BE49-F238E27FC236}">
                <a16:creationId xmlns:a16="http://schemas.microsoft.com/office/drawing/2014/main" id="{1D56152F-0D7E-450A-8C6D-5ADCD1547FAE}"/>
              </a:ext>
            </a:extLst>
          </p:cNvPr>
          <p:cNvSpPr>
            <a:spLocks noGrp="1"/>
          </p:cNvSpPr>
          <p:nvPr/>
        </p:nvSpPr>
        <p:spPr>
          <a:xfrm>
            <a:off x="4862513" y="5238750"/>
            <a:ext cx="34925" cy="547688"/>
          </a:xfrm>
          <a:prstGeom prst="rect">
            <a:avLst/>
          </a:prstGeom>
          <a:solidFill>
            <a:srgbClr val="1D4ED8"/>
          </a:solidFill>
          <a:ln w="13097">
            <a:solidFill>
              <a:srgbClr val="172B4D"/>
            </a:solidFill>
          </a:ln>
        </p:spPr>
      </p:sp>
      <p:sp>
        <p:nvSpPr>
          <p:cNvPr id="666" name="object-666">
            <a:extLst>
              <a:ext uri="{FF2B5EF4-FFF2-40B4-BE49-F238E27FC236}">
                <a16:creationId xmlns:a16="http://schemas.microsoft.com/office/drawing/2014/main" id="{A4760B66-1E14-434E-8F3B-CF32D29C94D5}"/>
              </a:ext>
            </a:extLst>
          </p:cNvPr>
          <p:cNvSpPr>
            <a:spLocks noGrp="1"/>
          </p:cNvSpPr>
          <p:nvPr/>
        </p:nvSpPr>
        <p:spPr>
          <a:xfrm>
            <a:off x="4897438" y="5238750"/>
            <a:ext cx="34925" cy="547688"/>
          </a:xfrm>
          <a:prstGeom prst="rect">
            <a:avLst/>
          </a:prstGeom>
          <a:solidFill>
            <a:srgbClr val="1D4ED8"/>
          </a:solidFill>
          <a:ln w="13097">
            <a:solidFill>
              <a:srgbClr val="172B4D"/>
            </a:solidFill>
          </a:ln>
        </p:spPr>
      </p:sp>
      <p:sp>
        <p:nvSpPr>
          <p:cNvPr id="667" name="object-667">
            <a:extLst>
              <a:ext uri="{FF2B5EF4-FFF2-40B4-BE49-F238E27FC236}">
                <a16:creationId xmlns:a16="http://schemas.microsoft.com/office/drawing/2014/main" id="{E380A02C-2D8C-4F19-8429-E0CBB0B8C7DD}"/>
              </a:ext>
            </a:extLst>
          </p:cNvPr>
          <p:cNvSpPr>
            <a:spLocks noGrp="1"/>
          </p:cNvSpPr>
          <p:nvPr/>
        </p:nvSpPr>
        <p:spPr>
          <a:xfrm>
            <a:off x="4932362" y="5238750"/>
            <a:ext cx="34925" cy="547688"/>
          </a:xfrm>
          <a:prstGeom prst="rect">
            <a:avLst/>
          </a:prstGeom>
          <a:solidFill>
            <a:srgbClr val="1D4ED8"/>
          </a:solidFill>
          <a:ln w="13097">
            <a:solidFill>
              <a:srgbClr val="172B4D"/>
            </a:solidFill>
          </a:ln>
        </p:spPr>
      </p:sp>
      <p:sp>
        <p:nvSpPr>
          <p:cNvPr id="668" name="object-668">
            <a:extLst>
              <a:ext uri="{FF2B5EF4-FFF2-40B4-BE49-F238E27FC236}">
                <a16:creationId xmlns:a16="http://schemas.microsoft.com/office/drawing/2014/main" id="{DFAB8EC7-6047-4B46-A539-C525127E80B6}"/>
              </a:ext>
            </a:extLst>
          </p:cNvPr>
          <p:cNvSpPr>
            <a:spLocks noGrp="1"/>
          </p:cNvSpPr>
          <p:nvPr/>
        </p:nvSpPr>
        <p:spPr>
          <a:xfrm>
            <a:off x="4967288" y="5238750"/>
            <a:ext cx="34925" cy="547688"/>
          </a:xfrm>
          <a:prstGeom prst="rect">
            <a:avLst/>
          </a:prstGeom>
          <a:solidFill>
            <a:srgbClr val="1D4ED8"/>
          </a:solidFill>
          <a:ln w="13097">
            <a:solidFill>
              <a:srgbClr val="172B4D"/>
            </a:solidFill>
          </a:ln>
        </p:spPr>
      </p:sp>
      <p:sp>
        <p:nvSpPr>
          <p:cNvPr id="669" name="object-669">
            <a:extLst>
              <a:ext uri="{FF2B5EF4-FFF2-40B4-BE49-F238E27FC236}">
                <a16:creationId xmlns:a16="http://schemas.microsoft.com/office/drawing/2014/main" id="{F0CD0A35-0587-488F-9B2F-2A101A8AADFA}"/>
              </a:ext>
            </a:extLst>
          </p:cNvPr>
          <p:cNvSpPr>
            <a:spLocks noGrp="1"/>
          </p:cNvSpPr>
          <p:nvPr/>
        </p:nvSpPr>
        <p:spPr>
          <a:xfrm>
            <a:off x="5002213" y="5238750"/>
            <a:ext cx="34925" cy="547688"/>
          </a:xfrm>
          <a:prstGeom prst="rect">
            <a:avLst/>
          </a:prstGeom>
          <a:solidFill>
            <a:srgbClr val="1D4ED8"/>
          </a:solidFill>
          <a:ln w="13097">
            <a:solidFill>
              <a:srgbClr val="172B4D"/>
            </a:solidFill>
          </a:ln>
        </p:spPr>
      </p:sp>
      <p:sp>
        <p:nvSpPr>
          <p:cNvPr id="670" name="object-670">
            <a:extLst>
              <a:ext uri="{FF2B5EF4-FFF2-40B4-BE49-F238E27FC236}">
                <a16:creationId xmlns:a16="http://schemas.microsoft.com/office/drawing/2014/main" id="{256B1FC4-B5E5-499D-9948-F72B1FFB5880}"/>
              </a:ext>
            </a:extLst>
          </p:cNvPr>
          <p:cNvSpPr>
            <a:spLocks noGrp="1"/>
          </p:cNvSpPr>
          <p:nvPr/>
        </p:nvSpPr>
        <p:spPr>
          <a:xfrm>
            <a:off x="5037138" y="5238750"/>
            <a:ext cx="34925" cy="547688"/>
          </a:xfrm>
          <a:prstGeom prst="rect">
            <a:avLst/>
          </a:prstGeom>
          <a:solidFill>
            <a:srgbClr val="1D4ED8"/>
          </a:solidFill>
          <a:ln w="13097">
            <a:solidFill>
              <a:srgbClr val="172B4D"/>
            </a:solidFill>
          </a:ln>
        </p:spPr>
      </p:sp>
      <p:sp>
        <p:nvSpPr>
          <p:cNvPr id="671" name="object-671">
            <a:extLst>
              <a:ext uri="{FF2B5EF4-FFF2-40B4-BE49-F238E27FC236}">
                <a16:creationId xmlns:a16="http://schemas.microsoft.com/office/drawing/2014/main" id="{DDD9F4F9-912E-4DAD-94EA-326643767847}"/>
              </a:ext>
            </a:extLst>
          </p:cNvPr>
          <p:cNvSpPr>
            <a:spLocks noGrp="1"/>
          </p:cNvSpPr>
          <p:nvPr/>
        </p:nvSpPr>
        <p:spPr>
          <a:xfrm>
            <a:off x="5072063" y="5238750"/>
            <a:ext cx="34925" cy="547688"/>
          </a:xfrm>
          <a:prstGeom prst="rect">
            <a:avLst/>
          </a:prstGeom>
          <a:solidFill>
            <a:srgbClr val="1D4ED8"/>
          </a:solidFill>
          <a:ln w="13097">
            <a:solidFill>
              <a:srgbClr val="172B4D"/>
            </a:solidFill>
          </a:ln>
        </p:spPr>
      </p:sp>
      <p:sp>
        <p:nvSpPr>
          <p:cNvPr id="672" name="object-672">
            <a:extLst>
              <a:ext uri="{FF2B5EF4-FFF2-40B4-BE49-F238E27FC236}">
                <a16:creationId xmlns:a16="http://schemas.microsoft.com/office/drawing/2014/main" id="{DD6EE56F-661D-433D-A270-7838ABD758D4}"/>
              </a:ext>
            </a:extLst>
          </p:cNvPr>
          <p:cNvSpPr>
            <a:spLocks noGrp="1"/>
          </p:cNvSpPr>
          <p:nvPr/>
        </p:nvSpPr>
        <p:spPr>
          <a:xfrm>
            <a:off x="5106988" y="5238750"/>
            <a:ext cx="34925" cy="547688"/>
          </a:xfrm>
          <a:prstGeom prst="rect">
            <a:avLst/>
          </a:prstGeom>
          <a:solidFill>
            <a:srgbClr val="1D4ED8"/>
          </a:solidFill>
          <a:ln w="13097">
            <a:solidFill>
              <a:srgbClr val="172B4D"/>
            </a:solidFill>
          </a:ln>
        </p:spPr>
      </p:sp>
      <p:sp>
        <p:nvSpPr>
          <p:cNvPr id="673" name="object-673">
            <a:extLst>
              <a:ext uri="{FF2B5EF4-FFF2-40B4-BE49-F238E27FC236}">
                <a16:creationId xmlns:a16="http://schemas.microsoft.com/office/drawing/2014/main" id="{F5510E74-D364-4784-B121-F2D76141901D}"/>
              </a:ext>
            </a:extLst>
          </p:cNvPr>
          <p:cNvSpPr>
            <a:spLocks noGrp="1"/>
          </p:cNvSpPr>
          <p:nvPr/>
        </p:nvSpPr>
        <p:spPr>
          <a:xfrm>
            <a:off x="5141913" y="5238750"/>
            <a:ext cx="34925" cy="547688"/>
          </a:xfrm>
          <a:prstGeom prst="rect">
            <a:avLst/>
          </a:prstGeom>
          <a:solidFill>
            <a:srgbClr val="1D4ED8"/>
          </a:solidFill>
          <a:ln w="13097">
            <a:solidFill>
              <a:srgbClr val="172B4D"/>
            </a:solidFill>
          </a:ln>
        </p:spPr>
      </p:sp>
      <p:sp>
        <p:nvSpPr>
          <p:cNvPr id="674" name="object-674">
            <a:extLst>
              <a:ext uri="{FF2B5EF4-FFF2-40B4-BE49-F238E27FC236}">
                <a16:creationId xmlns:a16="http://schemas.microsoft.com/office/drawing/2014/main" id="{BA017037-CFF3-414D-8A5C-16D1892AE3BA}"/>
              </a:ext>
            </a:extLst>
          </p:cNvPr>
          <p:cNvSpPr>
            <a:spLocks noGrp="1"/>
          </p:cNvSpPr>
          <p:nvPr/>
        </p:nvSpPr>
        <p:spPr>
          <a:xfrm>
            <a:off x="5176838" y="5238750"/>
            <a:ext cx="34925" cy="547688"/>
          </a:xfrm>
          <a:prstGeom prst="rect">
            <a:avLst/>
          </a:prstGeom>
          <a:solidFill>
            <a:srgbClr val="1D4ED8"/>
          </a:solidFill>
          <a:ln w="13097">
            <a:solidFill>
              <a:srgbClr val="172B4D"/>
            </a:solidFill>
          </a:ln>
        </p:spPr>
      </p:sp>
      <p:sp>
        <p:nvSpPr>
          <p:cNvPr id="675" name="object-675">
            <a:extLst>
              <a:ext uri="{FF2B5EF4-FFF2-40B4-BE49-F238E27FC236}">
                <a16:creationId xmlns:a16="http://schemas.microsoft.com/office/drawing/2014/main" id="{84B54D83-00CB-4A90-AB6C-8C8A14688FF6}"/>
              </a:ext>
            </a:extLst>
          </p:cNvPr>
          <p:cNvSpPr>
            <a:spLocks noGrp="1"/>
          </p:cNvSpPr>
          <p:nvPr/>
        </p:nvSpPr>
        <p:spPr>
          <a:xfrm>
            <a:off x="5211763" y="5238750"/>
            <a:ext cx="34925" cy="547688"/>
          </a:xfrm>
          <a:prstGeom prst="rect">
            <a:avLst/>
          </a:prstGeom>
          <a:solidFill>
            <a:srgbClr val="1D4ED8"/>
          </a:solidFill>
          <a:ln w="13097">
            <a:solidFill>
              <a:srgbClr val="172B4D"/>
            </a:solidFill>
          </a:ln>
        </p:spPr>
      </p:sp>
      <p:sp>
        <p:nvSpPr>
          <p:cNvPr id="676" name="object-676">
            <a:extLst>
              <a:ext uri="{FF2B5EF4-FFF2-40B4-BE49-F238E27FC236}">
                <a16:creationId xmlns:a16="http://schemas.microsoft.com/office/drawing/2014/main" id="{3CE17D24-0E27-4162-9BE7-C7EC3FA4CD7C}"/>
              </a:ext>
            </a:extLst>
          </p:cNvPr>
          <p:cNvSpPr>
            <a:spLocks noGrp="1"/>
          </p:cNvSpPr>
          <p:nvPr/>
        </p:nvSpPr>
        <p:spPr>
          <a:xfrm>
            <a:off x="5246687" y="5238750"/>
            <a:ext cx="34925" cy="547688"/>
          </a:xfrm>
          <a:prstGeom prst="rect">
            <a:avLst/>
          </a:prstGeom>
          <a:solidFill>
            <a:srgbClr val="1D4ED8"/>
          </a:solidFill>
          <a:ln w="13097">
            <a:solidFill>
              <a:srgbClr val="172B4D"/>
            </a:solidFill>
          </a:ln>
        </p:spPr>
      </p:sp>
      <p:sp>
        <p:nvSpPr>
          <p:cNvPr id="677" name="object-677">
            <a:extLst>
              <a:ext uri="{FF2B5EF4-FFF2-40B4-BE49-F238E27FC236}">
                <a16:creationId xmlns:a16="http://schemas.microsoft.com/office/drawing/2014/main" id="{5244767B-8245-469E-AFE7-91D3BDBBC732}"/>
              </a:ext>
            </a:extLst>
          </p:cNvPr>
          <p:cNvSpPr>
            <a:spLocks noGrp="1"/>
          </p:cNvSpPr>
          <p:nvPr/>
        </p:nvSpPr>
        <p:spPr>
          <a:xfrm>
            <a:off x="5281613" y="5238750"/>
            <a:ext cx="34925" cy="547688"/>
          </a:xfrm>
          <a:prstGeom prst="rect">
            <a:avLst/>
          </a:prstGeom>
          <a:solidFill>
            <a:srgbClr val="1D4ED8"/>
          </a:solidFill>
          <a:ln w="13097">
            <a:solidFill>
              <a:srgbClr val="172B4D"/>
            </a:solidFill>
          </a:ln>
        </p:spPr>
      </p:sp>
      <p:sp>
        <p:nvSpPr>
          <p:cNvPr id="678" name="object-678">
            <a:extLst>
              <a:ext uri="{FF2B5EF4-FFF2-40B4-BE49-F238E27FC236}">
                <a16:creationId xmlns:a16="http://schemas.microsoft.com/office/drawing/2014/main" id="{FEE2C4D1-BB01-43D4-85D4-25921B6BBC16}"/>
              </a:ext>
            </a:extLst>
          </p:cNvPr>
          <p:cNvSpPr>
            <a:spLocks noGrp="1"/>
          </p:cNvSpPr>
          <p:nvPr/>
        </p:nvSpPr>
        <p:spPr>
          <a:xfrm>
            <a:off x="5316538" y="5238750"/>
            <a:ext cx="34925" cy="547688"/>
          </a:xfrm>
          <a:prstGeom prst="rect">
            <a:avLst/>
          </a:prstGeom>
          <a:solidFill>
            <a:srgbClr val="1D4ED8"/>
          </a:solidFill>
          <a:ln w="13097">
            <a:solidFill>
              <a:srgbClr val="172B4D"/>
            </a:solidFill>
          </a:ln>
        </p:spPr>
      </p:sp>
      <p:sp>
        <p:nvSpPr>
          <p:cNvPr id="679" name="object-679">
            <a:extLst>
              <a:ext uri="{FF2B5EF4-FFF2-40B4-BE49-F238E27FC236}">
                <a16:creationId xmlns:a16="http://schemas.microsoft.com/office/drawing/2014/main" id="{CAFFBB96-6A10-47F9-BE28-0F9DE76B16E0}"/>
              </a:ext>
            </a:extLst>
          </p:cNvPr>
          <p:cNvSpPr>
            <a:spLocks noGrp="1"/>
          </p:cNvSpPr>
          <p:nvPr/>
        </p:nvSpPr>
        <p:spPr>
          <a:xfrm>
            <a:off x="5351463" y="5238750"/>
            <a:ext cx="34925" cy="547688"/>
          </a:xfrm>
          <a:prstGeom prst="rect">
            <a:avLst/>
          </a:prstGeom>
          <a:solidFill>
            <a:srgbClr val="1D4ED8"/>
          </a:solidFill>
          <a:ln w="13097">
            <a:solidFill>
              <a:srgbClr val="172B4D"/>
            </a:solidFill>
          </a:ln>
        </p:spPr>
      </p:sp>
      <p:sp>
        <p:nvSpPr>
          <p:cNvPr id="680" name="object-680">
            <a:extLst>
              <a:ext uri="{FF2B5EF4-FFF2-40B4-BE49-F238E27FC236}">
                <a16:creationId xmlns:a16="http://schemas.microsoft.com/office/drawing/2014/main" id="{7CE1D78B-1AFD-4A9F-AF0A-DD8873F13A04}"/>
              </a:ext>
            </a:extLst>
          </p:cNvPr>
          <p:cNvSpPr>
            <a:spLocks noGrp="1"/>
          </p:cNvSpPr>
          <p:nvPr/>
        </p:nvSpPr>
        <p:spPr>
          <a:xfrm>
            <a:off x="5386388" y="5238750"/>
            <a:ext cx="34925" cy="547688"/>
          </a:xfrm>
          <a:prstGeom prst="rect">
            <a:avLst/>
          </a:prstGeom>
          <a:solidFill>
            <a:srgbClr val="1D4ED8"/>
          </a:solidFill>
          <a:ln w="13097">
            <a:solidFill>
              <a:srgbClr val="172B4D"/>
            </a:solidFill>
          </a:ln>
        </p:spPr>
      </p:sp>
      <p:sp>
        <p:nvSpPr>
          <p:cNvPr id="681" name="object-681">
            <a:extLst>
              <a:ext uri="{FF2B5EF4-FFF2-40B4-BE49-F238E27FC236}">
                <a16:creationId xmlns:a16="http://schemas.microsoft.com/office/drawing/2014/main" id="{8BC4AEC7-59FC-425F-8419-52F6E003699E}"/>
              </a:ext>
            </a:extLst>
          </p:cNvPr>
          <p:cNvSpPr>
            <a:spLocks noGrp="1"/>
          </p:cNvSpPr>
          <p:nvPr/>
        </p:nvSpPr>
        <p:spPr>
          <a:xfrm>
            <a:off x="5421313" y="5238750"/>
            <a:ext cx="34925" cy="547688"/>
          </a:xfrm>
          <a:prstGeom prst="rect">
            <a:avLst/>
          </a:prstGeom>
          <a:solidFill>
            <a:srgbClr val="1D4ED8"/>
          </a:solidFill>
          <a:ln w="13097">
            <a:solidFill>
              <a:srgbClr val="172B4D"/>
            </a:solidFill>
          </a:ln>
        </p:spPr>
      </p:sp>
      <p:sp>
        <p:nvSpPr>
          <p:cNvPr id="682" name="object-682">
            <a:extLst>
              <a:ext uri="{FF2B5EF4-FFF2-40B4-BE49-F238E27FC236}">
                <a16:creationId xmlns:a16="http://schemas.microsoft.com/office/drawing/2014/main" id="{284E8DEF-A2B7-4D39-B4BA-2514754EBA7C}"/>
              </a:ext>
            </a:extLst>
          </p:cNvPr>
          <p:cNvSpPr>
            <a:spLocks noGrp="1"/>
          </p:cNvSpPr>
          <p:nvPr/>
        </p:nvSpPr>
        <p:spPr>
          <a:xfrm>
            <a:off x="5456237" y="5238750"/>
            <a:ext cx="34925" cy="547688"/>
          </a:xfrm>
          <a:prstGeom prst="rect">
            <a:avLst/>
          </a:prstGeom>
          <a:solidFill>
            <a:srgbClr val="1D4ED8"/>
          </a:solidFill>
          <a:ln w="13097">
            <a:solidFill>
              <a:srgbClr val="172B4D"/>
            </a:solidFill>
          </a:ln>
        </p:spPr>
      </p:sp>
      <p:sp>
        <p:nvSpPr>
          <p:cNvPr id="683" name="object-683">
            <a:extLst>
              <a:ext uri="{FF2B5EF4-FFF2-40B4-BE49-F238E27FC236}">
                <a16:creationId xmlns:a16="http://schemas.microsoft.com/office/drawing/2014/main" id="{8B76B036-97A6-4320-BE03-770C006E8149}"/>
              </a:ext>
            </a:extLst>
          </p:cNvPr>
          <p:cNvSpPr>
            <a:spLocks noGrp="1"/>
          </p:cNvSpPr>
          <p:nvPr/>
        </p:nvSpPr>
        <p:spPr>
          <a:xfrm>
            <a:off x="5491163" y="5238750"/>
            <a:ext cx="34925" cy="547688"/>
          </a:xfrm>
          <a:prstGeom prst="rect">
            <a:avLst/>
          </a:prstGeom>
          <a:solidFill>
            <a:srgbClr val="1D4ED8"/>
          </a:solidFill>
          <a:ln w="13097">
            <a:solidFill>
              <a:srgbClr val="172B4D"/>
            </a:solidFill>
          </a:ln>
        </p:spPr>
      </p:sp>
      <p:sp>
        <p:nvSpPr>
          <p:cNvPr id="684" name="object-684">
            <a:extLst>
              <a:ext uri="{FF2B5EF4-FFF2-40B4-BE49-F238E27FC236}">
                <a16:creationId xmlns:a16="http://schemas.microsoft.com/office/drawing/2014/main" id="{7A60CA38-C1D5-4082-8E24-C4B58D0E4CF7}"/>
              </a:ext>
            </a:extLst>
          </p:cNvPr>
          <p:cNvSpPr>
            <a:spLocks noGrp="1"/>
          </p:cNvSpPr>
          <p:nvPr/>
        </p:nvSpPr>
        <p:spPr>
          <a:xfrm>
            <a:off x="5526088" y="5238750"/>
            <a:ext cx="34925" cy="547688"/>
          </a:xfrm>
          <a:prstGeom prst="rect">
            <a:avLst/>
          </a:prstGeom>
          <a:solidFill>
            <a:srgbClr val="1D4ED8"/>
          </a:solidFill>
          <a:ln w="13097">
            <a:solidFill>
              <a:srgbClr val="172B4D"/>
            </a:solidFill>
          </a:ln>
        </p:spPr>
      </p:sp>
      <p:sp>
        <p:nvSpPr>
          <p:cNvPr id="685" name="object-685">
            <a:extLst>
              <a:ext uri="{FF2B5EF4-FFF2-40B4-BE49-F238E27FC236}">
                <a16:creationId xmlns:a16="http://schemas.microsoft.com/office/drawing/2014/main" id="{0B0E1F31-6B8F-4E63-B77F-E68739B3012E}"/>
              </a:ext>
            </a:extLst>
          </p:cNvPr>
          <p:cNvSpPr>
            <a:spLocks noGrp="1"/>
          </p:cNvSpPr>
          <p:nvPr/>
        </p:nvSpPr>
        <p:spPr>
          <a:xfrm>
            <a:off x="5561013" y="5238750"/>
            <a:ext cx="34925" cy="547688"/>
          </a:xfrm>
          <a:prstGeom prst="rect">
            <a:avLst/>
          </a:prstGeom>
          <a:solidFill>
            <a:srgbClr val="1D4ED8"/>
          </a:solidFill>
          <a:ln w="13097">
            <a:solidFill>
              <a:srgbClr val="172B4D"/>
            </a:solidFill>
          </a:ln>
        </p:spPr>
      </p:sp>
      <p:sp>
        <p:nvSpPr>
          <p:cNvPr id="686" name="object-686">
            <a:extLst>
              <a:ext uri="{FF2B5EF4-FFF2-40B4-BE49-F238E27FC236}">
                <a16:creationId xmlns:a16="http://schemas.microsoft.com/office/drawing/2014/main" id="{B92613C0-AF78-433D-BED4-7FA11F5BBAD1}"/>
              </a:ext>
            </a:extLst>
          </p:cNvPr>
          <p:cNvSpPr>
            <a:spLocks noGrp="1"/>
          </p:cNvSpPr>
          <p:nvPr/>
        </p:nvSpPr>
        <p:spPr>
          <a:xfrm>
            <a:off x="5595938" y="5238750"/>
            <a:ext cx="34925" cy="547688"/>
          </a:xfrm>
          <a:prstGeom prst="rect">
            <a:avLst/>
          </a:prstGeom>
          <a:solidFill>
            <a:srgbClr val="1D4ED8"/>
          </a:solidFill>
          <a:ln w="13097">
            <a:solidFill>
              <a:srgbClr val="172B4D"/>
            </a:solidFill>
          </a:ln>
        </p:spPr>
      </p:sp>
      <p:sp>
        <p:nvSpPr>
          <p:cNvPr id="687" name="object-687">
            <a:extLst>
              <a:ext uri="{FF2B5EF4-FFF2-40B4-BE49-F238E27FC236}">
                <a16:creationId xmlns:a16="http://schemas.microsoft.com/office/drawing/2014/main" id="{C0C42180-D131-474E-A6C7-C8A15AB1EB29}"/>
              </a:ext>
            </a:extLst>
          </p:cNvPr>
          <p:cNvSpPr>
            <a:spLocks noGrp="1"/>
          </p:cNvSpPr>
          <p:nvPr/>
        </p:nvSpPr>
        <p:spPr>
          <a:xfrm>
            <a:off x="5630863" y="5238750"/>
            <a:ext cx="34925" cy="547688"/>
          </a:xfrm>
          <a:prstGeom prst="rect">
            <a:avLst/>
          </a:prstGeom>
          <a:solidFill>
            <a:srgbClr val="1D4ED8"/>
          </a:solidFill>
          <a:ln w="13097">
            <a:solidFill>
              <a:srgbClr val="172B4D"/>
            </a:solidFill>
          </a:ln>
        </p:spPr>
      </p:sp>
      <p:sp>
        <p:nvSpPr>
          <p:cNvPr id="688" name="object-688">
            <a:extLst>
              <a:ext uri="{FF2B5EF4-FFF2-40B4-BE49-F238E27FC236}">
                <a16:creationId xmlns:a16="http://schemas.microsoft.com/office/drawing/2014/main" id="{D79E2C21-A6E7-4D75-8595-1AC97A058800}"/>
              </a:ext>
            </a:extLst>
          </p:cNvPr>
          <p:cNvSpPr>
            <a:spLocks noGrp="1"/>
          </p:cNvSpPr>
          <p:nvPr/>
        </p:nvSpPr>
        <p:spPr>
          <a:xfrm>
            <a:off x="5665788" y="5238750"/>
            <a:ext cx="34925" cy="547688"/>
          </a:xfrm>
          <a:prstGeom prst="rect">
            <a:avLst/>
          </a:prstGeom>
          <a:solidFill>
            <a:srgbClr val="1D4ED8"/>
          </a:solidFill>
          <a:ln w="13097">
            <a:solidFill>
              <a:srgbClr val="172B4D"/>
            </a:solidFill>
          </a:ln>
        </p:spPr>
      </p:sp>
      <p:sp>
        <p:nvSpPr>
          <p:cNvPr id="689" name="object-689">
            <a:extLst>
              <a:ext uri="{FF2B5EF4-FFF2-40B4-BE49-F238E27FC236}">
                <a16:creationId xmlns:a16="http://schemas.microsoft.com/office/drawing/2014/main" id="{076482C1-834F-45F6-9857-59B7AC9832D1}"/>
              </a:ext>
            </a:extLst>
          </p:cNvPr>
          <p:cNvSpPr>
            <a:spLocks noGrp="1"/>
          </p:cNvSpPr>
          <p:nvPr/>
        </p:nvSpPr>
        <p:spPr>
          <a:xfrm>
            <a:off x="5700713" y="5238750"/>
            <a:ext cx="34925" cy="547688"/>
          </a:xfrm>
          <a:prstGeom prst="rect">
            <a:avLst/>
          </a:prstGeom>
          <a:solidFill>
            <a:srgbClr val="1D4ED8"/>
          </a:solidFill>
          <a:ln w="13097">
            <a:solidFill>
              <a:srgbClr val="172B4D"/>
            </a:solidFill>
          </a:ln>
        </p:spPr>
      </p:sp>
      <p:sp>
        <p:nvSpPr>
          <p:cNvPr id="690" name="object-690">
            <a:extLst>
              <a:ext uri="{FF2B5EF4-FFF2-40B4-BE49-F238E27FC236}">
                <a16:creationId xmlns:a16="http://schemas.microsoft.com/office/drawing/2014/main" id="{28259F96-5E55-4F74-8C28-C8E1DF901C23}"/>
              </a:ext>
            </a:extLst>
          </p:cNvPr>
          <p:cNvSpPr>
            <a:spLocks noGrp="1"/>
          </p:cNvSpPr>
          <p:nvPr/>
        </p:nvSpPr>
        <p:spPr>
          <a:xfrm>
            <a:off x="5735638" y="5238750"/>
            <a:ext cx="34925" cy="547688"/>
          </a:xfrm>
          <a:prstGeom prst="rect">
            <a:avLst/>
          </a:prstGeom>
          <a:solidFill>
            <a:srgbClr val="1D4ED8"/>
          </a:solidFill>
          <a:ln w="13097">
            <a:solidFill>
              <a:srgbClr val="172B4D"/>
            </a:solidFill>
          </a:ln>
        </p:spPr>
      </p:sp>
      <p:sp>
        <p:nvSpPr>
          <p:cNvPr id="691" name="object-691">
            <a:extLst>
              <a:ext uri="{FF2B5EF4-FFF2-40B4-BE49-F238E27FC236}">
                <a16:creationId xmlns:a16="http://schemas.microsoft.com/office/drawing/2014/main" id="{483DCC53-2A43-4F5B-9D13-D99EDC9A7DF5}"/>
              </a:ext>
            </a:extLst>
          </p:cNvPr>
          <p:cNvSpPr>
            <a:spLocks noGrp="1"/>
          </p:cNvSpPr>
          <p:nvPr/>
        </p:nvSpPr>
        <p:spPr>
          <a:xfrm>
            <a:off x="5770562" y="5238750"/>
            <a:ext cx="34925" cy="547688"/>
          </a:xfrm>
          <a:prstGeom prst="rect">
            <a:avLst/>
          </a:prstGeom>
          <a:solidFill>
            <a:srgbClr val="1D4ED8"/>
          </a:solidFill>
          <a:ln w="13097">
            <a:solidFill>
              <a:srgbClr val="172B4D"/>
            </a:solidFill>
          </a:ln>
        </p:spPr>
      </p:sp>
      <p:sp>
        <p:nvSpPr>
          <p:cNvPr id="692" name="object-692">
            <a:extLst>
              <a:ext uri="{FF2B5EF4-FFF2-40B4-BE49-F238E27FC236}">
                <a16:creationId xmlns:a16="http://schemas.microsoft.com/office/drawing/2014/main" id="{68539E92-C099-4B16-AE6A-E076966485DB}"/>
              </a:ext>
            </a:extLst>
          </p:cNvPr>
          <p:cNvSpPr>
            <a:spLocks noGrp="1"/>
          </p:cNvSpPr>
          <p:nvPr/>
        </p:nvSpPr>
        <p:spPr>
          <a:xfrm>
            <a:off x="5805488" y="5238750"/>
            <a:ext cx="34925" cy="547688"/>
          </a:xfrm>
          <a:prstGeom prst="rect">
            <a:avLst/>
          </a:prstGeom>
          <a:solidFill>
            <a:srgbClr val="1D4ED8"/>
          </a:solidFill>
          <a:ln w="13097">
            <a:solidFill>
              <a:srgbClr val="172B4D"/>
            </a:solidFill>
          </a:ln>
        </p:spPr>
      </p:sp>
      <p:sp>
        <p:nvSpPr>
          <p:cNvPr id="693" name="object-693">
            <a:extLst>
              <a:ext uri="{FF2B5EF4-FFF2-40B4-BE49-F238E27FC236}">
                <a16:creationId xmlns:a16="http://schemas.microsoft.com/office/drawing/2014/main" id="{45A4AF45-AE1F-4991-AE0E-F3415436FBE4}"/>
              </a:ext>
            </a:extLst>
          </p:cNvPr>
          <p:cNvSpPr>
            <a:spLocks noGrp="1"/>
          </p:cNvSpPr>
          <p:nvPr/>
        </p:nvSpPr>
        <p:spPr>
          <a:xfrm>
            <a:off x="5840413" y="5238750"/>
            <a:ext cx="34925" cy="547688"/>
          </a:xfrm>
          <a:prstGeom prst="rect">
            <a:avLst/>
          </a:prstGeom>
          <a:solidFill>
            <a:srgbClr val="1D4ED8"/>
          </a:solidFill>
          <a:ln w="13097">
            <a:solidFill>
              <a:srgbClr val="172B4D"/>
            </a:solidFill>
          </a:ln>
        </p:spPr>
      </p:sp>
      <p:sp>
        <p:nvSpPr>
          <p:cNvPr id="694" name="object-694">
            <a:extLst>
              <a:ext uri="{FF2B5EF4-FFF2-40B4-BE49-F238E27FC236}">
                <a16:creationId xmlns:a16="http://schemas.microsoft.com/office/drawing/2014/main" id="{D389CA70-3951-43FC-B906-517B9A147EFB}"/>
              </a:ext>
            </a:extLst>
          </p:cNvPr>
          <p:cNvSpPr>
            <a:spLocks noGrp="1"/>
          </p:cNvSpPr>
          <p:nvPr/>
        </p:nvSpPr>
        <p:spPr>
          <a:xfrm>
            <a:off x="5875338" y="5238750"/>
            <a:ext cx="34925" cy="547688"/>
          </a:xfrm>
          <a:prstGeom prst="rect">
            <a:avLst/>
          </a:prstGeom>
          <a:solidFill>
            <a:srgbClr val="1D4ED8"/>
          </a:solidFill>
          <a:ln w="13097">
            <a:solidFill>
              <a:srgbClr val="172B4D"/>
            </a:solidFill>
          </a:ln>
        </p:spPr>
      </p:sp>
      <p:sp>
        <p:nvSpPr>
          <p:cNvPr id="695" name="object-695">
            <a:extLst>
              <a:ext uri="{FF2B5EF4-FFF2-40B4-BE49-F238E27FC236}">
                <a16:creationId xmlns:a16="http://schemas.microsoft.com/office/drawing/2014/main" id="{0E67C99D-A978-48F5-A639-1B5D9692AD84}"/>
              </a:ext>
            </a:extLst>
          </p:cNvPr>
          <p:cNvSpPr>
            <a:spLocks noGrp="1"/>
          </p:cNvSpPr>
          <p:nvPr/>
        </p:nvSpPr>
        <p:spPr>
          <a:xfrm>
            <a:off x="5910263" y="5238750"/>
            <a:ext cx="34925" cy="547688"/>
          </a:xfrm>
          <a:prstGeom prst="rect">
            <a:avLst/>
          </a:prstGeom>
          <a:solidFill>
            <a:srgbClr val="1D4ED8"/>
          </a:solidFill>
          <a:ln w="13097">
            <a:solidFill>
              <a:srgbClr val="172B4D"/>
            </a:solidFill>
          </a:ln>
        </p:spPr>
      </p:sp>
      <p:sp>
        <p:nvSpPr>
          <p:cNvPr id="696" name="object-696">
            <a:extLst>
              <a:ext uri="{FF2B5EF4-FFF2-40B4-BE49-F238E27FC236}">
                <a16:creationId xmlns:a16="http://schemas.microsoft.com/office/drawing/2014/main" id="{F855904E-8C1C-4415-9AED-D838DAEE6766}"/>
              </a:ext>
            </a:extLst>
          </p:cNvPr>
          <p:cNvSpPr>
            <a:spLocks noGrp="1"/>
          </p:cNvSpPr>
          <p:nvPr/>
        </p:nvSpPr>
        <p:spPr>
          <a:xfrm>
            <a:off x="5945188" y="5238750"/>
            <a:ext cx="34925" cy="547688"/>
          </a:xfrm>
          <a:prstGeom prst="rect">
            <a:avLst/>
          </a:prstGeom>
          <a:solidFill>
            <a:srgbClr val="1D4ED8"/>
          </a:solidFill>
          <a:ln w="13097">
            <a:solidFill>
              <a:srgbClr val="172B4D"/>
            </a:solidFill>
          </a:ln>
        </p:spPr>
      </p:sp>
      <p:sp>
        <p:nvSpPr>
          <p:cNvPr id="697" name="object-697">
            <a:extLst>
              <a:ext uri="{FF2B5EF4-FFF2-40B4-BE49-F238E27FC236}">
                <a16:creationId xmlns:a16="http://schemas.microsoft.com/office/drawing/2014/main" id="{69053E5C-A215-4770-8504-D81DE6E53F30}"/>
              </a:ext>
            </a:extLst>
          </p:cNvPr>
          <p:cNvSpPr>
            <a:spLocks noGrp="1"/>
          </p:cNvSpPr>
          <p:nvPr/>
        </p:nvSpPr>
        <p:spPr>
          <a:xfrm>
            <a:off x="5980112" y="5238750"/>
            <a:ext cx="34925" cy="547688"/>
          </a:xfrm>
          <a:prstGeom prst="rect">
            <a:avLst/>
          </a:prstGeom>
          <a:solidFill>
            <a:srgbClr val="1D4ED8"/>
          </a:solidFill>
          <a:ln w="13097">
            <a:solidFill>
              <a:srgbClr val="172B4D"/>
            </a:solidFill>
          </a:ln>
        </p:spPr>
      </p:sp>
      <p:sp>
        <p:nvSpPr>
          <p:cNvPr id="698" name="object-698">
            <a:extLst>
              <a:ext uri="{FF2B5EF4-FFF2-40B4-BE49-F238E27FC236}">
                <a16:creationId xmlns:a16="http://schemas.microsoft.com/office/drawing/2014/main" id="{D9B39316-DB86-498D-8D71-8B75B3B8BE18}"/>
              </a:ext>
            </a:extLst>
          </p:cNvPr>
          <p:cNvSpPr>
            <a:spLocks noGrp="1"/>
          </p:cNvSpPr>
          <p:nvPr/>
        </p:nvSpPr>
        <p:spPr>
          <a:xfrm>
            <a:off x="6015038" y="5238750"/>
            <a:ext cx="34925" cy="547688"/>
          </a:xfrm>
          <a:prstGeom prst="rect">
            <a:avLst/>
          </a:prstGeom>
          <a:solidFill>
            <a:srgbClr val="1D4ED8"/>
          </a:solidFill>
          <a:ln w="13097">
            <a:solidFill>
              <a:srgbClr val="172B4D"/>
            </a:solidFill>
          </a:ln>
        </p:spPr>
      </p:sp>
      <p:sp>
        <p:nvSpPr>
          <p:cNvPr id="699" name="object-699">
            <a:extLst>
              <a:ext uri="{FF2B5EF4-FFF2-40B4-BE49-F238E27FC236}">
                <a16:creationId xmlns:a16="http://schemas.microsoft.com/office/drawing/2014/main" id="{67435E69-1B21-4CBA-86BF-CBFAF5DC6AB3}"/>
              </a:ext>
            </a:extLst>
          </p:cNvPr>
          <p:cNvSpPr>
            <a:spLocks noGrp="1"/>
          </p:cNvSpPr>
          <p:nvPr/>
        </p:nvSpPr>
        <p:spPr>
          <a:xfrm>
            <a:off x="6049963" y="5238750"/>
            <a:ext cx="34925" cy="547688"/>
          </a:xfrm>
          <a:prstGeom prst="rect">
            <a:avLst/>
          </a:prstGeom>
          <a:solidFill>
            <a:srgbClr val="1D4ED8"/>
          </a:solidFill>
          <a:ln w="13097">
            <a:solidFill>
              <a:srgbClr val="172B4D"/>
            </a:solidFill>
          </a:ln>
        </p:spPr>
      </p:sp>
      <p:sp>
        <p:nvSpPr>
          <p:cNvPr id="700" name="object-700">
            <a:extLst>
              <a:ext uri="{FF2B5EF4-FFF2-40B4-BE49-F238E27FC236}">
                <a16:creationId xmlns:a16="http://schemas.microsoft.com/office/drawing/2014/main" id="{9BA0C13F-B09D-4551-96DC-42FEF330F1CB}"/>
              </a:ext>
            </a:extLst>
          </p:cNvPr>
          <p:cNvSpPr>
            <a:spLocks noGrp="1"/>
          </p:cNvSpPr>
          <p:nvPr/>
        </p:nvSpPr>
        <p:spPr>
          <a:xfrm>
            <a:off x="6084888" y="5238750"/>
            <a:ext cx="34925" cy="547688"/>
          </a:xfrm>
          <a:prstGeom prst="rect">
            <a:avLst/>
          </a:prstGeom>
          <a:solidFill>
            <a:srgbClr val="1D4ED8"/>
          </a:solidFill>
          <a:ln w="13097">
            <a:solidFill>
              <a:srgbClr val="172B4D"/>
            </a:solidFill>
          </a:ln>
        </p:spPr>
      </p:sp>
      <p:sp>
        <p:nvSpPr>
          <p:cNvPr id="701" name="object-701">
            <a:extLst>
              <a:ext uri="{FF2B5EF4-FFF2-40B4-BE49-F238E27FC236}">
                <a16:creationId xmlns:a16="http://schemas.microsoft.com/office/drawing/2014/main" id="{4E963363-9E77-4044-8C73-77C2A64EE464}"/>
              </a:ext>
            </a:extLst>
          </p:cNvPr>
          <p:cNvSpPr>
            <a:spLocks noGrp="1"/>
          </p:cNvSpPr>
          <p:nvPr/>
        </p:nvSpPr>
        <p:spPr>
          <a:xfrm>
            <a:off x="6119813" y="5238750"/>
            <a:ext cx="34925" cy="547688"/>
          </a:xfrm>
          <a:prstGeom prst="rect">
            <a:avLst/>
          </a:prstGeom>
          <a:solidFill>
            <a:srgbClr val="1D4ED8"/>
          </a:solidFill>
          <a:ln w="13097">
            <a:solidFill>
              <a:srgbClr val="172B4D"/>
            </a:solidFill>
          </a:ln>
        </p:spPr>
      </p:sp>
      <p:sp>
        <p:nvSpPr>
          <p:cNvPr id="702" name="object-702">
            <a:extLst>
              <a:ext uri="{FF2B5EF4-FFF2-40B4-BE49-F238E27FC236}">
                <a16:creationId xmlns:a16="http://schemas.microsoft.com/office/drawing/2014/main" id="{9C02F497-A547-4C53-862D-CE6CAC1A2B71}"/>
              </a:ext>
            </a:extLst>
          </p:cNvPr>
          <p:cNvSpPr>
            <a:spLocks noGrp="1"/>
          </p:cNvSpPr>
          <p:nvPr/>
        </p:nvSpPr>
        <p:spPr>
          <a:xfrm>
            <a:off x="6154738" y="5238750"/>
            <a:ext cx="34925" cy="547688"/>
          </a:xfrm>
          <a:prstGeom prst="rect">
            <a:avLst/>
          </a:prstGeom>
          <a:solidFill>
            <a:srgbClr val="1D4ED8"/>
          </a:solidFill>
          <a:ln w="13097">
            <a:solidFill>
              <a:srgbClr val="172B4D"/>
            </a:solidFill>
          </a:ln>
        </p:spPr>
      </p:sp>
      <p:sp>
        <p:nvSpPr>
          <p:cNvPr id="703" name="object-703">
            <a:extLst>
              <a:ext uri="{FF2B5EF4-FFF2-40B4-BE49-F238E27FC236}">
                <a16:creationId xmlns:a16="http://schemas.microsoft.com/office/drawing/2014/main" id="{62727E77-58B7-42A8-8E53-2F397D87C839}"/>
              </a:ext>
            </a:extLst>
          </p:cNvPr>
          <p:cNvSpPr>
            <a:spLocks noGrp="1"/>
          </p:cNvSpPr>
          <p:nvPr/>
        </p:nvSpPr>
        <p:spPr>
          <a:xfrm>
            <a:off x="6189663" y="5238750"/>
            <a:ext cx="34925" cy="547688"/>
          </a:xfrm>
          <a:prstGeom prst="rect">
            <a:avLst/>
          </a:prstGeom>
          <a:solidFill>
            <a:srgbClr val="1D4ED8"/>
          </a:solidFill>
          <a:ln w="13097">
            <a:solidFill>
              <a:srgbClr val="172B4D"/>
            </a:solidFill>
          </a:ln>
        </p:spPr>
      </p:sp>
      <p:sp>
        <p:nvSpPr>
          <p:cNvPr id="704" name="object-704">
            <a:extLst>
              <a:ext uri="{FF2B5EF4-FFF2-40B4-BE49-F238E27FC236}">
                <a16:creationId xmlns:a16="http://schemas.microsoft.com/office/drawing/2014/main" id="{3A40D9A1-A149-4F5A-8F87-84D7019161FC}"/>
              </a:ext>
            </a:extLst>
          </p:cNvPr>
          <p:cNvSpPr>
            <a:spLocks noGrp="1"/>
          </p:cNvSpPr>
          <p:nvPr/>
        </p:nvSpPr>
        <p:spPr>
          <a:xfrm>
            <a:off x="6224588" y="5238750"/>
            <a:ext cx="34925" cy="547688"/>
          </a:xfrm>
          <a:prstGeom prst="rect">
            <a:avLst/>
          </a:prstGeom>
          <a:solidFill>
            <a:srgbClr val="1D4ED8"/>
          </a:solidFill>
          <a:ln w="13097">
            <a:solidFill>
              <a:srgbClr val="172B4D"/>
            </a:solidFill>
          </a:ln>
        </p:spPr>
      </p:sp>
      <p:sp>
        <p:nvSpPr>
          <p:cNvPr id="705" name="object-705">
            <a:extLst>
              <a:ext uri="{FF2B5EF4-FFF2-40B4-BE49-F238E27FC236}">
                <a16:creationId xmlns:a16="http://schemas.microsoft.com/office/drawing/2014/main" id="{A63AD4BB-5639-4BFC-9324-778F2A649ABF}"/>
              </a:ext>
            </a:extLst>
          </p:cNvPr>
          <p:cNvSpPr>
            <a:spLocks noGrp="1"/>
          </p:cNvSpPr>
          <p:nvPr/>
        </p:nvSpPr>
        <p:spPr>
          <a:xfrm>
            <a:off x="6259513" y="5238750"/>
            <a:ext cx="34925" cy="547688"/>
          </a:xfrm>
          <a:prstGeom prst="rect">
            <a:avLst/>
          </a:prstGeom>
          <a:solidFill>
            <a:srgbClr val="1D4ED8"/>
          </a:solidFill>
          <a:ln w="13097">
            <a:solidFill>
              <a:srgbClr val="172B4D"/>
            </a:solidFill>
          </a:ln>
        </p:spPr>
      </p:sp>
      <p:sp>
        <p:nvSpPr>
          <p:cNvPr id="706" name="object-706">
            <a:extLst>
              <a:ext uri="{FF2B5EF4-FFF2-40B4-BE49-F238E27FC236}">
                <a16:creationId xmlns:a16="http://schemas.microsoft.com/office/drawing/2014/main" id="{12D52818-2B9E-4A42-9114-96516946E20C}"/>
              </a:ext>
            </a:extLst>
          </p:cNvPr>
          <p:cNvSpPr>
            <a:spLocks noGrp="1"/>
          </p:cNvSpPr>
          <p:nvPr/>
        </p:nvSpPr>
        <p:spPr>
          <a:xfrm>
            <a:off x="6294438" y="5238750"/>
            <a:ext cx="34925" cy="547688"/>
          </a:xfrm>
          <a:prstGeom prst="rect">
            <a:avLst/>
          </a:prstGeom>
          <a:solidFill>
            <a:srgbClr val="1D4ED8"/>
          </a:solidFill>
          <a:ln w="13097">
            <a:solidFill>
              <a:srgbClr val="172B4D"/>
            </a:solidFill>
          </a:ln>
        </p:spPr>
      </p:sp>
      <p:sp>
        <p:nvSpPr>
          <p:cNvPr id="707" name="object-707">
            <a:extLst>
              <a:ext uri="{FF2B5EF4-FFF2-40B4-BE49-F238E27FC236}">
                <a16:creationId xmlns:a16="http://schemas.microsoft.com/office/drawing/2014/main" id="{607F5917-23CA-49A3-9EE7-27E678FAB2D8}"/>
              </a:ext>
            </a:extLst>
          </p:cNvPr>
          <p:cNvSpPr>
            <a:spLocks noGrp="1"/>
          </p:cNvSpPr>
          <p:nvPr/>
        </p:nvSpPr>
        <p:spPr>
          <a:xfrm>
            <a:off x="6329363" y="5238750"/>
            <a:ext cx="34925" cy="547688"/>
          </a:xfrm>
          <a:prstGeom prst="rect">
            <a:avLst/>
          </a:prstGeom>
          <a:solidFill>
            <a:srgbClr val="1D4ED8"/>
          </a:solidFill>
          <a:ln w="13097">
            <a:solidFill>
              <a:srgbClr val="172B4D"/>
            </a:solidFill>
          </a:ln>
        </p:spPr>
      </p:sp>
      <p:sp>
        <p:nvSpPr>
          <p:cNvPr id="708" name="object-708">
            <a:extLst>
              <a:ext uri="{FF2B5EF4-FFF2-40B4-BE49-F238E27FC236}">
                <a16:creationId xmlns:a16="http://schemas.microsoft.com/office/drawing/2014/main" id="{603378FE-C4F9-4BBA-A368-480A427DB3FB}"/>
              </a:ext>
            </a:extLst>
          </p:cNvPr>
          <p:cNvSpPr>
            <a:spLocks noGrp="1"/>
          </p:cNvSpPr>
          <p:nvPr/>
        </p:nvSpPr>
        <p:spPr>
          <a:xfrm>
            <a:off x="6364288" y="5238750"/>
            <a:ext cx="34925" cy="547688"/>
          </a:xfrm>
          <a:prstGeom prst="rect">
            <a:avLst/>
          </a:prstGeom>
          <a:solidFill>
            <a:srgbClr val="1D4ED8"/>
          </a:solidFill>
          <a:ln w="13097">
            <a:solidFill>
              <a:srgbClr val="172B4D"/>
            </a:solidFill>
          </a:ln>
        </p:spPr>
      </p:sp>
      <p:sp>
        <p:nvSpPr>
          <p:cNvPr id="709" name="object-709">
            <a:extLst>
              <a:ext uri="{FF2B5EF4-FFF2-40B4-BE49-F238E27FC236}">
                <a16:creationId xmlns:a16="http://schemas.microsoft.com/office/drawing/2014/main" id="{2A24BEF6-C365-4F90-869E-4AFC7C67A766}"/>
              </a:ext>
            </a:extLst>
          </p:cNvPr>
          <p:cNvSpPr>
            <a:spLocks noGrp="1"/>
          </p:cNvSpPr>
          <p:nvPr/>
        </p:nvSpPr>
        <p:spPr>
          <a:xfrm>
            <a:off x="6399213" y="5238750"/>
            <a:ext cx="34925" cy="547688"/>
          </a:xfrm>
          <a:prstGeom prst="rect">
            <a:avLst/>
          </a:prstGeom>
          <a:solidFill>
            <a:srgbClr val="1D4ED8"/>
          </a:solidFill>
          <a:ln w="13097">
            <a:solidFill>
              <a:srgbClr val="172B4D"/>
            </a:solidFill>
          </a:ln>
        </p:spPr>
      </p:sp>
      <p:sp>
        <p:nvSpPr>
          <p:cNvPr id="710" name="object-710">
            <a:extLst>
              <a:ext uri="{FF2B5EF4-FFF2-40B4-BE49-F238E27FC236}">
                <a16:creationId xmlns:a16="http://schemas.microsoft.com/office/drawing/2014/main" id="{DA25B7F4-9E0B-483C-BBDE-541DD812EBA5}"/>
              </a:ext>
            </a:extLst>
          </p:cNvPr>
          <p:cNvSpPr>
            <a:spLocks noGrp="1"/>
          </p:cNvSpPr>
          <p:nvPr/>
        </p:nvSpPr>
        <p:spPr>
          <a:xfrm>
            <a:off x="6434138" y="5238750"/>
            <a:ext cx="34925" cy="547688"/>
          </a:xfrm>
          <a:prstGeom prst="rect">
            <a:avLst/>
          </a:prstGeom>
          <a:solidFill>
            <a:srgbClr val="1D4ED8"/>
          </a:solidFill>
          <a:ln w="13097">
            <a:solidFill>
              <a:srgbClr val="172B4D"/>
            </a:solidFill>
          </a:ln>
        </p:spPr>
      </p:sp>
      <p:sp>
        <p:nvSpPr>
          <p:cNvPr id="711" name="object-711">
            <a:extLst>
              <a:ext uri="{FF2B5EF4-FFF2-40B4-BE49-F238E27FC236}">
                <a16:creationId xmlns:a16="http://schemas.microsoft.com/office/drawing/2014/main" id="{C6D13F97-AB23-4B2F-B22B-D7DF3D349F1F}"/>
              </a:ext>
            </a:extLst>
          </p:cNvPr>
          <p:cNvSpPr>
            <a:spLocks noGrp="1"/>
          </p:cNvSpPr>
          <p:nvPr/>
        </p:nvSpPr>
        <p:spPr>
          <a:xfrm>
            <a:off x="6469062" y="5238750"/>
            <a:ext cx="34925" cy="547688"/>
          </a:xfrm>
          <a:prstGeom prst="rect">
            <a:avLst/>
          </a:prstGeom>
          <a:solidFill>
            <a:srgbClr val="1D4ED8"/>
          </a:solidFill>
          <a:ln w="13097">
            <a:solidFill>
              <a:srgbClr val="172B4D"/>
            </a:solidFill>
          </a:ln>
        </p:spPr>
      </p:sp>
      <p:sp>
        <p:nvSpPr>
          <p:cNvPr id="712" name="object-712">
            <a:extLst>
              <a:ext uri="{FF2B5EF4-FFF2-40B4-BE49-F238E27FC236}">
                <a16:creationId xmlns:a16="http://schemas.microsoft.com/office/drawing/2014/main" id="{3F541D3D-2C5F-4AE2-81FC-E986AE1BF2FA}"/>
              </a:ext>
            </a:extLst>
          </p:cNvPr>
          <p:cNvSpPr>
            <a:spLocks noGrp="1"/>
          </p:cNvSpPr>
          <p:nvPr/>
        </p:nvSpPr>
        <p:spPr>
          <a:xfrm>
            <a:off x="6503987" y="5238750"/>
            <a:ext cx="34925" cy="547688"/>
          </a:xfrm>
          <a:prstGeom prst="rect">
            <a:avLst/>
          </a:prstGeom>
          <a:solidFill>
            <a:srgbClr val="1D4ED8"/>
          </a:solidFill>
          <a:ln w="13097">
            <a:solidFill>
              <a:srgbClr val="172B4D"/>
            </a:solidFill>
          </a:ln>
        </p:spPr>
      </p:sp>
      <p:sp>
        <p:nvSpPr>
          <p:cNvPr id="713" name="object-713">
            <a:extLst>
              <a:ext uri="{FF2B5EF4-FFF2-40B4-BE49-F238E27FC236}">
                <a16:creationId xmlns:a16="http://schemas.microsoft.com/office/drawing/2014/main" id="{D9EC1532-747E-4CF5-9F31-CE24FCCAC847}"/>
              </a:ext>
            </a:extLst>
          </p:cNvPr>
          <p:cNvSpPr>
            <a:spLocks noGrp="1"/>
          </p:cNvSpPr>
          <p:nvPr/>
        </p:nvSpPr>
        <p:spPr>
          <a:xfrm>
            <a:off x="6538913" y="5238750"/>
            <a:ext cx="34925" cy="547688"/>
          </a:xfrm>
          <a:prstGeom prst="rect">
            <a:avLst/>
          </a:prstGeom>
          <a:solidFill>
            <a:srgbClr val="1D4ED8"/>
          </a:solidFill>
          <a:ln w="13097">
            <a:solidFill>
              <a:srgbClr val="172B4D"/>
            </a:solidFill>
          </a:ln>
        </p:spPr>
      </p:sp>
      <p:sp>
        <p:nvSpPr>
          <p:cNvPr id="714" name="object-714">
            <a:extLst>
              <a:ext uri="{FF2B5EF4-FFF2-40B4-BE49-F238E27FC236}">
                <a16:creationId xmlns:a16="http://schemas.microsoft.com/office/drawing/2014/main" id="{28654B22-2322-4173-AECB-4C593569B82C}"/>
              </a:ext>
            </a:extLst>
          </p:cNvPr>
          <p:cNvSpPr>
            <a:spLocks noGrp="1"/>
          </p:cNvSpPr>
          <p:nvPr/>
        </p:nvSpPr>
        <p:spPr>
          <a:xfrm>
            <a:off x="6573838" y="5238750"/>
            <a:ext cx="34925" cy="547688"/>
          </a:xfrm>
          <a:prstGeom prst="rect">
            <a:avLst/>
          </a:prstGeom>
          <a:solidFill>
            <a:srgbClr val="1D4ED8"/>
          </a:solidFill>
          <a:ln w="13097">
            <a:solidFill>
              <a:srgbClr val="172B4D"/>
            </a:solidFill>
          </a:ln>
        </p:spPr>
      </p:sp>
      <p:sp>
        <p:nvSpPr>
          <p:cNvPr id="715" name="object-715">
            <a:extLst>
              <a:ext uri="{FF2B5EF4-FFF2-40B4-BE49-F238E27FC236}">
                <a16:creationId xmlns:a16="http://schemas.microsoft.com/office/drawing/2014/main" id="{F32A9EEC-37C2-47D1-96DD-698EB662A2AC}"/>
              </a:ext>
            </a:extLst>
          </p:cNvPr>
          <p:cNvSpPr>
            <a:spLocks noGrp="1"/>
          </p:cNvSpPr>
          <p:nvPr/>
        </p:nvSpPr>
        <p:spPr>
          <a:xfrm>
            <a:off x="6608762" y="5238750"/>
            <a:ext cx="34925" cy="547688"/>
          </a:xfrm>
          <a:prstGeom prst="rect">
            <a:avLst/>
          </a:prstGeom>
          <a:solidFill>
            <a:srgbClr val="1D4ED8"/>
          </a:solidFill>
          <a:ln w="13097">
            <a:solidFill>
              <a:srgbClr val="172B4D"/>
            </a:solidFill>
          </a:ln>
        </p:spPr>
      </p:sp>
      <p:sp>
        <p:nvSpPr>
          <p:cNvPr id="716" name="object-716">
            <a:extLst>
              <a:ext uri="{FF2B5EF4-FFF2-40B4-BE49-F238E27FC236}">
                <a16:creationId xmlns:a16="http://schemas.microsoft.com/office/drawing/2014/main" id="{3D7D9B3B-016D-4F61-93A4-B81AF28A7EF5}"/>
              </a:ext>
            </a:extLst>
          </p:cNvPr>
          <p:cNvSpPr>
            <a:spLocks noGrp="1"/>
          </p:cNvSpPr>
          <p:nvPr/>
        </p:nvSpPr>
        <p:spPr>
          <a:xfrm>
            <a:off x="6643688" y="5238750"/>
            <a:ext cx="34925" cy="547688"/>
          </a:xfrm>
          <a:prstGeom prst="rect">
            <a:avLst/>
          </a:prstGeom>
          <a:solidFill>
            <a:srgbClr val="1D4ED8"/>
          </a:solidFill>
          <a:ln w="13097">
            <a:solidFill>
              <a:srgbClr val="172B4D"/>
            </a:solidFill>
          </a:ln>
        </p:spPr>
      </p:sp>
      <p:sp>
        <p:nvSpPr>
          <p:cNvPr id="717" name="object-717">
            <a:extLst>
              <a:ext uri="{FF2B5EF4-FFF2-40B4-BE49-F238E27FC236}">
                <a16:creationId xmlns:a16="http://schemas.microsoft.com/office/drawing/2014/main" id="{26D902A1-C652-48D0-8418-D5C34FFC6042}"/>
              </a:ext>
            </a:extLst>
          </p:cNvPr>
          <p:cNvSpPr>
            <a:spLocks noGrp="1"/>
          </p:cNvSpPr>
          <p:nvPr/>
        </p:nvSpPr>
        <p:spPr>
          <a:xfrm>
            <a:off x="6678613" y="5238750"/>
            <a:ext cx="34925" cy="547688"/>
          </a:xfrm>
          <a:prstGeom prst="rect">
            <a:avLst/>
          </a:prstGeom>
          <a:solidFill>
            <a:srgbClr val="1D4ED8"/>
          </a:solidFill>
          <a:ln w="13097">
            <a:solidFill>
              <a:srgbClr val="172B4D"/>
            </a:solidFill>
          </a:ln>
        </p:spPr>
      </p:sp>
      <p:sp>
        <p:nvSpPr>
          <p:cNvPr id="718" name="object-718">
            <a:extLst>
              <a:ext uri="{FF2B5EF4-FFF2-40B4-BE49-F238E27FC236}">
                <a16:creationId xmlns:a16="http://schemas.microsoft.com/office/drawing/2014/main" id="{888709E9-18B9-4DCC-9142-0D26862E9BCC}"/>
              </a:ext>
            </a:extLst>
          </p:cNvPr>
          <p:cNvSpPr>
            <a:spLocks noGrp="1"/>
          </p:cNvSpPr>
          <p:nvPr/>
        </p:nvSpPr>
        <p:spPr>
          <a:xfrm>
            <a:off x="6713538" y="5238750"/>
            <a:ext cx="34925" cy="547688"/>
          </a:xfrm>
          <a:prstGeom prst="rect">
            <a:avLst/>
          </a:prstGeom>
          <a:solidFill>
            <a:srgbClr val="1D4ED8"/>
          </a:solidFill>
          <a:ln w="13097">
            <a:solidFill>
              <a:srgbClr val="172B4D"/>
            </a:solidFill>
          </a:ln>
        </p:spPr>
      </p:sp>
      <p:sp>
        <p:nvSpPr>
          <p:cNvPr id="719" name="object-719">
            <a:extLst>
              <a:ext uri="{FF2B5EF4-FFF2-40B4-BE49-F238E27FC236}">
                <a16:creationId xmlns:a16="http://schemas.microsoft.com/office/drawing/2014/main" id="{F8F8CC3C-E7B0-4DA4-894A-E73081EC51F1}"/>
              </a:ext>
            </a:extLst>
          </p:cNvPr>
          <p:cNvSpPr>
            <a:spLocks noGrp="1"/>
          </p:cNvSpPr>
          <p:nvPr/>
        </p:nvSpPr>
        <p:spPr>
          <a:xfrm>
            <a:off x="6748463" y="5238750"/>
            <a:ext cx="34925" cy="547688"/>
          </a:xfrm>
          <a:prstGeom prst="rect">
            <a:avLst/>
          </a:prstGeom>
          <a:solidFill>
            <a:srgbClr val="1D4ED8"/>
          </a:solidFill>
          <a:ln w="13097">
            <a:solidFill>
              <a:srgbClr val="172B4D"/>
            </a:solidFill>
          </a:ln>
        </p:spPr>
      </p:sp>
      <p:sp>
        <p:nvSpPr>
          <p:cNvPr id="720" name="object-720">
            <a:extLst>
              <a:ext uri="{FF2B5EF4-FFF2-40B4-BE49-F238E27FC236}">
                <a16:creationId xmlns:a16="http://schemas.microsoft.com/office/drawing/2014/main" id="{DAE574DA-357F-4AF7-A01A-1F09708B80AC}"/>
              </a:ext>
            </a:extLst>
          </p:cNvPr>
          <p:cNvSpPr>
            <a:spLocks noGrp="1"/>
          </p:cNvSpPr>
          <p:nvPr/>
        </p:nvSpPr>
        <p:spPr>
          <a:xfrm>
            <a:off x="6783388" y="5238750"/>
            <a:ext cx="34925" cy="547688"/>
          </a:xfrm>
          <a:prstGeom prst="rect">
            <a:avLst/>
          </a:prstGeom>
          <a:solidFill>
            <a:srgbClr val="1D4ED8"/>
          </a:solidFill>
          <a:ln w="13097">
            <a:solidFill>
              <a:srgbClr val="172B4D"/>
            </a:solidFill>
          </a:ln>
        </p:spPr>
      </p:sp>
      <p:sp>
        <p:nvSpPr>
          <p:cNvPr id="721" name="object-721">
            <a:extLst>
              <a:ext uri="{FF2B5EF4-FFF2-40B4-BE49-F238E27FC236}">
                <a16:creationId xmlns:a16="http://schemas.microsoft.com/office/drawing/2014/main" id="{F9DD4354-02A5-4F2A-B17A-19F8CCDD3AFC}"/>
              </a:ext>
            </a:extLst>
          </p:cNvPr>
          <p:cNvSpPr>
            <a:spLocks noGrp="1"/>
          </p:cNvSpPr>
          <p:nvPr/>
        </p:nvSpPr>
        <p:spPr>
          <a:xfrm>
            <a:off x="6818313" y="5238750"/>
            <a:ext cx="34925" cy="547688"/>
          </a:xfrm>
          <a:prstGeom prst="rect">
            <a:avLst/>
          </a:prstGeom>
          <a:solidFill>
            <a:srgbClr val="1D4ED8"/>
          </a:solidFill>
          <a:ln w="13097">
            <a:solidFill>
              <a:srgbClr val="172B4D"/>
            </a:solidFill>
          </a:ln>
        </p:spPr>
      </p:sp>
      <p:sp>
        <p:nvSpPr>
          <p:cNvPr id="722" name="object-722">
            <a:extLst>
              <a:ext uri="{FF2B5EF4-FFF2-40B4-BE49-F238E27FC236}">
                <a16:creationId xmlns:a16="http://schemas.microsoft.com/office/drawing/2014/main" id="{146154AB-11F8-47EC-8BB8-04850E9E5BEA}"/>
              </a:ext>
            </a:extLst>
          </p:cNvPr>
          <p:cNvSpPr>
            <a:spLocks noGrp="1"/>
          </p:cNvSpPr>
          <p:nvPr/>
        </p:nvSpPr>
        <p:spPr>
          <a:xfrm>
            <a:off x="6853238" y="5238750"/>
            <a:ext cx="34925" cy="547688"/>
          </a:xfrm>
          <a:prstGeom prst="rect">
            <a:avLst/>
          </a:prstGeom>
          <a:solidFill>
            <a:srgbClr val="1D4ED8"/>
          </a:solidFill>
          <a:ln w="13097">
            <a:solidFill>
              <a:srgbClr val="172B4D"/>
            </a:solidFill>
          </a:ln>
        </p:spPr>
      </p:sp>
      <p:sp>
        <p:nvSpPr>
          <p:cNvPr id="723" name="object-723">
            <a:extLst>
              <a:ext uri="{FF2B5EF4-FFF2-40B4-BE49-F238E27FC236}">
                <a16:creationId xmlns:a16="http://schemas.microsoft.com/office/drawing/2014/main" id="{26EA5DD9-B63D-4048-AB63-52B47744DC1C}"/>
              </a:ext>
            </a:extLst>
          </p:cNvPr>
          <p:cNvSpPr>
            <a:spLocks noGrp="1"/>
          </p:cNvSpPr>
          <p:nvPr/>
        </p:nvSpPr>
        <p:spPr>
          <a:xfrm>
            <a:off x="6888163" y="5238750"/>
            <a:ext cx="34925" cy="547688"/>
          </a:xfrm>
          <a:prstGeom prst="rect">
            <a:avLst/>
          </a:prstGeom>
          <a:solidFill>
            <a:srgbClr val="1D4ED8"/>
          </a:solidFill>
          <a:ln w="13097">
            <a:solidFill>
              <a:srgbClr val="172B4D"/>
            </a:solidFill>
          </a:ln>
        </p:spPr>
      </p:sp>
      <p:sp>
        <p:nvSpPr>
          <p:cNvPr id="724" name="object-724">
            <a:extLst>
              <a:ext uri="{FF2B5EF4-FFF2-40B4-BE49-F238E27FC236}">
                <a16:creationId xmlns:a16="http://schemas.microsoft.com/office/drawing/2014/main" id="{E5C7AB66-0BDB-4AA9-85DD-D84E7133FD78}"/>
              </a:ext>
            </a:extLst>
          </p:cNvPr>
          <p:cNvSpPr>
            <a:spLocks noGrp="1"/>
          </p:cNvSpPr>
          <p:nvPr/>
        </p:nvSpPr>
        <p:spPr>
          <a:xfrm>
            <a:off x="6923088" y="5238750"/>
            <a:ext cx="34925" cy="547688"/>
          </a:xfrm>
          <a:prstGeom prst="rect">
            <a:avLst/>
          </a:prstGeom>
          <a:solidFill>
            <a:srgbClr val="1D4ED8"/>
          </a:solidFill>
          <a:ln w="13097">
            <a:solidFill>
              <a:srgbClr val="172B4D"/>
            </a:solidFill>
          </a:ln>
        </p:spPr>
      </p:sp>
      <p:sp>
        <p:nvSpPr>
          <p:cNvPr id="725" name="object-725">
            <a:extLst>
              <a:ext uri="{FF2B5EF4-FFF2-40B4-BE49-F238E27FC236}">
                <a16:creationId xmlns:a16="http://schemas.microsoft.com/office/drawing/2014/main" id="{018F9194-7E14-444D-8DC4-8C0C331358D0}"/>
              </a:ext>
            </a:extLst>
          </p:cNvPr>
          <p:cNvSpPr>
            <a:spLocks noGrp="1"/>
          </p:cNvSpPr>
          <p:nvPr/>
        </p:nvSpPr>
        <p:spPr>
          <a:xfrm>
            <a:off x="6958013" y="5238750"/>
            <a:ext cx="34925" cy="547688"/>
          </a:xfrm>
          <a:prstGeom prst="rect">
            <a:avLst/>
          </a:prstGeom>
          <a:solidFill>
            <a:srgbClr val="1D4ED8"/>
          </a:solidFill>
          <a:ln w="13097">
            <a:solidFill>
              <a:srgbClr val="172B4D"/>
            </a:solidFill>
          </a:ln>
        </p:spPr>
      </p:sp>
      <p:sp>
        <p:nvSpPr>
          <p:cNvPr id="726" name="object-726">
            <a:extLst>
              <a:ext uri="{FF2B5EF4-FFF2-40B4-BE49-F238E27FC236}">
                <a16:creationId xmlns:a16="http://schemas.microsoft.com/office/drawing/2014/main" id="{A693F1D9-D74A-46A8-961A-33CB237480E0}"/>
              </a:ext>
            </a:extLst>
          </p:cNvPr>
          <p:cNvSpPr>
            <a:spLocks noGrp="1"/>
          </p:cNvSpPr>
          <p:nvPr/>
        </p:nvSpPr>
        <p:spPr>
          <a:xfrm>
            <a:off x="6992937" y="5238750"/>
            <a:ext cx="34925" cy="547688"/>
          </a:xfrm>
          <a:prstGeom prst="rect">
            <a:avLst/>
          </a:prstGeom>
          <a:solidFill>
            <a:srgbClr val="1D4ED8"/>
          </a:solidFill>
          <a:ln w="13097">
            <a:solidFill>
              <a:srgbClr val="172B4D"/>
            </a:solidFill>
          </a:ln>
        </p:spPr>
      </p:sp>
      <p:sp>
        <p:nvSpPr>
          <p:cNvPr id="727" name="object-727">
            <a:extLst>
              <a:ext uri="{FF2B5EF4-FFF2-40B4-BE49-F238E27FC236}">
                <a16:creationId xmlns:a16="http://schemas.microsoft.com/office/drawing/2014/main" id="{4C6A586D-00E8-4B62-BA9A-C4B1B75B89D6}"/>
              </a:ext>
            </a:extLst>
          </p:cNvPr>
          <p:cNvSpPr>
            <a:spLocks noGrp="1"/>
          </p:cNvSpPr>
          <p:nvPr/>
        </p:nvSpPr>
        <p:spPr>
          <a:xfrm>
            <a:off x="7027862" y="5238750"/>
            <a:ext cx="34925" cy="547688"/>
          </a:xfrm>
          <a:prstGeom prst="rect">
            <a:avLst/>
          </a:prstGeom>
          <a:solidFill>
            <a:srgbClr val="1D4ED8"/>
          </a:solidFill>
          <a:ln w="13097">
            <a:solidFill>
              <a:srgbClr val="172B4D"/>
            </a:solidFill>
          </a:ln>
        </p:spPr>
      </p:sp>
      <p:sp>
        <p:nvSpPr>
          <p:cNvPr id="728" name="object-728">
            <a:extLst>
              <a:ext uri="{FF2B5EF4-FFF2-40B4-BE49-F238E27FC236}">
                <a16:creationId xmlns:a16="http://schemas.microsoft.com/office/drawing/2014/main" id="{1DF31775-EBEB-4664-A644-378A2ED578B3}"/>
              </a:ext>
            </a:extLst>
          </p:cNvPr>
          <p:cNvSpPr>
            <a:spLocks noGrp="1"/>
          </p:cNvSpPr>
          <p:nvPr/>
        </p:nvSpPr>
        <p:spPr>
          <a:xfrm>
            <a:off x="7062788" y="5238750"/>
            <a:ext cx="34925" cy="547688"/>
          </a:xfrm>
          <a:prstGeom prst="rect">
            <a:avLst/>
          </a:prstGeom>
          <a:solidFill>
            <a:srgbClr val="1D4ED8"/>
          </a:solidFill>
          <a:ln w="13097">
            <a:solidFill>
              <a:srgbClr val="172B4D"/>
            </a:solidFill>
          </a:ln>
        </p:spPr>
      </p:sp>
      <p:sp>
        <p:nvSpPr>
          <p:cNvPr id="729" name="object-729">
            <a:extLst>
              <a:ext uri="{FF2B5EF4-FFF2-40B4-BE49-F238E27FC236}">
                <a16:creationId xmlns:a16="http://schemas.microsoft.com/office/drawing/2014/main" id="{26790870-8259-40CD-B8D9-A4406B9A591F}"/>
              </a:ext>
            </a:extLst>
          </p:cNvPr>
          <p:cNvSpPr>
            <a:spLocks noGrp="1"/>
          </p:cNvSpPr>
          <p:nvPr/>
        </p:nvSpPr>
        <p:spPr>
          <a:xfrm>
            <a:off x="7097713" y="5238750"/>
            <a:ext cx="34925" cy="547688"/>
          </a:xfrm>
          <a:prstGeom prst="rect">
            <a:avLst/>
          </a:prstGeom>
          <a:solidFill>
            <a:srgbClr val="1D4ED8"/>
          </a:solidFill>
          <a:ln w="13097">
            <a:solidFill>
              <a:srgbClr val="172B4D"/>
            </a:solidFill>
          </a:ln>
        </p:spPr>
      </p:sp>
      <p:sp>
        <p:nvSpPr>
          <p:cNvPr id="730" name="object-730">
            <a:extLst>
              <a:ext uri="{FF2B5EF4-FFF2-40B4-BE49-F238E27FC236}">
                <a16:creationId xmlns:a16="http://schemas.microsoft.com/office/drawing/2014/main" id="{05D7F213-BCF7-4C45-B59A-052E96EA0F0A}"/>
              </a:ext>
            </a:extLst>
          </p:cNvPr>
          <p:cNvSpPr>
            <a:spLocks noGrp="1"/>
          </p:cNvSpPr>
          <p:nvPr/>
        </p:nvSpPr>
        <p:spPr>
          <a:xfrm>
            <a:off x="7132637" y="5238750"/>
            <a:ext cx="34925" cy="547688"/>
          </a:xfrm>
          <a:prstGeom prst="rect">
            <a:avLst/>
          </a:prstGeom>
          <a:solidFill>
            <a:srgbClr val="1D4ED8"/>
          </a:solidFill>
          <a:ln w="13097">
            <a:solidFill>
              <a:srgbClr val="172B4D"/>
            </a:solidFill>
          </a:ln>
        </p:spPr>
      </p:sp>
      <p:sp>
        <p:nvSpPr>
          <p:cNvPr id="731" name="object-731">
            <a:extLst>
              <a:ext uri="{FF2B5EF4-FFF2-40B4-BE49-F238E27FC236}">
                <a16:creationId xmlns:a16="http://schemas.microsoft.com/office/drawing/2014/main" id="{0D509CEA-6555-4012-88B5-9A53888CAF10}"/>
              </a:ext>
            </a:extLst>
          </p:cNvPr>
          <p:cNvSpPr>
            <a:spLocks noGrp="1"/>
          </p:cNvSpPr>
          <p:nvPr/>
        </p:nvSpPr>
        <p:spPr>
          <a:xfrm>
            <a:off x="7167563" y="5238750"/>
            <a:ext cx="34925" cy="547688"/>
          </a:xfrm>
          <a:prstGeom prst="rect">
            <a:avLst/>
          </a:prstGeom>
          <a:solidFill>
            <a:srgbClr val="1D4ED8"/>
          </a:solidFill>
          <a:ln w="13097">
            <a:solidFill>
              <a:srgbClr val="172B4D"/>
            </a:solidFill>
          </a:ln>
        </p:spPr>
      </p:sp>
      <p:sp>
        <p:nvSpPr>
          <p:cNvPr id="732" name="object-732">
            <a:extLst>
              <a:ext uri="{FF2B5EF4-FFF2-40B4-BE49-F238E27FC236}">
                <a16:creationId xmlns:a16="http://schemas.microsoft.com/office/drawing/2014/main" id="{9DE2D821-7350-42DA-A0CA-F501C98A7EBA}"/>
              </a:ext>
            </a:extLst>
          </p:cNvPr>
          <p:cNvSpPr>
            <a:spLocks noGrp="1"/>
          </p:cNvSpPr>
          <p:nvPr/>
        </p:nvSpPr>
        <p:spPr>
          <a:xfrm>
            <a:off x="7202488" y="5238750"/>
            <a:ext cx="34925" cy="547688"/>
          </a:xfrm>
          <a:prstGeom prst="rect">
            <a:avLst/>
          </a:prstGeom>
          <a:solidFill>
            <a:srgbClr val="1D4ED8"/>
          </a:solidFill>
          <a:ln w="13097">
            <a:solidFill>
              <a:srgbClr val="172B4D"/>
            </a:solidFill>
          </a:ln>
        </p:spPr>
      </p:sp>
      <p:sp>
        <p:nvSpPr>
          <p:cNvPr id="733" name="object-733">
            <a:extLst>
              <a:ext uri="{FF2B5EF4-FFF2-40B4-BE49-F238E27FC236}">
                <a16:creationId xmlns:a16="http://schemas.microsoft.com/office/drawing/2014/main" id="{B0752E35-D51F-41A1-B5FF-6087B0F64DCE}"/>
              </a:ext>
            </a:extLst>
          </p:cNvPr>
          <p:cNvSpPr>
            <a:spLocks noGrp="1"/>
          </p:cNvSpPr>
          <p:nvPr/>
        </p:nvSpPr>
        <p:spPr>
          <a:xfrm>
            <a:off x="7237413" y="5238750"/>
            <a:ext cx="34925" cy="547688"/>
          </a:xfrm>
          <a:prstGeom prst="rect">
            <a:avLst/>
          </a:prstGeom>
          <a:solidFill>
            <a:srgbClr val="1D4ED8"/>
          </a:solidFill>
          <a:ln w="13097">
            <a:solidFill>
              <a:srgbClr val="172B4D"/>
            </a:solidFill>
          </a:ln>
        </p:spPr>
      </p:sp>
      <p:sp>
        <p:nvSpPr>
          <p:cNvPr id="734" name="object-734">
            <a:extLst>
              <a:ext uri="{FF2B5EF4-FFF2-40B4-BE49-F238E27FC236}">
                <a16:creationId xmlns:a16="http://schemas.microsoft.com/office/drawing/2014/main" id="{811EA703-C3D9-4D09-BE8F-9A95F01B6D95}"/>
              </a:ext>
            </a:extLst>
          </p:cNvPr>
          <p:cNvSpPr>
            <a:spLocks noGrp="1"/>
          </p:cNvSpPr>
          <p:nvPr/>
        </p:nvSpPr>
        <p:spPr>
          <a:xfrm>
            <a:off x="7272338" y="5238750"/>
            <a:ext cx="34925" cy="547688"/>
          </a:xfrm>
          <a:prstGeom prst="rect">
            <a:avLst/>
          </a:prstGeom>
          <a:solidFill>
            <a:srgbClr val="1D4ED8"/>
          </a:solidFill>
          <a:ln w="13097">
            <a:solidFill>
              <a:srgbClr val="172B4D"/>
            </a:solidFill>
          </a:ln>
        </p:spPr>
      </p:sp>
      <p:sp>
        <p:nvSpPr>
          <p:cNvPr id="735" name="object-735">
            <a:extLst>
              <a:ext uri="{FF2B5EF4-FFF2-40B4-BE49-F238E27FC236}">
                <a16:creationId xmlns:a16="http://schemas.microsoft.com/office/drawing/2014/main" id="{10ED53A9-F278-47F6-92F9-99B1F8DCB1B9}"/>
              </a:ext>
            </a:extLst>
          </p:cNvPr>
          <p:cNvSpPr>
            <a:spLocks noGrp="1"/>
          </p:cNvSpPr>
          <p:nvPr/>
        </p:nvSpPr>
        <p:spPr>
          <a:xfrm>
            <a:off x="7307263" y="5238750"/>
            <a:ext cx="34925" cy="547688"/>
          </a:xfrm>
          <a:prstGeom prst="rect">
            <a:avLst/>
          </a:prstGeom>
          <a:solidFill>
            <a:srgbClr val="1D4ED8"/>
          </a:solidFill>
          <a:ln w="13097">
            <a:solidFill>
              <a:srgbClr val="172B4D"/>
            </a:solidFill>
          </a:ln>
        </p:spPr>
      </p:sp>
      <p:sp>
        <p:nvSpPr>
          <p:cNvPr id="736" name="object-736">
            <a:extLst>
              <a:ext uri="{FF2B5EF4-FFF2-40B4-BE49-F238E27FC236}">
                <a16:creationId xmlns:a16="http://schemas.microsoft.com/office/drawing/2014/main" id="{51A6B78E-DA14-436F-912D-B61E876909B7}"/>
              </a:ext>
            </a:extLst>
          </p:cNvPr>
          <p:cNvSpPr>
            <a:spLocks noGrp="1"/>
          </p:cNvSpPr>
          <p:nvPr/>
        </p:nvSpPr>
        <p:spPr>
          <a:xfrm>
            <a:off x="7342188" y="5238750"/>
            <a:ext cx="34925" cy="547688"/>
          </a:xfrm>
          <a:prstGeom prst="rect">
            <a:avLst/>
          </a:prstGeom>
          <a:solidFill>
            <a:srgbClr val="1D4ED8"/>
          </a:solidFill>
          <a:ln w="13097">
            <a:solidFill>
              <a:srgbClr val="172B4D"/>
            </a:solidFill>
          </a:ln>
        </p:spPr>
      </p:sp>
      <p:sp>
        <p:nvSpPr>
          <p:cNvPr id="737" name="object-737">
            <a:extLst>
              <a:ext uri="{FF2B5EF4-FFF2-40B4-BE49-F238E27FC236}">
                <a16:creationId xmlns:a16="http://schemas.microsoft.com/office/drawing/2014/main" id="{2183C1F3-62C5-495E-8446-BF00535721FF}"/>
              </a:ext>
            </a:extLst>
          </p:cNvPr>
          <p:cNvSpPr>
            <a:spLocks noGrp="1"/>
          </p:cNvSpPr>
          <p:nvPr/>
        </p:nvSpPr>
        <p:spPr>
          <a:xfrm>
            <a:off x="7377113" y="5238750"/>
            <a:ext cx="34925" cy="547688"/>
          </a:xfrm>
          <a:prstGeom prst="rect">
            <a:avLst/>
          </a:prstGeom>
          <a:solidFill>
            <a:srgbClr val="1D4ED8"/>
          </a:solidFill>
          <a:ln w="13097">
            <a:solidFill>
              <a:srgbClr val="172B4D"/>
            </a:solidFill>
          </a:ln>
        </p:spPr>
      </p:sp>
      <p:sp>
        <p:nvSpPr>
          <p:cNvPr id="738" name="object-738">
            <a:extLst>
              <a:ext uri="{FF2B5EF4-FFF2-40B4-BE49-F238E27FC236}">
                <a16:creationId xmlns:a16="http://schemas.microsoft.com/office/drawing/2014/main" id="{EBF1CC41-EF7C-4D60-BE3E-3D09F263C965}"/>
              </a:ext>
            </a:extLst>
          </p:cNvPr>
          <p:cNvSpPr>
            <a:spLocks noGrp="1"/>
          </p:cNvSpPr>
          <p:nvPr/>
        </p:nvSpPr>
        <p:spPr>
          <a:xfrm>
            <a:off x="7412038" y="5238750"/>
            <a:ext cx="34925" cy="547688"/>
          </a:xfrm>
          <a:prstGeom prst="rect">
            <a:avLst/>
          </a:prstGeom>
          <a:solidFill>
            <a:srgbClr val="1D4ED8"/>
          </a:solidFill>
          <a:ln w="13097">
            <a:solidFill>
              <a:srgbClr val="172B4D"/>
            </a:solidFill>
          </a:ln>
        </p:spPr>
      </p:sp>
      <p:sp>
        <p:nvSpPr>
          <p:cNvPr id="739" name="object-739">
            <a:extLst>
              <a:ext uri="{FF2B5EF4-FFF2-40B4-BE49-F238E27FC236}">
                <a16:creationId xmlns:a16="http://schemas.microsoft.com/office/drawing/2014/main" id="{D6E3480F-65D1-4788-8420-AE50BB0C58EC}"/>
              </a:ext>
            </a:extLst>
          </p:cNvPr>
          <p:cNvSpPr>
            <a:spLocks noGrp="1"/>
          </p:cNvSpPr>
          <p:nvPr/>
        </p:nvSpPr>
        <p:spPr>
          <a:xfrm>
            <a:off x="7446963" y="5238750"/>
            <a:ext cx="34925" cy="547688"/>
          </a:xfrm>
          <a:prstGeom prst="rect">
            <a:avLst/>
          </a:prstGeom>
          <a:solidFill>
            <a:srgbClr val="1D4ED8"/>
          </a:solidFill>
          <a:ln w="13097">
            <a:solidFill>
              <a:srgbClr val="172B4D"/>
            </a:solidFill>
          </a:ln>
        </p:spPr>
      </p:sp>
      <p:sp>
        <p:nvSpPr>
          <p:cNvPr id="740" name="object-740">
            <a:extLst>
              <a:ext uri="{FF2B5EF4-FFF2-40B4-BE49-F238E27FC236}">
                <a16:creationId xmlns:a16="http://schemas.microsoft.com/office/drawing/2014/main" id="{EA0B5947-1C56-4F54-9616-D4D28B74388B}"/>
              </a:ext>
            </a:extLst>
          </p:cNvPr>
          <p:cNvSpPr>
            <a:spLocks noGrp="1"/>
          </p:cNvSpPr>
          <p:nvPr/>
        </p:nvSpPr>
        <p:spPr>
          <a:xfrm>
            <a:off x="7481888" y="5238750"/>
            <a:ext cx="34925" cy="547688"/>
          </a:xfrm>
          <a:prstGeom prst="rect">
            <a:avLst/>
          </a:prstGeom>
          <a:solidFill>
            <a:srgbClr val="1D4ED8"/>
          </a:solidFill>
          <a:ln w="13097">
            <a:solidFill>
              <a:srgbClr val="172B4D"/>
            </a:solidFill>
          </a:ln>
        </p:spPr>
      </p:sp>
      <p:sp>
        <p:nvSpPr>
          <p:cNvPr id="741" name="object-741">
            <a:extLst>
              <a:ext uri="{FF2B5EF4-FFF2-40B4-BE49-F238E27FC236}">
                <a16:creationId xmlns:a16="http://schemas.microsoft.com/office/drawing/2014/main" id="{A44A7D8E-F677-4B9E-A4AD-80582A297BF8}"/>
              </a:ext>
            </a:extLst>
          </p:cNvPr>
          <p:cNvSpPr>
            <a:spLocks noGrp="1"/>
          </p:cNvSpPr>
          <p:nvPr/>
        </p:nvSpPr>
        <p:spPr>
          <a:xfrm>
            <a:off x="7516812" y="5238750"/>
            <a:ext cx="34925" cy="547688"/>
          </a:xfrm>
          <a:prstGeom prst="rect">
            <a:avLst/>
          </a:prstGeom>
          <a:solidFill>
            <a:srgbClr val="1D4ED8"/>
          </a:solidFill>
          <a:ln w="13097">
            <a:solidFill>
              <a:srgbClr val="172B4D"/>
            </a:solidFill>
          </a:ln>
        </p:spPr>
      </p:sp>
      <p:sp>
        <p:nvSpPr>
          <p:cNvPr id="742" name="object-742">
            <a:extLst>
              <a:ext uri="{FF2B5EF4-FFF2-40B4-BE49-F238E27FC236}">
                <a16:creationId xmlns:a16="http://schemas.microsoft.com/office/drawing/2014/main" id="{7560C06E-67F4-4213-BBBF-3614FC0D2164}"/>
              </a:ext>
            </a:extLst>
          </p:cNvPr>
          <p:cNvSpPr>
            <a:spLocks noGrp="1"/>
          </p:cNvSpPr>
          <p:nvPr/>
        </p:nvSpPr>
        <p:spPr>
          <a:xfrm>
            <a:off x="7551737" y="5238750"/>
            <a:ext cx="34925" cy="547688"/>
          </a:xfrm>
          <a:prstGeom prst="rect">
            <a:avLst/>
          </a:prstGeom>
          <a:solidFill>
            <a:srgbClr val="1D4ED8"/>
          </a:solidFill>
          <a:ln w="13097">
            <a:solidFill>
              <a:srgbClr val="172B4D"/>
            </a:solidFill>
          </a:ln>
        </p:spPr>
      </p:sp>
      <p:sp>
        <p:nvSpPr>
          <p:cNvPr id="743" name="object-743">
            <a:extLst>
              <a:ext uri="{FF2B5EF4-FFF2-40B4-BE49-F238E27FC236}">
                <a16:creationId xmlns:a16="http://schemas.microsoft.com/office/drawing/2014/main" id="{CE49AF78-445A-40FF-A65B-C1274E9A77C6}"/>
              </a:ext>
            </a:extLst>
          </p:cNvPr>
          <p:cNvSpPr>
            <a:spLocks noGrp="1"/>
          </p:cNvSpPr>
          <p:nvPr/>
        </p:nvSpPr>
        <p:spPr>
          <a:xfrm>
            <a:off x="7586663" y="5238750"/>
            <a:ext cx="34925" cy="547688"/>
          </a:xfrm>
          <a:prstGeom prst="rect">
            <a:avLst/>
          </a:prstGeom>
          <a:solidFill>
            <a:srgbClr val="1D4ED8"/>
          </a:solidFill>
          <a:ln w="13097">
            <a:solidFill>
              <a:srgbClr val="172B4D"/>
            </a:solidFill>
          </a:ln>
        </p:spPr>
      </p:sp>
      <p:sp>
        <p:nvSpPr>
          <p:cNvPr id="744" name="object-744">
            <a:extLst>
              <a:ext uri="{FF2B5EF4-FFF2-40B4-BE49-F238E27FC236}">
                <a16:creationId xmlns:a16="http://schemas.microsoft.com/office/drawing/2014/main" id="{A7EC2BF8-232E-44C4-B8E2-B7CEB68B4A72}"/>
              </a:ext>
            </a:extLst>
          </p:cNvPr>
          <p:cNvSpPr>
            <a:spLocks noGrp="1"/>
          </p:cNvSpPr>
          <p:nvPr/>
        </p:nvSpPr>
        <p:spPr>
          <a:xfrm>
            <a:off x="7621588" y="5238750"/>
            <a:ext cx="34925" cy="547688"/>
          </a:xfrm>
          <a:prstGeom prst="rect">
            <a:avLst/>
          </a:prstGeom>
          <a:solidFill>
            <a:srgbClr val="1D4ED8"/>
          </a:solidFill>
          <a:ln w="13097">
            <a:solidFill>
              <a:srgbClr val="172B4D"/>
            </a:solidFill>
          </a:ln>
        </p:spPr>
      </p:sp>
      <p:sp>
        <p:nvSpPr>
          <p:cNvPr id="745" name="object-745">
            <a:extLst>
              <a:ext uri="{FF2B5EF4-FFF2-40B4-BE49-F238E27FC236}">
                <a16:creationId xmlns:a16="http://schemas.microsoft.com/office/drawing/2014/main" id="{D002686F-68D0-42CE-9FD1-36934C39F930}"/>
              </a:ext>
            </a:extLst>
          </p:cNvPr>
          <p:cNvSpPr>
            <a:spLocks noGrp="1"/>
          </p:cNvSpPr>
          <p:nvPr/>
        </p:nvSpPr>
        <p:spPr>
          <a:xfrm>
            <a:off x="7656512" y="5238750"/>
            <a:ext cx="34925" cy="547688"/>
          </a:xfrm>
          <a:prstGeom prst="rect">
            <a:avLst/>
          </a:prstGeom>
          <a:solidFill>
            <a:srgbClr val="1D4ED8"/>
          </a:solidFill>
          <a:ln w="13097">
            <a:solidFill>
              <a:srgbClr val="172B4D"/>
            </a:solidFill>
          </a:ln>
        </p:spPr>
      </p:sp>
      <p:sp>
        <p:nvSpPr>
          <p:cNvPr id="746" name="object-746">
            <a:extLst>
              <a:ext uri="{FF2B5EF4-FFF2-40B4-BE49-F238E27FC236}">
                <a16:creationId xmlns:a16="http://schemas.microsoft.com/office/drawing/2014/main" id="{54F54575-C273-4B3B-8906-19178ECA81FA}"/>
              </a:ext>
            </a:extLst>
          </p:cNvPr>
          <p:cNvSpPr>
            <a:spLocks noGrp="1"/>
          </p:cNvSpPr>
          <p:nvPr/>
        </p:nvSpPr>
        <p:spPr>
          <a:xfrm>
            <a:off x="7691438" y="5238750"/>
            <a:ext cx="34925" cy="547688"/>
          </a:xfrm>
          <a:prstGeom prst="rect">
            <a:avLst/>
          </a:prstGeom>
          <a:solidFill>
            <a:srgbClr val="1D4ED8"/>
          </a:solidFill>
          <a:ln w="13097">
            <a:solidFill>
              <a:srgbClr val="172B4D"/>
            </a:solidFill>
          </a:ln>
        </p:spPr>
      </p:sp>
      <p:sp>
        <p:nvSpPr>
          <p:cNvPr id="747" name="object-747">
            <a:extLst>
              <a:ext uri="{FF2B5EF4-FFF2-40B4-BE49-F238E27FC236}">
                <a16:creationId xmlns:a16="http://schemas.microsoft.com/office/drawing/2014/main" id="{E2BB975B-41A1-44CB-AD7E-4B841A896367}"/>
              </a:ext>
            </a:extLst>
          </p:cNvPr>
          <p:cNvSpPr>
            <a:spLocks noGrp="1"/>
          </p:cNvSpPr>
          <p:nvPr/>
        </p:nvSpPr>
        <p:spPr>
          <a:xfrm>
            <a:off x="7726363" y="5238750"/>
            <a:ext cx="34925" cy="547688"/>
          </a:xfrm>
          <a:prstGeom prst="rect">
            <a:avLst/>
          </a:prstGeom>
          <a:solidFill>
            <a:srgbClr val="1D4ED8"/>
          </a:solidFill>
          <a:ln w="13097">
            <a:solidFill>
              <a:srgbClr val="172B4D"/>
            </a:solidFill>
          </a:ln>
        </p:spPr>
      </p:sp>
      <p:sp>
        <p:nvSpPr>
          <p:cNvPr id="748" name="object-748">
            <a:extLst>
              <a:ext uri="{FF2B5EF4-FFF2-40B4-BE49-F238E27FC236}">
                <a16:creationId xmlns:a16="http://schemas.microsoft.com/office/drawing/2014/main" id="{8AF96A3D-621E-4D9A-BEA4-6FF39CC26E7C}"/>
              </a:ext>
            </a:extLst>
          </p:cNvPr>
          <p:cNvSpPr>
            <a:spLocks noGrp="1"/>
          </p:cNvSpPr>
          <p:nvPr/>
        </p:nvSpPr>
        <p:spPr>
          <a:xfrm>
            <a:off x="7761288" y="5238750"/>
            <a:ext cx="34925" cy="547688"/>
          </a:xfrm>
          <a:prstGeom prst="rect">
            <a:avLst/>
          </a:prstGeom>
          <a:solidFill>
            <a:srgbClr val="1D4ED8"/>
          </a:solidFill>
          <a:ln w="13097">
            <a:solidFill>
              <a:srgbClr val="172B4D"/>
            </a:solidFill>
          </a:ln>
        </p:spPr>
      </p:sp>
      <p:sp>
        <p:nvSpPr>
          <p:cNvPr id="749" name="object-749">
            <a:extLst>
              <a:ext uri="{FF2B5EF4-FFF2-40B4-BE49-F238E27FC236}">
                <a16:creationId xmlns:a16="http://schemas.microsoft.com/office/drawing/2014/main" id="{6954C389-4DBF-4CCB-9F8F-521A53D3564E}"/>
              </a:ext>
            </a:extLst>
          </p:cNvPr>
          <p:cNvSpPr>
            <a:spLocks noGrp="1"/>
          </p:cNvSpPr>
          <p:nvPr/>
        </p:nvSpPr>
        <p:spPr>
          <a:xfrm>
            <a:off x="7796213" y="5238750"/>
            <a:ext cx="34925" cy="547688"/>
          </a:xfrm>
          <a:prstGeom prst="rect">
            <a:avLst/>
          </a:prstGeom>
          <a:solidFill>
            <a:srgbClr val="1D4ED8"/>
          </a:solidFill>
          <a:ln w="13097">
            <a:solidFill>
              <a:srgbClr val="172B4D"/>
            </a:solidFill>
          </a:ln>
        </p:spPr>
      </p:sp>
      <p:sp>
        <p:nvSpPr>
          <p:cNvPr id="750" name="object-750">
            <a:extLst>
              <a:ext uri="{FF2B5EF4-FFF2-40B4-BE49-F238E27FC236}">
                <a16:creationId xmlns:a16="http://schemas.microsoft.com/office/drawing/2014/main" id="{07715628-2470-43A2-90BA-BBEA49BFAD5C}"/>
              </a:ext>
            </a:extLst>
          </p:cNvPr>
          <p:cNvSpPr>
            <a:spLocks noGrp="1"/>
          </p:cNvSpPr>
          <p:nvPr/>
        </p:nvSpPr>
        <p:spPr>
          <a:xfrm>
            <a:off x="7831138" y="5238750"/>
            <a:ext cx="34925" cy="547688"/>
          </a:xfrm>
          <a:prstGeom prst="rect">
            <a:avLst/>
          </a:prstGeom>
          <a:solidFill>
            <a:srgbClr val="1D4ED8"/>
          </a:solidFill>
          <a:ln w="13097">
            <a:solidFill>
              <a:srgbClr val="172B4D"/>
            </a:solidFill>
          </a:ln>
        </p:spPr>
      </p:sp>
      <p:sp>
        <p:nvSpPr>
          <p:cNvPr id="751" name="object-751">
            <a:extLst>
              <a:ext uri="{FF2B5EF4-FFF2-40B4-BE49-F238E27FC236}">
                <a16:creationId xmlns:a16="http://schemas.microsoft.com/office/drawing/2014/main" id="{284968BB-3CD0-4028-8C4A-50AC2220090F}"/>
              </a:ext>
            </a:extLst>
          </p:cNvPr>
          <p:cNvSpPr>
            <a:spLocks noGrp="1"/>
          </p:cNvSpPr>
          <p:nvPr/>
        </p:nvSpPr>
        <p:spPr>
          <a:xfrm>
            <a:off x="7866063" y="5238750"/>
            <a:ext cx="34925" cy="547688"/>
          </a:xfrm>
          <a:prstGeom prst="rect">
            <a:avLst/>
          </a:prstGeom>
          <a:solidFill>
            <a:srgbClr val="1D4ED8"/>
          </a:solidFill>
          <a:ln w="13097">
            <a:solidFill>
              <a:srgbClr val="172B4D"/>
            </a:solidFill>
          </a:ln>
        </p:spPr>
      </p:sp>
      <p:sp>
        <p:nvSpPr>
          <p:cNvPr id="752" name="object-752">
            <a:extLst>
              <a:ext uri="{FF2B5EF4-FFF2-40B4-BE49-F238E27FC236}">
                <a16:creationId xmlns:a16="http://schemas.microsoft.com/office/drawing/2014/main" id="{37B4C2F5-F940-4E75-9C52-5B7474B0F8E6}"/>
              </a:ext>
            </a:extLst>
          </p:cNvPr>
          <p:cNvSpPr>
            <a:spLocks noGrp="1"/>
          </p:cNvSpPr>
          <p:nvPr/>
        </p:nvSpPr>
        <p:spPr>
          <a:xfrm>
            <a:off x="7900988" y="5238750"/>
            <a:ext cx="34925" cy="547688"/>
          </a:xfrm>
          <a:prstGeom prst="rect">
            <a:avLst/>
          </a:prstGeom>
          <a:solidFill>
            <a:srgbClr val="1D4ED8"/>
          </a:solidFill>
          <a:ln w="13097">
            <a:solidFill>
              <a:srgbClr val="172B4D"/>
            </a:solidFill>
          </a:ln>
        </p:spPr>
      </p:sp>
      <p:sp>
        <p:nvSpPr>
          <p:cNvPr id="753" name="object-753">
            <a:extLst>
              <a:ext uri="{FF2B5EF4-FFF2-40B4-BE49-F238E27FC236}">
                <a16:creationId xmlns:a16="http://schemas.microsoft.com/office/drawing/2014/main" id="{A0E61315-F3BC-4582-9650-492793F3B5C0}"/>
              </a:ext>
            </a:extLst>
          </p:cNvPr>
          <p:cNvSpPr>
            <a:spLocks noGrp="1"/>
          </p:cNvSpPr>
          <p:nvPr/>
        </p:nvSpPr>
        <p:spPr>
          <a:xfrm>
            <a:off x="7935913" y="5238750"/>
            <a:ext cx="34925" cy="547688"/>
          </a:xfrm>
          <a:prstGeom prst="rect">
            <a:avLst/>
          </a:prstGeom>
          <a:solidFill>
            <a:srgbClr val="1D4ED8"/>
          </a:solidFill>
          <a:ln w="13097">
            <a:solidFill>
              <a:srgbClr val="172B4D"/>
            </a:solidFill>
          </a:ln>
        </p:spPr>
      </p:sp>
      <p:sp>
        <p:nvSpPr>
          <p:cNvPr id="754" name="object-754">
            <a:extLst>
              <a:ext uri="{FF2B5EF4-FFF2-40B4-BE49-F238E27FC236}">
                <a16:creationId xmlns:a16="http://schemas.microsoft.com/office/drawing/2014/main" id="{016619C6-ECE3-496B-A1CE-2B0DA50060E5}"/>
              </a:ext>
            </a:extLst>
          </p:cNvPr>
          <p:cNvSpPr>
            <a:spLocks noGrp="1"/>
          </p:cNvSpPr>
          <p:nvPr/>
        </p:nvSpPr>
        <p:spPr>
          <a:xfrm>
            <a:off x="7970838" y="5238750"/>
            <a:ext cx="34925" cy="547688"/>
          </a:xfrm>
          <a:prstGeom prst="rect">
            <a:avLst/>
          </a:prstGeom>
          <a:solidFill>
            <a:srgbClr val="1D4ED8"/>
          </a:solidFill>
          <a:ln w="13097">
            <a:solidFill>
              <a:srgbClr val="172B4D"/>
            </a:solidFill>
          </a:ln>
        </p:spPr>
      </p:sp>
      <p:sp>
        <p:nvSpPr>
          <p:cNvPr id="755" name="object-755">
            <a:extLst>
              <a:ext uri="{FF2B5EF4-FFF2-40B4-BE49-F238E27FC236}">
                <a16:creationId xmlns:a16="http://schemas.microsoft.com/office/drawing/2014/main" id="{7584F217-C9E1-471C-90AE-E379B6CE754A}"/>
              </a:ext>
            </a:extLst>
          </p:cNvPr>
          <p:cNvSpPr>
            <a:spLocks noGrp="1"/>
          </p:cNvSpPr>
          <p:nvPr/>
        </p:nvSpPr>
        <p:spPr>
          <a:xfrm>
            <a:off x="8005763" y="5238750"/>
            <a:ext cx="34925" cy="547688"/>
          </a:xfrm>
          <a:prstGeom prst="rect">
            <a:avLst/>
          </a:prstGeom>
          <a:solidFill>
            <a:srgbClr val="1D4ED8"/>
          </a:solidFill>
          <a:ln w="13097">
            <a:solidFill>
              <a:srgbClr val="172B4D"/>
            </a:solidFill>
          </a:ln>
        </p:spPr>
      </p:sp>
      <p:sp>
        <p:nvSpPr>
          <p:cNvPr id="756" name="object-756">
            <a:extLst>
              <a:ext uri="{FF2B5EF4-FFF2-40B4-BE49-F238E27FC236}">
                <a16:creationId xmlns:a16="http://schemas.microsoft.com/office/drawing/2014/main" id="{0DE8B9AF-EC9C-47D3-B192-79385E6B3020}"/>
              </a:ext>
            </a:extLst>
          </p:cNvPr>
          <p:cNvSpPr>
            <a:spLocks noGrp="1"/>
          </p:cNvSpPr>
          <p:nvPr/>
        </p:nvSpPr>
        <p:spPr>
          <a:xfrm>
            <a:off x="8040687" y="5238750"/>
            <a:ext cx="34925" cy="547688"/>
          </a:xfrm>
          <a:prstGeom prst="rect">
            <a:avLst/>
          </a:prstGeom>
          <a:solidFill>
            <a:srgbClr val="1D4ED8"/>
          </a:solidFill>
          <a:ln w="13097">
            <a:solidFill>
              <a:srgbClr val="172B4D"/>
            </a:solidFill>
          </a:ln>
        </p:spPr>
      </p:sp>
      <p:sp>
        <p:nvSpPr>
          <p:cNvPr id="757" name="object-757">
            <a:extLst>
              <a:ext uri="{FF2B5EF4-FFF2-40B4-BE49-F238E27FC236}">
                <a16:creationId xmlns:a16="http://schemas.microsoft.com/office/drawing/2014/main" id="{F5771CC5-7C9E-4A3E-8400-8B130B39D1CA}"/>
              </a:ext>
            </a:extLst>
          </p:cNvPr>
          <p:cNvSpPr>
            <a:spLocks noGrp="1"/>
          </p:cNvSpPr>
          <p:nvPr/>
        </p:nvSpPr>
        <p:spPr>
          <a:xfrm>
            <a:off x="8075612" y="5238750"/>
            <a:ext cx="34925" cy="547688"/>
          </a:xfrm>
          <a:prstGeom prst="rect">
            <a:avLst/>
          </a:prstGeom>
          <a:solidFill>
            <a:srgbClr val="1D4ED8"/>
          </a:solidFill>
          <a:ln w="13097">
            <a:solidFill>
              <a:srgbClr val="172B4D"/>
            </a:solidFill>
          </a:ln>
        </p:spPr>
      </p:sp>
      <p:sp>
        <p:nvSpPr>
          <p:cNvPr id="758" name="object-758">
            <a:extLst>
              <a:ext uri="{FF2B5EF4-FFF2-40B4-BE49-F238E27FC236}">
                <a16:creationId xmlns:a16="http://schemas.microsoft.com/office/drawing/2014/main" id="{74184553-CFFF-4C4F-926E-65461DE2B5EA}"/>
              </a:ext>
            </a:extLst>
          </p:cNvPr>
          <p:cNvSpPr>
            <a:spLocks noGrp="1"/>
          </p:cNvSpPr>
          <p:nvPr/>
        </p:nvSpPr>
        <p:spPr>
          <a:xfrm>
            <a:off x="8110538" y="5238750"/>
            <a:ext cx="34925" cy="547688"/>
          </a:xfrm>
          <a:prstGeom prst="rect">
            <a:avLst/>
          </a:prstGeom>
          <a:solidFill>
            <a:srgbClr val="1D4ED8"/>
          </a:solidFill>
          <a:ln w="13097">
            <a:solidFill>
              <a:srgbClr val="172B4D"/>
            </a:solidFill>
          </a:ln>
        </p:spPr>
      </p:sp>
      <p:sp>
        <p:nvSpPr>
          <p:cNvPr id="759" name="object-759">
            <a:extLst>
              <a:ext uri="{FF2B5EF4-FFF2-40B4-BE49-F238E27FC236}">
                <a16:creationId xmlns:a16="http://schemas.microsoft.com/office/drawing/2014/main" id="{1A359189-8323-4672-91E8-DE2E15D365F5}"/>
              </a:ext>
            </a:extLst>
          </p:cNvPr>
          <p:cNvSpPr>
            <a:spLocks noGrp="1"/>
          </p:cNvSpPr>
          <p:nvPr/>
        </p:nvSpPr>
        <p:spPr>
          <a:xfrm>
            <a:off x="8145463" y="5238750"/>
            <a:ext cx="34925" cy="547688"/>
          </a:xfrm>
          <a:prstGeom prst="rect">
            <a:avLst/>
          </a:prstGeom>
          <a:solidFill>
            <a:srgbClr val="1D4ED8"/>
          </a:solidFill>
          <a:ln w="13097">
            <a:solidFill>
              <a:srgbClr val="172B4D"/>
            </a:solidFill>
          </a:ln>
        </p:spPr>
      </p:sp>
      <p:sp>
        <p:nvSpPr>
          <p:cNvPr id="760" name="object-760">
            <a:extLst>
              <a:ext uri="{FF2B5EF4-FFF2-40B4-BE49-F238E27FC236}">
                <a16:creationId xmlns:a16="http://schemas.microsoft.com/office/drawing/2014/main" id="{C860E7F9-E797-4AC5-A673-855420E54E61}"/>
              </a:ext>
            </a:extLst>
          </p:cNvPr>
          <p:cNvSpPr>
            <a:spLocks noGrp="1"/>
          </p:cNvSpPr>
          <p:nvPr/>
        </p:nvSpPr>
        <p:spPr>
          <a:xfrm>
            <a:off x="8180387" y="5238750"/>
            <a:ext cx="34925" cy="547688"/>
          </a:xfrm>
          <a:prstGeom prst="rect">
            <a:avLst/>
          </a:prstGeom>
          <a:solidFill>
            <a:srgbClr val="1D4ED8"/>
          </a:solidFill>
          <a:ln w="13097">
            <a:solidFill>
              <a:srgbClr val="172B4D"/>
            </a:solidFill>
          </a:ln>
        </p:spPr>
      </p:sp>
      <p:sp>
        <p:nvSpPr>
          <p:cNvPr id="761" name="object-761">
            <a:extLst>
              <a:ext uri="{FF2B5EF4-FFF2-40B4-BE49-F238E27FC236}">
                <a16:creationId xmlns:a16="http://schemas.microsoft.com/office/drawing/2014/main" id="{C3B99EEC-ADA4-41C6-86E4-F351FB058D8B}"/>
              </a:ext>
            </a:extLst>
          </p:cNvPr>
          <p:cNvSpPr>
            <a:spLocks noGrp="1"/>
          </p:cNvSpPr>
          <p:nvPr/>
        </p:nvSpPr>
        <p:spPr>
          <a:xfrm>
            <a:off x="8215313" y="5238750"/>
            <a:ext cx="34925" cy="547688"/>
          </a:xfrm>
          <a:prstGeom prst="rect">
            <a:avLst/>
          </a:prstGeom>
          <a:solidFill>
            <a:srgbClr val="1D4ED8"/>
          </a:solidFill>
          <a:ln w="13097">
            <a:solidFill>
              <a:srgbClr val="172B4D"/>
            </a:solidFill>
          </a:ln>
        </p:spPr>
      </p:sp>
      <p:sp>
        <p:nvSpPr>
          <p:cNvPr id="762" name="object-762">
            <a:extLst>
              <a:ext uri="{FF2B5EF4-FFF2-40B4-BE49-F238E27FC236}">
                <a16:creationId xmlns:a16="http://schemas.microsoft.com/office/drawing/2014/main" id="{67B02D1A-2CC4-4032-AC1F-F38D0D25C753}"/>
              </a:ext>
            </a:extLst>
          </p:cNvPr>
          <p:cNvSpPr>
            <a:spLocks noGrp="1"/>
          </p:cNvSpPr>
          <p:nvPr/>
        </p:nvSpPr>
        <p:spPr>
          <a:xfrm>
            <a:off x="8250238" y="5238750"/>
            <a:ext cx="34925" cy="547688"/>
          </a:xfrm>
          <a:prstGeom prst="rect">
            <a:avLst/>
          </a:prstGeom>
          <a:solidFill>
            <a:srgbClr val="1D4ED8"/>
          </a:solidFill>
          <a:ln w="13097">
            <a:solidFill>
              <a:srgbClr val="172B4D"/>
            </a:solidFill>
          </a:ln>
        </p:spPr>
      </p:sp>
      <p:sp>
        <p:nvSpPr>
          <p:cNvPr id="763" name="object-763">
            <a:extLst>
              <a:ext uri="{FF2B5EF4-FFF2-40B4-BE49-F238E27FC236}">
                <a16:creationId xmlns:a16="http://schemas.microsoft.com/office/drawing/2014/main" id="{D22FCB98-3C0B-44E0-8F5B-64CD3D01D0F8}"/>
              </a:ext>
            </a:extLst>
          </p:cNvPr>
          <p:cNvSpPr>
            <a:spLocks noGrp="1"/>
          </p:cNvSpPr>
          <p:nvPr/>
        </p:nvSpPr>
        <p:spPr>
          <a:xfrm>
            <a:off x="8285163" y="5238750"/>
            <a:ext cx="34925" cy="547688"/>
          </a:xfrm>
          <a:prstGeom prst="rect">
            <a:avLst/>
          </a:prstGeom>
          <a:solidFill>
            <a:srgbClr val="1D4ED8"/>
          </a:solidFill>
          <a:ln w="13097">
            <a:solidFill>
              <a:srgbClr val="172B4D"/>
            </a:solidFill>
          </a:ln>
        </p:spPr>
      </p:sp>
      <p:sp>
        <p:nvSpPr>
          <p:cNvPr id="764" name="object-764">
            <a:extLst>
              <a:ext uri="{FF2B5EF4-FFF2-40B4-BE49-F238E27FC236}">
                <a16:creationId xmlns:a16="http://schemas.microsoft.com/office/drawing/2014/main" id="{CE7935BA-0881-4E33-96B7-18269B023F72}"/>
              </a:ext>
            </a:extLst>
          </p:cNvPr>
          <p:cNvSpPr>
            <a:spLocks noGrp="1"/>
          </p:cNvSpPr>
          <p:nvPr/>
        </p:nvSpPr>
        <p:spPr>
          <a:xfrm>
            <a:off x="8320088" y="5238750"/>
            <a:ext cx="34925" cy="547688"/>
          </a:xfrm>
          <a:prstGeom prst="rect">
            <a:avLst/>
          </a:prstGeom>
          <a:solidFill>
            <a:srgbClr val="1D4ED8"/>
          </a:solidFill>
          <a:ln w="13097">
            <a:solidFill>
              <a:srgbClr val="172B4D"/>
            </a:solidFill>
          </a:ln>
        </p:spPr>
      </p:sp>
      <p:sp>
        <p:nvSpPr>
          <p:cNvPr id="765" name="object-765">
            <a:extLst>
              <a:ext uri="{FF2B5EF4-FFF2-40B4-BE49-F238E27FC236}">
                <a16:creationId xmlns:a16="http://schemas.microsoft.com/office/drawing/2014/main" id="{D554C1EC-B898-4474-88F2-7BCDC8FA2DBB}"/>
              </a:ext>
            </a:extLst>
          </p:cNvPr>
          <p:cNvSpPr>
            <a:spLocks noGrp="1"/>
          </p:cNvSpPr>
          <p:nvPr/>
        </p:nvSpPr>
        <p:spPr>
          <a:xfrm>
            <a:off x="8355013" y="5238750"/>
            <a:ext cx="34925" cy="547688"/>
          </a:xfrm>
          <a:prstGeom prst="rect">
            <a:avLst/>
          </a:prstGeom>
          <a:solidFill>
            <a:srgbClr val="1D4ED8"/>
          </a:solidFill>
          <a:ln w="13097">
            <a:solidFill>
              <a:srgbClr val="172B4D"/>
            </a:solidFill>
          </a:ln>
        </p:spPr>
      </p:sp>
      <p:sp>
        <p:nvSpPr>
          <p:cNvPr id="766" name="object-766">
            <a:extLst>
              <a:ext uri="{FF2B5EF4-FFF2-40B4-BE49-F238E27FC236}">
                <a16:creationId xmlns:a16="http://schemas.microsoft.com/office/drawing/2014/main" id="{C3140ACC-94F5-4C41-AB28-D6DEC3467889}"/>
              </a:ext>
            </a:extLst>
          </p:cNvPr>
          <p:cNvSpPr>
            <a:spLocks noGrp="1"/>
          </p:cNvSpPr>
          <p:nvPr/>
        </p:nvSpPr>
        <p:spPr>
          <a:xfrm>
            <a:off x="8389938" y="5238750"/>
            <a:ext cx="34925" cy="547688"/>
          </a:xfrm>
          <a:prstGeom prst="rect">
            <a:avLst/>
          </a:prstGeom>
          <a:solidFill>
            <a:srgbClr val="1D4ED8"/>
          </a:solidFill>
          <a:ln w="13097">
            <a:solidFill>
              <a:srgbClr val="172B4D"/>
            </a:solidFill>
          </a:ln>
        </p:spPr>
      </p:sp>
      <p:sp>
        <p:nvSpPr>
          <p:cNvPr id="767" name="object-767">
            <a:extLst>
              <a:ext uri="{FF2B5EF4-FFF2-40B4-BE49-F238E27FC236}">
                <a16:creationId xmlns:a16="http://schemas.microsoft.com/office/drawing/2014/main" id="{3FE5CDBD-1208-4E28-BE4F-1C403760F1C5}"/>
              </a:ext>
            </a:extLst>
          </p:cNvPr>
          <p:cNvSpPr>
            <a:spLocks noGrp="1"/>
          </p:cNvSpPr>
          <p:nvPr/>
        </p:nvSpPr>
        <p:spPr>
          <a:xfrm>
            <a:off x="8424863" y="5238750"/>
            <a:ext cx="34925" cy="547688"/>
          </a:xfrm>
          <a:prstGeom prst="rect">
            <a:avLst/>
          </a:prstGeom>
          <a:solidFill>
            <a:srgbClr val="1D4ED8"/>
          </a:solidFill>
          <a:ln w="13097">
            <a:solidFill>
              <a:srgbClr val="172B4D"/>
            </a:solidFill>
          </a:ln>
        </p:spPr>
      </p:sp>
      <p:sp>
        <p:nvSpPr>
          <p:cNvPr id="768" name="object-768">
            <a:extLst>
              <a:ext uri="{FF2B5EF4-FFF2-40B4-BE49-F238E27FC236}">
                <a16:creationId xmlns:a16="http://schemas.microsoft.com/office/drawing/2014/main" id="{70602573-4666-4F6F-A06C-EC6F037E8383}"/>
              </a:ext>
            </a:extLst>
          </p:cNvPr>
          <p:cNvSpPr>
            <a:spLocks noGrp="1"/>
          </p:cNvSpPr>
          <p:nvPr/>
        </p:nvSpPr>
        <p:spPr>
          <a:xfrm>
            <a:off x="8459788" y="5238750"/>
            <a:ext cx="34925" cy="547688"/>
          </a:xfrm>
          <a:prstGeom prst="rect">
            <a:avLst/>
          </a:prstGeom>
          <a:solidFill>
            <a:srgbClr val="1D4ED8"/>
          </a:solidFill>
          <a:ln w="13097">
            <a:solidFill>
              <a:srgbClr val="172B4D"/>
            </a:solidFill>
          </a:ln>
        </p:spPr>
      </p:sp>
      <p:sp>
        <p:nvSpPr>
          <p:cNvPr id="769" name="object-769">
            <a:extLst>
              <a:ext uri="{FF2B5EF4-FFF2-40B4-BE49-F238E27FC236}">
                <a16:creationId xmlns:a16="http://schemas.microsoft.com/office/drawing/2014/main" id="{766545F2-8786-4327-81AC-FAFBCF1BBC20}"/>
              </a:ext>
            </a:extLst>
          </p:cNvPr>
          <p:cNvSpPr>
            <a:spLocks noGrp="1"/>
          </p:cNvSpPr>
          <p:nvPr/>
        </p:nvSpPr>
        <p:spPr>
          <a:xfrm>
            <a:off x="8494713" y="5238750"/>
            <a:ext cx="34925" cy="547688"/>
          </a:xfrm>
          <a:prstGeom prst="rect">
            <a:avLst/>
          </a:prstGeom>
          <a:solidFill>
            <a:srgbClr val="1D4ED8"/>
          </a:solidFill>
          <a:ln w="13097">
            <a:solidFill>
              <a:srgbClr val="172B4D"/>
            </a:solidFill>
          </a:ln>
        </p:spPr>
      </p:sp>
      <p:sp>
        <p:nvSpPr>
          <p:cNvPr id="770" name="object-770">
            <a:extLst>
              <a:ext uri="{FF2B5EF4-FFF2-40B4-BE49-F238E27FC236}">
                <a16:creationId xmlns:a16="http://schemas.microsoft.com/office/drawing/2014/main" id="{BE804653-3C8A-42FD-9187-9EABAC7EA607}"/>
              </a:ext>
            </a:extLst>
          </p:cNvPr>
          <p:cNvSpPr>
            <a:spLocks noGrp="1"/>
          </p:cNvSpPr>
          <p:nvPr/>
        </p:nvSpPr>
        <p:spPr>
          <a:xfrm>
            <a:off x="8529638" y="5238750"/>
            <a:ext cx="34925" cy="547688"/>
          </a:xfrm>
          <a:prstGeom prst="rect">
            <a:avLst/>
          </a:prstGeom>
          <a:solidFill>
            <a:srgbClr val="1D4ED8"/>
          </a:solidFill>
          <a:ln w="13097">
            <a:solidFill>
              <a:srgbClr val="172B4D"/>
            </a:solidFill>
          </a:ln>
        </p:spPr>
      </p:sp>
      <p:sp>
        <p:nvSpPr>
          <p:cNvPr id="771" name="object-771">
            <a:extLst>
              <a:ext uri="{FF2B5EF4-FFF2-40B4-BE49-F238E27FC236}">
                <a16:creationId xmlns:a16="http://schemas.microsoft.com/office/drawing/2014/main" id="{5F435085-17FE-4E41-87B9-A8DFA36DC2E9}"/>
              </a:ext>
            </a:extLst>
          </p:cNvPr>
          <p:cNvSpPr>
            <a:spLocks noGrp="1"/>
          </p:cNvSpPr>
          <p:nvPr/>
        </p:nvSpPr>
        <p:spPr>
          <a:xfrm>
            <a:off x="8564562" y="5238750"/>
            <a:ext cx="34925" cy="547688"/>
          </a:xfrm>
          <a:prstGeom prst="rect">
            <a:avLst/>
          </a:prstGeom>
          <a:solidFill>
            <a:srgbClr val="1D4ED8"/>
          </a:solidFill>
          <a:ln w="13097">
            <a:solidFill>
              <a:srgbClr val="172B4D"/>
            </a:solidFill>
          </a:ln>
        </p:spPr>
      </p:sp>
      <p:sp>
        <p:nvSpPr>
          <p:cNvPr id="772" name="object-772">
            <a:extLst>
              <a:ext uri="{FF2B5EF4-FFF2-40B4-BE49-F238E27FC236}">
                <a16:creationId xmlns:a16="http://schemas.microsoft.com/office/drawing/2014/main" id="{F12B89FB-9CBD-4C8D-AFE1-F28FAFFF2648}"/>
              </a:ext>
            </a:extLst>
          </p:cNvPr>
          <p:cNvSpPr>
            <a:spLocks noGrp="1"/>
          </p:cNvSpPr>
          <p:nvPr/>
        </p:nvSpPr>
        <p:spPr>
          <a:xfrm>
            <a:off x="8599488" y="5238750"/>
            <a:ext cx="34925" cy="547688"/>
          </a:xfrm>
          <a:prstGeom prst="rect">
            <a:avLst/>
          </a:prstGeom>
          <a:solidFill>
            <a:srgbClr val="1D4ED8"/>
          </a:solidFill>
          <a:ln w="13097">
            <a:solidFill>
              <a:srgbClr val="172B4D"/>
            </a:solidFill>
          </a:ln>
        </p:spPr>
      </p:sp>
      <p:sp>
        <p:nvSpPr>
          <p:cNvPr id="773" name="object-773">
            <a:extLst>
              <a:ext uri="{FF2B5EF4-FFF2-40B4-BE49-F238E27FC236}">
                <a16:creationId xmlns:a16="http://schemas.microsoft.com/office/drawing/2014/main" id="{B3EBDC65-3742-4132-A783-9004520804D8}"/>
              </a:ext>
            </a:extLst>
          </p:cNvPr>
          <p:cNvSpPr>
            <a:spLocks noGrp="1"/>
          </p:cNvSpPr>
          <p:nvPr/>
        </p:nvSpPr>
        <p:spPr>
          <a:xfrm>
            <a:off x="8634413" y="5238750"/>
            <a:ext cx="34925" cy="547688"/>
          </a:xfrm>
          <a:prstGeom prst="rect">
            <a:avLst/>
          </a:prstGeom>
          <a:solidFill>
            <a:srgbClr val="1D4ED8"/>
          </a:solidFill>
          <a:ln w="13097">
            <a:solidFill>
              <a:srgbClr val="172B4D"/>
            </a:solidFill>
          </a:ln>
        </p:spPr>
      </p:sp>
      <p:sp>
        <p:nvSpPr>
          <p:cNvPr id="774" name="object-774">
            <a:extLst>
              <a:ext uri="{FF2B5EF4-FFF2-40B4-BE49-F238E27FC236}">
                <a16:creationId xmlns:a16="http://schemas.microsoft.com/office/drawing/2014/main" id="{2DED62FA-2AC9-4F55-939E-53097B88AF16}"/>
              </a:ext>
            </a:extLst>
          </p:cNvPr>
          <p:cNvSpPr>
            <a:spLocks noGrp="1"/>
          </p:cNvSpPr>
          <p:nvPr/>
        </p:nvSpPr>
        <p:spPr>
          <a:xfrm>
            <a:off x="8669338" y="5238750"/>
            <a:ext cx="34925" cy="547688"/>
          </a:xfrm>
          <a:prstGeom prst="rect">
            <a:avLst/>
          </a:prstGeom>
          <a:solidFill>
            <a:srgbClr val="1D4ED8"/>
          </a:solidFill>
          <a:ln w="13097">
            <a:solidFill>
              <a:srgbClr val="172B4D"/>
            </a:solidFill>
          </a:ln>
        </p:spPr>
      </p:sp>
      <p:sp>
        <p:nvSpPr>
          <p:cNvPr id="775" name="object-775">
            <a:extLst>
              <a:ext uri="{FF2B5EF4-FFF2-40B4-BE49-F238E27FC236}">
                <a16:creationId xmlns:a16="http://schemas.microsoft.com/office/drawing/2014/main" id="{3021F25A-5CC1-48E8-8E86-9BF136E15698}"/>
              </a:ext>
            </a:extLst>
          </p:cNvPr>
          <p:cNvSpPr>
            <a:spLocks noGrp="1"/>
          </p:cNvSpPr>
          <p:nvPr/>
        </p:nvSpPr>
        <p:spPr>
          <a:xfrm>
            <a:off x="8704263" y="5238750"/>
            <a:ext cx="34925" cy="547688"/>
          </a:xfrm>
          <a:prstGeom prst="rect">
            <a:avLst/>
          </a:prstGeom>
          <a:solidFill>
            <a:srgbClr val="1D4ED8"/>
          </a:solidFill>
          <a:ln w="13097">
            <a:solidFill>
              <a:srgbClr val="172B4D"/>
            </a:solidFill>
          </a:ln>
        </p:spPr>
      </p:sp>
      <p:sp>
        <p:nvSpPr>
          <p:cNvPr id="776" name="object-776">
            <a:extLst>
              <a:ext uri="{FF2B5EF4-FFF2-40B4-BE49-F238E27FC236}">
                <a16:creationId xmlns:a16="http://schemas.microsoft.com/office/drawing/2014/main" id="{7AB3CD58-2176-4FA7-AB04-8B39C0D89C5C}"/>
              </a:ext>
            </a:extLst>
          </p:cNvPr>
          <p:cNvSpPr>
            <a:spLocks noGrp="1"/>
          </p:cNvSpPr>
          <p:nvPr/>
        </p:nvSpPr>
        <p:spPr>
          <a:xfrm>
            <a:off x="8739188" y="5238750"/>
            <a:ext cx="34925" cy="547688"/>
          </a:xfrm>
          <a:prstGeom prst="rect">
            <a:avLst/>
          </a:prstGeom>
          <a:solidFill>
            <a:srgbClr val="1D4ED8"/>
          </a:solidFill>
          <a:ln w="13097">
            <a:solidFill>
              <a:srgbClr val="172B4D"/>
            </a:solidFill>
          </a:ln>
        </p:spPr>
      </p:sp>
      <p:sp>
        <p:nvSpPr>
          <p:cNvPr id="777" name="object-777">
            <a:extLst>
              <a:ext uri="{FF2B5EF4-FFF2-40B4-BE49-F238E27FC236}">
                <a16:creationId xmlns:a16="http://schemas.microsoft.com/office/drawing/2014/main" id="{B74166A2-D89B-4237-9CDC-D68AEE1101D8}"/>
              </a:ext>
            </a:extLst>
          </p:cNvPr>
          <p:cNvSpPr>
            <a:spLocks noGrp="1"/>
          </p:cNvSpPr>
          <p:nvPr/>
        </p:nvSpPr>
        <p:spPr>
          <a:xfrm>
            <a:off x="8774113" y="5238750"/>
            <a:ext cx="34925" cy="547688"/>
          </a:xfrm>
          <a:prstGeom prst="rect">
            <a:avLst/>
          </a:prstGeom>
          <a:solidFill>
            <a:srgbClr val="1D4ED8"/>
          </a:solidFill>
          <a:ln w="13097">
            <a:solidFill>
              <a:srgbClr val="172B4D"/>
            </a:solidFill>
          </a:ln>
        </p:spPr>
      </p:sp>
      <p:sp>
        <p:nvSpPr>
          <p:cNvPr id="778" name="object-778">
            <a:extLst>
              <a:ext uri="{FF2B5EF4-FFF2-40B4-BE49-F238E27FC236}">
                <a16:creationId xmlns:a16="http://schemas.microsoft.com/office/drawing/2014/main" id="{EECC1D32-36EB-41B4-8F91-1969A82EEE93}"/>
              </a:ext>
            </a:extLst>
          </p:cNvPr>
          <p:cNvSpPr>
            <a:spLocks noGrp="1"/>
          </p:cNvSpPr>
          <p:nvPr/>
        </p:nvSpPr>
        <p:spPr>
          <a:xfrm>
            <a:off x="8809038" y="5238750"/>
            <a:ext cx="34925" cy="547688"/>
          </a:xfrm>
          <a:prstGeom prst="rect">
            <a:avLst/>
          </a:prstGeom>
          <a:solidFill>
            <a:srgbClr val="1D4ED8"/>
          </a:solidFill>
          <a:ln w="13097">
            <a:solidFill>
              <a:srgbClr val="172B4D"/>
            </a:solidFill>
          </a:ln>
        </p:spPr>
      </p:sp>
      <p:sp>
        <p:nvSpPr>
          <p:cNvPr id="779" name="object-779">
            <a:extLst>
              <a:ext uri="{FF2B5EF4-FFF2-40B4-BE49-F238E27FC236}">
                <a16:creationId xmlns:a16="http://schemas.microsoft.com/office/drawing/2014/main" id="{8E8A712A-27B6-471A-ADBD-DAA7013F044E}"/>
              </a:ext>
            </a:extLst>
          </p:cNvPr>
          <p:cNvSpPr>
            <a:spLocks noGrp="1"/>
          </p:cNvSpPr>
          <p:nvPr/>
        </p:nvSpPr>
        <p:spPr>
          <a:xfrm>
            <a:off x="8843963" y="5238750"/>
            <a:ext cx="34925" cy="547688"/>
          </a:xfrm>
          <a:prstGeom prst="rect">
            <a:avLst/>
          </a:prstGeom>
          <a:solidFill>
            <a:srgbClr val="1D4ED8"/>
          </a:solidFill>
          <a:ln w="13097">
            <a:solidFill>
              <a:srgbClr val="172B4D"/>
            </a:solidFill>
          </a:ln>
        </p:spPr>
      </p:sp>
      <p:sp>
        <p:nvSpPr>
          <p:cNvPr id="780" name="object-780">
            <a:extLst>
              <a:ext uri="{FF2B5EF4-FFF2-40B4-BE49-F238E27FC236}">
                <a16:creationId xmlns:a16="http://schemas.microsoft.com/office/drawing/2014/main" id="{016A4881-74D6-4CC5-8FA1-3994D3CA2D45}"/>
              </a:ext>
            </a:extLst>
          </p:cNvPr>
          <p:cNvSpPr>
            <a:spLocks noGrp="1"/>
          </p:cNvSpPr>
          <p:nvPr/>
        </p:nvSpPr>
        <p:spPr>
          <a:xfrm>
            <a:off x="8878888" y="5238750"/>
            <a:ext cx="34925" cy="547688"/>
          </a:xfrm>
          <a:prstGeom prst="rect">
            <a:avLst/>
          </a:prstGeom>
          <a:solidFill>
            <a:srgbClr val="1D4ED8"/>
          </a:solidFill>
          <a:ln w="13097">
            <a:solidFill>
              <a:srgbClr val="172B4D"/>
            </a:solidFill>
          </a:ln>
        </p:spPr>
      </p:sp>
      <p:sp>
        <p:nvSpPr>
          <p:cNvPr id="781" name="object-781">
            <a:extLst>
              <a:ext uri="{FF2B5EF4-FFF2-40B4-BE49-F238E27FC236}">
                <a16:creationId xmlns:a16="http://schemas.microsoft.com/office/drawing/2014/main" id="{85A67B78-DFC7-4846-B839-E95031DFF6D8}"/>
              </a:ext>
            </a:extLst>
          </p:cNvPr>
          <p:cNvSpPr>
            <a:spLocks noGrp="1"/>
          </p:cNvSpPr>
          <p:nvPr/>
        </p:nvSpPr>
        <p:spPr>
          <a:xfrm>
            <a:off x="8913813" y="5238750"/>
            <a:ext cx="34925" cy="547688"/>
          </a:xfrm>
          <a:prstGeom prst="rect">
            <a:avLst/>
          </a:prstGeom>
          <a:solidFill>
            <a:srgbClr val="1D4ED8"/>
          </a:solidFill>
          <a:ln w="13097">
            <a:solidFill>
              <a:srgbClr val="172B4D"/>
            </a:solidFill>
          </a:ln>
        </p:spPr>
      </p:sp>
      <p:sp>
        <p:nvSpPr>
          <p:cNvPr id="782" name="object-782">
            <a:extLst>
              <a:ext uri="{FF2B5EF4-FFF2-40B4-BE49-F238E27FC236}">
                <a16:creationId xmlns:a16="http://schemas.microsoft.com/office/drawing/2014/main" id="{2B63E998-D29E-47EB-97ED-588EFB3EF9DC}"/>
              </a:ext>
            </a:extLst>
          </p:cNvPr>
          <p:cNvSpPr>
            <a:spLocks noGrp="1"/>
          </p:cNvSpPr>
          <p:nvPr/>
        </p:nvSpPr>
        <p:spPr>
          <a:xfrm>
            <a:off x="8948738" y="5238750"/>
            <a:ext cx="34925" cy="547688"/>
          </a:xfrm>
          <a:prstGeom prst="rect">
            <a:avLst/>
          </a:prstGeom>
          <a:solidFill>
            <a:srgbClr val="1D4ED8"/>
          </a:solidFill>
          <a:ln w="13097">
            <a:solidFill>
              <a:srgbClr val="172B4D"/>
            </a:solidFill>
          </a:ln>
        </p:spPr>
      </p:sp>
      <p:sp>
        <p:nvSpPr>
          <p:cNvPr id="783" name="object-783">
            <a:extLst>
              <a:ext uri="{FF2B5EF4-FFF2-40B4-BE49-F238E27FC236}">
                <a16:creationId xmlns:a16="http://schemas.microsoft.com/office/drawing/2014/main" id="{1E9A00A4-F967-4FF4-A7B6-832EB83BFD03}"/>
              </a:ext>
            </a:extLst>
          </p:cNvPr>
          <p:cNvSpPr>
            <a:spLocks noGrp="1"/>
          </p:cNvSpPr>
          <p:nvPr/>
        </p:nvSpPr>
        <p:spPr>
          <a:xfrm>
            <a:off x="8983663" y="5238750"/>
            <a:ext cx="34925" cy="547688"/>
          </a:xfrm>
          <a:prstGeom prst="rect">
            <a:avLst/>
          </a:prstGeom>
          <a:solidFill>
            <a:srgbClr val="1D4ED8"/>
          </a:solidFill>
          <a:ln w="13097">
            <a:solidFill>
              <a:srgbClr val="172B4D"/>
            </a:solidFill>
          </a:ln>
        </p:spPr>
      </p:sp>
      <p:sp>
        <p:nvSpPr>
          <p:cNvPr id="784" name="object-784">
            <a:extLst>
              <a:ext uri="{FF2B5EF4-FFF2-40B4-BE49-F238E27FC236}">
                <a16:creationId xmlns:a16="http://schemas.microsoft.com/office/drawing/2014/main" id="{2B1FB1C9-2B2F-40B0-935F-ACF3AE4E7A2D}"/>
              </a:ext>
            </a:extLst>
          </p:cNvPr>
          <p:cNvSpPr>
            <a:spLocks noGrp="1"/>
          </p:cNvSpPr>
          <p:nvPr/>
        </p:nvSpPr>
        <p:spPr>
          <a:xfrm>
            <a:off x="9018588" y="5238750"/>
            <a:ext cx="34925" cy="547688"/>
          </a:xfrm>
          <a:prstGeom prst="rect">
            <a:avLst/>
          </a:prstGeom>
          <a:solidFill>
            <a:srgbClr val="1D4ED8"/>
          </a:solidFill>
          <a:ln w="13097">
            <a:solidFill>
              <a:srgbClr val="172B4D"/>
            </a:solidFill>
          </a:ln>
        </p:spPr>
      </p:sp>
      <p:sp>
        <p:nvSpPr>
          <p:cNvPr id="785" name="object-785">
            <a:extLst>
              <a:ext uri="{FF2B5EF4-FFF2-40B4-BE49-F238E27FC236}">
                <a16:creationId xmlns:a16="http://schemas.microsoft.com/office/drawing/2014/main" id="{27393B22-C246-490E-B9D8-54366EE7E0F6}"/>
              </a:ext>
            </a:extLst>
          </p:cNvPr>
          <p:cNvSpPr>
            <a:spLocks noGrp="1"/>
          </p:cNvSpPr>
          <p:nvPr/>
        </p:nvSpPr>
        <p:spPr>
          <a:xfrm>
            <a:off x="9053513" y="5238750"/>
            <a:ext cx="34925" cy="547688"/>
          </a:xfrm>
          <a:prstGeom prst="rect">
            <a:avLst/>
          </a:prstGeom>
          <a:solidFill>
            <a:srgbClr val="1D4ED8"/>
          </a:solidFill>
          <a:ln w="13097">
            <a:solidFill>
              <a:srgbClr val="172B4D"/>
            </a:solidFill>
          </a:ln>
        </p:spPr>
      </p:sp>
      <p:sp>
        <p:nvSpPr>
          <p:cNvPr id="786" name="object-786">
            <a:extLst>
              <a:ext uri="{FF2B5EF4-FFF2-40B4-BE49-F238E27FC236}">
                <a16:creationId xmlns:a16="http://schemas.microsoft.com/office/drawing/2014/main" id="{DC7111CE-1156-43E5-BBCA-74D11E438A40}"/>
              </a:ext>
            </a:extLst>
          </p:cNvPr>
          <p:cNvSpPr>
            <a:spLocks noGrp="1"/>
          </p:cNvSpPr>
          <p:nvPr/>
        </p:nvSpPr>
        <p:spPr>
          <a:xfrm>
            <a:off x="9088438" y="5238750"/>
            <a:ext cx="34925" cy="547688"/>
          </a:xfrm>
          <a:prstGeom prst="rect">
            <a:avLst/>
          </a:prstGeom>
          <a:solidFill>
            <a:srgbClr val="1D4ED8"/>
          </a:solidFill>
          <a:ln w="13097">
            <a:solidFill>
              <a:srgbClr val="172B4D"/>
            </a:solidFill>
          </a:ln>
        </p:spPr>
      </p:sp>
      <p:sp>
        <p:nvSpPr>
          <p:cNvPr id="787" name="object-787">
            <a:extLst>
              <a:ext uri="{FF2B5EF4-FFF2-40B4-BE49-F238E27FC236}">
                <a16:creationId xmlns:a16="http://schemas.microsoft.com/office/drawing/2014/main" id="{D2F52050-8E9B-4335-A461-C3D41E793493}"/>
              </a:ext>
            </a:extLst>
          </p:cNvPr>
          <p:cNvSpPr>
            <a:spLocks noGrp="1"/>
          </p:cNvSpPr>
          <p:nvPr/>
        </p:nvSpPr>
        <p:spPr>
          <a:xfrm>
            <a:off x="9123363" y="5238750"/>
            <a:ext cx="34925" cy="547688"/>
          </a:xfrm>
          <a:prstGeom prst="rect">
            <a:avLst/>
          </a:prstGeom>
          <a:solidFill>
            <a:srgbClr val="1D4ED8"/>
          </a:solidFill>
          <a:ln w="13097">
            <a:solidFill>
              <a:srgbClr val="172B4D"/>
            </a:solidFill>
          </a:ln>
        </p:spPr>
      </p:sp>
      <p:sp>
        <p:nvSpPr>
          <p:cNvPr id="788" name="object-788">
            <a:extLst>
              <a:ext uri="{FF2B5EF4-FFF2-40B4-BE49-F238E27FC236}">
                <a16:creationId xmlns:a16="http://schemas.microsoft.com/office/drawing/2014/main" id="{8CD46705-238C-4A7F-BF61-84A78626E353}"/>
              </a:ext>
            </a:extLst>
          </p:cNvPr>
          <p:cNvSpPr>
            <a:spLocks noGrp="1"/>
          </p:cNvSpPr>
          <p:nvPr/>
        </p:nvSpPr>
        <p:spPr>
          <a:xfrm>
            <a:off x="9158288" y="5238750"/>
            <a:ext cx="34925" cy="547688"/>
          </a:xfrm>
          <a:prstGeom prst="rect">
            <a:avLst/>
          </a:prstGeom>
          <a:solidFill>
            <a:srgbClr val="1D4ED8"/>
          </a:solidFill>
          <a:ln w="13097">
            <a:solidFill>
              <a:srgbClr val="172B4D"/>
            </a:solidFill>
          </a:ln>
        </p:spPr>
      </p:sp>
      <p:sp>
        <p:nvSpPr>
          <p:cNvPr id="789" name="object-789">
            <a:extLst>
              <a:ext uri="{FF2B5EF4-FFF2-40B4-BE49-F238E27FC236}">
                <a16:creationId xmlns:a16="http://schemas.microsoft.com/office/drawing/2014/main" id="{FC36999E-B3C1-4AF9-87FC-1F5DA3991D77}"/>
              </a:ext>
            </a:extLst>
          </p:cNvPr>
          <p:cNvSpPr>
            <a:spLocks noGrp="1"/>
          </p:cNvSpPr>
          <p:nvPr/>
        </p:nvSpPr>
        <p:spPr>
          <a:xfrm>
            <a:off x="9193213" y="5238750"/>
            <a:ext cx="34925" cy="547688"/>
          </a:xfrm>
          <a:prstGeom prst="rect">
            <a:avLst/>
          </a:prstGeom>
          <a:solidFill>
            <a:srgbClr val="1D4ED8"/>
          </a:solidFill>
          <a:ln w="13097">
            <a:solidFill>
              <a:srgbClr val="172B4D"/>
            </a:solidFill>
          </a:ln>
        </p:spPr>
      </p:sp>
      <p:sp>
        <p:nvSpPr>
          <p:cNvPr id="790" name="object-790">
            <a:extLst>
              <a:ext uri="{FF2B5EF4-FFF2-40B4-BE49-F238E27FC236}">
                <a16:creationId xmlns:a16="http://schemas.microsoft.com/office/drawing/2014/main" id="{AE88A9E9-BB27-45BB-B371-CF6DDECFDA2B}"/>
              </a:ext>
            </a:extLst>
          </p:cNvPr>
          <p:cNvSpPr>
            <a:spLocks noGrp="1"/>
          </p:cNvSpPr>
          <p:nvPr/>
        </p:nvSpPr>
        <p:spPr>
          <a:xfrm>
            <a:off x="9228138" y="5238750"/>
            <a:ext cx="34925" cy="547688"/>
          </a:xfrm>
          <a:prstGeom prst="rect">
            <a:avLst/>
          </a:prstGeom>
          <a:solidFill>
            <a:srgbClr val="1D4ED8"/>
          </a:solidFill>
          <a:ln w="13097">
            <a:solidFill>
              <a:srgbClr val="172B4D"/>
            </a:solidFill>
          </a:ln>
        </p:spPr>
      </p:sp>
      <p:sp>
        <p:nvSpPr>
          <p:cNvPr id="791" name="object-791">
            <a:extLst>
              <a:ext uri="{FF2B5EF4-FFF2-40B4-BE49-F238E27FC236}">
                <a16:creationId xmlns:a16="http://schemas.microsoft.com/office/drawing/2014/main" id="{81B6ED02-1A01-4992-BA53-26EB8674C0E1}"/>
              </a:ext>
            </a:extLst>
          </p:cNvPr>
          <p:cNvSpPr>
            <a:spLocks noGrp="1"/>
          </p:cNvSpPr>
          <p:nvPr/>
        </p:nvSpPr>
        <p:spPr>
          <a:xfrm>
            <a:off x="9263063" y="5238750"/>
            <a:ext cx="34925" cy="547688"/>
          </a:xfrm>
          <a:prstGeom prst="rect">
            <a:avLst/>
          </a:prstGeom>
          <a:solidFill>
            <a:srgbClr val="1D4ED8"/>
          </a:solidFill>
          <a:ln w="13097">
            <a:solidFill>
              <a:srgbClr val="172B4D"/>
            </a:solidFill>
          </a:ln>
        </p:spPr>
      </p:sp>
      <p:sp>
        <p:nvSpPr>
          <p:cNvPr id="792" name="object-792">
            <a:extLst>
              <a:ext uri="{FF2B5EF4-FFF2-40B4-BE49-F238E27FC236}">
                <a16:creationId xmlns:a16="http://schemas.microsoft.com/office/drawing/2014/main" id="{47FA5628-051C-499D-9894-B11E269663DD}"/>
              </a:ext>
            </a:extLst>
          </p:cNvPr>
          <p:cNvSpPr>
            <a:spLocks noGrp="1"/>
          </p:cNvSpPr>
          <p:nvPr/>
        </p:nvSpPr>
        <p:spPr>
          <a:xfrm>
            <a:off x="9297988" y="5238750"/>
            <a:ext cx="34925" cy="547688"/>
          </a:xfrm>
          <a:prstGeom prst="rect">
            <a:avLst/>
          </a:prstGeom>
          <a:solidFill>
            <a:srgbClr val="1D4ED8"/>
          </a:solidFill>
          <a:ln w="13097">
            <a:solidFill>
              <a:srgbClr val="172B4D"/>
            </a:solidFill>
          </a:ln>
        </p:spPr>
      </p:sp>
      <p:sp>
        <p:nvSpPr>
          <p:cNvPr id="793" name="object-793">
            <a:extLst>
              <a:ext uri="{FF2B5EF4-FFF2-40B4-BE49-F238E27FC236}">
                <a16:creationId xmlns:a16="http://schemas.microsoft.com/office/drawing/2014/main" id="{6EFE8F68-A3C1-4B4C-9C60-06D118BA5DE3}"/>
              </a:ext>
            </a:extLst>
          </p:cNvPr>
          <p:cNvSpPr>
            <a:spLocks noGrp="1"/>
          </p:cNvSpPr>
          <p:nvPr/>
        </p:nvSpPr>
        <p:spPr>
          <a:xfrm>
            <a:off x="9332913" y="5238750"/>
            <a:ext cx="34925" cy="547688"/>
          </a:xfrm>
          <a:prstGeom prst="rect">
            <a:avLst/>
          </a:prstGeom>
          <a:solidFill>
            <a:srgbClr val="1D4ED8"/>
          </a:solidFill>
          <a:ln w="13097">
            <a:solidFill>
              <a:srgbClr val="172B4D"/>
            </a:solidFill>
          </a:ln>
        </p:spPr>
      </p:sp>
      <p:sp>
        <p:nvSpPr>
          <p:cNvPr id="794" name="object-794">
            <a:extLst>
              <a:ext uri="{FF2B5EF4-FFF2-40B4-BE49-F238E27FC236}">
                <a16:creationId xmlns:a16="http://schemas.microsoft.com/office/drawing/2014/main" id="{4E8D0042-65EA-425B-B0E1-E8FEBF7F491D}"/>
              </a:ext>
            </a:extLst>
          </p:cNvPr>
          <p:cNvSpPr>
            <a:spLocks noGrp="1"/>
          </p:cNvSpPr>
          <p:nvPr/>
        </p:nvSpPr>
        <p:spPr>
          <a:xfrm>
            <a:off x="9367838" y="5238750"/>
            <a:ext cx="34925" cy="547688"/>
          </a:xfrm>
          <a:prstGeom prst="rect">
            <a:avLst/>
          </a:prstGeom>
          <a:solidFill>
            <a:srgbClr val="1D4ED8"/>
          </a:solidFill>
          <a:ln w="13097">
            <a:solidFill>
              <a:srgbClr val="172B4D"/>
            </a:solidFill>
          </a:ln>
        </p:spPr>
      </p:sp>
      <p:sp>
        <p:nvSpPr>
          <p:cNvPr id="795" name="object-795">
            <a:extLst>
              <a:ext uri="{FF2B5EF4-FFF2-40B4-BE49-F238E27FC236}">
                <a16:creationId xmlns:a16="http://schemas.microsoft.com/office/drawing/2014/main" id="{2A5CAC53-1616-4F6B-BFC2-F91630C5146C}"/>
              </a:ext>
            </a:extLst>
          </p:cNvPr>
          <p:cNvSpPr>
            <a:spLocks noGrp="1"/>
          </p:cNvSpPr>
          <p:nvPr/>
        </p:nvSpPr>
        <p:spPr>
          <a:xfrm>
            <a:off x="9402763" y="5238750"/>
            <a:ext cx="34925" cy="547688"/>
          </a:xfrm>
          <a:prstGeom prst="rect">
            <a:avLst/>
          </a:prstGeom>
          <a:solidFill>
            <a:srgbClr val="1D4ED8"/>
          </a:solidFill>
          <a:ln w="13097">
            <a:solidFill>
              <a:srgbClr val="172B4D"/>
            </a:solidFill>
          </a:ln>
        </p:spPr>
      </p:sp>
      <p:sp>
        <p:nvSpPr>
          <p:cNvPr id="796" name="object-796">
            <a:extLst>
              <a:ext uri="{FF2B5EF4-FFF2-40B4-BE49-F238E27FC236}">
                <a16:creationId xmlns:a16="http://schemas.microsoft.com/office/drawing/2014/main" id="{01EE2AB8-2DFA-43B9-B73A-310D73B9C675}"/>
              </a:ext>
            </a:extLst>
          </p:cNvPr>
          <p:cNvSpPr>
            <a:spLocks noGrp="1"/>
          </p:cNvSpPr>
          <p:nvPr/>
        </p:nvSpPr>
        <p:spPr>
          <a:xfrm>
            <a:off x="9437688" y="5238750"/>
            <a:ext cx="34925" cy="547688"/>
          </a:xfrm>
          <a:prstGeom prst="rect">
            <a:avLst/>
          </a:prstGeom>
          <a:solidFill>
            <a:srgbClr val="1D4ED8"/>
          </a:solidFill>
          <a:ln w="13097">
            <a:solidFill>
              <a:srgbClr val="172B4D"/>
            </a:solidFill>
          </a:ln>
        </p:spPr>
      </p:sp>
      <p:sp>
        <p:nvSpPr>
          <p:cNvPr id="797" name="object-797">
            <a:extLst>
              <a:ext uri="{FF2B5EF4-FFF2-40B4-BE49-F238E27FC236}">
                <a16:creationId xmlns:a16="http://schemas.microsoft.com/office/drawing/2014/main" id="{BD94D7F1-3BF9-4135-9925-05672809ED7E}"/>
              </a:ext>
            </a:extLst>
          </p:cNvPr>
          <p:cNvSpPr>
            <a:spLocks noGrp="1"/>
          </p:cNvSpPr>
          <p:nvPr/>
        </p:nvSpPr>
        <p:spPr>
          <a:xfrm>
            <a:off x="9472613" y="5238750"/>
            <a:ext cx="34925" cy="547688"/>
          </a:xfrm>
          <a:prstGeom prst="rect">
            <a:avLst/>
          </a:prstGeom>
          <a:solidFill>
            <a:srgbClr val="1D4ED8"/>
          </a:solidFill>
          <a:ln w="13097">
            <a:solidFill>
              <a:srgbClr val="172B4D"/>
            </a:solidFill>
          </a:ln>
        </p:spPr>
      </p:sp>
      <p:sp>
        <p:nvSpPr>
          <p:cNvPr id="798" name="object-798">
            <a:extLst>
              <a:ext uri="{FF2B5EF4-FFF2-40B4-BE49-F238E27FC236}">
                <a16:creationId xmlns:a16="http://schemas.microsoft.com/office/drawing/2014/main" id="{8E83C75D-F0BA-418A-A210-EC6A17A39CE6}"/>
              </a:ext>
            </a:extLst>
          </p:cNvPr>
          <p:cNvSpPr>
            <a:spLocks noGrp="1"/>
          </p:cNvSpPr>
          <p:nvPr/>
        </p:nvSpPr>
        <p:spPr>
          <a:xfrm>
            <a:off x="9507538" y="5238750"/>
            <a:ext cx="34925" cy="547688"/>
          </a:xfrm>
          <a:prstGeom prst="rect">
            <a:avLst/>
          </a:prstGeom>
          <a:solidFill>
            <a:srgbClr val="1D4ED8"/>
          </a:solidFill>
          <a:ln w="13097">
            <a:solidFill>
              <a:srgbClr val="172B4D"/>
            </a:solidFill>
          </a:ln>
        </p:spPr>
      </p:sp>
      <p:sp>
        <p:nvSpPr>
          <p:cNvPr id="799" name="object-799">
            <a:extLst>
              <a:ext uri="{FF2B5EF4-FFF2-40B4-BE49-F238E27FC236}">
                <a16:creationId xmlns:a16="http://schemas.microsoft.com/office/drawing/2014/main" id="{6F208D13-95D7-4AFB-B1A7-1F4EAB16D9E3}"/>
              </a:ext>
            </a:extLst>
          </p:cNvPr>
          <p:cNvSpPr>
            <a:spLocks noGrp="1"/>
          </p:cNvSpPr>
          <p:nvPr/>
        </p:nvSpPr>
        <p:spPr>
          <a:xfrm>
            <a:off x="9542463" y="5238750"/>
            <a:ext cx="34925" cy="547688"/>
          </a:xfrm>
          <a:prstGeom prst="rect">
            <a:avLst/>
          </a:prstGeom>
          <a:solidFill>
            <a:srgbClr val="1D4ED8"/>
          </a:solidFill>
          <a:ln w="13097">
            <a:solidFill>
              <a:srgbClr val="172B4D"/>
            </a:solidFill>
          </a:ln>
        </p:spPr>
      </p:sp>
      <p:sp>
        <p:nvSpPr>
          <p:cNvPr id="800" name="object-800">
            <a:extLst>
              <a:ext uri="{FF2B5EF4-FFF2-40B4-BE49-F238E27FC236}">
                <a16:creationId xmlns:a16="http://schemas.microsoft.com/office/drawing/2014/main" id="{C6C33882-64AB-42BE-900B-7ED5807DAB3B}"/>
              </a:ext>
            </a:extLst>
          </p:cNvPr>
          <p:cNvSpPr>
            <a:spLocks noGrp="1"/>
          </p:cNvSpPr>
          <p:nvPr/>
        </p:nvSpPr>
        <p:spPr>
          <a:xfrm>
            <a:off x="9577388" y="5238750"/>
            <a:ext cx="34925" cy="547688"/>
          </a:xfrm>
          <a:prstGeom prst="rect">
            <a:avLst/>
          </a:prstGeom>
          <a:solidFill>
            <a:srgbClr val="1D4ED8"/>
          </a:solidFill>
          <a:ln w="13097">
            <a:solidFill>
              <a:srgbClr val="172B4D"/>
            </a:solidFill>
          </a:ln>
        </p:spPr>
      </p:sp>
      <p:sp>
        <p:nvSpPr>
          <p:cNvPr id="801" name="object-801">
            <a:extLst>
              <a:ext uri="{FF2B5EF4-FFF2-40B4-BE49-F238E27FC236}">
                <a16:creationId xmlns:a16="http://schemas.microsoft.com/office/drawing/2014/main" id="{67AF0A20-CD93-4463-91CE-26DB863DA28C}"/>
              </a:ext>
            </a:extLst>
          </p:cNvPr>
          <p:cNvSpPr>
            <a:spLocks noGrp="1"/>
          </p:cNvSpPr>
          <p:nvPr/>
        </p:nvSpPr>
        <p:spPr>
          <a:xfrm>
            <a:off x="9612313" y="5238750"/>
            <a:ext cx="34925" cy="547688"/>
          </a:xfrm>
          <a:prstGeom prst="rect">
            <a:avLst/>
          </a:prstGeom>
          <a:solidFill>
            <a:srgbClr val="1D4ED8"/>
          </a:solidFill>
          <a:ln w="13097">
            <a:solidFill>
              <a:srgbClr val="172B4D"/>
            </a:solidFill>
          </a:ln>
        </p:spPr>
      </p:sp>
      <p:sp>
        <p:nvSpPr>
          <p:cNvPr id="802" name="object-802">
            <a:extLst>
              <a:ext uri="{FF2B5EF4-FFF2-40B4-BE49-F238E27FC236}">
                <a16:creationId xmlns:a16="http://schemas.microsoft.com/office/drawing/2014/main" id="{1F7615AC-A561-4B5F-BC53-EF86108B368C}"/>
              </a:ext>
            </a:extLst>
          </p:cNvPr>
          <p:cNvSpPr>
            <a:spLocks noGrp="1"/>
          </p:cNvSpPr>
          <p:nvPr/>
        </p:nvSpPr>
        <p:spPr>
          <a:xfrm>
            <a:off x="9647238" y="5238750"/>
            <a:ext cx="34925" cy="547688"/>
          </a:xfrm>
          <a:prstGeom prst="rect">
            <a:avLst/>
          </a:prstGeom>
          <a:solidFill>
            <a:srgbClr val="1D4ED8"/>
          </a:solidFill>
          <a:ln w="13097">
            <a:solidFill>
              <a:srgbClr val="172B4D"/>
            </a:solidFill>
          </a:ln>
        </p:spPr>
      </p:sp>
      <p:sp>
        <p:nvSpPr>
          <p:cNvPr id="803" name="object-803">
            <a:extLst>
              <a:ext uri="{FF2B5EF4-FFF2-40B4-BE49-F238E27FC236}">
                <a16:creationId xmlns:a16="http://schemas.microsoft.com/office/drawing/2014/main" id="{B3B9B03E-07FA-4229-B2CF-63D144BF2701}"/>
              </a:ext>
            </a:extLst>
          </p:cNvPr>
          <p:cNvSpPr>
            <a:spLocks noGrp="1"/>
          </p:cNvSpPr>
          <p:nvPr/>
        </p:nvSpPr>
        <p:spPr>
          <a:xfrm>
            <a:off x="9682163" y="5238750"/>
            <a:ext cx="34925" cy="547688"/>
          </a:xfrm>
          <a:prstGeom prst="rect">
            <a:avLst/>
          </a:prstGeom>
          <a:solidFill>
            <a:srgbClr val="1D4ED8"/>
          </a:solidFill>
          <a:ln w="13097">
            <a:solidFill>
              <a:srgbClr val="172B4D"/>
            </a:solidFill>
          </a:ln>
        </p:spPr>
      </p:sp>
      <p:sp>
        <p:nvSpPr>
          <p:cNvPr id="804" name="object-804">
            <a:extLst>
              <a:ext uri="{FF2B5EF4-FFF2-40B4-BE49-F238E27FC236}">
                <a16:creationId xmlns:a16="http://schemas.microsoft.com/office/drawing/2014/main" id="{59961AA2-9FD1-4678-83EE-D240C67875D8}"/>
              </a:ext>
            </a:extLst>
          </p:cNvPr>
          <p:cNvSpPr>
            <a:spLocks noGrp="1"/>
          </p:cNvSpPr>
          <p:nvPr/>
        </p:nvSpPr>
        <p:spPr>
          <a:xfrm>
            <a:off x="9717088" y="5238750"/>
            <a:ext cx="34925" cy="547688"/>
          </a:xfrm>
          <a:prstGeom prst="rect">
            <a:avLst/>
          </a:prstGeom>
          <a:solidFill>
            <a:srgbClr val="1D4ED8"/>
          </a:solidFill>
          <a:ln w="13097">
            <a:solidFill>
              <a:srgbClr val="172B4D"/>
            </a:solidFill>
          </a:ln>
        </p:spPr>
      </p:sp>
      <p:sp>
        <p:nvSpPr>
          <p:cNvPr id="805" name="object-805">
            <a:extLst>
              <a:ext uri="{FF2B5EF4-FFF2-40B4-BE49-F238E27FC236}">
                <a16:creationId xmlns:a16="http://schemas.microsoft.com/office/drawing/2014/main" id="{E3E383DB-0FE5-45D5-9E02-51AF022D276E}"/>
              </a:ext>
            </a:extLst>
          </p:cNvPr>
          <p:cNvSpPr>
            <a:spLocks noGrp="1"/>
          </p:cNvSpPr>
          <p:nvPr/>
        </p:nvSpPr>
        <p:spPr>
          <a:xfrm>
            <a:off x="9752013" y="5238750"/>
            <a:ext cx="34925" cy="547688"/>
          </a:xfrm>
          <a:prstGeom prst="rect">
            <a:avLst/>
          </a:prstGeom>
          <a:solidFill>
            <a:srgbClr val="1D4ED8"/>
          </a:solidFill>
          <a:ln w="13097">
            <a:solidFill>
              <a:srgbClr val="172B4D"/>
            </a:solidFill>
          </a:ln>
        </p:spPr>
      </p:sp>
      <p:sp>
        <p:nvSpPr>
          <p:cNvPr id="806" name="object-806">
            <a:extLst>
              <a:ext uri="{FF2B5EF4-FFF2-40B4-BE49-F238E27FC236}">
                <a16:creationId xmlns:a16="http://schemas.microsoft.com/office/drawing/2014/main" id="{4E65A074-0C4C-4FB4-AC7E-EF7F05E6D28B}"/>
              </a:ext>
            </a:extLst>
          </p:cNvPr>
          <p:cNvSpPr>
            <a:spLocks noGrp="1"/>
          </p:cNvSpPr>
          <p:nvPr/>
        </p:nvSpPr>
        <p:spPr>
          <a:xfrm>
            <a:off x="9786938" y="5238750"/>
            <a:ext cx="34925" cy="547688"/>
          </a:xfrm>
          <a:prstGeom prst="rect">
            <a:avLst/>
          </a:prstGeom>
          <a:solidFill>
            <a:srgbClr val="1D4ED8"/>
          </a:solidFill>
          <a:ln w="13097">
            <a:solidFill>
              <a:srgbClr val="172B4D"/>
            </a:solidFill>
          </a:ln>
        </p:spPr>
      </p:sp>
      <p:sp>
        <p:nvSpPr>
          <p:cNvPr id="807" name="object-807">
            <a:extLst>
              <a:ext uri="{FF2B5EF4-FFF2-40B4-BE49-F238E27FC236}">
                <a16:creationId xmlns:a16="http://schemas.microsoft.com/office/drawing/2014/main" id="{277A037E-AE1F-49CB-A86E-974A0CC11385}"/>
              </a:ext>
            </a:extLst>
          </p:cNvPr>
          <p:cNvSpPr>
            <a:spLocks noGrp="1"/>
          </p:cNvSpPr>
          <p:nvPr/>
        </p:nvSpPr>
        <p:spPr>
          <a:xfrm>
            <a:off x="9821862" y="5238750"/>
            <a:ext cx="34925" cy="547688"/>
          </a:xfrm>
          <a:prstGeom prst="rect">
            <a:avLst/>
          </a:prstGeom>
          <a:solidFill>
            <a:srgbClr val="1D4ED8"/>
          </a:solidFill>
          <a:ln w="13097">
            <a:solidFill>
              <a:srgbClr val="172B4D"/>
            </a:solidFill>
          </a:ln>
        </p:spPr>
      </p:sp>
      <p:sp>
        <p:nvSpPr>
          <p:cNvPr id="808" name="object-808">
            <a:extLst>
              <a:ext uri="{FF2B5EF4-FFF2-40B4-BE49-F238E27FC236}">
                <a16:creationId xmlns:a16="http://schemas.microsoft.com/office/drawing/2014/main" id="{C1E442F1-4F88-458F-8ED3-F3EB0BDC60FB}"/>
              </a:ext>
            </a:extLst>
          </p:cNvPr>
          <p:cNvSpPr>
            <a:spLocks noGrp="1"/>
          </p:cNvSpPr>
          <p:nvPr/>
        </p:nvSpPr>
        <p:spPr>
          <a:xfrm>
            <a:off x="9856788" y="5238750"/>
            <a:ext cx="34925" cy="547688"/>
          </a:xfrm>
          <a:prstGeom prst="rect">
            <a:avLst/>
          </a:prstGeom>
          <a:solidFill>
            <a:srgbClr val="1D4ED8"/>
          </a:solidFill>
          <a:ln w="13097">
            <a:solidFill>
              <a:srgbClr val="172B4D"/>
            </a:solidFill>
          </a:ln>
        </p:spPr>
      </p:sp>
      <p:sp>
        <p:nvSpPr>
          <p:cNvPr id="809" name="object-809">
            <a:extLst>
              <a:ext uri="{FF2B5EF4-FFF2-40B4-BE49-F238E27FC236}">
                <a16:creationId xmlns:a16="http://schemas.microsoft.com/office/drawing/2014/main" id="{3C7EC59F-3A02-4991-8195-7708C3374B70}"/>
              </a:ext>
            </a:extLst>
          </p:cNvPr>
          <p:cNvSpPr>
            <a:spLocks noGrp="1"/>
          </p:cNvSpPr>
          <p:nvPr/>
        </p:nvSpPr>
        <p:spPr>
          <a:xfrm>
            <a:off x="9891713" y="5238750"/>
            <a:ext cx="34925" cy="547688"/>
          </a:xfrm>
          <a:prstGeom prst="rect">
            <a:avLst/>
          </a:prstGeom>
          <a:solidFill>
            <a:srgbClr val="1D4ED8"/>
          </a:solidFill>
          <a:ln w="13097">
            <a:solidFill>
              <a:srgbClr val="172B4D"/>
            </a:solidFill>
          </a:ln>
        </p:spPr>
      </p:sp>
      <p:sp>
        <p:nvSpPr>
          <p:cNvPr id="810" name="object-810">
            <a:extLst>
              <a:ext uri="{FF2B5EF4-FFF2-40B4-BE49-F238E27FC236}">
                <a16:creationId xmlns:a16="http://schemas.microsoft.com/office/drawing/2014/main" id="{D962EF24-6C4C-49DF-A1AE-C3D58526081D}"/>
              </a:ext>
            </a:extLst>
          </p:cNvPr>
          <p:cNvSpPr>
            <a:spLocks noGrp="1"/>
          </p:cNvSpPr>
          <p:nvPr/>
        </p:nvSpPr>
        <p:spPr>
          <a:xfrm>
            <a:off x="9926638" y="5238750"/>
            <a:ext cx="34925" cy="547688"/>
          </a:xfrm>
          <a:prstGeom prst="rect">
            <a:avLst/>
          </a:prstGeom>
          <a:solidFill>
            <a:srgbClr val="1D4ED8"/>
          </a:solidFill>
          <a:ln w="13097">
            <a:solidFill>
              <a:srgbClr val="172B4D"/>
            </a:solidFill>
          </a:ln>
        </p:spPr>
      </p:sp>
      <p:sp>
        <p:nvSpPr>
          <p:cNvPr id="811" name="object-811">
            <a:extLst>
              <a:ext uri="{FF2B5EF4-FFF2-40B4-BE49-F238E27FC236}">
                <a16:creationId xmlns:a16="http://schemas.microsoft.com/office/drawing/2014/main" id="{160E9D30-0F2F-4A50-B113-0C53A4148BEA}"/>
              </a:ext>
            </a:extLst>
          </p:cNvPr>
          <p:cNvSpPr>
            <a:spLocks noGrp="1"/>
          </p:cNvSpPr>
          <p:nvPr/>
        </p:nvSpPr>
        <p:spPr>
          <a:xfrm>
            <a:off x="9961563" y="5238750"/>
            <a:ext cx="34925" cy="547688"/>
          </a:xfrm>
          <a:prstGeom prst="rect">
            <a:avLst/>
          </a:prstGeom>
          <a:solidFill>
            <a:srgbClr val="1D4ED8"/>
          </a:solidFill>
          <a:ln w="13097">
            <a:solidFill>
              <a:srgbClr val="172B4D"/>
            </a:solidFill>
          </a:ln>
        </p:spPr>
      </p:sp>
      <p:sp>
        <p:nvSpPr>
          <p:cNvPr id="812" name="object-812">
            <a:extLst>
              <a:ext uri="{FF2B5EF4-FFF2-40B4-BE49-F238E27FC236}">
                <a16:creationId xmlns:a16="http://schemas.microsoft.com/office/drawing/2014/main" id="{0916F669-FCDB-4935-9E2F-E52B63A4547B}"/>
              </a:ext>
            </a:extLst>
          </p:cNvPr>
          <p:cNvSpPr>
            <a:spLocks noGrp="1"/>
          </p:cNvSpPr>
          <p:nvPr/>
        </p:nvSpPr>
        <p:spPr>
          <a:xfrm>
            <a:off x="9996488" y="5238750"/>
            <a:ext cx="34925" cy="547688"/>
          </a:xfrm>
          <a:prstGeom prst="rect">
            <a:avLst/>
          </a:prstGeom>
          <a:solidFill>
            <a:srgbClr val="1D4ED8"/>
          </a:solidFill>
          <a:ln w="13097">
            <a:solidFill>
              <a:srgbClr val="172B4D"/>
            </a:solidFill>
          </a:ln>
        </p:spPr>
      </p:sp>
      <p:sp>
        <p:nvSpPr>
          <p:cNvPr id="813" name="object-813">
            <a:extLst>
              <a:ext uri="{FF2B5EF4-FFF2-40B4-BE49-F238E27FC236}">
                <a16:creationId xmlns:a16="http://schemas.microsoft.com/office/drawing/2014/main" id="{4662334E-F2C3-4E15-AC8E-023DD7F09E14}"/>
              </a:ext>
            </a:extLst>
          </p:cNvPr>
          <p:cNvSpPr>
            <a:spLocks noGrp="1"/>
          </p:cNvSpPr>
          <p:nvPr/>
        </p:nvSpPr>
        <p:spPr>
          <a:xfrm>
            <a:off x="10031412" y="5238750"/>
            <a:ext cx="34925" cy="547688"/>
          </a:xfrm>
          <a:prstGeom prst="rect">
            <a:avLst/>
          </a:prstGeom>
          <a:solidFill>
            <a:srgbClr val="1D4ED8"/>
          </a:solidFill>
          <a:ln w="13097">
            <a:solidFill>
              <a:srgbClr val="172B4D"/>
            </a:solidFill>
          </a:ln>
        </p:spPr>
      </p:sp>
      <p:sp>
        <p:nvSpPr>
          <p:cNvPr id="814" name="object-814">
            <a:extLst>
              <a:ext uri="{FF2B5EF4-FFF2-40B4-BE49-F238E27FC236}">
                <a16:creationId xmlns:a16="http://schemas.microsoft.com/office/drawing/2014/main" id="{EAFD8445-C5C0-420C-8A4A-20125326FE4F}"/>
              </a:ext>
            </a:extLst>
          </p:cNvPr>
          <p:cNvSpPr>
            <a:spLocks noGrp="1"/>
          </p:cNvSpPr>
          <p:nvPr/>
        </p:nvSpPr>
        <p:spPr>
          <a:xfrm>
            <a:off x="10066338" y="5238750"/>
            <a:ext cx="34925" cy="547688"/>
          </a:xfrm>
          <a:prstGeom prst="rect">
            <a:avLst/>
          </a:prstGeom>
          <a:solidFill>
            <a:srgbClr val="1D4ED8"/>
          </a:solidFill>
          <a:ln w="13097">
            <a:solidFill>
              <a:srgbClr val="172B4D"/>
            </a:solidFill>
          </a:ln>
        </p:spPr>
      </p:sp>
      <p:sp>
        <p:nvSpPr>
          <p:cNvPr id="815" name="object-815">
            <a:extLst>
              <a:ext uri="{FF2B5EF4-FFF2-40B4-BE49-F238E27FC236}">
                <a16:creationId xmlns:a16="http://schemas.microsoft.com/office/drawing/2014/main" id="{8A2EB134-F910-4173-B034-E830D131839C}"/>
              </a:ext>
            </a:extLst>
          </p:cNvPr>
          <p:cNvSpPr>
            <a:spLocks noGrp="1"/>
          </p:cNvSpPr>
          <p:nvPr/>
        </p:nvSpPr>
        <p:spPr>
          <a:xfrm>
            <a:off x="10101263" y="5238750"/>
            <a:ext cx="34925" cy="547688"/>
          </a:xfrm>
          <a:prstGeom prst="rect">
            <a:avLst/>
          </a:prstGeom>
          <a:solidFill>
            <a:srgbClr val="1D4ED8"/>
          </a:solidFill>
          <a:ln w="13097">
            <a:solidFill>
              <a:srgbClr val="172B4D"/>
            </a:solidFill>
          </a:ln>
        </p:spPr>
      </p:sp>
      <p:sp>
        <p:nvSpPr>
          <p:cNvPr id="816" name="object-816">
            <a:extLst>
              <a:ext uri="{FF2B5EF4-FFF2-40B4-BE49-F238E27FC236}">
                <a16:creationId xmlns:a16="http://schemas.microsoft.com/office/drawing/2014/main" id="{F5C61655-5A69-49D9-B45A-EAB8A2315223}"/>
              </a:ext>
            </a:extLst>
          </p:cNvPr>
          <p:cNvSpPr>
            <a:spLocks noGrp="1"/>
          </p:cNvSpPr>
          <p:nvPr/>
        </p:nvSpPr>
        <p:spPr>
          <a:xfrm>
            <a:off x="10136188" y="5238750"/>
            <a:ext cx="34925" cy="547688"/>
          </a:xfrm>
          <a:prstGeom prst="rect">
            <a:avLst/>
          </a:prstGeom>
          <a:solidFill>
            <a:srgbClr val="1D4ED8"/>
          </a:solidFill>
          <a:ln w="13097">
            <a:solidFill>
              <a:srgbClr val="172B4D"/>
            </a:solidFill>
          </a:ln>
        </p:spPr>
      </p:sp>
      <p:sp>
        <p:nvSpPr>
          <p:cNvPr id="817" name="object-817">
            <a:extLst>
              <a:ext uri="{FF2B5EF4-FFF2-40B4-BE49-F238E27FC236}">
                <a16:creationId xmlns:a16="http://schemas.microsoft.com/office/drawing/2014/main" id="{52E1FA03-BDC7-4FD5-AFCD-9CCD6DA3AD23}"/>
              </a:ext>
            </a:extLst>
          </p:cNvPr>
          <p:cNvSpPr>
            <a:spLocks noGrp="1"/>
          </p:cNvSpPr>
          <p:nvPr/>
        </p:nvSpPr>
        <p:spPr>
          <a:xfrm>
            <a:off x="10171113" y="5238750"/>
            <a:ext cx="34925" cy="547688"/>
          </a:xfrm>
          <a:prstGeom prst="rect">
            <a:avLst/>
          </a:prstGeom>
          <a:solidFill>
            <a:srgbClr val="1D4ED8"/>
          </a:solidFill>
          <a:ln w="13097">
            <a:solidFill>
              <a:srgbClr val="172B4D"/>
            </a:solidFill>
          </a:ln>
        </p:spPr>
      </p:sp>
      <p:sp>
        <p:nvSpPr>
          <p:cNvPr id="818" name="object-818">
            <a:extLst>
              <a:ext uri="{FF2B5EF4-FFF2-40B4-BE49-F238E27FC236}">
                <a16:creationId xmlns:a16="http://schemas.microsoft.com/office/drawing/2014/main" id="{DE26AE0A-B311-4A4C-A25D-D6B5B1763FE7}"/>
              </a:ext>
            </a:extLst>
          </p:cNvPr>
          <p:cNvSpPr>
            <a:spLocks noGrp="1"/>
          </p:cNvSpPr>
          <p:nvPr/>
        </p:nvSpPr>
        <p:spPr>
          <a:xfrm>
            <a:off x="10206038" y="5238750"/>
            <a:ext cx="34925" cy="547688"/>
          </a:xfrm>
          <a:prstGeom prst="rect">
            <a:avLst/>
          </a:prstGeom>
          <a:solidFill>
            <a:srgbClr val="1D4ED8"/>
          </a:solidFill>
          <a:ln w="13097">
            <a:solidFill>
              <a:srgbClr val="172B4D"/>
            </a:solidFill>
          </a:ln>
        </p:spPr>
      </p:sp>
      <p:sp>
        <p:nvSpPr>
          <p:cNvPr id="819" name="object-819">
            <a:extLst>
              <a:ext uri="{FF2B5EF4-FFF2-40B4-BE49-F238E27FC236}">
                <a16:creationId xmlns:a16="http://schemas.microsoft.com/office/drawing/2014/main" id="{D93B8EB2-7A32-42CA-B5FB-55ED094625B8}"/>
              </a:ext>
            </a:extLst>
          </p:cNvPr>
          <p:cNvSpPr>
            <a:spLocks noGrp="1"/>
          </p:cNvSpPr>
          <p:nvPr/>
        </p:nvSpPr>
        <p:spPr>
          <a:xfrm>
            <a:off x="10240963" y="5238750"/>
            <a:ext cx="34925" cy="547688"/>
          </a:xfrm>
          <a:prstGeom prst="rect">
            <a:avLst/>
          </a:prstGeom>
          <a:solidFill>
            <a:srgbClr val="1D4ED8"/>
          </a:solidFill>
          <a:ln w="13097">
            <a:solidFill>
              <a:srgbClr val="172B4D"/>
            </a:solidFill>
          </a:ln>
        </p:spPr>
      </p:sp>
      <p:sp>
        <p:nvSpPr>
          <p:cNvPr id="820" name="object-820">
            <a:extLst>
              <a:ext uri="{FF2B5EF4-FFF2-40B4-BE49-F238E27FC236}">
                <a16:creationId xmlns:a16="http://schemas.microsoft.com/office/drawing/2014/main" id="{501F798D-F546-4EBD-BE54-09EF8DA4D160}"/>
              </a:ext>
            </a:extLst>
          </p:cNvPr>
          <p:cNvSpPr>
            <a:spLocks noGrp="1"/>
          </p:cNvSpPr>
          <p:nvPr/>
        </p:nvSpPr>
        <p:spPr>
          <a:xfrm>
            <a:off x="10275888" y="5238750"/>
            <a:ext cx="34925" cy="547688"/>
          </a:xfrm>
          <a:prstGeom prst="rect">
            <a:avLst/>
          </a:prstGeom>
          <a:solidFill>
            <a:srgbClr val="1D4ED8"/>
          </a:solidFill>
          <a:ln w="13097">
            <a:solidFill>
              <a:srgbClr val="172B4D"/>
            </a:solidFill>
          </a:ln>
        </p:spPr>
      </p:sp>
      <p:sp>
        <p:nvSpPr>
          <p:cNvPr id="821" name="object-821">
            <a:extLst>
              <a:ext uri="{FF2B5EF4-FFF2-40B4-BE49-F238E27FC236}">
                <a16:creationId xmlns:a16="http://schemas.microsoft.com/office/drawing/2014/main" id="{42EE3B00-0AD8-4A11-AA61-AD71A4BB6377}"/>
              </a:ext>
            </a:extLst>
          </p:cNvPr>
          <p:cNvSpPr>
            <a:spLocks noGrp="1"/>
          </p:cNvSpPr>
          <p:nvPr/>
        </p:nvSpPr>
        <p:spPr>
          <a:xfrm>
            <a:off x="10310813" y="5238750"/>
            <a:ext cx="34925" cy="547688"/>
          </a:xfrm>
          <a:prstGeom prst="rect">
            <a:avLst/>
          </a:prstGeom>
          <a:solidFill>
            <a:srgbClr val="1D4ED8"/>
          </a:solidFill>
          <a:ln w="13097">
            <a:solidFill>
              <a:srgbClr val="172B4D"/>
            </a:solidFill>
          </a:ln>
        </p:spPr>
      </p:sp>
      <p:sp>
        <p:nvSpPr>
          <p:cNvPr id="822" name="object-822">
            <a:extLst>
              <a:ext uri="{FF2B5EF4-FFF2-40B4-BE49-F238E27FC236}">
                <a16:creationId xmlns:a16="http://schemas.microsoft.com/office/drawing/2014/main" id="{EA24CAC9-5514-4749-BC39-2C83D46713A7}"/>
              </a:ext>
            </a:extLst>
          </p:cNvPr>
          <p:cNvSpPr>
            <a:spLocks noGrp="1"/>
          </p:cNvSpPr>
          <p:nvPr/>
        </p:nvSpPr>
        <p:spPr>
          <a:xfrm>
            <a:off x="10345737" y="5238750"/>
            <a:ext cx="34925" cy="547688"/>
          </a:xfrm>
          <a:prstGeom prst="rect">
            <a:avLst/>
          </a:prstGeom>
          <a:solidFill>
            <a:srgbClr val="1D4ED8"/>
          </a:solidFill>
          <a:ln w="13097">
            <a:solidFill>
              <a:srgbClr val="172B4D"/>
            </a:solidFill>
          </a:ln>
        </p:spPr>
      </p:sp>
      <p:sp>
        <p:nvSpPr>
          <p:cNvPr id="823" name="object-823">
            <a:extLst>
              <a:ext uri="{FF2B5EF4-FFF2-40B4-BE49-F238E27FC236}">
                <a16:creationId xmlns:a16="http://schemas.microsoft.com/office/drawing/2014/main" id="{A09B9FE9-1A40-407C-989F-F8170D404B96}"/>
              </a:ext>
            </a:extLst>
          </p:cNvPr>
          <p:cNvSpPr>
            <a:spLocks noGrp="1"/>
          </p:cNvSpPr>
          <p:nvPr/>
        </p:nvSpPr>
        <p:spPr>
          <a:xfrm>
            <a:off x="10380663" y="5238750"/>
            <a:ext cx="34925" cy="547688"/>
          </a:xfrm>
          <a:prstGeom prst="rect">
            <a:avLst/>
          </a:prstGeom>
          <a:solidFill>
            <a:srgbClr val="1D4ED8"/>
          </a:solidFill>
          <a:ln w="13097">
            <a:solidFill>
              <a:srgbClr val="172B4D"/>
            </a:solidFill>
          </a:ln>
        </p:spPr>
      </p:sp>
      <p:sp>
        <p:nvSpPr>
          <p:cNvPr id="824" name="object-824">
            <a:extLst>
              <a:ext uri="{FF2B5EF4-FFF2-40B4-BE49-F238E27FC236}">
                <a16:creationId xmlns:a16="http://schemas.microsoft.com/office/drawing/2014/main" id="{C29D771B-2C63-4E52-8155-38B7469A0905}"/>
              </a:ext>
            </a:extLst>
          </p:cNvPr>
          <p:cNvSpPr>
            <a:spLocks noGrp="1"/>
          </p:cNvSpPr>
          <p:nvPr/>
        </p:nvSpPr>
        <p:spPr>
          <a:xfrm>
            <a:off x="10415588" y="5238750"/>
            <a:ext cx="34925" cy="547688"/>
          </a:xfrm>
          <a:prstGeom prst="rect">
            <a:avLst/>
          </a:prstGeom>
          <a:solidFill>
            <a:srgbClr val="1D4ED8"/>
          </a:solidFill>
          <a:ln w="13097">
            <a:solidFill>
              <a:srgbClr val="172B4D"/>
            </a:solidFill>
          </a:ln>
        </p:spPr>
      </p:sp>
      <p:sp>
        <p:nvSpPr>
          <p:cNvPr id="825" name="object-825">
            <a:extLst>
              <a:ext uri="{FF2B5EF4-FFF2-40B4-BE49-F238E27FC236}">
                <a16:creationId xmlns:a16="http://schemas.microsoft.com/office/drawing/2014/main" id="{A6B18C84-FC19-4D36-8B82-5A5194000FF8}"/>
              </a:ext>
            </a:extLst>
          </p:cNvPr>
          <p:cNvSpPr>
            <a:spLocks noGrp="1"/>
          </p:cNvSpPr>
          <p:nvPr/>
        </p:nvSpPr>
        <p:spPr>
          <a:xfrm>
            <a:off x="10450513" y="5238750"/>
            <a:ext cx="34925" cy="547688"/>
          </a:xfrm>
          <a:prstGeom prst="rect">
            <a:avLst/>
          </a:prstGeom>
          <a:solidFill>
            <a:srgbClr val="1D4ED8"/>
          </a:solidFill>
          <a:ln w="13097">
            <a:solidFill>
              <a:srgbClr val="172B4D"/>
            </a:solidFill>
          </a:ln>
        </p:spPr>
      </p:sp>
      <p:sp>
        <p:nvSpPr>
          <p:cNvPr id="826" name="object-826">
            <a:extLst>
              <a:ext uri="{FF2B5EF4-FFF2-40B4-BE49-F238E27FC236}">
                <a16:creationId xmlns:a16="http://schemas.microsoft.com/office/drawing/2014/main" id="{D8882A14-AF52-448A-9F8A-813687A0E0A7}"/>
              </a:ext>
            </a:extLst>
          </p:cNvPr>
          <p:cNvSpPr>
            <a:spLocks noGrp="1"/>
          </p:cNvSpPr>
          <p:nvPr/>
        </p:nvSpPr>
        <p:spPr>
          <a:xfrm>
            <a:off x="10485438" y="5238750"/>
            <a:ext cx="34925" cy="547688"/>
          </a:xfrm>
          <a:prstGeom prst="rect">
            <a:avLst/>
          </a:prstGeom>
          <a:solidFill>
            <a:srgbClr val="1D4ED8"/>
          </a:solidFill>
          <a:ln w="13097">
            <a:solidFill>
              <a:srgbClr val="172B4D"/>
            </a:solidFill>
          </a:ln>
        </p:spPr>
      </p:sp>
      <p:sp>
        <p:nvSpPr>
          <p:cNvPr id="827" name="object-827">
            <a:extLst>
              <a:ext uri="{FF2B5EF4-FFF2-40B4-BE49-F238E27FC236}">
                <a16:creationId xmlns:a16="http://schemas.microsoft.com/office/drawing/2014/main" id="{7BF78E29-5D50-4C1E-9F9F-4521D562C948}"/>
              </a:ext>
            </a:extLst>
          </p:cNvPr>
          <p:cNvSpPr>
            <a:spLocks noGrp="1"/>
          </p:cNvSpPr>
          <p:nvPr/>
        </p:nvSpPr>
        <p:spPr>
          <a:xfrm>
            <a:off x="10520363" y="5238750"/>
            <a:ext cx="34925" cy="547688"/>
          </a:xfrm>
          <a:prstGeom prst="rect">
            <a:avLst/>
          </a:prstGeom>
          <a:solidFill>
            <a:srgbClr val="1D4ED8"/>
          </a:solidFill>
          <a:ln w="13097">
            <a:solidFill>
              <a:srgbClr val="172B4D"/>
            </a:solidFill>
          </a:ln>
        </p:spPr>
      </p:sp>
      <p:sp>
        <p:nvSpPr>
          <p:cNvPr id="828" name="object-828">
            <a:extLst>
              <a:ext uri="{FF2B5EF4-FFF2-40B4-BE49-F238E27FC236}">
                <a16:creationId xmlns:a16="http://schemas.microsoft.com/office/drawing/2014/main" id="{7723EE2D-9907-4F02-A1AD-49A815C791B7}"/>
              </a:ext>
            </a:extLst>
          </p:cNvPr>
          <p:cNvSpPr>
            <a:spLocks noGrp="1"/>
          </p:cNvSpPr>
          <p:nvPr/>
        </p:nvSpPr>
        <p:spPr>
          <a:xfrm>
            <a:off x="10555287" y="5238750"/>
            <a:ext cx="34925" cy="547688"/>
          </a:xfrm>
          <a:prstGeom prst="rect">
            <a:avLst/>
          </a:prstGeom>
          <a:solidFill>
            <a:srgbClr val="1D4ED8"/>
          </a:solidFill>
          <a:ln w="13097">
            <a:solidFill>
              <a:srgbClr val="172B4D"/>
            </a:solidFill>
          </a:ln>
        </p:spPr>
      </p:sp>
      <p:sp>
        <p:nvSpPr>
          <p:cNvPr id="829" name="object-829">
            <a:extLst>
              <a:ext uri="{FF2B5EF4-FFF2-40B4-BE49-F238E27FC236}">
                <a16:creationId xmlns:a16="http://schemas.microsoft.com/office/drawing/2014/main" id="{BB4D08FB-C5C4-4187-BFE9-195E99163868}"/>
              </a:ext>
            </a:extLst>
          </p:cNvPr>
          <p:cNvSpPr>
            <a:spLocks noGrp="1"/>
          </p:cNvSpPr>
          <p:nvPr/>
        </p:nvSpPr>
        <p:spPr>
          <a:xfrm>
            <a:off x="10590213" y="5238750"/>
            <a:ext cx="34925" cy="547688"/>
          </a:xfrm>
          <a:prstGeom prst="rect">
            <a:avLst/>
          </a:prstGeom>
          <a:solidFill>
            <a:srgbClr val="1D4ED8"/>
          </a:solidFill>
          <a:ln w="13097">
            <a:solidFill>
              <a:srgbClr val="172B4D"/>
            </a:solidFill>
          </a:ln>
        </p:spPr>
      </p:sp>
      <p:sp>
        <p:nvSpPr>
          <p:cNvPr id="830" name="object-830">
            <a:extLst>
              <a:ext uri="{FF2B5EF4-FFF2-40B4-BE49-F238E27FC236}">
                <a16:creationId xmlns:a16="http://schemas.microsoft.com/office/drawing/2014/main" id="{EC771223-CE95-41C6-9D15-6625AF61CBD6}"/>
              </a:ext>
            </a:extLst>
          </p:cNvPr>
          <p:cNvSpPr>
            <a:spLocks noGrp="1"/>
          </p:cNvSpPr>
          <p:nvPr/>
        </p:nvSpPr>
        <p:spPr>
          <a:xfrm>
            <a:off x="10625138" y="5238750"/>
            <a:ext cx="34925" cy="547688"/>
          </a:xfrm>
          <a:prstGeom prst="rect">
            <a:avLst/>
          </a:prstGeom>
          <a:solidFill>
            <a:srgbClr val="1D4ED8"/>
          </a:solidFill>
          <a:ln w="13097">
            <a:solidFill>
              <a:srgbClr val="172B4D"/>
            </a:solidFill>
          </a:ln>
        </p:spPr>
      </p:sp>
      <p:sp>
        <p:nvSpPr>
          <p:cNvPr id="831" name="object-831">
            <a:extLst>
              <a:ext uri="{FF2B5EF4-FFF2-40B4-BE49-F238E27FC236}">
                <a16:creationId xmlns:a16="http://schemas.microsoft.com/office/drawing/2014/main" id="{7B44F641-E1E0-4C16-B4FF-2BFD0CA777F6}"/>
              </a:ext>
            </a:extLst>
          </p:cNvPr>
          <p:cNvSpPr>
            <a:spLocks noGrp="1"/>
          </p:cNvSpPr>
          <p:nvPr/>
        </p:nvSpPr>
        <p:spPr>
          <a:xfrm>
            <a:off x="10660063" y="5238750"/>
            <a:ext cx="34925" cy="547688"/>
          </a:xfrm>
          <a:prstGeom prst="rect">
            <a:avLst/>
          </a:prstGeom>
          <a:solidFill>
            <a:srgbClr val="1D4ED8"/>
          </a:solidFill>
          <a:ln w="13097">
            <a:solidFill>
              <a:srgbClr val="172B4D"/>
            </a:solidFill>
          </a:ln>
        </p:spPr>
      </p:sp>
      <p:sp>
        <p:nvSpPr>
          <p:cNvPr id="832" name="object-832">
            <a:extLst>
              <a:ext uri="{FF2B5EF4-FFF2-40B4-BE49-F238E27FC236}">
                <a16:creationId xmlns:a16="http://schemas.microsoft.com/office/drawing/2014/main" id="{A505598B-1A24-42B3-B523-93C85D97B74C}"/>
              </a:ext>
            </a:extLst>
          </p:cNvPr>
          <p:cNvSpPr>
            <a:spLocks noGrp="1"/>
          </p:cNvSpPr>
          <p:nvPr/>
        </p:nvSpPr>
        <p:spPr>
          <a:xfrm>
            <a:off x="10694988" y="5238750"/>
            <a:ext cx="34925" cy="547688"/>
          </a:xfrm>
          <a:prstGeom prst="rect">
            <a:avLst/>
          </a:prstGeom>
          <a:solidFill>
            <a:srgbClr val="1D4ED8"/>
          </a:solidFill>
          <a:ln w="13097">
            <a:solidFill>
              <a:srgbClr val="172B4D"/>
            </a:solidFill>
          </a:ln>
        </p:spPr>
      </p:sp>
      <p:sp>
        <p:nvSpPr>
          <p:cNvPr id="833" name="object-833">
            <a:extLst>
              <a:ext uri="{FF2B5EF4-FFF2-40B4-BE49-F238E27FC236}">
                <a16:creationId xmlns:a16="http://schemas.microsoft.com/office/drawing/2014/main" id="{CC2DCA8A-0954-4ECE-9E3C-4B035C52C36E}"/>
              </a:ext>
            </a:extLst>
          </p:cNvPr>
          <p:cNvSpPr>
            <a:spLocks noGrp="1"/>
          </p:cNvSpPr>
          <p:nvPr/>
        </p:nvSpPr>
        <p:spPr>
          <a:xfrm>
            <a:off x="10729913" y="5238750"/>
            <a:ext cx="34925" cy="547688"/>
          </a:xfrm>
          <a:prstGeom prst="rect">
            <a:avLst/>
          </a:prstGeom>
          <a:solidFill>
            <a:srgbClr val="1D4ED8"/>
          </a:solidFill>
          <a:ln w="13097">
            <a:solidFill>
              <a:srgbClr val="172B4D"/>
            </a:solidFill>
          </a:ln>
        </p:spPr>
      </p:sp>
      <p:sp>
        <p:nvSpPr>
          <p:cNvPr id="834" name="object-834">
            <a:extLst>
              <a:ext uri="{FF2B5EF4-FFF2-40B4-BE49-F238E27FC236}">
                <a16:creationId xmlns:a16="http://schemas.microsoft.com/office/drawing/2014/main" id="{B8F0D089-5517-4ADA-BEC9-FA6EEADF670D}"/>
              </a:ext>
            </a:extLst>
          </p:cNvPr>
          <p:cNvSpPr>
            <a:spLocks noGrp="1"/>
          </p:cNvSpPr>
          <p:nvPr/>
        </p:nvSpPr>
        <p:spPr>
          <a:xfrm>
            <a:off x="10764838" y="5238750"/>
            <a:ext cx="34925" cy="547688"/>
          </a:xfrm>
          <a:prstGeom prst="rect">
            <a:avLst/>
          </a:prstGeom>
          <a:solidFill>
            <a:srgbClr val="1D4ED8"/>
          </a:solidFill>
          <a:ln w="13097">
            <a:solidFill>
              <a:srgbClr val="172B4D"/>
            </a:solidFill>
          </a:ln>
        </p:spPr>
      </p:sp>
      <p:sp>
        <p:nvSpPr>
          <p:cNvPr id="835" name="object-835">
            <a:extLst>
              <a:ext uri="{FF2B5EF4-FFF2-40B4-BE49-F238E27FC236}">
                <a16:creationId xmlns:a16="http://schemas.microsoft.com/office/drawing/2014/main" id="{E9AAF951-C30A-4411-BB48-0CFDC6047BF5}"/>
              </a:ext>
            </a:extLst>
          </p:cNvPr>
          <p:cNvSpPr>
            <a:spLocks noGrp="1"/>
          </p:cNvSpPr>
          <p:nvPr/>
        </p:nvSpPr>
        <p:spPr>
          <a:xfrm>
            <a:off x="10799763" y="5238750"/>
            <a:ext cx="34925" cy="547688"/>
          </a:xfrm>
          <a:prstGeom prst="rect">
            <a:avLst/>
          </a:prstGeom>
          <a:solidFill>
            <a:srgbClr val="1D4ED8"/>
          </a:solidFill>
          <a:ln w="13097">
            <a:solidFill>
              <a:srgbClr val="172B4D"/>
            </a:solidFill>
          </a:ln>
        </p:spPr>
      </p:sp>
      <p:sp>
        <p:nvSpPr>
          <p:cNvPr id="836" name="object-836">
            <a:extLst>
              <a:ext uri="{FF2B5EF4-FFF2-40B4-BE49-F238E27FC236}">
                <a16:creationId xmlns:a16="http://schemas.microsoft.com/office/drawing/2014/main" id="{D1BE45D6-0315-43E3-95A3-9CC07818ED9D}"/>
              </a:ext>
            </a:extLst>
          </p:cNvPr>
          <p:cNvSpPr>
            <a:spLocks noGrp="1"/>
          </p:cNvSpPr>
          <p:nvPr/>
        </p:nvSpPr>
        <p:spPr>
          <a:xfrm>
            <a:off x="10834688" y="5238750"/>
            <a:ext cx="34925" cy="547688"/>
          </a:xfrm>
          <a:prstGeom prst="rect">
            <a:avLst/>
          </a:prstGeom>
          <a:solidFill>
            <a:srgbClr val="1D4ED8"/>
          </a:solidFill>
          <a:ln w="13097">
            <a:solidFill>
              <a:srgbClr val="172B4D"/>
            </a:solidFill>
          </a:ln>
        </p:spPr>
      </p:sp>
      <p:sp>
        <p:nvSpPr>
          <p:cNvPr id="837" name="object-837">
            <a:extLst>
              <a:ext uri="{FF2B5EF4-FFF2-40B4-BE49-F238E27FC236}">
                <a16:creationId xmlns:a16="http://schemas.microsoft.com/office/drawing/2014/main" id="{01F2E04A-463C-412C-87ED-3B8B87BE710A}"/>
              </a:ext>
            </a:extLst>
          </p:cNvPr>
          <p:cNvSpPr>
            <a:spLocks noGrp="1"/>
          </p:cNvSpPr>
          <p:nvPr/>
        </p:nvSpPr>
        <p:spPr>
          <a:xfrm>
            <a:off x="10869612" y="5238750"/>
            <a:ext cx="34925" cy="547688"/>
          </a:xfrm>
          <a:prstGeom prst="rect">
            <a:avLst/>
          </a:prstGeom>
          <a:solidFill>
            <a:srgbClr val="1D4ED8"/>
          </a:solidFill>
          <a:ln w="13097">
            <a:solidFill>
              <a:srgbClr val="172B4D"/>
            </a:solidFill>
          </a:ln>
        </p:spPr>
      </p:sp>
      <p:sp>
        <p:nvSpPr>
          <p:cNvPr id="838" name="object-838">
            <a:extLst>
              <a:ext uri="{FF2B5EF4-FFF2-40B4-BE49-F238E27FC236}">
                <a16:creationId xmlns:a16="http://schemas.microsoft.com/office/drawing/2014/main" id="{E0246D53-5735-456C-9011-3F496BAB6D02}"/>
              </a:ext>
            </a:extLst>
          </p:cNvPr>
          <p:cNvSpPr>
            <a:spLocks noGrp="1"/>
          </p:cNvSpPr>
          <p:nvPr/>
        </p:nvSpPr>
        <p:spPr>
          <a:xfrm>
            <a:off x="10904538" y="5238750"/>
            <a:ext cx="34925" cy="547688"/>
          </a:xfrm>
          <a:prstGeom prst="rect">
            <a:avLst/>
          </a:prstGeom>
          <a:solidFill>
            <a:srgbClr val="1D4ED8"/>
          </a:solidFill>
          <a:ln w="13097">
            <a:solidFill>
              <a:srgbClr val="172B4D"/>
            </a:solidFill>
          </a:ln>
        </p:spPr>
      </p:sp>
      <p:sp>
        <p:nvSpPr>
          <p:cNvPr id="839" name="object-839">
            <a:extLst>
              <a:ext uri="{FF2B5EF4-FFF2-40B4-BE49-F238E27FC236}">
                <a16:creationId xmlns:a16="http://schemas.microsoft.com/office/drawing/2014/main" id="{C563FA24-CDF0-48F2-BCFF-3CEFC794B9C5}"/>
              </a:ext>
            </a:extLst>
          </p:cNvPr>
          <p:cNvSpPr>
            <a:spLocks noGrp="1"/>
          </p:cNvSpPr>
          <p:nvPr/>
        </p:nvSpPr>
        <p:spPr>
          <a:xfrm>
            <a:off x="10939463" y="5238750"/>
            <a:ext cx="34925" cy="547688"/>
          </a:xfrm>
          <a:prstGeom prst="rect">
            <a:avLst/>
          </a:prstGeom>
          <a:solidFill>
            <a:srgbClr val="1D4ED8"/>
          </a:solidFill>
          <a:ln w="13097">
            <a:solidFill>
              <a:srgbClr val="172B4D"/>
            </a:solidFill>
          </a:ln>
        </p:spPr>
      </p:sp>
      <p:sp>
        <p:nvSpPr>
          <p:cNvPr id="840" name="object-840">
            <a:extLst>
              <a:ext uri="{FF2B5EF4-FFF2-40B4-BE49-F238E27FC236}">
                <a16:creationId xmlns:a16="http://schemas.microsoft.com/office/drawing/2014/main" id="{3D24DC3F-8959-4A60-B7FF-C3C8CE2EDB08}"/>
              </a:ext>
            </a:extLst>
          </p:cNvPr>
          <p:cNvSpPr>
            <a:spLocks noGrp="1"/>
          </p:cNvSpPr>
          <p:nvPr/>
        </p:nvSpPr>
        <p:spPr>
          <a:xfrm>
            <a:off x="10974388" y="5238750"/>
            <a:ext cx="34925" cy="547688"/>
          </a:xfrm>
          <a:prstGeom prst="rect">
            <a:avLst/>
          </a:prstGeom>
          <a:solidFill>
            <a:srgbClr val="1D4ED8"/>
          </a:solidFill>
          <a:ln w="13097">
            <a:solidFill>
              <a:srgbClr val="172B4D"/>
            </a:solidFill>
          </a:ln>
        </p:spPr>
      </p:sp>
      <p:sp>
        <p:nvSpPr>
          <p:cNvPr id="841" name="object-841">
            <a:extLst>
              <a:ext uri="{FF2B5EF4-FFF2-40B4-BE49-F238E27FC236}">
                <a16:creationId xmlns:a16="http://schemas.microsoft.com/office/drawing/2014/main" id="{9F254727-9E3A-40BF-AB01-76074A17723B}"/>
              </a:ext>
            </a:extLst>
          </p:cNvPr>
          <p:cNvSpPr>
            <a:spLocks noGrp="1"/>
          </p:cNvSpPr>
          <p:nvPr/>
        </p:nvSpPr>
        <p:spPr>
          <a:xfrm>
            <a:off x="11009313" y="5238750"/>
            <a:ext cx="34925" cy="547688"/>
          </a:xfrm>
          <a:prstGeom prst="rect">
            <a:avLst/>
          </a:prstGeom>
          <a:solidFill>
            <a:srgbClr val="1D4ED8"/>
          </a:solidFill>
          <a:ln w="13097">
            <a:solidFill>
              <a:srgbClr val="172B4D"/>
            </a:solidFill>
          </a:ln>
        </p:spPr>
      </p:sp>
      <p:sp>
        <p:nvSpPr>
          <p:cNvPr id="842" name="object-842">
            <a:extLst>
              <a:ext uri="{FF2B5EF4-FFF2-40B4-BE49-F238E27FC236}">
                <a16:creationId xmlns:a16="http://schemas.microsoft.com/office/drawing/2014/main" id="{18FF6D2F-69BD-4191-9CD6-C8D5ACE1B68F}"/>
              </a:ext>
            </a:extLst>
          </p:cNvPr>
          <p:cNvSpPr>
            <a:spLocks noGrp="1"/>
          </p:cNvSpPr>
          <p:nvPr/>
        </p:nvSpPr>
        <p:spPr>
          <a:xfrm>
            <a:off x="11044238" y="5238750"/>
            <a:ext cx="34925" cy="547688"/>
          </a:xfrm>
          <a:prstGeom prst="rect">
            <a:avLst/>
          </a:prstGeom>
          <a:solidFill>
            <a:srgbClr val="1D4ED8"/>
          </a:solidFill>
          <a:ln w="13097">
            <a:solidFill>
              <a:srgbClr val="172B4D"/>
            </a:solidFill>
          </a:ln>
        </p:spPr>
      </p:sp>
      <p:sp>
        <p:nvSpPr>
          <p:cNvPr id="843" name="object-843">
            <a:extLst>
              <a:ext uri="{FF2B5EF4-FFF2-40B4-BE49-F238E27FC236}">
                <a16:creationId xmlns:a16="http://schemas.microsoft.com/office/drawing/2014/main" id="{C4F1B7C3-6496-402D-A0EF-E1804D3709BA}"/>
              </a:ext>
            </a:extLst>
          </p:cNvPr>
          <p:cNvSpPr>
            <a:spLocks noGrp="1"/>
          </p:cNvSpPr>
          <p:nvPr/>
        </p:nvSpPr>
        <p:spPr>
          <a:xfrm>
            <a:off x="11079162" y="5238750"/>
            <a:ext cx="34925" cy="547688"/>
          </a:xfrm>
          <a:prstGeom prst="rect">
            <a:avLst/>
          </a:prstGeom>
          <a:solidFill>
            <a:srgbClr val="1D4ED8"/>
          </a:solidFill>
          <a:ln w="13097">
            <a:solidFill>
              <a:srgbClr val="172B4D"/>
            </a:solidFill>
          </a:ln>
        </p:spPr>
      </p:sp>
      <p:sp>
        <p:nvSpPr>
          <p:cNvPr id="844" name="object-844">
            <a:extLst>
              <a:ext uri="{FF2B5EF4-FFF2-40B4-BE49-F238E27FC236}">
                <a16:creationId xmlns:a16="http://schemas.microsoft.com/office/drawing/2014/main" id="{B017B3EE-B83C-422A-AEE5-09113863CF98}"/>
              </a:ext>
            </a:extLst>
          </p:cNvPr>
          <p:cNvSpPr>
            <a:spLocks noGrp="1"/>
          </p:cNvSpPr>
          <p:nvPr/>
        </p:nvSpPr>
        <p:spPr>
          <a:xfrm>
            <a:off x="11114088" y="5238750"/>
            <a:ext cx="34925" cy="547688"/>
          </a:xfrm>
          <a:prstGeom prst="rect">
            <a:avLst/>
          </a:prstGeom>
          <a:solidFill>
            <a:srgbClr val="1D4ED8"/>
          </a:solidFill>
          <a:ln w="13097">
            <a:solidFill>
              <a:srgbClr val="172B4D"/>
            </a:solidFill>
          </a:ln>
        </p:spPr>
      </p:sp>
      <p:sp>
        <p:nvSpPr>
          <p:cNvPr id="845" name="object-845">
            <a:extLst>
              <a:ext uri="{FF2B5EF4-FFF2-40B4-BE49-F238E27FC236}">
                <a16:creationId xmlns:a16="http://schemas.microsoft.com/office/drawing/2014/main" id="{6DD86E2B-8528-494E-A510-45DABC9E4F9A}"/>
              </a:ext>
            </a:extLst>
          </p:cNvPr>
          <p:cNvSpPr>
            <a:spLocks noGrp="1"/>
          </p:cNvSpPr>
          <p:nvPr/>
        </p:nvSpPr>
        <p:spPr>
          <a:xfrm>
            <a:off x="11149013" y="5238750"/>
            <a:ext cx="34925" cy="547688"/>
          </a:xfrm>
          <a:prstGeom prst="rect">
            <a:avLst/>
          </a:prstGeom>
          <a:solidFill>
            <a:srgbClr val="1D4ED8"/>
          </a:solidFill>
          <a:ln w="13097">
            <a:solidFill>
              <a:srgbClr val="172B4D"/>
            </a:solidFill>
          </a:ln>
        </p:spPr>
      </p:sp>
      <p:sp>
        <p:nvSpPr>
          <p:cNvPr id="846" name="object-846">
            <a:extLst>
              <a:ext uri="{FF2B5EF4-FFF2-40B4-BE49-F238E27FC236}">
                <a16:creationId xmlns:a16="http://schemas.microsoft.com/office/drawing/2014/main" id="{14C618C4-035E-427A-80F7-CF110B925718}"/>
              </a:ext>
            </a:extLst>
          </p:cNvPr>
          <p:cNvSpPr>
            <a:spLocks noGrp="1"/>
          </p:cNvSpPr>
          <p:nvPr/>
        </p:nvSpPr>
        <p:spPr>
          <a:xfrm>
            <a:off x="11183938" y="5238750"/>
            <a:ext cx="34925" cy="547688"/>
          </a:xfrm>
          <a:prstGeom prst="rect">
            <a:avLst/>
          </a:prstGeom>
          <a:solidFill>
            <a:srgbClr val="1D4ED8"/>
          </a:solidFill>
          <a:ln w="13097">
            <a:solidFill>
              <a:srgbClr val="172B4D"/>
            </a:solidFill>
          </a:ln>
        </p:spPr>
      </p:sp>
      <p:sp>
        <p:nvSpPr>
          <p:cNvPr id="847" name="object-847">
            <a:extLst>
              <a:ext uri="{FF2B5EF4-FFF2-40B4-BE49-F238E27FC236}">
                <a16:creationId xmlns:a16="http://schemas.microsoft.com/office/drawing/2014/main" id="{269FBFC1-0B4C-4BD0-8F1C-4B1DEE9F8069}"/>
              </a:ext>
            </a:extLst>
          </p:cNvPr>
          <p:cNvSpPr>
            <a:spLocks noGrp="1"/>
          </p:cNvSpPr>
          <p:nvPr/>
        </p:nvSpPr>
        <p:spPr>
          <a:xfrm>
            <a:off x="11218863" y="5238750"/>
            <a:ext cx="34925" cy="547688"/>
          </a:xfrm>
          <a:prstGeom prst="rect">
            <a:avLst/>
          </a:prstGeom>
          <a:solidFill>
            <a:srgbClr val="1D4ED8"/>
          </a:solidFill>
          <a:ln w="13097">
            <a:solidFill>
              <a:srgbClr val="172B4D"/>
            </a:solidFill>
          </a:ln>
        </p:spPr>
      </p:sp>
      <p:sp>
        <p:nvSpPr>
          <p:cNvPr id="848" name="object-848">
            <a:extLst>
              <a:ext uri="{FF2B5EF4-FFF2-40B4-BE49-F238E27FC236}">
                <a16:creationId xmlns:a16="http://schemas.microsoft.com/office/drawing/2014/main" id="{64E60258-7AB2-4C44-AAC5-384CB29D68F7}"/>
              </a:ext>
            </a:extLst>
          </p:cNvPr>
          <p:cNvSpPr>
            <a:spLocks noGrp="1"/>
          </p:cNvSpPr>
          <p:nvPr/>
        </p:nvSpPr>
        <p:spPr>
          <a:xfrm>
            <a:off x="11253788" y="5238750"/>
            <a:ext cx="34925" cy="547688"/>
          </a:xfrm>
          <a:prstGeom prst="rect">
            <a:avLst/>
          </a:prstGeom>
          <a:solidFill>
            <a:srgbClr val="1D4ED8"/>
          </a:solidFill>
          <a:ln w="13097">
            <a:solidFill>
              <a:srgbClr val="172B4D"/>
            </a:solidFill>
          </a:ln>
        </p:spPr>
      </p:sp>
      <p:sp>
        <p:nvSpPr>
          <p:cNvPr id="849" name="object-849">
            <a:extLst>
              <a:ext uri="{FF2B5EF4-FFF2-40B4-BE49-F238E27FC236}">
                <a16:creationId xmlns:a16="http://schemas.microsoft.com/office/drawing/2014/main" id="{4C18D93E-2097-4E1E-9CA4-4612BCDF4BE4}"/>
              </a:ext>
            </a:extLst>
          </p:cNvPr>
          <p:cNvSpPr>
            <a:spLocks noGrp="1"/>
          </p:cNvSpPr>
          <p:nvPr/>
        </p:nvSpPr>
        <p:spPr>
          <a:xfrm>
            <a:off x="11288713" y="5238750"/>
            <a:ext cx="34925" cy="547688"/>
          </a:xfrm>
          <a:prstGeom prst="rect">
            <a:avLst/>
          </a:prstGeom>
          <a:solidFill>
            <a:srgbClr val="1D4ED8"/>
          </a:solidFill>
          <a:ln w="13097">
            <a:solidFill>
              <a:srgbClr val="172B4D"/>
            </a:solidFill>
          </a:ln>
        </p:spPr>
      </p:sp>
      <p:sp>
        <p:nvSpPr>
          <p:cNvPr id="850" name="object-850">
            <a:extLst>
              <a:ext uri="{FF2B5EF4-FFF2-40B4-BE49-F238E27FC236}">
                <a16:creationId xmlns:a16="http://schemas.microsoft.com/office/drawing/2014/main" id="{1D396083-8047-4905-8E90-CB3B9F221543}"/>
              </a:ext>
            </a:extLst>
          </p:cNvPr>
          <p:cNvSpPr>
            <a:spLocks noGrp="1"/>
          </p:cNvSpPr>
          <p:nvPr/>
        </p:nvSpPr>
        <p:spPr>
          <a:xfrm>
            <a:off x="11323638" y="5238750"/>
            <a:ext cx="34925" cy="547688"/>
          </a:xfrm>
          <a:prstGeom prst="rect">
            <a:avLst/>
          </a:prstGeom>
          <a:solidFill>
            <a:srgbClr val="1D4ED8"/>
          </a:solidFill>
          <a:ln w="13097">
            <a:solidFill>
              <a:srgbClr val="172B4D"/>
            </a:solidFill>
          </a:ln>
        </p:spPr>
      </p:sp>
      <p:sp>
        <p:nvSpPr>
          <p:cNvPr id="851" name="object-851">
            <a:extLst>
              <a:ext uri="{FF2B5EF4-FFF2-40B4-BE49-F238E27FC236}">
                <a16:creationId xmlns:a16="http://schemas.microsoft.com/office/drawing/2014/main" id="{3FB93612-8FD8-41F0-8042-38506EF003D5}"/>
              </a:ext>
            </a:extLst>
          </p:cNvPr>
          <p:cNvSpPr>
            <a:spLocks noGrp="1"/>
          </p:cNvSpPr>
          <p:nvPr/>
        </p:nvSpPr>
        <p:spPr>
          <a:xfrm>
            <a:off x="11358563" y="5238750"/>
            <a:ext cx="34925" cy="547688"/>
          </a:xfrm>
          <a:prstGeom prst="rect">
            <a:avLst/>
          </a:prstGeom>
          <a:solidFill>
            <a:srgbClr val="1D4ED8"/>
          </a:solidFill>
          <a:ln w="13097">
            <a:solidFill>
              <a:srgbClr val="172B4D"/>
            </a:solidFill>
          </a:ln>
        </p:spPr>
      </p:sp>
      <p:sp>
        <p:nvSpPr>
          <p:cNvPr id="852" name="object-852">
            <a:extLst>
              <a:ext uri="{FF2B5EF4-FFF2-40B4-BE49-F238E27FC236}">
                <a16:creationId xmlns:a16="http://schemas.microsoft.com/office/drawing/2014/main" id="{142A7A0C-5E4F-4E3A-ABFE-5220ACF3B2C9}"/>
              </a:ext>
            </a:extLst>
          </p:cNvPr>
          <p:cNvSpPr>
            <a:spLocks noGrp="1"/>
          </p:cNvSpPr>
          <p:nvPr/>
        </p:nvSpPr>
        <p:spPr>
          <a:xfrm>
            <a:off x="11393487" y="5238750"/>
            <a:ext cx="34925" cy="547688"/>
          </a:xfrm>
          <a:prstGeom prst="rect">
            <a:avLst/>
          </a:prstGeom>
          <a:solidFill>
            <a:srgbClr val="1D4ED8"/>
          </a:solidFill>
          <a:ln w="13097">
            <a:solidFill>
              <a:srgbClr val="172B4D"/>
            </a:solidFill>
          </a:ln>
        </p:spPr>
      </p:sp>
      <p:sp>
        <p:nvSpPr>
          <p:cNvPr id="853" name="object-853">
            <a:extLst>
              <a:ext uri="{FF2B5EF4-FFF2-40B4-BE49-F238E27FC236}">
                <a16:creationId xmlns:a16="http://schemas.microsoft.com/office/drawing/2014/main" id="{4C013D53-EF95-4093-9968-56A45E076C6C}"/>
              </a:ext>
            </a:extLst>
          </p:cNvPr>
          <p:cNvSpPr>
            <a:spLocks noGrp="1"/>
          </p:cNvSpPr>
          <p:nvPr/>
        </p:nvSpPr>
        <p:spPr>
          <a:xfrm>
            <a:off x="11428413" y="5238750"/>
            <a:ext cx="34925" cy="547688"/>
          </a:xfrm>
          <a:prstGeom prst="rect">
            <a:avLst/>
          </a:prstGeom>
          <a:solidFill>
            <a:srgbClr val="1D4ED8"/>
          </a:solidFill>
          <a:ln w="13097">
            <a:solidFill>
              <a:srgbClr val="172B4D"/>
            </a:solidFill>
          </a:ln>
        </p:spPr>
      </p:sp>
      <p:sp>
        <p:nvSpPr>
          <p:cNvPr id="854" name="object-854">
            <a:extLst>
              <a:ext uri="{FF2B5EF4-FFF2-40B4-BE49-F238E27FC236}">
                <a16:creationId xmlns:a16="http://schemas.microsoft.com/office/drawing/2014/main" id="{71068229-A9B1-48B0-B785-2984534EAF8A}"/>
              </a:ext>
            </a:extLst>
          </p:cNvPr>
          <p:cNvSpPr>
            <a:spLocks noGrp="1"/>
          </p:cNvSpPr>
          <p:nvPr/>
        </p:nvSpPr>
        <p:spPr>
          <a:xfrm>
            <a:off x="11463338" y="5238750"/>
            <a:ext cx="34925" cy="547688"/>
          </a:xfrm>
          <a:prstGeom prst="rect">
            <a:avLst/>
          </a:prstGeom>
          <a:solidFill>
            <a:srgbClr val="1D4ED8"/>
          </a:solidFill>
          <a:ln w="13097">
            <a:solidFill>
              <a:srgbClr val="172B4D"/>
            </a:solidFill>
          </a:ln>
        </p:spPr>
      </p:sp>
      <p:sp>
        <p:nvSpPr>
          <p:cNvPr id="855" name="object-855">
            <a:extLst>
              <a:ext uri="{FF2B5EF4-FFF2-40B4-BE49-F238E27FC236}">
                <a16:creationId xmlns:a16="http://schemas.microsoft.com/office/drawing/2014/main" id="{2965A6AF-1E93-4951-9AEA-8676BB1D94BB}"/>
              </a:ext>
            </a:extLst>
          </p:cNvPr>
          <p:cNvSpPr>
            <a:spLocks noGrp="1"/>
          </p:cNvSpPr>
          <p:nvPr/>
        </p:nvSpPr>
        <p:spPr>
          <a:xfrm>
            <a:off x="11498263" y="5238750"/>
            <a:ext cx="34925" cy="547688"/>
          </a:xfrm>
          <a:prstGeom prst="rect">
            <a:avLst/>
          </a:prstGeom>
          <a:solidFill>
            <a:srgbClr val="1D4ED8"/>
          </a:solidFill>
          <a:ln w="13097">
            <a:solidFill>
              <a:srgbClr val="172B4D"/>
            </a:solidFill>
          </a:ln>
        </p:spPr>
      </p:sp>
      <p:sp>
        <p:nvSpPr>
          <p:cNvPr id="856" name="object-856">
            <a:extLst>
              <a:ext uri="{FF2B5EF4-FFF2-40B4-BE49-F238E27FC236}">
                <a16:creationId xmlns:a16="http://schemas.microsoft.com/office/drawing/2014/main" id="{AC8C9743-502A-4B2F-AE76-7D4DB80CA1AC}"/>
              </a:ext>
            </a:extLst>
          </p:cNvPr>
          <p:cNvSpPr>
            <a:spLocks noGrp="1"/>
          </p:cNvSpPr>
          <p:nvPr/>
        </p:nvSpPr>
        <p:spPr>
          <a:xfrm>
            <a:off x="11533188" y="5238750"/>
            <a:ext cx="34925" cy="547688"/>
          </a:xfrm>
          <a:prstGeom prst="rect">
            <a:avLst/>
          </a:prstGeom>
          <a:solidFill>
            <a:srgbClr val="1D4ED8"/>
          </a:solidFill>
          <a:ln w="13097">
            <a:solidFill>
              <a:srgbClr val="172B4D"/>
            </a:solidFill>
          </a:ln>
        </p:spPr>
      </p:sp>
      <p:sp>
        <p:nvSpPr>
          <p:cNvPr id="857" name="object-857">
            <a:extLst>
              <a:ext uri="{FF2B5EF4-FFF2-40B4-BE49-F238E27FC236}">
                <a16:creationId xmlns:a16="http://schemas.microsoft.com/office/drawing/2014/main" id="{AB55BE63-7C29-4B8F-A3CF-D39A1B01D819}"/>
              </a:ext>
            </a:extLst>
          </p:cNvPr>
          <p:cNvSpPr>
            <a:spLocks noGrp="1"/>
          </p:cNvSpPr>
          <p:nvPr/>
        </p:nvSpPr>
        <p:spPr>
          <a:xfrm>
            <a:off x="11568113" y="5238750"/>
            <a:ext cx="34925" cy="547688"/>
          </a:xfrm>
          <a:prstGeom prst="rect">
            <a:avLst/>
          </a:prstGeom>
          <a:solidFill>
            <a:srgbClr val="1D4ED8"/>
          </a:solidFill>
          <a:ln w="13097">
            <a:solidFill>
              <a:srgbClr val="172B4D"/>
            </a:solidFill>
          </a:ln>
        </p:spPr>
      </p:sp>
      <p:sp>
        <p:nvSpPr>
          <p:cNvPr id="858" name="object-858">
            <a:extLst>
              <a:ext uri="{FF2B5EF4-FFF2-40B4-BE49-F238E27FC236}">
                <a16:creationId xmlns:a16="http://schemas.microsoft.com/office/drawing/2014/main" id="{7373869C-72DB-46D9-9BE9-45D71D7800C4}"/>
              </a:ext>
            </a:extLst>
          </p:cNvPr>
          <p:cNvSpPr>
            <a:spLocks noGrp="1"/>
          </p:cNvSpPr>
          <p:nvPr/>
        </p:nvSpPr>
        <p:spPr>
          <a:xfrm>
            <a:off x="11603037" y="5238750"/>
            <a:ext cx="34925" cy="547688"/>
          </a:xfrm>
          <a:prstGeom prst="rect">
            <a:avLst/>
          </a:prstGeom>
          <a:solidFill>
            <a:srgbClr val="1D4ED8"/>
          </a:solidFill>
          <a:ln w="13097">
            <a:solidFill>
              <a:srgbClr val="172B4D"/>
            </a:solidFill>
          </a:ln>
        </p:spPr>
      </p:sp>
      <p:sp>
        <p:nvSpPr>
          <p:cNvPr id="859" name="object-859">
            <a:extLst>
              <a:ext uri="{FF2B5EF4-FFF2-40B4-BE49-F238E27FC236}">
                <a16:creationId xmlns:a16="http://schemas.microsoft.com/office/drawing/2014/main" id="{257F7E06-11EF-469D-A931-DF224FF4FB40}"/>
              </a:ext>
            </a:extLst>
          </p:cNvPr>
          <p:cNvSpPr>
            <a:spLocks noGrp="1"/>
          </p:cNvSpPr>
          <p:nvPr/>
        </p:nvSpPr>
        <p:spPr>
          <a:xfrm>
            <a:off x="11637963" y="5238750"/>
            <a:ext cx="34925" cy="547688"/>
          </a:xfrm>
          <a:prstGeom prst="rect">
            <a:avLst/>
          </a:prstGeom>
          <a:solidFill>
            <a:srgbClr val="1D4ED8"/>
          </a:solidFill>
          <a:ln w="13097">
            <a:solidFill>
              <a:srgbClr val="172B4D"/>
            </a:solidFill>
          </a:ln>
        </p:spPr>
      </p:sp>
      <p:sp>
        <p:nvSpPr>
          <p:cNvPr id="860" name="object-860">
            <a:extLst>
              <a:ext uri="{FF2B5EF4-FFF2-40B4-BE49-F238E27FC236}">
                <a16:creationId xmlns:a16="http://schemas.microsoft.com/office/drawing/2014/main" id="{C1A1AA63-B1C5-4FDA-A872-38E03882CB6A}"/>
              </a:ext>
            </a:extLst>
          </p:cNvPr>
          <p:cNvSpPr>
            <a:spLocks noGrp="1"/>
          </p:cNvSpPr>
          <p:nvPr/>
        </p:nvSpPr>
        <p:spPr>
          <a:xfrm>
            <a:off x="11672888" y="5238750"/>
            <a:ext cx="34925" cy="547688"/>
          </a:xfrm>
          <a:prstGeom prst="rect">
            <a:avLst/>
          </a:prstGeom>
          <a:solidFill>
            <a:srgbClr val="1D4ED8"/>
          </a:solidFill>
          <a:ln w="13097">
            <a:solidFill>
              <a:srgbClr val="172B4D"/>
            </a:solidFill>
          </a:ln>
        </p:spPr>
      </p:sp>
      <p:sp>
        <p:nvSpPr>
          <p:cNvPr id="861" name="object-861">
            <a:extLst>
              <a:ext uri="{FF2B5EF4-FFF2-40B4-BE49-F238E27FC236}">
                <a16:creationId xmlns:a16="http://schemas.microsoft.com/office/drawing/2014/main" id="{E2106DED-B1F2-42B0-A3A5-5C5A6C0CA678}"/>
              </a:ext>
            </a:extLst>
          </p:cNvPr>
          <p:cNvSpPr>
            <a:spLocks noGrp="1"/>
          </p:cNvSpPr>
          <p:nvPr/>
        </p:nvSpPr>
        <p:spPr>
          <a:xfrm>
            <a:off x="11707813" y="5238750"/>
            <a:ext cx="34925" cy="547688"/>
          </a:xfrm>
          <a:prstGeom prst="rect">
            <a:avLst/>
          </a:prstGeom>
          <a:solidFill>
            <a:srgbClr val="1D4ED8"/>
          </a:solidFill>
          <a:ln w="13097">
            <a:solidFill>
              <a:srgbClr val="172B4D"/>
            </a:solidFill>
          </a:ln>
        </p:spPr>
      </p:sp>
      <p:sp>
        <p:nvSpPr>
          <p:cNvPr id="862" name="object-862">
            <a:extLst>
              <a:ext uri="{FF2B5EF4-FFF2-40B4-BE49-F238E27FC236}">
                <a16:creationId xmlns:a16="http://schemas.microsoft.com/office/drawing/2014/main" id="{102F85C8-6C28-4329-B202-D144602E0E43}"/>
              </a:ext>
            </a:extLst>
          </p:cNvPr>
          <p:cNvSpPr>
            <a:spLocks noGrp="1"/>
          </p:cNvSpPr>
          <p:nvPr/>
        </p:nvSpPr>
        <p:spPr>
          <a:xfrm>
            <a:off x="11742738" y="5238750"/>
            <a:ext cx="34925" cy="547688"/>
          </a:xfrm>
          <a:prstGeom prst="rect">
            <a:avLst/>
          </a:prstGeom>
          <a:solidFill>
            <a:srgbClr val="1D4ED8"/>
          </a:solidFill>
          <a:ln w="13097">
            <a:solidFill>
              <a:srgbClr val="172B4D"/>
            </a:solidFill>
          </a:ln>
        </p:spPr>
      </p:sp>
      <p:sp>
        <p:nvSpPr>
          <p:cNvPr id="863" name="object-863">
            <a:extLst>
              <a:ext uri="{FF2B5EF4-FFF2-40B4-BE49-F238E27FC236}">
                <a16:creationId xmlns:a16="http://schemas.microsoft.com/office/drawing/2014/main" id="{7512B7C8-DC72-4528-8A85-FAD032040E2B}"/>
              </a:ext>
            </a:extLst>
          </p:cNvPr>
          <p:cNvSpPr>
            <a:spLocks noGrp="1"/>
          </p:cNvSpPr>
          <p:nvPr/>
        </p:nvSpPr>
        <p:spPr>
          <a:xfrm>
            <a:off x="11777663" y="5238750"/>
            <a:ext cx="34925" cy="547688"/>
          </a:xfrm>
          <a:prstGeom prst="rect">
            <a:avLst/>
          </a:prstGeom>
          <a:solidFill>
            <a:srgbClr val="1D4ED8"/>
          </a:solidFill>
          <a:ln w="13097">
            <a:solidFill>
              <a:srgbClr val="172B4D"/>
            </a:solidFill>
          </a:ln>
        </p:spPr>
      </p:sp>
      <p:sp>
        <p:nvSpPr>
          <p:cNvPr id="864" name="object-864">
            <a:extLst>
              <a:ext uri="{FF2B5EF4-FFF2-40B4-BE49-F238E27FC236}">
                <a16:creationId xmlns:a16="http://schemas.microsoft.com/office/drawing/2014/main" id="{325B5BF8-846C-482B-AEDF-744CC2EA3966}"/>
              </a:ext>
            </a:extLst>
          </p:cNvPr>
          <p:cNvSpPr>
            <a:spLocks noGrp="1"/>
          </p:cNvSpPr>
          <p:nvPr/>
        </p:nvSpPr>
        <p:spPr>
          <a:xfrm>
            <a:off x="11812588" y="5238750"/>
            <a:ext cx="34925" cy="547688"/>
          </a:xfrm>
          <a:prstGeom prst="rect">
            <a:avLst/>
          </a:prstGeom>
          <a:solidFill>
            <a:srgbClr val="1D4ED8"/>
          </a:solidFill>
          <a:ln w="13097">
            <a:solidFill>
              <a:srgbClr val="172B4D"/>
            </a:solidFill>
          </a:ln>
        </p:spPr>
      </p:sp>
      <p:sp>
        <p:nvSpPr>
          <p:cNvPr id="865" name="object-865">
            <a:extLst>
              <a:ext uri="{FF2B5EF4-FFF2-40B4-BE49-F238E27FC236}">
                <a16:creationId xmlns:a16="http://schemas.microsoft.com/office/drawing/2014/main" id="{99133551-3E3A-4CC7-9ACE-A67A62807E0C}"/>
              </a:ext>
            </a:extLst>
          </p:cNvPr>
          <p:cNvSpPr>
            <a:spLocks noGrp="1"/>
          </p:cNvSpPr>
          <p:nvPr/>
        </p:nvSpPr>
        <p:spPr>
          <a:xfrm>
            <a:off x="11847513" y="5238750"/>
            <a:ext cx="34925" cy="547688"/>
          </a:xfrm>
          <a:prstGeom prst="rect">
            <a:avLst/>
          </a:prstGeom>
          <a:solidFill>
            <a:srgbClr val="1D4ED8"/>
          </a:solidFill>
          <a:ln w="13097">
            <a:solidFill>
              <a:srgbClr val="172B4D"/>
            </a:solidFill>
          </a:ln>
        </p:spPr>
      </p:sp>
      <p:sp>
        <p:nvSpPr>
          <p:cNvPr id="866" name="object-866">
            <a:extLst>
              <a:ext uri="{FF2B5EF4-FFF2-40B4-BE49-F238E27FC236}">
                <a16:creationId xmlns:a16="http://schemas.microsoft.com/office/drawing/2014/main" id="{40C8B5B9-387E-4C9E-9720-E004567D6B09}"/>
              </a:ext>
            </a:extLst>
          </p:cNvPr>
          <p:cNvSpPr>
            <a:spLocks noGrp="1"/>
          </p:cNvSpPr>
          <p:nvPr/>
        </p:nvSpPr>
        <p:spPr>
          <a:xfrm>
            <a:off x="11882438" y="5238750"/>
            <a:ext cx="34925" cy="547688"/>
          </a:xfrm>
          <a:prstGeom prst="rect">
            <a:avLst/>
          </a:prstGeom>
          <a:solidFill>
            <a:srgbClr val="1D4ED8"/>
          </a:solidFill>
          <a:ln w="13097">
            <a:solidFill>
              <a:srgbClr val="172B4D"/>
            </a:solidFill>
          </a:ln>
        </p:spPr>
      </p:sp>
      <p:sp>
        <p:nvSpPr>
          <p:cNvPr id="867" name="object-867">
            <a:extLst>
              <a:ext uri="{FF2B5EF4-FFF2-40B4-BE49-F238E27FC236}">
                <a16:creationId xmlns:a16="http://schemas.microsoft.com/office/drawing/2014/main" id="{0F377C47-D945-4A5E-8856-361E5FC275B0}"/>
              </a:ext>
            </a:extLst>
          </p:cNvPr>
          <p:cNvSpPr>
            <a:spLocks noGrp="1"/>
          </p:cNvSpPr>
          <p:nvPr/>
        </p:nvSpPr>
        <p:spPr>
          <a:xfrm>
            <a:off x="11917362" y="5238750"/>
            <a:ext cx="34925" cy="547688"/>
          </a:xfrm>
          <a:prstGeom prst="rect">
            <a:avLst/>
          </a:prstGeom>
          <a:solidFill>
            <a:srgbClr val="1D4ED8"/>
          </a:solidFill>
          <a:ln w="13097">
            <a:solidFill>
              <a:srgbClr val="172B4D"/>
            </a:solidFill>
          </a:ln>
        </p:spPr>
      </p:sp>
      <p:sp>
        <p:nvSpPr>
          <p:cNvPr id="868" name="object-868">
            <a:extLst>
              <a:ext uri="{FF2B5EF4-FFF2-40B4-BE49-F238E27FC236}">
                <a16:creationId xmlns:a16="http://schemas.microsoft.com/office/drawing/2014/main" id="{F809317E-1975-4A95-B61C-B5388DB86284}"/>
              </a:ext>
            </a:extLst>
          </p:cNvPr>
          <p:cNvSpPr>
            <a:spLocks noGrp="1"/>
          </p:cNvSpPr>
          <p:nvPr/>
        </p:nvSpPr>
        <p:spPr>
          <a:xfrm>
            <a:off x="11952288" y="5238750"/>
            <a:ext cx="34925" cy="547688"/>
          </a:xfrm>
          <a:prstGeom prst="rect">
            <a:avLst/>
          </a:prstGeom>
          <a:solidFill>
            <a:srgbClr val="1D4ED8"/>
          </a:solidFill>
          <a:ln w="13097">
            <a:solidFill>
              <a:srgbClr val="172B4D"/>
            </a:solidFill>
          </a:ln>
        </p:spPr>
      </p:sp>
      <p:sp>
        <p:nvSpPr>
          <p:cNvPr id="869" name="object-869">
            <a:extLst>
              <a:ext uri="{FF2B5EF4-FFF2-40B4-BE49-F238E27FC236}">
                <a16:creationId xmlns:a16="http://schemas.microsoft.com/office/drawing/2014/main" id="{D758F679-4FFC-4EAF-838D-428545F34EA6}"/>
              </a:ext>
            </a:extLst>
          </p:cNvPr>
          <p:cNvSpPr>
            <a:spLocks noGrp="1"/>
          </p:cNvSpPr>
          <p:nvPr/>
        </p:nvSpPr>
        <p:spPr>
          <a:xfrm>
            <a:off x="11987213" y="5238750"/>
            <a:ext cx="34925" cy="547688"/>
          </a:xfrm>
          <a:prstGeom prst="rect">
            <a:avLst/>
          </a:prstGeom>
          <a:solidFill>
            <a:srgbClr val="1D4ED8"/>
          </a:solidFill>
          <a:ln w="13097">
            <a:solidFill>
              <a:srgbClr val="172B4D"/>
            </a:solidFill>
          </a:ln>
        </p:spPr>
      </p:sp>
      <p:sp>
        <p:nvSpPr>
          <p:cNvPr id="870" name="object-870">
            <a:extLst>
              <a:ext uri="{FF2B5EF4-FFF2-40B4-BE49-F238E27FC236}">
                <a16:creationId xmlns:a16="http://schemas.microsoft.com/office/drawing/2014/main" id="{CD8AA7B4-5E71-4532-A890-36A80DB55F5A}"/>
              </a:ext>
            </a:extLst>
          </p:cNvPr>
          <p:cNvSpPr>
            <a:spLocks noGrp="1"/>
          </p:cNvSpPr>
          <p:nvPr/>
        </p:nvSpPr>
        <p:spPr>
          <a:xfrm>
            <a:off x="12022138" y="5238750"/>
            <a:ext cx="34925" cy="547688"/>
          </a:xfrm>
          <a:prstGeom prst="rect">
            <a:avLst/>
          </a:prstGeom>
          <a:solidFill>
            <a:srgbClr val="1D4ED8"/>
          </a:solidFill>
          <a:ln w="13097">
            <a:solidFill>
              <a:srgbClr val="172B4D"/>
            </a:solidFill>
          </a:ln>
        </p:spPr>
      </p:sp>
      <p:sp>
        <p:nvSpPr>
          <p:cNvPr id="871" name="object-871">
            <a:extLst>
              <a:ext uri="{FF2B5EF4-FFF2-40B4-BE49-F238E27FC236}">
                <a16:creationId xmlns:a16="http://schemas.microsoft.com/office/drawing/2014/main" id="{2ADD92B1-0689-444C-8599-3423CC3253F3}"/>
              </a:ext>
            </a:extLst>
          </p:cNvPr>
          <p:cNvSpPr>
            <a:spLocks noGrp="1"/>
          </p:cNvSpPr>
          <p:nvPr/>
        </p:nvSpPr>
        <p:spPr>
          <a:xfrm>
            <a:off x="12057063" y="5238750"/>
            <a:ext cx="34925" cy="547688"/>
          </a:xfrm>
          <a:prstGeom prst="rect">
            <a:avLst/>
          </a:prstGeom>
          <a:solidFill>
            <a:srgbClr val="1D4ED8"/>
          </a:solidFill>
          <a:ln w="13097">
            <a:solidFill>
              <a:srgbClr val="172B4D"/>
            </a:solidFill>
          </a:ln>
        </p:spPr>
      </p:sp>
      <p:sp>
        <p:nvSpPr>
          <p:cNvPr id="872" name="object-872">
            <a:extLst>
              <a:ext uri="{FF2B5EF4-FFF2-40B4-BE49-F238E27FC236}">
                <a16:creationId xmlns:a16="http://schemas.microsoft.com/office/drawing/2014/main" id="{45F4D749-B42E-4130-A72F-B07E14B7342F}"/>
              </a:ext>
            </a:extLst>
          </p:cNvPr>
          <p:cNvSpPr>
            <a:spLocks noGrp="1"/>
          </p:cNvSpPr>
          <p:nvPr/>
        </p:nvSpPr>
        <p:spPr>
          <a:xfrm>
            <a:off x="12091988" y="5238750"/>
            <a:ext cx="34925" cy="547688"/>
          </a:xfrm>
          <a:prstGeom prst="rect">
            <a:avLst/>
          </a:prstGeom>
          <a:solidFill>
            <a:srgbClr val="1D4ED8"/>
          </a:solidFill>
          <a:ln w="13097">
            <a:solidFill>
              <a:srgbClr val="172B4D"/>
            </a:solidFill>
          </a:ln>
        </p:spPr>
      </p:sp>
      <p:sp>
        <p:nvSpPr>
          <p:cNvPr id="873" name="object-873">
            <a:extLst>
              <a:ext uri="{FF2B5EF4-FFF2-40B4-BE49-F238E27FC236}">
                <a16:creationId xmlns:a16="http://schemas.microsoft.com/office/drawing/2014/main" id="{F9E4D1C1-4664-41EC-8F76-15A81790A634}"/>
              </a:ext>
            </a:extLst>
          </p:cNvPr>
          <p:cNvSpPr>
            <a:spLocks noGrp="1"/>
          </p:cNvSpPr>
          <p:nvPr/>
        </p:nvSpPr>
        <p:spPr>
          <a:xfrm>
            <a:off x="12126912" y="5238750"/>
            <a:ext cx="34925" cy="547688"/>
          </a:xfrm>
          <a:prstGeom prst="rect">
            <a:avLst/>
          </a:prstGeom>
          <a:solidFill>
            <a:srgbClr val="1D4ED8"/>
          </a:solidFill>
          <a:ln w="13097">
            <a:solidFill>
              <a:srgbClr val="172B4D"/>
            </a:solidFill>
          </a:ln>
        </p:spPr>
      </p:sp>
      <p:sp>
        <p:nvSpPr>
          <p:cNvPr id="874" name="object-874">
            <a:extLst>
              <a:ext uri="{FF2B5EF4-FFF2-40B4-BE49-F238E27FC236}">
                <a16:creationId xmlns:a16="http://schemas.microsoft.com/office/drawing/2014/main" id="{37B32674-BA89-406C-88FD-FA1B1182F406}"/>
              </a:ext>
            </a:extLst>
          </p:cNvPr>
          <p:cNvSpPr>
            <a:spLocks noGrp="1"/>
          </p:cNvSpPr>
          <p:nvPr/>
        </p:nvSpPr>
        <p:spPr>
          <a:xfrm>
            <a:off x="12161838" y="5238750"/>
            <a:ext cx="34925" cy="547688"/>
          </a:xfrm>
          <a:prstGeom prst="rect">
            <a:avLst/>
          </a:prstGeom>
          <a:solidFill>
            <a:srgbClr val="1D4ED8"/>
          </a:solidFill>
          <a:ln w="13097">
            <a:solidFill>
              <a:srgbClr val="172B4D"/>
            </a:solidFill>
          </a:ln>
        </p:spPr>
      </p:sp>
      <p:sp>
        <p:nvSpPr>
          <p:cNvPr id="875" name="object-875">
            <a:extLst>
              <a:ext uri="{FF2B5EF4-FFF2-40B4-BE49-F238E27FC236}">
                <a16:creationId xmlns:a16="http://schemas.microsoft.com/office/drawing/2014/main" id="{EE11D9EA-FCFE-42FB-964D-30DE6884D15A}"/>
              </a:ext>
            </a:extLst>
          </p:cNvPr>
          <p:cNvSpPr>
            <a:spLocks noGrp="1"/>
          </p:cNvSpPr>
          <p:nvPr/>
        </p:nvSpPr>
        <p:spPr>
          <a:xfrm>
            <a:off x="12196763" y="5238750"/>
            <a:ext cx="34925" cy="547688"/>
          </a:xfrm>
          <a:prstGeom prst="rect">
            <a:avLst/>
          </a:prstGeom>
          <a:solidFill>
            <a:srgbClr val="1D4ED8"/>
          </a:solidFill>
          <a:ln w="13097">
            <a:solidFill>
              <a:srgbClr val="172B4D"/>
            </a:solidFill>
          </a:ln>
        </p:spPr>
      </p:sp>
      <p:sp>
        <p:nvSpPr>
          <p:cNvPr id="876" name="object-876">
            <a:extLst>
              <a:ext uri="{FF2B5EF4-FFF2-40B4-BE49-F238E27FC236}">
                <a16:creationId xmlns:a16="http://schemas.microsoft.com/office/drawing/2014/main" id="{4759310E-008B-4CEC-8CFA-72DB1A3D635F}"/>
              </a:ext>
            </a:extLst>
          </p:cNvPr>
          <p:cNvSpPr>
            <a:spLocks noGrp="1"/>
          </p:cNvSpPr>
          <p:nvPr/>
        </p:nvSpPr>
        <p:spPr>
          <a:xfrm>
            <a:off x="12231688" y="5238750"/>
            <a:ext cx="34925" cy="547688"/>
          </a:xfrm>
          <a:prstGeom prst="rect">
            <a:avLst/>
          </a:prstGeom>
          <a:solidFill>
            <a:srgbClr val="1D4ED8"/>
          </a:solidFill>
          <a:ln w="13097">
            <a:solidFill>
              <a:srgbClr val="172B4D"/>
            </a:solidFill>
          </a:ln>
        </p:spPr>
      </p:sp>
      <p:sp>
        <p:nvSpPr>
          <p:cNvPr id="877" name="object-877">
            <a:extLst>
              <a:ext uri="{FF2B5EF4-FFF2-40B4-BE49-F238E27FC236}">
                <a16:creationId xmlns:a16="http://schemas.microsoft.com/office/drawing/2014/main" id="{BB02DD51-62D3-4A68-B70A-6EDDE5CA1EEB}"/>
              </a:ext>
            </a:extLst>
          </p:cNvPr>
          <p:cNvSpPr>
            <a:spLocks noGrp="1"/>
          </p:cNvSpPr>
          <p:nvPr/>
        </p:nvSpPr>
        <p:spPr>
          <a:xfrm>
            <a:off x="12266613" y="5238750"/>
            <a:ext cx="34925" cy="547688"/>
          </a:xfrm>
          <a:prstGeom prst="rect">
            <a:avLst/>
          </a:prstGeom>
          <a:solidFill>
            <a:srgbClr val="1D4ED8"/>
          </a:solidFill>
          <a:ln w="13097">
            <a:solidFill>
              <a:srgbClr val="172B4D"/>
            </a:solidFill>
          </a:ln>
        </p:spPr>
      </p:sp>
      <p:sp>
        <p:nvSpPr>
          <p:cNvPr id="878" name="object-878">
            <a:extLst>
              <a:ext uri="{FF2B5EF4-FFF2-40B4-BE49-F238E27FC236}">
                <a16:creationId xmlns:a16="http://schemas.microsoft.com/office/drawing/2014/main" id="{6E8C263E-D575-4504-8B62-46DEF1A747DA}"/>
              </a:ext>
            </a:extLst>
          </p:cNvPr>
          <p:cNvSpPr>
            <a:spLocks noGrp="1"/>
          </p:cNvSpPr>
          <p:nvPr/>
        </p:nvSpPr>
        <p:spPr>
          <a:xfrm>
            <a:off x="12301538" y="5238750"/>
            <a:ext cx="34925" cy="547688"/>
          </a:xfrm>
          <a:prstGeom prst="rect">
            <a:avLst/>
          </a:prstGeom>
          <a:solidFill>
            <a:srgbClr val="1D4ED8"/>
          </a:solidFill>
          <a:ln w="13097">
            <a:solidFill>
              <a:srgbClr val="172B4D"/>
            </a:solidFill>
          </a:ln>
        </p:spPr>
      </p:sp>
      <p:sp>
        <p:nvSpPr>
          <p:cNvPr id="879" name="object-879">
            <a:extLst>
              <a:ext uri="{FF2B5EF4-FFF2-40B4-BE49-F238E27FC236}">
                <a16:creationId xmlns:a16="http://schemas.microsoft.com/office/drawing/2014/main" id="{7EDFE803-8A4A-4724-9041-B10328E2C746}"/>
              </a:ext>
            </a:extLst>
          </p:cNvPr>
          <p:cNvSpPr>
            <a:spLocks noGrp="1"/>
          </p:cNvSpPr>
          <p:nvPr/>
        </p:nvSpPr>
        <p:spPr>
          <a:xfrm>
            <a:off x="12336462" y="5238750"/>
            <a:ext cx="34925" cy="547688"/>
          </a:xfrm>
          <a:prstGeom prst="rect">
            <a:avLst/>
          </a:prstGeom>
          <a:solidFill>
            <a:srgbClr val="1D4ED8"/>
          </a:solidFill>
          <a:ln w="13097">
            <a:solidFill>
              <a:srgbClr val="172B4D"/>
            </a:solidFill>
          </a:ln>
        </p:spPr>
      </p:sp>
      <p:sp>
        <p:nvSpPr>
          <p:cNvPr id="880" name="object-880">
            <a:extLst>
              <a:ext uri="{FF2B5EF4-FFF2-40B4-BE49-F238E27FC236}">
                <a16:creationId xmlns:a16="http://schemas.microsoft.com/office/drawing/2014/main" id="{22B02F7A-8DB7-49AE-8245-301FB28B63A6}"/>
              </a:ext>
            </a:extLst>
          </p:cNvPr>
          <p:cNvSpPr>
            <a:spLocks noGrp="1"/>
          </p:cNvSpPr>
          <p:nvPr/>
        </p:nvSpPr>
        <p:spPr>
          <a:xfrm>
            <a:off x="12371388" y="5238750"/>
            <a:ext cx="34925" cy="547688"/>
          </a:xfrm>
          <a:prstGeom prst="rect">
            <a:avLst/>
          </a:prstGeom>
          <a:solidFill>
            <a:srgbClr val="1D4ED8"/>
          </a:solidFill>
          <a:ln w="13097">
            <a:solidFill>
              <a:srgbClr val="172B4D"/>
            </a:solidFill>
          </a:ln>
        </p:spPr>
      </p:sp>
      <p:sp>
        <p:nvSpPr>
          <p:cNvPr id="881" name="object-881">
            <a:extLst>
              <a:ext uri="{FF2B5EF4-FFF2-40B4-BE49-F238E27FC236}">
                <a16:creationId xmlns:a16="http://schemas.microsoft.com/office/drawing/2014/main" id="{430F32B6-76E0-4F97-B6AC-5650131E6E06}"/>
              </a:ext>
            </a:extLst>
          </p:cNvPr>
          <p:cNvSpPr>
            <a:spLocks noGrp="1"/>
          </p:cNvSpPr>
          <p:nvPr/>
        </p:nvSpPr>
        <p:spPr>
          <a:xfrm>
            <a:off x="12406313" y="5238750"/>
            <a:ext cx="34925" cy="547688"/>
          </a:xfrm>
          <a:prstGeom prst="rect">
            <a:avLst/>
          </a:prstGeom>
          <a:solidFill>
            <a:srgbClr val="1D4ED8"/>
          </a:solidFill>
          <a:ln w="13097">
            <a:solidFill>
              <a:srgbClr val="172B4D"/>
            </a:solidFill>
          </a:ln>
        </p:spPr>
      </p:sp>
      <p:sp>
        <p:nvSpPr>
          <p:cNvPr id="882" name="object-882">
            <a:extLst>
              <a:ext uri="{FF2B5EF4-FFF2-40B4-BE49-F238E27FC236}">
                <a16:creationId xmlns:a16="http://schemas.microsoft.com/office/drawing/2014/main" id="{B58C3438-AE2A-429C-9926-47F0DD40DB0C}"/>
              </a:ext>
            </a:extLst>
          </p:cNvPr>
          <p:cNvSpPr>
            <a:spLocks noGrp="1"/>
          </p:cNvSpPr>
          <p:nvPr/>
        </p:nvSpPr>
        <p:spPr>
          <a:xfrm>
            <a:off x="12441238" y="5238750"/>
            <a:ext cx="34925" cy="547688"/>
          </a:xfrm>
          <a:prstGeom prst="rect">
            <a:avLst/>
          </a:prstGeom>
          <a:solidFill>
            <a:srgbClr val="1D4ED8"/>
          </a:solidFill>
          <a:ln w="13097">
            <a:solidFill>
              <a:srgbClr val="172B4D"/>
            </a:solidFill>
          </a:ln>
        </p:spPr>
      </p:sp>
      <p:sp>
        <p:nvSpPr>
          <p:cNvPr id="883" name="object-883">
            <a:extLst>
              <a:ext uri="{FF2B5EF4-FFF2-40B4-BE49-F238E27FC236}">
                <a16:creationId xmlns:a16="http://schemas.microsoft.com/office/drawing/2014/main" id="{D1563E3B-4E01-4EFE-AAB9-8F2C8AF61334}"/>
              </a:ext>
            </a:extLst>
          </p:cNvPr>
          <p:cNvSpPr>
            <a:spLocks noGrp="1"/>
          </p:cNvSpPr>
          <p:nvPr/>
        </p:nvSpPr>
        <p:spPr>
          <a:xfrm>
            <a:off x="12476163" y="5238750"/>
            <a:ext cx="34925" cy="547688"/>
          </a:xfrm>
          <a:prstGeom prst="rect">
            <a:avLst/>
          </a:prstGeom>
          <a:solidFill>
            <a:srgbClr val="1D4ED8"/>
          </a:solidFill>
          <a:ln w="13097">
            <a:solidFill>
              <a:srgbClr val="172B4D"/>
            </a:solidFill>
          </a:ln>
        </p:spPr>
      </p:sp>
      <p:sp>
        <p:nvSpPr>
          <p:cNvPr id="884" name="object-884">
            <a:extLst>
              <a:ext uri="{FF2B5EF4-FFF2-40B4-BE49-F238E27FC236}">
                <a16:creationId xmlns:a16="http://schemas.microsoft.com/office/drawing/2014/main" id="{BF2E7F0D-52A9-4CC8-8EA0-EF51AF30ABFD}"/>
              </a:ext>
            </a:extLst>
          </p:cNvPr>
          <p:cNvSpPr>
            <a:spLocks noGrp="1"/>
          </p:cNvSpPr>
          <p:nvPr/>
        </p:nvSpPr>
        <p:spPr>
          <a:xfrm>
            <a:off x="12511088" y="5238750"/>
            <a:ext cx="34925" cy="547688"/>
          </a:xfrm>
          <a:prstGeom prst="rect">
            <a:avLst/>
          </a:prstGeom>
          <a:solidFill>
            <a:srgbClr val="FFFFFF"/>
          </a:solidFill>
          <a:ln w="13097">
            <a:solidFill>
              <a:srgbClr val="172B4D"/>
            </a:solidFill>
          </a:ln>
        </p:spPr>
      </p:sp>
      <p:sp>
        <p:nvSpPr>
          <p:cNvPr id="885" name="object-885">
            <a:extLst>
              <a:ext uri="{FF2B5EF4-FFF2-40B4-BE49-F238E27FC236}">
                <a16:creationId xmlns:a16="http://schemas.microsoft.com/office/drawing/2014/main" id="{F2AA7D8B-9150-4E36-ADEB-5257FBE76C79}"/>
              </a:ext>
            </a:extLst>
          </p:cNvPr>
          <p:cNvSpPr>
            <a:spLocks noGrp="1"/>
          </p:cNvSpPr>
          <p:nvPr/>
        </p:nvSpPr>
        <p:spPr>
          <a:xfrm>
            <a:off x="12546013" y="5238750"/>
            <a:ext cx="34925" cy="547688"/>
          </a:xfrm>
          <a:prstGeom prst="rect">
            <a:avLst/>
          </a:prstGeom>
          <a:solidFill>
            <a:srgbClr val="FFFFFF"/>
          </a:solidFill>
          <a:ln w="13097">
            <a:solidFill>
              <a:srgbClr val="172B4D"/>
            </a:solidFill>
          </a:ln>
        </p:spPr>
      </p:sp>
      <p:sp>
        <p:nvSpPr>
          <p:cNvPr id="886" name="object-886">
            <a:extLst>
              <a:ext uri="{FF2B5EF4-FFF2-40B4-BE49-F238E27FC236}">
                <a16:creationId xmlns:a16="http://schemas.microsoft.com/office/drawing/2014/main" id="{1F4708F4-14B7-46E6-B1AB-55F3213EA590}"/>
              </a:ext>
            </a:extLst>
          </p:cNvPr>
          <p:cNvSpPr>
            <a:spLocks noGrp="1"/>
          </p:cNvSpPr>
          <p:nvPr/>
        </p:nvSpPr>
        <p:spPr>
          <a:xfrm>
            <a:off x="12580937" y="5238750"/>
            <a:ext cx="34925" cy="547688"/>
          </a:xfrm>
          <a:prstGeom prst="rect">
            <a:avLst/>
          </a:prstGeom>
          <a:solidFill>
            <a:srgbClr val="FFFFFF"/>
          </a:solidFill>
          <a:ln w="13097">
            <a:solidFill>
              <a:srgbClr val="172B4D"/>
            </a:solidFill>
          </a:ln>
        </p:spPr>
      </p:sp>
      <p:sp>
        <p:nvSpPr>
          <p:cNvPr id="887" name="object-887">
            <a:extLst>
              <a:ext uri="{FF2B5EF4-FFF2-40B4-BE49-F238E27FC236}">
                <a16:creationId xmlns:a16="http://schemas.microsoft.com/office/drawing/2014/main" id="{70CA0112-138E-4944-9265-5C1C1A7CEC7A}"/>
              </a:ext>
            </a:extLst>
          </p:cNvPr>
          <p:cNvSpPr>
            <a:spLocks noGrp="1"/>
          </p:cNvSpPr>
          <p:nvPr/>
        </p:nvSpPr>
        <p:spPr>
          <a:xfrm>
            <a:off x="12615863" y="5238750"/>
            <a:ext cx="34925" cy="547688"/>
          </a:xfrm>
          <a:prstGeom prst="rect">
            <a:avLst/>
          </a:prstGeom>
          <a:solidFill>
            <a:srgbClr val="FFFFFF"/>
          </a:solidFill>
          <a:ln w="13097">
            <a:solidFill>
              <a:srgbClr val="172B4D"/>
            </a:solidFill>
          </a:ln>
        </p:spPr>
      </p:sp>
      <p:sp>
        <p:nvSpPr>
          <p:cNvPr id="888" name="object-888">
            <a:extLst>
              <a:ext uri="{FF2B5EF4-FFF2-40B4-BE49-F238E27FC236}">
                <a16:creationId xmlns:a16="http://schemas.microsoft.com/office/drawing/2014/main" id="{FF6B2CC2-9A7B-4430-A9E3-3B67159AF4D2}"/>
              </a:ext>
            </a:extLst>
          </p:cNvPr>
          <p:cNvSpPr>
            <a:spLocks noGrp="1"/>
          </p:cNvSpPr>
          <p:nvPr/>
        </p:nvSpPr>
        <p:spPr>
          <a:xfrm>
            <a:off x="12650787" y="5238750"/>
            <a:ext cx="34925" cy="547688"/>
          </a:xfrm>
          <a:prstGeom prst="rect">
            <a:avLst/>
          </a:prstGeom>
          <a:solidFill>
            <a:srgbClr val="FFFFFF"/>
          </a:solidFill>
          <a:ln w="13097">
            <a:solidFill>
              <a:srgbClr val="172B4D"/>
            </a:solidFill>
          </a:ln>
        </p:spPr>
      </p:sp>
      <p:sp>
        <p:nvSpPr>
          <p:cNvPr id="889" name="object-889">
            <a:extLst>
              <a:ext uri="{FF2B5EF4-FFF2-40B4-BE49-F238E27FC236}">
                <a16:creationId xmlns:a16="http://schemas.microsoft.com/office/drawing/2014/main" id="{4FD5D076-9D03-4957-B0B5-55B4D6B78EAB}"/>
              </a:ext>
            </a:extLst>
          </p:cNvPr>
          <p:cNvSpPr>
            <a:spLocks noGrp="1"/>
          </p:cNvSpPr>
          <p:nvPr/>
        </p:nvSpPr>
        <p:spPr>
          <a:xfrm>
            <a:off x="12685713" y="5238750"/>
            <a:ext cx="34925" cy="547688"/>
          </a:xfrm>
          <a:prstGeom prst="rect">
            <a:avLst/>
          </a:prstGeom>
          <a:solidFill>
            <a:srgbClr val="FFFFFF"/>
          </a:solidFill>
          <a:ln w="13097">
            <a:solidFill>
              <a:srgbClr val="172B4D"/>
            </a:solidFill>
          </a:ln>
        </p:spPr>
      </p:sp>
      <p:sp>
        <p:nvSpPr>
          <p:cNvPr id="890" name="object-890">
            <a:extLst>
              <a:ext uri="{FF2B5EF4-FFF2-40B4-BE49-F238E27FC236}">
                <a16:creationId xmlns:a16="http://schemas.microsoft.com/office/drawing/2014/main" id="{BC3C8584-6C53-4DE7-918D-9231624C6A63}"/>
              </a:ext>
            </a:extLst>
          </p:cNvPr>
          <p:cNvSpPr>
            <a:spLocks noGrp="1"/>
          </p:cNvSpPr>
          <p:nvPr/>
        </p:nvSpPr>
        <p:spPr>
          <a:xfrm>
            <a:off x="12720638" y="5238750"/>
            <a:ext cx="34925" cy="547688"/>
          </a:xfrm>
          <a:prstGeom prst="rect">
            <a:avLst/>
          </a:prstGeom>
          <a:solidFill>
            <a:srgbClr val="FFFFFF"/>
          </a:solidFill>
          <a:ln w="13097">
            <a:solidFill>
              <a:srgbClr val="172B4D"/>
            </a:solidFill>
          </a:ln>
        </p:spPr>
      </p:sp>
      <p:sp>
        <p:nvSpPr>
          <p:cNvPr id="891" name="object-891">
            <a:extLst>
              <a:ext uri="{FF2B5EF4-FFF2-40B4-BE49-F238E27FC236}">
                <a16:creationId xmlns:a16="http://schemas.microsoft.com/office/drawing/2014/main" id="{897BA2EA-A011-422C-8FD3-3F861C059BF6}"/>
              </a:ext>
            </a:extLst>
          </p:cNvPr>
          <p:cNvSpPr>
            <a:spLocks noGrp="1"/>
          </p:cNvSpPr>
          <p:nvPr/>
        </p:nvSpPr>
        <p:spPr>
          <a:xfrm>
            <a:off x="12755563" y="5238750"/>
            <a:ext cx="34925" cy="547688"/>
          </a:xfrm>
          <a:prstGeom prst="rect">
            <a:avLst/>
          </a:prstGeom>
          <a:solidFill>
            <a:srgbClr val="FFFFFF"/>
          </a:solidFill>
          <a:ln w="13097">
            <a:solidFill>
              <a:srgbClr val="172B4D"/>
            </a:solidFill>
          </a:ln>
        </p:spPr>
      </p:sp>
      <p:sp>
        <p:nvSpPr>
          <p:cNvPr id="892" name="object-892">
            <a:extLst>
              <a:ext uri="{FF2B5EF4-FFF2-40B4-BE49-F238E27FC236}">
                <a16:creationId xmlns:a16="http://schemas.microsoft.com/office/drawing/2014/main" id="{987BB662-5161-4146-89FA-0C48593AFC8F}"/>
              </a:ext>
            </a:extLst>
          </p:cNvPr>
          <p:cNvSpPr>
            <a:spLocks noGrp="1"/>
          </p:cNvSpPr>
          <p:nvPr/>
        </p:nvSpPr>
        <p:spPr>
          <a:xfrm>
            <a:off x="12790488" y="5238750"/>
            <a:ext cx="34925" cy="547688"/>
          </a:xfrm>
          <a:prstGeom prst="rect">
            <a:avLst/>
          </a:prstGeom>
          <a:solidFill>
            <a:srgbClr val="FFFFFF"/>
          </a:solidFill>
          <a:ln w="13097">
            <a:solidFill>
              <a:srgbClr val="172B4D"/>
            </a:solidFill>
          </a:ln>
        </p:spPr>
      </p:sp>
      <p:sp>
        <p:nvSpPr>
          <p:cNvPr id="893" name="object-893">
            <a:extLst>
              <a:ext uri="{FF2B5EF4-FFF2-40B4-BE49-F238E27FC236}">
                <a16:creationId xmlns:a16="http://schemas.microsoft.com/office/drawing/2014/main" id="{1F149B72-E093-47D9-A917-51FDF0F229E8}"/>
              </a:ext>
            </a:extLst>
          </p:cNvPr>
          <p:cNvSpPr>
            <a:spLocks noGrp="1"/>
          </p:cNvSpPr>
          <p:nvPr/>
        </p:nvSpPr>
        <p:spPr>
          <a:xfrm>
            <a:off x="12825413" y="5238750"/>
            <a:ext cx="34925" cy="547688"/>
          </a:xfrm>
          <a:prstGeom prst="rect">
            <a:avLst/>
          </a:prstGeom>
          <a:solidFill>
            <a:srgbClr val="FFFFFF"/>
          </a:solidFill>
          <a:ln w="13097">
            <a:solidFill>
              <a:srgbClr val="172B4D"/>
            </a:solidFill>
          </a:ln>
        </p:spPr>
      </p:sp>
      <p:sp>
        <p:nvSpPr>
          <p:cNvPr id="894" name="object-894">
            <a:extLst>
              <a:ext uri="{FF2B5EF4-FFF2-40B4-BE49-F238E27FC236}">
                <a16:creationId xmlns:a16="http://schemas.microsoft.com/office/drawing/2014/main" id="{E3FCEC8C-C973-4016-8BB7-8B59B12A44DE}"/>
              </a:ext>
            </a:extLst>
          </p:cNvPr>
          <p:cNvSpPr>
            <a:spLocks noGrp="1"/>
          </p:cNvSpPr>
          <p:nvPr/>
        </p:nvSpPr>
        <p:spPr>
          <a:xfrm>
            <a:off x="12860337" y="5238750"/>
            <a:ext cx="34925" cy="547688"/>
          </a:xfrm>
          <a:prstGeom prst="rect">
            <a:avLst/>
          </a:prstGeom>
          <a:solidFill>
            <a:srgbClr val="FFFFFF"/>
          </a:solidFill>
          <a:ln w="13097">
            <a:solidFill>
              <a:srgbClr val="172B4D"/>
            </a:solidFill>
          </a:ln>
        </p:spPr>
      </p:sp>
      <p:sp>
        <p:nvSpPr>
          <p:cNvPr id="895" name="object-895">
            <a:extLst>
              <a:ext uri="{FF2B5EF4-FFF2-40B4-BE49-F238E27FC236}">
                <a16:creationId xmlns:a16="http://schemas.microsoft.com/office/drawing/2014/main" id="{BF501A2B-C0CD-49BD-92A3-B852DD0B95A8}"/>
              </a:ext>
            </a:extLst>
          </p:cNvPr>
          <p:cNvSpPr>
            <a:spLocks noGrp="1"/>
          </p:cNvSpPr>
          <p:nvPr/>
        </p:nvSpPr>
        <p:spPr>
          <a:xfrm>
            <a:off x="12895263" y="5238750"/>
            <a:ext cx="34925" cy="547688"/>
          </a:xfrm>
          <a:prstGeom prst="rect">
            <a:avLst/>
          </a:prstGeom>
          <a:solidFill>
            <a:srgbClr val="FFFFFF"/>
          </a:solidFill>
          <a:ln w="13097">
            <a:solidFill>
              <a:srgbClr val="172B4D"/>
            </a:solidFill>
          </a:ln>
        </p:spPr>
      </p:sp>
      <p:sp>
        <p:nvSpPr>
          <p:cNvPr id="896" name="object-896">
            <a:extLst>
              <a:ext uri="{FF2B5EF4-FFF2-40B4-BE49-F238E27FC236}">
                <a16:creationId xmlns:a16="http://schemas.microsoft.com/office/drawing/2014/main" id="{1E3B4E08-D469-42E1-8A85-80815E836297}"/>
              </a:ext>
            </a:extLst>
          </p:cNvPr>
          <p:cNvSpPr>
            <a:spLocks noGrp="1"/>
          </p:cNvSpPr>
          <p:nvPr/>
        </p:nvSpPr>
        <p:spPr>
          <a:xfrm>
            <a:off x="12930188" y="5238750"/>
            <a:ext cx="34925" cy="547688"/>
          </a:xfrm>
          <a:prstGeom prst="rect">
            <a:avLst/>
          </a:prstGeom>
          <a:solidFill>
            <a:srgbClr val="FFFFFF"/>
          </a:solidFill>
          <a:ln w="13097">
            <a:solidFill>
              <a:srgbClr val="172B4D"/>
            </a:solidFill>
          </a:ln>
        </p:spPr>
      </p:sp>
      <p:sp>
        <p:nvSpPr>
          <p:cNvPr id="897" name="object-897">
            <a:extLst>
              <a:ext uri="{FF2B5EF4-FFF2-40B4-BE49-F238E27FC236}">
                <a16:creationId xmlns:a16="http://schemas.microsoft.com/office/drawing/2014/main" id="{91F94657-B4CA-4CA8-B8B8-AE12AE0D6733}"/>
              </a:ext>
            </a:extLst>
          </p:cNvPr>
          <p:cNvSpPr>
            <a:spLocks noGrp="1"/>
          </p:cNvSpPr>
          <p:nvPr/>
        </p:nvSpPr>
        <p:spPr>
          <a:xfrm>
            <a:off x="12965113" y="5238750"/>
            <a:ext cx="34925" cy="547688"/>
          </a:xfrm>
          <a:prstGeom prst="rect">
            <a:avLst/>
          </a:prstGeom>
          <a:solidFill>
            <a:srgbClr val="FFFFFF"/>
          </a:solidFill>
          <a:ln w="13097">
            <a:solidFill>
              <a:srgbClr val="172B4D"/>
            </a:solidFill>
          </a:ln>
        </p:spPr>
      </p:sp>
      <p:sp>
        <p:nvSpPr>
          <p:cNvPr id="898" name="object-898">
            <a:extLst>
              <a:ext uri="{FF2B5EF4-FFF2-40B4-BE49-F238E27FC236}">
                <a16:creationId xmlns:a16="http://schemas.microsoft.com/office/drawing/2014/main" id="{8104B267-1C6A-40AB-A168-2F90A9E13197}"/>
              </a:ext>
            </a:extLst>
          </p:cNvPr>
          <p:cNvSpPr>
            <a:spLocks noGrp="1"/>
          </p:cNvSpPr>
          <p:nvPr/>
        </p:nvSpPr>
        <p:spPr>
          <a:xfrm>
            <a:off x="13000038" y="5238750"/>
            <a:ext cx="34925" cy="547688"/>
          </a:xfrm>
          <a:prstGeom prst="rect">
            <a:avLst/>
          </a:prstGeom>
          <a:solidFill>
            <a:srgbClr val="FFFFFF"/>
          </a:solidFill>
          <a:ln w="13097">
            <a:solidFill>
              <a:srgbClr val="172B4D"/>
            </a:solidFill>
          </a:ln>
        </p:spPr>
      </p:sp>
      <p:sp>
        <p:nvSpPr>
          <p:cNvPr id="899" name="object-899">
            <a:extLst>
              <a:ext uri="{FF2B5EF4-FFF2-40B4-BE49-F238E27FC236}">
                <a16:creationId xmlns:a16="http://schemas.microsoft.com/office/drawing/2014/main" id="{D9071608-D5F6-472F-BB5C-F412069FEE1A}"/>
              </a:ext>
            </a:extLst>
          </p:cNvPr>
          <p:cNvSpPr>
            <a:spLocks noGrp="1"/>
          </p:cNvSpPr>
          <p:nvPr/>
        </p:nvSpPr>
        <p:spPr>
          <a:xfrm>
            <a:off x="13034963" y="5238750"/>
            <a:ext cx="34925" cy="547688"/>
          </a:xfrm>
          <a:prstGeom prst="rect">
            <a:avLst/>
          </a:prstGeom>
          <a:solidFill>
            <a:srgbClr val="FFFFFF"/>
          </a:solidFill>
          <a:ln w="13097">
            <a:solidFill>
              <a:srgbClr val="172B4D"/>
            </a:solidFill>
          </a:ln>
        </p:spPr>
      </p:sp>
      <p:sp>
        <p:nvSpPr>
          <p:cNvPr id="900" name="object-900">
            <a:extLst>
              <a:ext uri="{FF2B5EF4-FFF2-40B4-BE49-F238E27FC236}">
                <a16:creationId xmlns:a16="http://schemas.microsoft.com/office/drawing/2014/main" id="{DDF48704-DE71-4256-8AC9-10520186D9FA}"/>
              </a:ext>
            </a:extLst>
          </p:cNvPr>
          <p:cNvSpPr>
            <a:spLocks noGrp="1"/>
          </p:cNvSpPr>
          <p:nvPr/>
        </p:nvSpPr>
        <p:spPr>
          <a:xfrm>
            <a:off x="13069888" y="5238750"/>
            <a:ext cx="34925" cy="547688"/>
          </a:xfrm>
          <a:prstGeom prst="rect">
            <a:avLst/>
          </a:prstGeom>
          <a:solidFill>
            <a:srgbClr val="FFFFFF"/>
          </a:solidFill>
          <a:ln w="13097">
            <a:solidFill>
              <a:srgbClr val="172B4D"/>
            </a:solidFill>
          </a:ln>
        </p:spPr>
      </p:sp>
      <p:sp>
        <p:nvSpPr>
          <p:cNvPr id="901" name="object-901">
            <a:extLst>
              <a:ext uri="{FF2B5EF4-FFF2-40B4-BE49-F238E27FC236}">
                <a16:creationId xmlns:a16="http://schemas.microsoft.com/office/drawing/2014/main" id="{928A4FE7-DF23-42F0-AB95-242F18714BED}"/>
              </a:ext>
            </a:extLst>
          </p:cNvPr>
          <p:cNvSpPr>
            <a:spLocks noGrp="1"/>
          </p:cNvSpPr>
          <p:nvPr/>
        </p:nvSpPr>
        <p:spPr>
          <a:xfrm>
            <a:off x="13104812" y="5238750"/>
            <a:ext cx="34925" cy="547688"/>
          </a:xfrm>
          <a:prstGeom prst="rect">
            <a:avLst/>
          </a:prstGeom>
          <a:solidFill>
            <a:srgbClr val="FFFFFF"/>
          </a:solidFill>
          <a:ln w="13097">
            <a:solidFill>
              <a:srgbClr val="172B4D"/>
            </a:solidFill>
          </a:ln>
        </p:spPr>
      </p:sp>
      <p:sp>
        <p:nvSpPr>
          <p:cNvPr id="902" name="object-902">
            <a:extLst>
              <a:ext uri="{FF2B5EF4-FFF2-40B4-BE49-F238E27FC236}">
                <a16:creationId xmlns:a16="http://schemas.microsoft.com/office/drawing/2014/main" id="{B59D2982-979E-4A72-895C-CC5D8665FCF5}"/>
              </a:ext>
            </a:extLst>
          </p:cNvPr>
          <p:cNvSpPr>
            <a:spLocks noGrp="1"/>
          </p:cNvSpPr>
          <p:nvPr/>
        </p:nvSpPr>
        <p:spPr>
          <a:xfrm>
            <a:off x="13139738" y="5238750"/>
            <a:ext cx="34925" cy="547688"/>
          </a:xfrm>
          <a:prstGeom prst="rect">
            <a:avLst/>
          </a:prstGeom>
          <a:solidFill>
            <a:srgbClr val="FFFFFF"/>
          </a:solidFill>
          <a:ln w="13097">
            <a:solidFill>
              <a:srgbClr val="172B4D"/>
            </a:solidFill>
          </a:ln>
        </p:spPr>
      </p:sp>
      <p:sp>
        <p:nvSpPr>
          <p:cNvPr id="903" name="object-903">
            <a:extLst>
              <a:ext uri="{FF2B5EF4-FFF2-40B4-BE49-F238E27FC236}">
                <a16:creationId xmlns:a16="http://schemas.microsoft.com/office/drawing/2014/main" id="{82D178BB-D7C8-47A7-86A9-C97782210A61}"/>
              </a:ext>
            </a:extLst>
          </p:cNvPr>
          <p:cNvSpPr>
            <a:spLocks noGrp="1"/>
          </p:cNvSpPr>
          <p:nvPr/>
        </p:nvSpPr>
        <p:spPr>
          <a:xfrm>
            <a:off x="13174662" y="5238750"/>
            <a:ext cx="34925" cy="547688"/>
          </a:xfrm>
          <a:prstGeom prst="rect">
            <a:avLst/>
          </a:prstGeom>
          <a:solidFill>
            <a:srgbClr val="FFFFFF"/>
          </a:solidFill>
          <a:ln w="13097">
            <a:solidFill>
              <a:srgbClr val="172B4D"/>
            </a:solidFill>
          </a:ln>
        </p:spPr>
      </p:sp>
      <p:sp>
        <p:nvSpPr>
          <p:cNvPr id="904" name="object-904">
            <a:extLst>
              <a:ext uri="{FF2B5EF4-FFF2-40B4-BE49-F238E27FC236}">
                <a16:creationId xmlns:a16="http://schemas.microsoft.com/office/drawing/2014/main" id="{2765E34B-7FE8-489E-928F-3CA8C9B37F8C}"/>
              </a:ext>
            </a:extLst>
          </p:cNvPr>
          <p:cNvSpPr>
            <a:spLocks noGrp="1"/>
          </p:cNvSpPr>
          <p:nvPr/>
        </p:nvSpPr>
        <p:spPr>
          <a:xfrm>
            <a:off x="13209588" y="5238750"/>
            <a:ext cx="34925" cy="547688"/>
          </a:xfrm>
          <a:prstGeom prst="rect">
            <a:avLst/>
          </a:prstGeom>
          <a:solidFill>
            <a:srgbClr val="FFFFFF"/>
          </a:solidFill>
          <a:ln w="13097">
            <a:solidFill>
              <a:srgbClr val="172B4D"/>
            </a:solidFill>
          </a:ln>
        </p:spPr>
      </p:sp>
      <p:sp>
        <p:nvSpPr>
          <p:cNvPr id="905" name="object-905">
            <a:extLst>
              <a:ext uri="{FF2B5EF4-FFF2-40B4-BE49-F238E27FC236}">
                <a16:creationId xmlns:a16="http://schemas.microsoft.com/office/drawing/2014/main" id="{C315E753-B884-4BCE-A390-BFC92F8204E8}"/>
              </a:ext>
            </a:extLst>
          </p:cNvPr>
          <p:cNvSpPr>
            <a:spLocks noGrp="1"/>
          </p:cNvSpPr>
          <p:nvPr/>
        </p:nvSpPr>
        <p:spPr>
          <a:xfrm>
            <a:off x="13244513" y="5238750"/>
            <a:ext cx="34925" cy="547688"/>
          </a:xfrm>
          <a:prstGeom prst="rect">
            <a:avLst/>
          </a:prstGeom>
          <a:solidFill>
            <a:srgbClr val="FFFFFF"/>
          </a:solidFill>
          <a:ln w="13097">
            <a:solidFill>
              <a:srgbClr val="172B4D"/>
            </a:solidFill>
          </a:ln>
        </p:spPr>
      </p:sp>
      <p:sp>
        <p:nvSpPr>
          <p:cNvPr id="906" name="object-906">
            <a:extLst>
              <a:ext uri="{FF2B5EF4-FFF2-40B4-BE49-F238E27FC236}">
                <a16:creationId xmlns:a16="http://schemas.microsoft.com/office/drawing/2014/main" id="{F4C72BC4-E2E8-4D10-82C4-38FA9D4543FC}"/>
              </a:ext>
            </a:extLst>
          </p:cNvPr>
          <p:cNvSpPr>
            <a:spLocks noGrp="1"/>
          </p:cNvSpPr>
          <p:nvPr/>
        </p:nvSpPr>
        <p:spPr>
          <a:xfrm>
            <a:off x="13279438" y="5238750"/>
            <a:ext cx="34925" cy="547688"/>
          </a:xfrm>
          <a:prstGeom prst="rect">
            <a:avLst/>
          </a:prstGeom>
          <a:solidFill>
            <a:srgbClr val="FFFFFF"/>
          </a:solidFill>
          <a:ln w="13097">
            <a:solidFill>
              <a:srgbClr val="172B4D"/>
            </a:solidFill>
          </a:ln>
        </p:spPr>
      </p:sp>
      <p:sp>
        <p:nvSpPr>
          <p:cNvPr id="907" name="object-907">
            <a:extLst>
              <a:ext uri="{FF2B5EF4-FFF2-40B4-BE49-F238E27FC236}">
                <a16:creationId xmlns:a16="http://schemas.microsoft.com/office/drawing/2014/main" id="{9D4945C3-5A20-4040-AE1F-7125F2622878}"/>
              </a:ext>
            </a:extLst>
          </p:cNvPr>
          <p:cNvSpPr>
            <a:spLocks noGrp="1"/>
          </p:cNvSpPr>
          <p:nvPr/>
        </p:nvSpPr>
        <p:spPr>
          <a:xfrm>
            <a:off x="13314363" y="5238750"/>
            <a:ext cx="34925" cy="547688"/>
          </a:xfrm>
          <a:prstGeom prst="rect">
            <a:avLst/>
          </a:prstGeom>
          <a:solidFill>
            <a:srgbClr val="FFFFFF"/>
          </a:solidFill>
          <a:ln w="13097">
            <a:solidFill>
              <a:srgbClr val="172B4D"/>
            </a:solidFill>
          </a:ln>
        </p:spPr>
      </p:sp>
      <p:sp>
        <p:nvSpPr>
          <p:cNvPr id="908" name="object-908">
            <a:extLst>
              <a:ext uri="{FF2B5EF4-FFF2-40B4-BE49-F238E27FC236}">
                <a16:creationId xmlns:a16="http://schemas.microsoft.com/office/drawing/2014/main" id="{A0FBAD72-1BE0-41CA-AE01-FECAC5800261}"/>
              </a:ext>
            </a:extLst>
          </p:cNvPr>
          <p:cNvSpPr>
            <a:spLocks noGrp="1"/>
          </p:cNvSpPr>
          <p:nvPr/>
        </p:nvSpPr>
        <p:spPr>
          <a:xfrm>
            <a:off x="13349288" y="5238750"/>
            <a:ext cx="34925" cy="547688"/>
          </a:xfrm>
          <a:prstGeom prst="rect">
            <a:avLst/>
          </a:prstGeom>
          <a:solidFill>
            <a:srgbClr val="FFFFFF"/>
          </a:solidFill>
          <a:ln w="13097">
            <a:solidFill>
              <a:srgbClr val="172B4D"/>
            </a:solidFill>
          </a:ln>
        </p:spPr>
      </p:sp>
      <p:sp>
        <p:nvSpPr>
          <p:cNvPr id="909" name="object-909">
            <a:extLst>
              <a:ext uri="{FF2B5EF4-FFF2-40B4-BE49-F238E27FC236}">
                <a16:creationId xmlns:a16="http://schemas.microsoft.com/office/drawing/2014/main" id="{3F380681-785E-43E3-B010-1AF6EEF86440}"/>
              </a:ext>
            </a:extLst>
          </p:cNvPr>
          <p:cNvSpPr>
            <a:spLocks noGrp="1"/>
          </p:cNvSpPr>
          <p:nvPr/>
        </p:nvSpPr>
        <p:spPr>
          <a:xfrm>
            <a:off x="13384212" y="5238750"/>
            <a:ext cx="34925" cy="547688"/>
          </a:xfrm>
          <a:prstGeom prst="rect">
            <a:avLst/>
          </a:prstGeom>
          <a:solidFill>
            <a:srgbClr val="FFFFFF"/>
          </a:solidFill>
          <a:ln w="13097">
            <a:solidFill>
              <a:srgbClr val="172B4D"/>
            </a:solidFill>
          </a:ln>
        </p:spPr>
      </p:sp>
      <p:sp>
        <p:nvSpPr>
          <p:cNvPr id="910" name="object-910">
            <a:extLst>
              <a:ext uri="{FF2B5EF4-FFF2-40B4-BE49-F238E27FC236}">
                <a16:creationId xmlns:a16="http://schemas.microsoft.com/office/drawing/2014/main" id="{4FA8D981-1E6D-4C40-B000-4616343F2901}"/>
              </a:ext>
            </a:extLst>
          </p:cNvPr>
          <p:cNvSpPr>
            <a:spLocks noGrp="1"/>
          </p:cNvSpPr>
          <p:nvPr/>
        </p:nvSpPr>
        <p:spPr>
          <a:xfrm>
            <a:off x="13419138" y="5238750"/>
            <a:ext cx="34925" cy="547688"/>
          </a:xfrm>
          <a:prstGeom prst="rect">
            <a:avLst/>
          </a:prstGeom>
          <a:solidFill>
            <a:srgbClr val="FFFFFF"/>
          </a:solidFill>
          <a:ln w="13097">
            <a:solidFill>
              <a:srgbClr val="172B4D"/>
            </a:solidFill>
          </a:ln>
        </p:spPr>
      </p:sp>
      <p:sp>
        <p:nvSpPr>
          <p:cNvPr id="911" name="object-911">
            <a:extLst>
              <a:ext uri="{FF2B5EF4-FFF2-40B4-BE49-F238E27FC236}">
                <a16:creationId xmlns:a16="http://schemas.microsoft.com/office/drawing/2014/main" id="{1F287008-BA2A-4B89-B2E3-0B9E1AE68DC3}"/>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273/100</a:t>
            </a:r>
          </a:p>
        </p:txBody>
      </p:sp>
      <p:sp>
        <p:nvSpPr>
          <p:cNvPr id="912" name="object-912">
            <a:extLst>
              <a:ext uri="{FF2B5EF4-FFF2-40B4-BE49-F238E27FC236}">
                <a16:creationId xmlns:a16="http://schemas.microsoft.com/office/drawing/2014/main" id="{C2C73557-AB10-4C2D-BC54-D3D9ED1D3FDB}"/>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27/10 &lt; 2.72 &lt; 273%</a:t>
            </a:r>
          </a:p>
        </p:txBody>
      </p:sp>
    </p:spTree>
    <p:extLst>
      <p:ext uri="{BB962C8B-B14F-4D97-AF65-F5344CB8AC3E}">
        <p14:creationId xmlns:p14="http://schemas.microsoft.com/office/powerpoint/2010/main" val="1023656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0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8"/>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9"/>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0"/>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1"/>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2"/>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5"/>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6"/>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7"/>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8"/>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9"/>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0"/>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1"/>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2"/>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3"/>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4"/>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5"/>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6"/>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7"/>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8"/>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9"/>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0"/>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1"/>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2"/>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3"/>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4"/>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5"/>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6"/>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7"/>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8"/>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9"/>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0"/>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1"/>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2"/>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3"/>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4"/>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5"/>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6"/>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7"/>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8"/>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9"/>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0"/>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1"/>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2"/>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3"/>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4"/>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5"/>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6"/>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7"/>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8"/>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9"/>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0"/>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1"/>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2"/>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3"/>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4"/>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5"/>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6"/>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7"/>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8"/>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79"/>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0"/>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1"/>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2"/>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3"/>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4"/>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5"/>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6"/>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7"/>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8"/>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89"/>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0"/>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1"/>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2"/>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3"/>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4"/>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5"/>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6"/>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7"/>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8"/>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199"/>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0"/>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1"/>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2"/>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3"/>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4"/>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5"/>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6"/>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7"/>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8"/>
                                        </p:tgtEl>
                                        <p:attrNameLst>
                                          <p:attrName>style.visibility</p:attrName>
                                        </p:attrNameLst>
                                      </p:cBhvr>
                                      <p:to>
                                        <p:strVal val="visible"/>
                                      </p:to>
                                    </p:set>
                                  </p:childTnLst>
                                </p:cTn>
                              </p:par>
                              <p:par>
                                <p:cTn id="409" presetID="1" presetClass="entr" presetSubtype="0" fill="hold" nodeType="withEffect">
                                  <p:stCondLst>
                                    <p:cond delay="0"/>
                                  </p:stCondLst>
                                  <p:childTnLst>
                                    <p:set>
                                      <p:cBhvr>
                                        <p:cTn id="410" dur="1" fill="hold">
                                          <p:stCondLst>
                                            <p:cond delay="0"/>
                                          </p:stCondLst>
                                        </p:cTn>
                                        <p:tgtEl>
                                          <p:spTgt spid="209"/>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0"/>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1"/>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2"/>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3"/>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4"/>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5"/>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6"/>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7"/>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8"/>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19"/>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0"/>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1"/>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2"/>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3"/>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4"/>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5"/>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6"/>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7"/>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8"/>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29"/>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0"/>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1"/>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2"/>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3"/>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4"/>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5"/>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6"/>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7"/>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8"/>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39"/>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0"/>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1"/>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2"/>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3"/>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4"/>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5"/>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6"/>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7"/>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8"/>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49"/>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0"/>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1"/>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2"/>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3"/>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4"/>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5"/>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6"/>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7"/>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8"/>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59"/>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0"/>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1"/>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2"/>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3"/>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4"/>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5"/>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6"/>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7"/>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8"/>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69"/>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0"/>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1"/>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2"/>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3"/>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4"/>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5"/>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6"/>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7"/>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8"/>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79"/>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0"/>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1"/>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2"/>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3"/>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4"/>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5"/>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6"/>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7"/>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8"/>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89"/>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0"/>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1"/>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2"/>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3"/>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4"/>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5"/>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6"/>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7"/>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8"/>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299"/>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0"/>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1"/>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2"/>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3"/>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4"/>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5"/>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6"/>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07"/>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309"/>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0"/>
                                        </p:tgtEl>
                                        <p:attrNameLst>
                                          <p:attrName>style.visibility</p:attrName>
                                        </p:attrNameLst>
                                      </p:cBhvr>
                                      <p:to>
                                        <p:strVal val="visible"/>
                                      </p:to>
                                    </p:set>
                                  </p:childTnLst>
                                </p:cTn>
                              </p:par>
                              <p:par>
                                <p:cTn id="613" presetID="1" presetClass="entr" presetSubtype="0" fill="hold" nodeType="withEffect">
                                  <p:stCondLst>
                                    <p:cond delay="0"/>
                                  </p:stCondLst>
                                  <p:childTnLst>
                                    <p:set>
                                      <p:cBhvr>
                                        <p:cTn id="614" dur="1" fill="hold">
                                          <p:stCondLst>
                                            <p:cond delay="0"/>
                                          </p:stCondLst>
                                        </p:cTn>
                                        <p:tgtEl>
                                          <p:spTgt spid="311"/>
                                        </p:tgtEl>
                                        <p:attrNameLst>
                                          <p:attrName>style.visibility</p:attrName>
                                        </p:attrNameLst>
                                      </p:cBhvr>
                                      <p:to>
                                        <p:strVal val="visible"/>
                                      </p:to>
                                    </p:set>
                                  </p:childTnLst>
                                </p:cTn>
                              </p:par>
                              <p:par>
                                <p:cTn id="615" presetID="1" presetClass="entr" presetSubtype="0" fill="hold" nodeType="withEffect">
                                  <p:stCondLst>
                                    <p:cond delay="0"/>
                                  </p:stCondLst>
                                  <p:childTnLst>
                                    <p:set>
                                      <p:cBhvr>
                                        <p:cTn id="616" dur="1" fill="hold">
                                          <p:stCondLst>
                                            <p:cond delay="0"/>
                                          </p:stCondLst>
                                        </p:cTn>
                                        <p:tgtEl>
                                          <p:spTgt spid="312"/>
                                        </p:tgtEl>
                                        <p:attrNameLst>
                                          <p:attrName>style.visibility</p:attrName>
                                        </p:attrNameLst>
                                      </p:cBhvr>
                                      <p:to>
                                        <p:strVal val="visible"/>
                                      </p:to>
                                    </p:set>
                                  </p:childTnLst>
                                </p:cTn>
                              </p:par>
                              <p:par>
                                <p:cTn id="617" presetID="1" presetClass="entr" presetSubtype="0" fill="hold" nodeType="withEffect">
                                  <p:stCondLst>
                                    <p:cond delay="0"/>
                                  </p:stCondLst>
                                  <p:childTnLst>
                                    <p:set>
                                      <p:cBhvr>
                                        <p:cTn id="618" dur="1" fill="hold">
                                          <p:stCondLst>
                                            <p:cond delay="0"/>
                                          </p:stCondLst>
                                        </p:cTn>
                                        <p:tgtEl>
                                          <p:spTgt spid="313"/>
                                        </p:tgtEl>
                                        <p:attrNameLst>
                                          <p:attrName>style.visibility</p:attrName>
                                        </p:attrNameLst>
                                      </p:cBhvr>
                                      <p:to>
                                        <p:strVal val="visible"/>
                                      </p:to>
                                    </p:set>
                                  </p:childTnLst>
                                </p:cTn>
                              </p:par>
                              <p:par>
                                <p:cTn id="619" presetID="1" presetClass="entr" presetSubtype="0" fill="hold" nodeType="withEffect">
                                  <p:stCondLst>
                                    <p:cond delay="0"/>
                                  </p:stCondLst>
                                  <p:childTnLst>
                                    <p:set>
                                      <p:cBhvr>
                                        <p:cTn id="620" dur="1" fill="hold">
                                          <p:stCondLst>
                                            <p:cond delay="0"/>
                                          </p:stCondLst>
                                        </p:cTn>
                                        <p:tgtEl>
                                          <p:spTgt spid="314"/>
                                        </p:tgtEl>
                                        <p:attrNameLst>
                                          <p:attrName>style.visibility</p:attrName>
                                        </p:attrNameLst>
                                      </p:cBhvr>
                                      <p:to>
                                        <p:strVal val="visible"/>
                                      </p:to>
                                    </p:set>
                                  </p:childTnLst>
                                </p:cTn>
                              </p:par>
                              <p:par>
                                <p:cTn id="621" presetID="1" presetClass="entr" presetSubtype="0" fill="hold" nodeType="withEffect">
                                  <p:stCondLst>
                                    <p:cond delay="0"/>
                                  </p:stCondLst>
                                  <p:childTnLst>
                                    <p:set>
                                      <p:cBhvr>
                                        <p:cTn id="622" dur="1" fill="hold">
                                          <p:stCondLst>
                                            <p:cond delay="0"/>
                                          </p:stCondLst>
                                        </p:cTn>
                                        <p:tgtEl>
                                          <p:spTgt spid="315"/>
                                        </p:tgtEl>
                                        <p:attrNameLst>
                                          <p:attrName>style.visibility</p:attrName>
                                        </p:attrNameLst>
                                      </p:cBhvr>
                                      <p:to>
                                        <p:strVal val="visible"/>
                                      </p:to>
                                    </p:set>
                                  </p:childTnLst>
                                </p:cTn>
                              </p:par>
                              <p:par>
                                <p:cTn id="623" presetID="1" presetClass="entr" presetSubtype="0" fill="hold" nodeType="withEffect">
                                  <p:stCondLst>
                                    <p:cond delay="0"/>
                                  </p:stCondLst>
                                  <p:childTnLst>
                                    <p:set>
                                      <p:cBhvr>
                                        <p:cTn id="624" dur="1" fill="hold">
                                          <p:stCondLst>
                                            <p:cond delay="0"/>
                                          </p:stCondLst>
                                        </p:cTn>
                                        <p:tgtEl>
                                          <p:spTgt spid="316"/>
                                        </p:tgtEl>
                                        <p:attrNameLst>
                                          <p:attrName>style.visibility</p:attrName>
                                        </p:attrNameLst>
                                      </p:cBhvr>
                                      <p:to>
                                        <p:strVal val="visible"/>
                                      </p:to>
                                    </p:set>
                                  </p:childTnLst>
                                </p:cTn>
                              </p:par>
                              <p:par>
                                <p:cTn id="625" presetID="1" presetClass="entr" presetSubtype="0" fill="hold" nodeType="withEffect">
                                  <p:stCondLst>
                                    <p:cond delay="0"/>
                                  </p:stCondLst>
                                  <p:childTnLst>
                                    <p:set>
                                      <p:cBhvr>
                                        <p:cTn id="626" dur="1" fill="hold">
                                          <p:stCondLst>
                                            <p:cond delay="0"/>
                                          </p:stCondLst>
                                        </p:cTn>
                                        <p:tgtEl>
                                          <p:spTgt spid="317"/>
                                        </p:tgtEl>
                                        <p:attrNameLst>
                                          <p:attrName>style.visibility</p:attrName>
                                        </p:attrNameLst>
                                      </p:cBhvr>
                                      <p:to>
                                        <p:strVal val="visible"/>
                                      </p:to>
                                    </p:set>
                                  </p:childTnLst>
                                </p:cTn>
                              </p:par>
                              <p:par>
                                <p:cTn id="627" presetID="1" presetClass="entr" presetSubtype="0" fill="hold" nodeType="withEffect">
                                  <p:stCondLst>
                                    <p:cond delay="0"/>
                                  </p:stCondLst>
                                  <p:childTnLst>
                                    <p:set>
                                      <p:cBhvr>
                                        <p:cTn id="628" dur="1" fill="hold">
                                          <p:stCondLst>
                                            <p:cond delay="0"/>
                                          </p:stCondLst>
                                        </p:cTn>
                                        <p:tgtEl>
                                          <p:spTgt spid="318"/>
                                        </p:tgtEl>
                                        <p:attrNameLst>
                                          <p:attrName>style.visibility</p:attrName>
                                        </p:attrNameLst>
                                      </p:cBhvr>
                                      <p:to>
                                        <p:strVal val="visible"/>
                                      </p:to>
                                    </p:set>
                                  </p:childTnLst>
                                </p:cTn>
                              </p:par>
                              <p:par>
                                <p:cTn id="629" presetID="1" presetClass="entr" presetSubtype="0" fill="hold" nodeType="withEffect">
                                  <p:stCondLst>
                                    <p:cond delay="0"/>
                                  </p:stCondLst>
                                  <p:childTnLst>
                                    <p:set>
                                      <p:cBhvr>
                                        <p:cTn id="630" dur="1" fill="hold">
                                          <p:stCondLst>
                                            <p:cond delay="0"/>
                                          </p:stCondLst>
                                        </p:cTn>
                                        <p:tgtEl>
                                          <p:spTgt spid="319"/>
                                        </p:tgtEl>
                                        <p:attrNameLst>
                                          <p:attrName>style.visibility</p:attrName>
                                        </p:attrNameLst>
                                      </p:cBhvr>
                                      <p:to>
                                        <p:strVal val="visible"/>
                                      </p:to>
                                    </p:set>
                                  </p:childTnLst>
                                </p:cTn>
                              </p:par>
                              <p:par>
                                <p:cTn id="631" presetID="1" presetClass="entr" presetSubtype="0" fill="hold" nodeType="withEffect">
                                  <p:stCondLst>
                                    <p:cond delay="0"/>
                                  </p:stCondLst>
                                  <p:childTnLst>
                                    <p:set>
                                      <p:cBhvr>
                                        <p:cTn id="632" dur="1" fill="hold">
                                          <p:stCondLst>
                                            <p:cond delay="0"/>
                                          </p:stCondLst>
                                        </p:cTn>
                                        <p:tgtEl>
                                          <p:spTgt spid="320"/>
                                        </p:tgtEl>
                                        <p:attrNameLst>
                                          <p:attrName>style.visibility</p:attrName>
                                        </p:attrNameLst>
                                      </p:cBhvr>
                                      <p:to>
                                        <p:strVal val="visible"/>
                                      </p:to>
                                    </p:set>
                                  </p:childTnLst>
                                </p:cTn>
                              </p:par>
                              <p:par>
                                <p:cTn id="633" presetID="1" presetClass="entr" presetSubtype="0" fill="hold" nodeType="withEffect">
                                  <p:stCondLst>
                                    <p:cond delay="0"/>
                                  </p:stCondLst>
                                  <p:childTnLst>
                                    <p:set>
                                      <p:cBhvr>
                                        <p:cTn id="634" dur="1" fill="hold">
                                          <p:stCondLst>
                                            <p:cond delay="0"/>
                                          </p:stCondLst>
                                        </p:cTn>
                                        <p:tgtEl>
                                          <p:spTgt spid="321"/>
                                        </p:tgtEl>
                                        <p:attrNameLst>
                                          <p:attrName>style.visibility</p:attrName>
                                        </p:attrNameLst>
                                      </p:cBhvr>
                                      <p:to>
                                        <p:strVal val="visible"/>
                                      </p:to>
                                    </p:set>
                                  </p:childTnLst>
                                </p:cTn>
                              </p:par>
                              <p:par>
                                <p:cTn id="635" presetID="1" presetClass="entr" presetSubtype="0" fill="hold" nodeType="withEffect">
                                  <p:stCondLst>
                                    <p:cond delay="0"/>
                                  </p:stCondLst>
                                  <p:childTnLst>
                                    <p:set>
                                      <p:cBhvr>
                                        <p:cTn id="636" dur="1" fill="hold">
                                          <p:stCondLst>
                                            <p:cond delay="0"/>
                                          </p:stCondLst>
                                        </p:cTn>
                                        <p:tgtEl>
                                          <p:spTgt spid="322"/>
                                        </p:tgtEl>
                                        <p:attrNameLst>
                                          <p:attrName>style.visibility</p:attrName>
                                        </p:attrNameLst>
                                      </p:cBhvr>
                                      <p:to>
                                        <p:strVal val="visible"/>
                                      </p:to>
                                    </p:set>
                                  </p:childTnLst>
                                </p:cTn>
                              </p:par>
                              <p:par>
                                <p:cTn id="637" presetID="1" presetClass="entr" presetSubtype="0" fill="hold" nodeType="withEffect">
                                  <p:stCondLst>
                                    <p:cond delay="0"/>
                                  </p:stCondLst>
                                  <p:childTnLst>
                                    <p:set>
                                      <p:cBhvr>
                                        <p:cTn id="638" dur="1" fill="hold">
                                          <p:stCondLst>
                                            <p:cond delay="0"/>
                                          </p:stCondLst>
                                        </p:cTn>
                                        <p:tgtEl>
                                          <p:spTgt spid="323"/>
                                        </p:tgtEl>
                                        <p:attrNameLst>
                                          <p:attrName>style.visibility</p:attrName>
                                        </p:attrNameLst>
                                      </p:cBhvr>
                                      <p:to>
                                        <p:strVal val="visible"/>
                                      </p:to>
                                    </p:set>
                                  </p:childTnLst>
                                </p:cTn>
                              </p:par>
                              <p:par>
                                <p:cTn id="639" presetID="1" presetClass="entr" presetSubtype="0" fill="hold" nodeType="withEffect">
                                  <p:stCondLst>
                                    <p:cond delay="0"/>
                                  </p:stCondLst>
                                  <p:childTnLst>
                                    <p:set>
                                      <p:cBhvr>
                                        <p:cTn id="640" dur="1" fill="hold">
                                          <p:stCondLst>
                                            <p:cond delay="0"/>
                                          </p:stCondLst>
                                        </p:cTn>
                                        <p:tgtEl>
                                          <p:spTgt spid="324"/>
                                        </p:tgtEl>
                                        <p:attrNameLst>
                                          <p:attrName>style.visibility</p:attrName>
                                        </p:attrNameLst>
                                      </p:cBhvr>
                                      <p:to>
                                        <p:strVal val="visible"/>
                                      </p:to>
                                    </p:set>
                                  </p:childTnLst>
                                </p:cTn>
                              </p:par>
                              <p:par>
                                <p:cTn id="641" presetID="1" presetClass="entr" presetSubtype="0" fill="hold" nodeType="withEffect">
                                  <p:stCondLst>
                                    <p:cond delay="0"/>
                                  </p:stCondLst>
                                  <p:childTnLst>
                                    <p:set>
                                      <p:cBhvr>
                                        <p:cTn id="642" dur="1" fill="hold">
                                          <p:stCondLst>
                                            <p:cond delay="0"/>
                                          </p:stCondLst>
                                        </p:cTn>
                                        <p:tgtEl>
                                          <p:spTgt spid="325"/>
                                        </p:tgtEl>
                                        <p:attrNameLst>
                                          <p:attrName>style.visibility</p:attrName>
                                        </p:attrNameLst>
                                      </p:cBhvr>
                                      <p:to>
                                        <p:strVal val="visible"/>
                                      </p:to>
                                    </p:set>
                                  </p:childTnLst>
                                </p:cTn>
                              </p:par>
                              <p:par>
                                <p:cTn id="643" presetID="1" presetClass="entr" presetSubtype="0" fill="hold" nodeType="withEffect">
                                  <p:stCondLst>
                                    <p:cond delay="0"/>
                                  </p:stCondLst>
                                  <p:childTnLst>
                                    <p:set>
                                      <p:cBhvr>
                                        <p:cTn id="644" dur="1" fill="hold">
                                          <p:stCondLst>
                                            <p:cond delay="0"/>
                                          </p:stCondLst>
                                        </p:cTn>
                                        <p:tgtEl>
                                          <p:spTgt spid="326"/>
                                        </p:tgtEl>
                                        <p:attrNameLst>
                                          <p:attrName>style.visibility</p:attrName>
                                        </p:attrNameLst>
                                      </p:cBhvr>
                                      <p:to>
                                        <p:strVal val="visible"/>
                                      </p:to>
                                    </p:set>
                                  </p:childTnLst>
                                </p:cTn>
                              </p:par>
                              <p:par>
                                <p:cTn id="645" presetID="1" presetClass="entr" presetSubtype="0" fill="hold" nodeType="withEffect">
                                  <p:stCondLst>
                                    <p:cond delay="0"/>
                                  </p:stCondLst>
                                  <p:childTnLst>
                                    <p:set>
                                      <p:cBhvr>
                                        <p:cTn id="646" dur="1" fill="hold">
                                          <p:stCondLst>
                                            <p:cond delay="0"/>
                                          </p:stCondLst>
                                        </p:cTn>
                                        <p:tgtEl>
                                          <p:spTgt spid="327"/>
                                        </p:tgtEl>
                                        <p:attrNameLst>
                                          <p:attrName>style.visibility</p:attrName>
                                        </p:attrNameLst>
                                      </p:cBhvr>
                                      <p:to>
                                        <p:strVal val="visible"/>
                                      </p:to>
                                    </p:set>
                                  </p:childTnLst>
                                </p:cTn>
                              </p:par>
                              <p:par>
                                <p:cTn id="647" presetID="1" presetClass="entr" presetSubtype="0" fill="hold" nodeType="withEffect">
                                  <p:stCondLst>
                                    <p:cond delay="0"/>
                                  </p:stCondLst>
                                  <p:childTnLst>
                                    <p:set>
                                      <p:cBhvr>
                                        <p:cTn id="648" dur="1" fill="hold">
                                          <p:stCondLst>
                                            <p:cond delay="0"/>
                                          </p:stCondLst>
                                        </p:cTn>
                                        <p:tgtEl>
                                          <p:spTgt spid="328"/>
                                        </p:tgtEl>
                                        <p:attrNameLst>
                                          <p:attrName>style.visibility</p:attrName>
                                        </p:attrNameLst>
                                      </p:cBhvr>
                                      <p:to>
                                        <p:strVal val="visible"/>
                                      </p:to>
                                    </p:set>
                                  </p:childTnLst>
                                </p:cTn>
                              </p:par>
                              <p:par>
                                <p:cTn id="649" presetID="1" presetClass="entr" presetSubtype="0" fill="hold" nodeType="withEffect">
                                  <p:stCondLst>
                                    <p:cond delay="0"/>
                                  </p:stCondLst>
                                  <p:childTnLst>
                                    <p:set>
                                      <p:cBhvr>
                                        <p:cTn id="650" dur="1" fill="hold">
                                          <p:stCondLst>
                                            <p:cond delay="0"/>
                                          </p:stCondLst>
                                        </p:cTn>
                                        <p:tgtEl>
                                          <p:spTgt spid="329"/>
                                        </p:tgtEl>
                                        <p:attrNameLst>
                                          <p:attrName>style.visibility</p:attrName>
                                        </p:attrNameLst>
                                      </p:cBhvr>
                                      <p:to>
                                        <p:strVal val="visible"/>
                                      </p:to>
                                    </p:set>
                                  </p:childTnLst>
                                </p:cTn>
                              </p:par>
                              <p:par>
                                <p:cTn id="651" presetID="1" presetClass="entr" presetSubtype="0" fill="hold" nodeType="withEffect">
                                  <p:stCondLst>
                                    <p:cond delay="0"/>
                                  </p:stCondLst>
                                  <p:childTnLst>
                                    <p:set>
                                      <p:cBhvr>
                                        <p:cTn id="652" dur="1" fill="hold">
                                          <p:stCondLst>
                                            <p:cond delay="0"/>
                                          </p:stCondLst>
                                        </p:cTn>
                                        <p:tgtEl>
                                          <p:spTgt spid="330"/>
                                        </p:tgtEl>
                                        <p:attrNameLst>
                                          <p:attrName>style.visibility</p:attrName>
                                        </p:attrNameLst>
                                      </p:cBhvr>
                                      <p:to>
                                        <p:strVal val="visible"/>
                                      </p:to>
                                    </p:set>
                                  </p:childTnLst>
                                </p:cTn>
                              </p:par>
                              <p:par>
                                <p:cTn id="653" presetID="1" presetClass="entr" presetSubtype="0" fill="hold" nodeType="withEffect">
                                  <p:stCondLst>
                                    <p:cond delay="0"/>
                                  </p:stCondLst>
                                  <p:childTnLst>
                                    <p:set>
                                      <p:cBhvr>
                                        <p:cTn id="654" dur="1" fill="hold">
                                          <p:stCondLst>
                                            <p:cond delay="0"/>
                                          </p:stCondLst>
                                        </p:cTn>
                                        <p:tgtEl>
                                          <p:spTgt spid="331"/>
                                        </p:tgtEl>
                                        <p:attrNameLst>
                                          <p:attrName>style.visibility</p:attrName>
                                        </p:attrNameLst>
                                      </p:cBhvr>
                                      <p:to>
                                        <p:strVal val="visible"/>
                                      </p:to>
                                    </p:set>
                                  </p:childTnLst>
                                </p:cTn>
                              </p:par>
                              <p:par>
                                <p:cTn id="655" presetID="1" presetClass="entr" presetSubtype="0" fill="hold" nodeType="withEffect">
                                  <p:stCondLst>
                                    <p:cond delay="0"/>
                                  </p:stCondLst>
                                  <p:childTnLst>
                                    <p:set>
                                      <p:cBhvr>
                                        <p:cTn id="656" dur="1" fill="hold">
                                          <p:stCondLst>
                                            <p:cond delay="0"/>
                                          </p:stCondLst>
                                        </p:cTn>
                                        <p:tgtEl>
                                          <p:spTgt spid="332"/>
                                        </p:tgtEl>
                                        <p:attrNameLst>
                                          <p:attrName>style.visibility</p:attrName>
                                        </p:attrNameLst>
                                      </p:cBhvr>
                                      <p:to>
                                        <p:strVal val="visible"/>
                                      </p:to>
                                    </p:set>
                                  </p:childTnLst>
                                </p:cTn>
                              </p:par>
                              <p:par>
                                <p:cTn id="657" presetID="1" presetClass="entr" presetSubtype="0" fill="hold" nodeType="withEffect">
                                  <p:stCondLst>
                                    <p:cond delay="0"/>
                                  </p:stCondLst>
                                  <p:childTnLst>
                                    <p:set>
                                      <p:cBhvr>
                                        <p:cTn id="658" dur="1" fill="hold">
                                          <p:stCondLst>
                                            <p:cond delay="0"/>
                                          </p:stCondLst>
                                        </p:cTn>
                                        <p:tgtEl>
                                          <p:spTgt spid="333"/>
                                        </p:tgtEl>
                                        <p:attrNameLst>
                                          <p:attrName>style.visibility</p:attrName>
                                        </p:attrNameLst>
                                      </p:cBhvr>
                                      <p:to>
                                        <p:strVal val="visible"/>
                                      </p:to>
                                    </p:set>
                                  </p:childTnLst>
                                </p:cTn>
                              </p:par>
                              <p:par>
                                <p:cTn id="659" presetID="1" presetClass="entr" presetSubtype="0" fill="hold" nodeType="withEffect">
                                  <p:stCondLst>
                                    <p:cond delay="0"/>
                                  </p:stCondLst>
                                  <p:childTnLst>
                                    <p:set>
                                      <p:cBhvr>
                                        <p:cTn id="660" dur="1" fill="hold">
                                          <p:stCondLst>
                                            <p:cond delay="0"/>
                                          </p:stCondLst>
                                        </p:cTn>
                                        <p:tgtEl>
                                          <p:spTgt spid="334"/>
                                        </p:tgtEl>
                                        <p:attrNameLst>
                                          <p:attrName>style.visibility</p:attrName>
                                        </p:attrNameLst>
                                      </p:cBhvr>
                                      <p:to>
                                        <p:strVal val="visible"/>
                                      </p:to>
                                    </p:set>
                                  </p:childTnLst>
                                </p:cTn>
                              </p:par>
                              <p:par>
                                <p:cTn id="661" presetID="1" presetClass="entr" presetSubtype="0" fill="hold" nodeType="withEffect">
                                  <p:stCondLst>
                                    <p:cond delay="0"/>
                                  </p:stCondLst>
                                  <p:childTnLst>
                                    <p:set>
                                      <p:cBhvr>
                                        <p:cTn id="662" dur="1" fill="hold">
                                          <p:stCondLst>
                                            <p:cond delay="0"/>
                                          </p:stCondLst>
                                        </p:cTn>
                                        <p:tgtEl>
                                          <p:spTgt spid="335"/>
                                        </p:tgtEl>
                                        <p:attrNameLst>
                                          <p:attrName>style.visibility</p:attrName>
                                        </p:attrNameLst>
                                      </p:cBhvr>
                                      <p:to>
                                        <p:strVal val="visible"/>
                                      </p:to>
                                    </p:set>
                                  </p:childTnLst>
                                </p:cTn>
                              </p:par>
                              <p:par>
                                <p:cTn id="663" presetID="1" presetClass="entr" presetSubtype="0" fill="hold" nodeType="withEffect">
                                  <p:stCondLst>
                                    <p:cond delay="0"/>
                                  </p:stCondLst>
                                  <p:childTnLst>
                                    <p:set>
                                      <p:cBhvr>
                                        <p:cTn id="664" dur="1" fill="hold">
                                          <p:stCondLst>
                                            <p:cond delay="0"/>
                                          </p:stCondLst>
                                        </p:cTn>
                                        <p:tgtEl>
                                          <p:spTgt spid="336"/>
                                        </p:tgtEl>
                                        <p:attrNameLst>
                                          <p:attrName>style.visibility</p:attrName>
                                        </p:attrNameLst>
                                      </p:cBhvr>
                                      <p:to>
                                        <p:strVal val="visible"/>
                                      </p:to>
                                    </p:set>
                                  </p:childTnLst>
                                </p:cTn>
                              </p:par>
                              <p:par>
                                <p:cTn id="665" presetID="1" presetClass="entr" presetSubtype="0" fill="hold" nodeType="withEffect">
                                  <p:stCondLst>
                                    <p:cond delay="0"/>
                                  </p:stCondLst>
                                  <p:childTnLst>
                                    <p:set>
                                      <p:cBhvr>
                                        <p:cTn id="666" dur="1" fill="hold">
                                          <p:stCondLst>
                                            <p:cond delay="0"/>
                                          </p:stCondLst>
                                        </p:cTn>
                                        <p:tgtEl>
                                          <p:spTgt spid="337"/>
                                        </p:tgtEl>
                                        <p:attrNameLst>
                                          <p:attrName>style.visibility</p:attrName>
                                        </p:attrNameLst>
                                      </p:cBhvr>
                                      <p:to>
                                        <p:strVal val="visible"/>
                                      </p:to>
                                    </p:set>
                                  </p:childTnLst>
                                </p:cTn>
                              </p:par>
                              <p:par>
                                <p:cTn id="667" presetID="1" presetClass="entr" presetSubtype="0" fill="hold" nodeType="withEffect">
                                  <p:stCondLst>
                                    <p:cond delay="0"/>
                                  </p:stCondLst>
                                  <p:childTnLst>
                                    <p:set>
                                      <p:cBhvr>
                                        <p:cTn id="668" dur="1" fill="hold">
                                          <p:stCondLst>
                                            <p:cond delay="0"/>
                                          </p:stCondLst>
                                        </p:cTn>
                                        <p:tgtEl>
                                          <p:spTgt spid="338"/>
                                        </p:tgtEl>
                                        <p:attrNameLst>
                                          <p:attrName>style.visibility</p:attrName>
                                        </p:attrNameLst>
                                      </p:cBhvr>
                                      <p:to>
                                        <p:strVal val="visible"/>
                                      </p:to>
                                    </p:set>
                                  </p:childTnLst>
                                </p:cTn>
                              </p:par>
                              <p:par>
                                <p:cTn id="669" presetID="1" presetClass="entr" presetSubtype="0" fill="hold" nodeType="withEffect">
                                  <p:stCondLst>
                                    <p:cond delay="0"/>
                                  </p:stCondLst>
                                  <p:childTnLst>
                                    <p:set>
                                      <p:cBhvr>
                                        <p:cTn id="670" dur="1" fill="hold">
                                          <p:stCondLst>
                                            <p:cond delay="0"/>
                                          </p:stCondLst>
                                        </p:cTn>
                                        <p:tgtEl>
                                          <p:spTgt spid="339"/>
                                        </p:tgtEl>
                                        <p:attrNameLst>
                                          <p:attrName>style.visibility</p:attrName>
                                        </p:attrNameLst>
                                      </p:cBhvr>
                                      <p:to>
                                        <p:strVal val="visible"/>
                                      </p:to>
                                    </p:set>
                                  </p:childTnLst>
                                </p:cTn>
                              </p:par>
                              <p:par>
                                <p:cTn id="671" presetID="1" presetClass="entr" presetSubtype="0" fill="hold" nodeType="withEffect">
                                  <p:stCondLst>
                                    <p:cond delay="0"/>
                                  </p:stCondLst>
                                  <p:childTnLst>
                                    <p:set>
                                      <p:cBhvr>
                                        <p:cTn id="672" dur="1" fill="hold">
                                          <p:stCondLst>
                                            <p:cond delay="0"/>
                                          </p:stCondLst>
                                        </p:cTn>
                                        <p:tgtEl>
                                          <p:spTgt spid="340"/>
                                        </p:tgtEl>
                                        <p:attrNameLst>
                                          <p:attrName>style.visibility</p:attrName>
                                        </p:attrNameLst>
                                      </p:cBhvr>
                                      <p:to>
                                        <p:strVal val="visible"/>
                                      </p:to>
                                    </p:set>
                                  </p:childTnLst>
                                </p:cTn>
                              </p:par>
                              <p:par>
                                <p:cTn id="673" presetID="1" presetClass="entr" presetSubtype="0" fill="hold" nodeType="withEffect">
                                  <p:stCondLst>
                                    <p:cond delay="0"/>
                                  </p:stCondLst>
                                  <p:childTnLst>
                                    <p:set>
                                      <p:cBhvr>
                                        <p:cTn id="674" dur="1" fill="hold">
                                          <p:stCondLst>
                                            <p:cond delay="0"/>
                                          </p:stCondLst>
                                        </p:cTn>
                                        <p:tgtEl>
                                          <p:spTgt spid="341"/>
                                        </p:tgtEl>
                                        <p:attrNameLst>
                                          <p:attrName>style.visibility</p:attrName>
                                        </p:attrNameLst>
                                      </p:cBhvr>
                                      <p:to>
                                        <p:strVal val="visible"/>
                                      </p:to>
                                    </p:set>
                                  </p:childTnLst>
                                </p:cTn>
                              </p:par>
                              <p:par>
                                <p:cTn id="675" presetID="1" presetClass="entr" presetSubtype="0" fill="hold" nodeType="withEffect">
                                  <p:stCondLst>
                                    <p:cond delay="0"/>
                                  </p:stCondLst>
                                  <p:childTnLst>
                                    <p:set>
                                      <p:cBhvr>
                                        <p:cTn id="676" dur="1" fill="hold">
                                          <p:stCondLst>
                                            <p:cond delay="0"/>
                                          </p:stCondLst>
                                        </p:cTn>
                                        <p:tgtEl>
                                          <p:spTgt spid="342"/>
                                        </p:tgtEl>
                                        <p:attrNameLst>
                                          <p:attrName>style.visibility</p:attrName>
                                        </p:attrNameLst>
                                      </p:cBhvr>
                                      <p:to>
                                        <p:strVal val="visible"/>
                                      </p:to>
                                    </p:set>
                                  </p:childTnLst>
                                </p:cTn>
                              </p:par>
                              <p:par>
                                <p:cTn id="677" presetID="1" presetClass="entr" presetSubtype="0" fill="hold" nodeType="withEffect">
                                  <p:stCondLst>
                                    <p:cond delay="0"/>
                                  </p:stCondLst>
                                  <p:childTnLst>
                                    <p:set>
                                      <p:cBhvr>
                                        <p:cTn id="678" dur="1" fill="hold">
                                          <p:stCondLst>
                                            <p:cond delay="0"/>
                                          </p:stCondLst>
                                        </p:cTn>
                                        <p:tgtEl>
                                          <p:spTgt spid="343"/>
                                        </p:tgtEl>
                                        <p:attrNameLst>
                                          <p:attrName>style.visibility</p:attrName>
                                        </p:attrNameLst>
                                      </p:cBhvr>
                                      <p:to>
                                        <p:strVal val="visible"/>
                                      </p:to>
                                    </p:set>
                                  </p:childTnLst>
                                </p:cTn>
                              </p:par>
                              <p:par>
                                <p:cTn id="679" presetID="1" presetClass="entr" presetSubtype="0" fill="hold" nodeType="withEffect">
                                  <p:stCondLst>
                                    <p:cond delay="0"/>
                                  </p:stCondLst>
                                  <p:childTnLst>
                                    <p:set>
                                      <p:cBhvr>
                                        <p:cTn id="680" dur="1" fill="hold">
                                          <p:stCondLst>
                                            <p:cond delay="0"/>
                                          </p:stCondLst>
                                        </p:cTn>
                                        <p:tgtEl>
                                          <p:spTgt spid="344"/>
                                        </p:tgtEl>
                                        <p:attrNameLst>
                                          <p:attrName>style.visibility</p:attrName>
                                        </p:attrNameLst>
                                      </p:cBhvr>
                                      <p:to>
                                        <p:strVal val="visible"/>
                                      </p:to>
                                    </p:set>
                                  </p:childTnLst>
                                </p:cTn>
                              </p:par>
                              <p:par>
                                <p:cTn id="681" presetID="1" presetClass="entr" presetSubtype="0" fill="hold" nodeType="withEffect">
                                  <p:stCondLst>
                                    <p:cond delay="0"/>
                                  </p:stCondLst>
                                  <p:childTnLst>
                                    <p:set>
                                      <p:cBhvr>
                                        <p:cTn id="682" dur="1" fill="hold">
                                          <p:stCondLst>
                                            <p:cond delay="0"/>
                                          </p:stCondLst>
                                        </p:cTn>
                                        <p:tgtEl>
                                          <p:spTgt spid="345"/>
                                        </p:tgtEl>
                                        <p:attrNameLst>
                                          <p:attrName>style.visibility</p:attrName>
                                        </p:attrNameLst>
                                      </p:cBhvr>
                                      <p:to>
                                        <p:strVal val="visible"/>
                                      </p:to>
                                    </p:set>
                                  </p:childTnLst>
                                </p:cTn>
                              </p:par>
                              <p:par>
                                <p:cTn id="683" presetID="1" presetClass="entr" presetSubtype="0" fill="hold" nodeType="withEffect">
                                  <p:stCondLst>
                                    <p:cond delay="0"/>
                                  </p:stCondLst>
                                  <p:childTnLst>
                                    <p:set>
                                      <p:cBhvr>
                                        <p:cTn id="684" dur="1" fill="hold">
                                          <p:stCondLst>
                                            <p:cond delay="0"/>
                                          </p:stCondLst>
                                        </p:cTn>
                                        <p:tgtEl>
                                          <p:spTgt spid="346"/>
                                        </p:tgtEl>
                                        <p:attrNameLst>
                                          <p:attrName>style.visibility</p:attrName>
                                        </p:attrNameLst>
                                      </p:cBhvr>
                                      <p:to>
                                        <p:strVal val="visible"/>
                                      </p:to>
                                    </p:set>
                                  </p:childTnLst>
                                </p:cTn>
                              </p:par>
                              <p:par>
                                <p:cTn id="685" presetID="1" presetClass="entr" presetSubtype="0" fill="hold" nodeType="withEffect">
                                  <p:stCondLst>
                                    <p:cond delay="0"/>
                                  </p:stCondLst>
                                  <p:childTnLst>
                                    <p:set>
                                      <p:cBhvr>
                                        <p:cTn id="686" dur="1" fill="hold">
                                          <p:stCondLst>
                                            <p:cond delay="0"/>
                                          </p:stCondLst>
                                        </p:cTn>
                                        <p:tgtEl>
                                          <p:spTgt spid="347"/>
                                        </p:tgtEl>
                                        <p:attrNameLst>
                                          <p:attrName>style.visibility</p:attrName>
                                        </p:attrNameLst>
                                      </p:cBhvr>
                                      <p:to>
                                        <p:strVal val="visible"/>
                                      </p:to>
                                    </p:set>
                                  </p:childTnLst>
                                </p:cTn>
                              </p:par>
                              <p:par>
                                <p:cTn id="687" presetID="1" presetClass="entr" presetSubtype="0" fill="hold" nodeType="withEffect">
                                  <p:stCondLst>
                                    <p:cond delay="0"/>
                                  </p:stCondLst>
                                  <p:childTnLst>
                                    <p:set>
                                      <p:cBhvr>
                                        <p:cTn id="688" dur="1" fill="hold">
                                          <p:stCondLst>
                                            <p:cond delay="0"/>
                                          </p:stCondLst>
                                        </p:cTn>
                                        <p:tgtEl>
                                          <p:spTgt spid="348"/>
                                        </p:tgtEl>
                                        <p:attrNameLst>
                                          <p:attrName>style.visibility</p:attrName>
                                        </p:attrNameLst>
                                      </p:cBhvr>
                                      <p:to>
                                        <p:strVal val="visible"/>
                                      </p:to>
                                    </p:set>
                                  </p:childTnLst>
                                </p:cTn>
                              </p:par>
                              <p:par>
                                <p:cTn id="689" presetID="1" presetClass="entr" presetSubtype="0" fill="hold" nodeType="withEffect">
                                  <p:stCondLst>
                                    <p:cond delay="0"/>
                                  </p:stCondLst>
                                  <p:childTnLst>
                                    <p:set>
                                      <p:cBhvr>
                                        <p:cTn id="690" dur="1" fill="hold">
                                          <p:stCondLst>
                                            <p:cond delay="0"/>
                                          </p:stCondLst>
                                        </p:cTn>
                                        <p:tgtEl>
                                          <p:spTgt spid="349"/>
                                        </p:tgtEl>
                                        <p:attrNameLst>
                                          <p:attrName>style.visibility</p:attrName>
                                        </p:attrNameLst>
                                      </p:cBhvr>
                                      <p:to>
                                        <p:strVal val="visible"/>
                                      </p:to>
                                    </p:set>
                                  </p:childTnLst>
                                </p:cTn>
                              </p:par>
                              <p:par>
                                <p:cTn id="691" presetID="1" presetClass="entr" presetSubtype="0" fill="hold" nodeType="withEffect">
                                  <p:stCondLst>
                                    <p:cond delay="0"/>
                                  </p:stCondLst>
                                  <p:childTnLst>
                                    <p:set>
                                      <p:cBhvr>
                                        <p:cTn id="692" dur="1" fill="hold">
                                          <p:stCondLst>
                                            <p:cond delay="0"/>
                                          </p:stCondLst>
                                        </p:cTn>
                                        <p:tgtEl>
                                          <p:spTgt spid="350"/>
                                        </p:tgtEl>
                                        <p:attrNameLst>
                                          <p:attrName>style.visibility</p:attrName>
                                        </p:attrNameLst>
                                      </p:cBhvr>
                                      <p:to>
                                        <p:strVal val="visible"/>
                                      </p:to>
                                    </p:set>
                                  </p:childTnLst>
                                </p:cTn>
                              </p:par>
                              <p:par>
                                <p:cTn id="693" presetID="1" presetClass="entr" presetSubtype="0" fill="hold" nodeType="withEffect">
                                  <p:stCondLst>
                                    <p:cond delay="0"/>
                                  </p:stCondLst>
                                  <p:childTnLst>
                                    <p:set>
                                      <p:cBhvr>
                                        <p:cTn id="694" dur="1" fill="hold">
                                          <p:stCondLst>
                                            <p:cond delay="0"/>
                                          </p:stCondLst>
                                        </p:cTn>
                                        <p:tgtEl>
                                          <p:spTgt spid="351"/>
                                        </p:tgtEl>
                                        <p:attrNameLst>
                                          <p:attrName>style.visibility</p:attrName>
                                        </p:attrNameLst>
                                      </p:cBhvr>
                                      <p:to>
                                        <p:strVal val="visible"/>
                                      </p:to>
                                    </p:set>
                                  </p:childTnLst>
                                </p:cTn>
                              </p:par>
                              <p:par>
                                <p:cTn id="695" presetID="1" presetClass="entr" presetSubtype="0" fill="hold" nodeType="withEffect">
                                  <p:stCondLst>
                                    <p:cond delay="0"/>
                                  </p:stCondLst>
                                  <p:childTnLst>
                                    <p:set>
                                      <p:cBhvr>
                                        <p:cTn id="696" dur="1" fill="hold">
                                          <p:stCondLst>
                                            <p:cond delay="0"/>
                                          </p:stCondLst>
                                        </p:cTn>
                                        <p:tgtEl>
                                          <p:spTgt spid="352"/>
                                        </p:tgtEl>
                                        <p:attrNameLst>
                                          <p:attrName>style.visibility</p:attrName>
                                        </p:attrNameLst>
                                      </p:cBhvr>
                                      <p:to>
                                        <p:strVal val="visible"/>
                                      </p:to>
                                    </p:set>
                                  </p:childTnLst>
                                </p:cTn>
                              </p:par>
                              <p:par>
                                <p:cTn id="697" presetID="1" presetClass="entr" presetSubtype="0" fill="hold" nodeType="withEffect">
                                  <p:stCondLst>
                                    <p:cond delay="0"/>
                                  </p:stCondLst>
                                  <p:childTnLst>
                                    <p:set>
                                      <p:cBhvr>
                                        <p:cTn id="698" dur="1" fill="hold">
                                          <p:stCondLst>
                                            <p:cond delay="0"/>
                                          </p:stCondLst>
                                        </p:cTn>
                                        <p:tgtEl>
                                          <p:spTgt spid="353"/>
                                        </p:tgtEl>
                                        <p:attrNameLst>
                                          <p:attrName>style.visibility</p:attrName>
                                        </p:attrNameLst>
                                      </p:cBhvr>
                                      <p:to>
                                        <p:strVal val="visible"/>
                                      </p:to>
                                    </p:set>
                                  </p:childTnLst>
                                </p:cTn>
                              </p:par>
                              <p:par>
                                <p:cTn id="699" presetID="1" presetClass="entr" presetSubtype="0" fill="hold" nodeType="withEffect">
                                  <p:stCondLst>
                                    <p:cond delay="0"/>
                                  </p:stCondLst>
                                  <p:childTnLst>
                                    <p:set>
                                      <p:cBhvr>
                                        <p:cTn id="700" dur="1" fill="hold">
                                          <p:stCondLst>
                                            <p:cond delay="0"/>
                                          </p:stCondLst>
                                        </p:cTn>
                                        <p:tgtEl>
                                          <p:spTgt spid="354"/>
                                        </p:tgtEl>
                                        <p:attrNameLst>
                                          <p:attrName>style.visibility</p:attrName>
                                        </p:attrNameLst>
                                      </p:cBhvr>
                                      <p:to>
                                        <p:strVal val="visible"/>
                                      </p:to>
                                    </p:set>
                                  </p:childTnLst>
                                </p:cTn>
                              </p:par>
                              <p:par>
                                <p:cTn id="701" presetID="1" presetClass="entr" presetSubtype="0" fill="hold" nodeType="withEffect">
                                  <p:stCondLst>
                                    <p:cond delay="0"/>
                                  </p:stCondLst>
                                  <p:childTnLst>
                                    <p:set>
                                      <p:cBhvr>
                                        <p:cTn id="702" dur="1" fill="hold">
                                          <p:stCondLst>
                                            <p:cond delay="0"/>
                                          </p:stCondLst>
                                        </p:cTn>
                                        <p:tgtEl>
                                          <p:spTgt spid="355"/>
                                        </p:tgtEl>
                                        <p:attrNameLst>
                                          <p:attrName>style.visibility</p:attrName>
                                        </p:attrNameLst>
                                      </p:cBhvr>
                                      <p:to>
                                        <p:strVal val="visible"/>
                                      </p:to>
                                    </p:set>
                                  </p:childTnLst>
                                </p:cTn>
                              </p:par>
                              <p:par>
                                <p:cTn id="703" presetID="1" presetClass="entr" presetSubtype="0" fill="hold" nodeType="withEffect">
                                  <p:stCondLst>
                                    <p:cond delay="0"/>
                                  </p:stCondLst>
                                  <p:childTnLst>
                                    <p:set>
                                      <p:cBhvr>
                                        <p:cTn id="704" dur="1" fill="hold">
                                          <p:stCondLst>
                                            <p:cond delay="0"/>
                                          </p:stCondLst>
                                        </p:cTn>
                                        <p:tgtEl>
                                          <p:spTgt spid="356"/>
                                        </p:tgtEl>
                                        <p:attrNameLst>
                                          <p:attrName>style.visibility</p:attrName>
                                        </p:attrNameLst>
                                      </p:cBhvr>
                                      <p:to>
                                        <p:strVal val="visible"/>
                                      </p:to>
                                    </p:set>
                                  </p:childTnLst>
                                </p:cTn>
                              </p:par>
                              <p:par>
                                <p:cTn id="705" presetID="1" presetClass="entr" presetSubtype="0" fill="hold" nodeType="withEffect">
                                  <p:stCondLst>
                                    <p:cond delay="0"/>
                                  </p:stCondLst>
                                  <p:childTnLst>
                                    <p:set>
                                      <p:cBhvr>
                                        <p:cTn id="706" dur="1" fill="hold">
                                          <p:stCondLst>
                                            <p:cond delay="0"/>
                                          </p:stCondLst>
                                        </p:cTn>
                                        <p:tgtEl>
                                          <p:spTgt spid="357"/>
                                        </p:tgtEl>
                                        <p:attrNameLst>
                                          <p:attrName>style.visibility</p:attrName>
                                        </p:attrNameLst>
                                      </p:cBhvr>
                                      <p:to>
                                        <p:strVal val="visible"/>
                                      </p:to>
                                    </p:set>
                                  </p:childTnLst>
                                </p:cTn>
                              </p:par>
                              <p:par>
                                <p:cTn id="707" presetID="1" presetClass="entr" presetSubtype="0" fill="hold" nodeType="withEffect">
                                  <p:stCondLst>
                                    <p:cond delay="0"/>
                                  </p:stCondLst>
                                  <p:childTnLst>
                                    <p:set>
                                      <p:cBhvr>
                                        <p:cTn id="708" dur="1" fill="hold">
                                          <p:stCondLst>
                                            <p:cond delay="0"/>
                                          </p:stCondLst>
                                        </p:cTn>
                                        <p:tgtEl>
                                          <p:spTgt spid="358"/>
                                        </p:tgtEl>
                                        <p:attrNameLst>
                                          <p:attrName>style.visibility</p:attrName>
                                        </p:attrNameLst>
                                      </p:cBhvr>
                                      <p:to>
                                        <p:strVal val="visible"/>
                                      </p:to>
                                    </p:set>
                                  </p:childTnLst>
                                </p:cTn>
                              </p:par>
                              <p:par>
                                <p:cTn id="709" presetID="1" presetClass="entr" presetSubtype="0" fill="hold" nodeType="withEffect">
                                  <p:stCondLst>
                                    <p:cond delay="0"/>
                                  </p:stCondLst>
                                  <p:childTnLst>
                                    <p:set>
                                      <p:cBhvr>
                                        <p:cTn id="710" dur="1" fill="hold">
                                          <p:stCondLst>
                                            <p:cond delay="0"/>
                                          </p:stCondLst>
                                        </p:cTn>
                                        <p:tgtEl>
                                          <p:spTgt spid="359"/>
                                        </p:tgtEl>
                                        <p:attrNameLst>
                                          <p:attrName>style.visibility</p:attrName>
                                        </p:attrNameLst>
                                      </p:cBhvr>
                                      <p:to>
                                        <p:strVal val="visible"/>
                                      </p:to>
                                    </p:set>
                                  </p:childTnLst>
                                </p:cTn>
                              </p:par>
                              <p:par>
                                <p:cTn id="711" presetID="1" presetClass="entr" presetSubtype="0" fill="hold" nodeType="withEffect">
                                  <p:stCondLst>
                                    <p:cond delay="0"/>
                                  </p:stCondLst>
                                  <p:childTnLst>
                                    <p:set>
                                      <p:cBhvr>
                                        <p:cTn id="712" dur="1" fill="hold">
                                          <p:stCondLst>
                                            <p:cond delay="0"/>
                                          </p:stCondLst>
                                        </p:cTn>
                                        <p:tgtEl>
                                          <p:spTgt spid="360"/>
                                        </p:tgtEl>
                                        <p:attrNameLst>
                                          <p:attrName>style.visibility</p:attrName>
                                        </p:attrNameLst>
                                      </p:cBhvr>
                                      <p:to>
                                        <p:strVal val="visible"/>
                                      </p:to>
                                    </p:set>
                                  </p:childTnLst>
                                </p:cTn>
                              </p:par>
                              <p:par>
                                <p:cTn id="713" presetID="1" presetClass="entr" presetSubtype="0" fill="hold" nodeType="withEffect">
                                  <p:stCondLst>
                                    <p:cond delay="0"/>
                                  </p:stCondLst>
                                  <p:childTnLst>
                                    <p:set>
                                      <p:cBhvr>
                                        <p:cTn id="714" dur="1" fill="hold">
                                          <p:stCondLst>
                                            <p:cond delay="0"/>
                                          </p:stCondLst>
                                        </p:cTn>
                                        <p:tgtEl>
                                          <p:spTgt spid="361"/>
                                        </p:tgtEl>
                                        <p:attrNameLst>
                                          <p:attrName>style.visibility</p:attrName>
                                        </p:attrNameLst>
                                      </p:cBhvr>
                                      <p:to>
                                        <p:strVal val="visible"/>
                                      </p:to>
                                    </p:set>
                                  </p:childTnLst>
                                </p:cTn>
                              </p:par>
                              <p:par>
                                <p:cTn id="715" presetID="1" presetClass="entr" presetSubtype="0" fill="hold" nodeType="withEffect">
                                  <p:stCondLst>
                                    <p:cond delay="0"/>
                                  </p:stCondLst>
                                  <p:childTnLst>
                                    <p:set>
                                      <p:cBhvr>
                                        <p:cTn id="716" dur="1" fill="hold">
                                          <p:stCondLst>
                                            <p:cond delay="0"/>
                                          </p:stCondLst>
                                        </p:cTn>
                                        <p:tgtEl>
                                          <p:spTgt spid="362"/>
                                        </p:tgtEl>
                                        <p:attrNameLst>
                                          <p:attrName>style.visibility</p:attrName>
                                        </p:attrNameLst>
                                      </p:cBhvr>
                                      <p:to>
                                        <p:strVal val="visible"/>
                                      </p:to>
                                    </p:set>
                                  </p:childTnLst>
                                </p:cTn>
                              </p:par>
                              <p:par>
                                <p:cTn id="717" presetID="1" presetClass="entr" presetSubtype="0" fill="hold" nodeType="withEffect">
                                  <p:stCondLst>
                                    <p:cond delay="0"/>
                                  </p:stCondLst>
                                  <p:childTnLst>
                                    <p:set>
                                      <p:cBhvr>
                                        <p:cTn id="718" dur="1" fill="hold">
                                          <p:stCondLst>
                                            <p:cond delay="0"/>
                                          </p:stCondLst>
                                        </p:cTn>
                                        <p:tgtEl>
                                          <p:spTgt spid="363"/>
                                        </p:tgtEl>
                                        <p:attrNameLst>
                                          <p:attrName>style.visibility</p:attrName>
                                        </p:attrNameLst>
                                      </p:cBhvr>
                                      <p:to>
                                        <p:strVal val="visible"/>
                                      </p:to>
                                    </p:set>
                                  </p:childTnLst>
                                </p:cTn>
                              </p:par>
                              <p:par>
                                <p:cTn id="719" presetID="1" presetClass="entr" presetSubtype="0" fill="hold" nodeType="withEffect">
                                  <p:stCondLst>
                                    <p:cond delay="0"/>
                                  </p:stCondLst>
                                  <p:childTnLst>
                                    <p:set>
                                      <p:cBhvr>
                                        <p:cTn id="720" dur="1" fill="hold">
                                          <p:stCondLst>
                                            <p:cond delay="0"/>
                                          </p:stCondLst>
                                        </p:cTn>
                                        <p:tgtEl>
                                          <p:spTgt spid="364"/>
                                        </p:tgtEl>
                                        <p:attrNameLst>
                                          <p:attrName>style.visibility</p:attrName>
                                        </p:attrNameLst>
                                      </p:cBhvr>
                                      <p:to>
                                        <p:strVal val="visible"/>
                                      </p:to>
                                    </p:set>
                                  </p:childTnLst>
                                </p:cTn>
                              </p:par>
                              <p:par>
                                <p:cTn id="721" presetID="1" presetClass="entr" presetSubtype="0" fill="hold" nodeType="withEffect">
                                  <p:stCondLst>
                                    <p:cond delay="0"/>
                                  </p:stCondLst>
                                  <p:childTnLst>
                                    <p:set>
                                      <p:cBhvr>
                                        <p:cTn id="722" dur="1" fill="hold">
                                          <p:stCondLst>
                                            <p:cond delay="0"/>
                                          </p:stCondLst>
                                        </p:cTn>
                                        <p:tgtEl>
                                          <p:spTgt spid="365"/>
                                        </p:tgtEl>
                                        <p:attrNameLst>
                                          <p:attrName>style.visibility</p:attrName>
                                        </p:attrNameLst>
                                      </p:cBhvr>
                                      <p:to>
                                        <p:strVal val="visible"/>
                                      </p:to>
                                    </p:set>
                                  </p:childTnLst>
                                </p:cTn>
                              </p:par>
                              <p:par>
                                <p:cTn id="723" presetID="1" presetClass="entr" presetSubtype="0" fill="hold" nodeType="withEffect">
                                  <p:stCondLst>
                                    <p:cond delay="0"/>
                                  </p:stCondLst>
                                  <p:childTnLst>
                                    <p:set>
                                      <p:cBhvr>
                                        <p:cTn id="724" dur="1" fill="hold">
                                          <p:stCondLst>
                                            <p:cond delay="0"/>
                                          </p:stCondLst>
                                        </p:cTn>
                                        <p:tgtEl>
                                          <p:spTgt spid="366"/>
                                        </p:tgtEl>
                                        <p:attrNameLst>
                                          <p:attrName>style.visibility</p:attrName>
                                        </p:attrNameLst>
                                      </p:cBhvr>
                                      <p:to>
                                        <p:strVal val="visible"/>
                                      </p:to>
                                    </p:set>
                                  </p:childTnLst>
                                </p:cTn>
                              </p:par>
                              <p:par>
                                <p:cTn id="725" presetID="1" presetClass="entr" presetSubtype="0" fill="hold" nodeType="withEffect">
                                  <p:stCondLst>
                                    <p:cond delay="0"/>
                                  </p:stCondLst>
                                  <p:childTnLst>
                                    <p:set>
                                      <p:cBhvr>
                                        <p:cTn id="726" dur="1" fill="hold">
                                          <p:stCondLst>
                                            <p:cond delay="0"/>
                                          </p:stCondLst>
                                        </p:cTn>
                                        <p:tgtEl>
                                          <p:spTgt spid="367"/>
                                        </p:tgtEl>
                                        <p:attrNameLst>
                                          <p:attrName>style.visibility</p:attrName>
                                        </p:attrNameLst>
                                      </p:cBhvr>
                                      <p:to>
                                        <p:strVal val="visible"/>
                                      </p:to>
                                    </p:set>
                                  </p:childTnLst>
                                </p:cTn>
                              </p:par>
                              <p:par>
                                <p:cTn id="727" presetID="1" presetClass="entr" presetSubtype="0" fill="hold" nodeType="withEffect">
                                  <p:stCondLst>
                                    <p:cond delay="0"/>
                                  </p:stCondLst>
                                  <p:childTnLst>
                                    <p:set>
                                      <p:cBhvr>
                                        <p:cTn id="728" dur="1" fill="hold">
                                          <p:stCondLst>
                                            <p:cond delay="0"/>
                                          </p:stCondLst>
                                        </p:cTn>
                                        <p:tgtEl>
                                          <p:spTgt spid="368"/>
                                        </p:tgtEl>
                                        <p:attrNameLst>
                                          <p:attrName>style.visibility</p:attrName>
                                        </p:attrNameLst>
                                      </p:cBhvr>
                                      <p:to>
                                        <p:strVal val="visible"/>
                                      </p:to>
                                    </p:set>
                                  </p:childTnLst>
                                </p:cTn>
                              </p:par>
                              <p:par>
                                <p:cTn id="729" presetID="1" presetClass="entr" presetSubtype="0" fill="hold" nodeType="withEffect">
                                  <p:stCondLst>
                                    <p:cond delay="0"/>
                                  </p:stCondLst>
                                  <p:childTnLst>
                                    <p:set>
                                      <p:cBhvr>
                                        <p:cTn id="730" dur="1" fill="hold">
                                          <p:stCondLst>
                                            <p:cond delay="0"/>
                                          </p:stCondLst>
                                        </p:cTn>
                                        <p:tgtEl>
                                          <p:spTgt spid="369"/>
                                        </p:tgtEl>
                                        <p:attrNameLst>
                                          <p:attrName>style.visibility</p:attrName>
                                        </p:attrNameLst>
                                      </p:cBhvr>
                                      <p:to>
                                        <p:strVal val="visible"/>
                                      </p:to>
                                    </p:set>
                                  </p:childTnLst>
                                </p:cTn>
                              </p:par>
                              <p:par>
                                <p:cTn id="731" presetID="1" presetClass="entr" presetSubtype="0" fill="hold" nodeType="withEffect">
                                  <p:stCondLst>
                                    <p:cond delay="0"/>
                                  </p:stCondLst>
                                  <p:childTnLst>
                                    <p:set>
                                      <p:cBhvr>
                                        <p:cTn id="732" dur="1" fill="hold">
                                          <p:stCondLst>
                                            <p:cond delay="0"/>
                                          </p:stCondLst>
                                        </p:cTn>
                                        <p:tgtEl>
                                          <p:spTgt spid="370"/>
                                        </p:tgtEl>
                                        <p:attrNameLst>
                                          <p:attrName>style.visibility</p:attrName>
                                        </p:attrNameLst>
                                      </p:cBhvr>
                                      <p:to>
                                        <p:strVal val="visible"/>
                                      </p:to>
                                    </p:set>
                                  </p:childTnLst>
                                </p:cTn>
                              </p:par>
                              <p:par>
                                <p:cTn id="733" presetID="1" presetClass="entr" presetSubtype="0" fill="hold" nodeType="withEffect">
                                  <p:stCondLst>
                                    <p:cond delay="0"/>
                                  </p:stCondLst>
                                  <p:childTnLst>
                                    <p:set>
                                      <p:cBhvr>
                                        <p:cTn id="734" dur="1" fill="hold">
                                          <p:stCondLst>
                                            <p:cond delay="0"/>
                                          </p:stCondLst>
                                        </p:cTn>
                                        <p:tgtEl>
                                          <p:spTgt spid="371"/>
                                        </p:tgtEl>
                                        <p:attrNameLst>
                                          <p:attrName>style.visibility</p:attrName>
                                        </p:attrNameLst>
                                      </p:cBhvr>
                                      <p:to>
                                        <p:strVal val="visible"/>
                                      </p:to>
                                    </p:set>
                                  </p:childTnLst>
                                </p:cTn>
                              </p:par>
                              <p:par>
                                <p:cTn id="735" presetID="1" presetClass="entr" presetSubtype="0" fill="hold" nodeType="withEffect">
                                  <p:stCondLst>
                                    <p:cond delay="0"/>
                                  </p:stCondLst>
                                  <p:childTnLst>
                                    <p:set>
                                      <p:cBhvr>
                                        <p:cTn id="736" dur="1" fill="hold">
                                          <p:stCondLst>
                                            <p:cond delay="0"/>
                                          </p:stCondLst>
                                        </p:cTn>
                                        <p:tgtEl>
                                          <p:spTgt spid="372"/>
                                        </p:tgtEl>
                                        <p:attrNameLst>
                                          <p:attrName>style.visibility</p:attrName>
                                        </p:attrNameLst>
                                      </p:cBhvr>
                                      <p:to>
                                        <p:strVal val="visible"/>
                                      </p:to>
                                    </p:set>
                                  </p:childTnLst>
                                </p:cTn>
                              </p:par>
                              <p:par>
                                <p:cTn id="737" presetID="1" presetClass="entr" presetSubtype="0" fill="hold" nodeType="withEffect">
                                  <p:stCondLst>
                                    <p:cond delay="0"/>
                                  </p:stCondLst>
                                  <p:childTnLst>
                                    <p:set>
                                      <p:cBhvr>
                                        <p:cTn id="738" dur="1" fill="hold">
                                          <p:stCondLst>
                                            <p:cond delay="0"/>
                                          </p:stCondLst>
                                        </p:cTn>
                                        <p:tgtEl>
                                          <p:spTgt spid="373"/>
                                        </p:tgtEl>
                                        <p:attrNameLst>
                                          <p:attrName>style.visibility</p:attrName>
                                        </p:attrNameLst>
                                      </p:cBhvr>
                                      <p:to>
                                        <p:strVal val="visible"/>
                                      </p:to>
                                    </p:set>
                                  </p:childTnLst>
                                </p:cTn>
                              </p:par>
                              <p:par>
                                <p:cTn id="739" presetID="1" presetClass="entr" presetSubtype="0" fill="hold" nodeType="withEffect">
                                  <p:stCondLst>
                                    <p:cond delay="0"/>
                                  </p:stCondLst>
                                  <p:childTnLst>
                                    <p:set>
                                      <p:cBhvr>
                                        <p:cTn id="740" dur="1" fill="hold">
                                          <p:stCondLst>
                                            <p:cond delay="0"/>
                                          </p:stCondLst>
                                        </p:cTn>
                                        <p:tgtEl>
                                          <p:spTgt spid="374"/>
                                        </p:tgtEl>
                                        <p:attrNameLst>
                                          <p:attrName>style.visibility</p:attrName>
                                        </p:attrNameLst>
                                      </p:cBhvr>
                                      <p:to>
                                        <p:strVal val="visible"/>
                                      </p:to>
                                    </p:set>
                                  </p:childTnLst>
                                </p:cTn>
                              </p:par>
                              <p:par>
                                <p:cTn id="741" presetID="1" presetClass="entr" presetSubtype="0" fill="hold" nodeType="withEffect">
                                  <p:stCondLst>
                                    <p:cond delay="0"/>
                                  </p:stCondLst>
                                  <p:childTnLst>
                                    <p:set>
                                      <p:cBhvr>
                                        <p:cTn id="742" dur="1" fill="hold">
                                          <p:stCondLst>
                                            <p:cond delay="0"/>
                                          </p:stCondLst>
                                        </p:cTn>
                                        <p:tgtEl>
                                          <p:spTgt spid="375"/>
                                        </p:tgtEl>
                                        <p:attrNameLst>
                                          <p:attrName>style.visibility</p:attrName>
                                        </p:attrNameLst>
                                      </p:cBhvr>
                                      <p:to>
                                        <p:strVal val="visible"/>
                                      </p:to>
                                    </p:set>
                                  </p:childTnLst>
                                </p:cTn>
                              </p:par>
                              <p:par>
                                <p:cTn id="743" presetID="1" presetClass="entr" presetSubtype="0" fill="hold" nodeType="withEffect">
                                  <p:stCondLst>
                                    <p:cond delay="0"/>
                                  </p:stCondLst>
                                  <p:childTnLst>
                                    <p:set>
                                      <p:cBhvr>
                                        <p:cTn id="744" dur="1" fill="hold">
                                          <p:stCondLst>
                                            <p:cond delay="0"/>
                                          </p:stCondLst>
                                        </p:cTn>
                                        <p:tgtEl>
                                          <p:spTgt spid="376"/>
                                        </p:tgtEl>
                                        <p:attrNameLst>
                                          <p:attrName>style.visibility</p:attrName>
                                        </p:attrNameLst>
                                      </p:cBhvr>
                                      <p:to>
                                        <p:strVal val="visible"/>
                                      </p:to>
                                    </p:set>
                                  </p:childTnLst>
                                </p:cTn>
                              </p:par>
                              <p:par>
                                <p:cTn id="745" presetID="1" presetClass="entr" presetSubtype="0" fill="hold" nodeType="withEffect">
                                  <p:stCondLst>
                                    <p:cond delay="0"/>
                                  </p:stCondLst>
                                  <p:childTnLst>
                                    <p:set>
                                      <p:cBhvr>
                                        <p:cTn id="746" dur="1" fill="hold">
                                          <p:stCondLst>
                                            <p:cond delay="0"/>
                                          </p:stCondLst>
                                        </p:cTn>
                                        <p:tgtEl>
                                          <p:spTgt spid="377"/>
                                        </p:tgtEl>
                                        <p:attrNameLst>
                                          <p:attrName>style.visibility</p:attrName>
                                        </p:attrNameLst>
                                      </p:cBhvr>
                                      <p:to>
                                        <p:strVal val="visible"/>
                                      </p:to>
                                    </p:set>
                                  </p:childTnLst>
                                </p:cTn>
                              </p:par>
                              <p:par>
                                <p:cTn id="747" presetID="1" presetClass="entr" presetSubtype="0" fill="hold" nodeType="withEffect">
                                  <p:stCondLst>
                                    <p:cond delay="0"/>
                                  </p:stCondLst>
                                  <p:childTnLst>
                                    <p:set>
                                      <p:cBhvr>
                                        <p:cTn id="748" dur="1" fill="hold">
                                          <p:stCondLst>
                                            <p:cond delay="0"/>
                                          </p:stCondLst>
                                        </p:cTn>
                                        <p:tgtEl>
                                          <p:spTgt spid="378"/>
                                        </p:tgtEl>
                                        <p:attrNameLst>
                                          <p:attrName>style.visibility</p:attrName>
                                        </p:attrNameLst>
                                      </p:cBhvr>
                                      <p:to>
                                        <p:strVal val="visible"/>
                                      </p:to>
                                    </p:set>
                                  </p:childTnLst>
                                </p:cTn>
                              </p:par>
                              <p:par>
                                <p:cTn id="749" presetID="1" presetClass="entr" presetSubtype="0" fill="hold" nodeType="withEffect">
                                  <p:stCondLst>
                                    <p:cond delay="0"/>
                                  </p:stCondLst>
                                  <p:childTnLst>
                                    <p:set>
                                      <p:cBhvr>
                                        <p:cTn id="750" dur="1" fill="hold">
                                          <p:stCondLst>
                                            <p:cond delay="0"/>
                                          </p:stCondLst>
                                        </p:cTn>
                                        <p:tgtEl>
                                          <p:spTgt spid="379"/>
                                        </p:tgtEl>
                                        <p:attrNameLst>
                                          <p:attrName>style.visibility</p:attrName>
                                        </p:attrNameLst>
                                      </p:cBhvr>
                                      <p:to>
                                        <p:strVal val="visible"/>
                                      </p:to>
                                    </p:set>
                                  </p:childTnLst>
                                </p:cTn>
                              </p:par>
                              <p:par>
                                <p:cTn id="751" presetID="1" presetClass="entr" presetSubtype="0" fill="hold" nodeType="withEffect">
                                  <p:stCondLst>
                                    <p:cond delay="0"/>
                                  </p:stCondLst>
                                  <p:childTnLst>
                                    <p:set>
                                      <p:cBhvr>
                                        <p:cTn id="752" dur="1" fill="hold">
                                          <p:stCondLst>
                                            <p:cond delay="0"/>
                                          </p:stCondLst>
                                        </p:cTn>
                                        <p:tgtEl>
                                          <p:spTgt spid="380"/>
                                        </p:tgtEl>
                                        <p:attrNameLst>
                                          <p:attrName>style.visibility</p:attrName>
                                        </p:attrNameLst>
                                      </p:cBhvr>
                                      <p:to>
                                        <p:strVal val="visible"/>
                                      </p:to>
                                    </p:set>
                                  </p:childTnLst>
                                </p:cTn>
                              </p:par>
                              <p:par>
                                <p:cTn id="753" presetID="1" presetClass="entr" presetSubtype="0" fill="hold" nodeType="withEffect">
                                  <p:stCondLst>
                                    <p:cond delay="0"/>
                                  </p:stCondLst>
                                  <p:childTnLst>
                                    <p:set>
                                      <p:cBhvr>
                                        <p:cTn id="754" dur="1" fill="hold">
                                          <p:stCondLst>
                                            <p:cond delay="0"/>
                                          </p:stCondLst>
                                        </p:cTn>
                                        <p:tgtEl>
                                          <p:spTgt spid="381"/>
                                        </p:tgtEl>
                                        <p:attrNameLst>
                                          <p:attrName>style.visibility</p:attrName>
                                        </p:attrNameLst>
                                      </p:cBhvr>
                                      <p:to>
                                        <p:strVal val="visible"/>
                                      </p:to>
                                    </p:set>
                                  </p:childTnLst>
                                </p:cTn>
                              </p:par>
                              <p:par>
                                <p:cTn id="755" presetID="1" presetClass="entr" presetSubtype="0" fill="hold" nodeType="withEffect">
                                  <p:stCondLst>
                                    <p:cond delay="0"/>
                                  </p:stCondLst>
                                  <p:childTnLst>
                                    <p:set>
                                      <p:cBhvr>
                                        <p:cTn id="756" dur="1" fill="hold">
                                          <p:stCondLst>
                                            <p:cond delay="0"/>
                                          </p:stCondLst>
                                        </p:cTn>
                                        <p:tgtEl>
                                          <p:spTgt spid="382"/>
                                        </p:tgtEl>
                                        <p:attrNameLst>
                                          <p:attrName>style.visibility</p:attrName>
                                        </p:attrNameLst>
                                      </p:cBhvr>
                                      <p:to>
                                        <p:strVal val="visible"/>
                                      </p:to>
                                    </p:set>
                                  </p:childTnLst>
                                </p:cTn>
                              </p:par>
                              <p:par>
                                <p:cTn id="757" presetID="1" presetClass="entr" presetSubtype="0" fill="hold" nodeType="withEffect">
                                  <p:stCondLst>
                                    <p:cond delay="0"/>
                                  </p:stCondLst>
                                  <p:childTnLst>
                                    <p:set>
                                      <p:cBhvr>
                                        <p:cTn id="758" dur="1" fill="hold">
                                          <p:stCondLst>
                                            <p:cond delay="0"/>
                                          </p:stCondLst>
                                        </p:cTn>
                                        <p:tgtEl>
                                          <p:spTgt spid="383"/>
                                        </p:tgtEl>
                                        <p:attrNameLst>
                                          <p:attrName>style.visibility</p:attrName>
                                        </p:attrNameLst>
                                      </p:cBhvr>
                                      <p:to>
                                        <p:strVal val="visible"/>
                                      </p:to>
                                    </p:set>
                                  </p:childTnLst>
                                </p:cTn>
                              </p:par>
                              <p:par>
                                <p:cTn id="759" presetID="1" presetClass="entr" presetSubtype="0" fill="hold" nodeType="withEffect">
                                  <p:stCondLst>
                                    <p:cond delay="0"/>
                                  </p:stCondLst>
                                  <p:childTnLst>
                                    <p:set>
                                      <p:cBhvr>
                                        <p:cTn id="760" dur="1" fill="hold">
                                          <p:stCondLst>
                                            <p:cond delay="0"/>
                                          </p:stCondLst>
                                        </p:cTn>
                                        <p:tgtEl>
                                          <p:spTgt spid="384"/>
                                        </p:tgtEl>
                                        <p:attrNameLst>
                                          <p:attrName>style.visibility</p:attrName>
                                        </p:attrNameLst>
                                      </p:cBhvr>
                                      <p:to>
                                        <p:strVal val="visible"/>
                                      </p:to>
                                    </p:set>
                                  </p:childTnLst>
                                </p:cTn>
                              </p:par>
                              <p:par>
                                <p:cTn id="761" presetID="1" presetClass="entr" presetSubtype="0" fill="hold" nodeType="withEffect">
                                  <p:stCondLst>
                                    <p:cond delay="0"/>
                                  </p:stCondLst>
                                  <p:childTnLst>
                                    <p:set>
                                      <p:cBhvr>
                                        <p:cTn id="762" dur="1" fill="hold">
                                          <p:stCondLst>
                                            <p:cond delay="0"/>
                                          </p:stCondLst>
                                        </p:cTn>
                                        <p:tgtEl>
                                          <p:spTgt spid="385"/>
                                        </p:tgtEl>
                                        <p:attrNameLst>
                                          <p:attrName>style.visibility</p:attrName>
                                        </p:attrNameLst>
                                      </p:cBhvr>
                                      <p:to>
                                        <p:strVal val="visible"/>
                                      </p:to>
                                    </p:set>
                                  </p:childTnLst>
                                </p:cTn>
                              </p:par>
                              <p:par>
                                <p:cTn id="763" presetID="1" presetClass="entr" presetSubtype="0" fill="hold" nodeType="withEffect">
                                  <p:stCondLst>
                                    <p:cond delay="0"/>
                                  </p:stCondLst>
                                  <p:childTnLst>
                                    <p:set>
                                      <p:cBhvr>
                                        <p:cTn id="764" dur="1" fill="hold">
                                          <p:stCondLst>
                                            <p:cond delay="0"/>
                                          </p:stCondLst>
                                        </p:cTn>
                                        <p:tgtEl>
                                          <p:spTgt spid="386"/>
                                        </p:tgtEl>
                                        <p:attrNameLst>
                                          <p:attrName>style.visibility</p:attrName>
                                        </p:attrNameLst>
                                      </p:cBhvr>
                                      <p:to>
                                        <p:strVal val="visible"/>
                                      </p:to>
                                    </p:set>
                                  </p:childTnLst>
                                </p:cTn>
                              </p:par>
                              <p:par>
                                <p:cTn id="765" presetID="1" presetClass="entr" presetSubtype="0" fill="hold" nodeType="withEffect">
                                  <p:stCondLst>
                                    <p:cond delay="0"/>
                                  </p:stCondLst>
                                  <p:childTnLst>
                                    <p:set>
                                      <p:cBhvr>
                                        <p:cTn id="766" dur="1" fill="hold">
                                          <p:stCondLst>
                                            <p:cond delay="0"/>
                                          </p:stCondLst>
                                        </p:cTn>
                                        <p:tgtEl>
                                          <p:spTgt spid="387"/>
                                        </p:tgtEl>
                                        <p:attrNameLst>
                                          <p:attrName>style.visibility</p:attrName>
                                        </p:attrNameLst>
                                      </p:cBhvr>
                                      <p:to>
                                        <p:strVal val="visible"/>
                                      </p:to>
                                    </p:set>
                                  </p:childTnLst>
                                </p:cTn>
                              </p:par>
                              <p:par>
                                <p:cTn id="767" presetID="1" presetClass="entr" presetSubtype="0" fill="hold" nodeType="withEffect">
                                  <p:stCondLst>
                                    <p:cond delay="0"/>
                                  </p:stCondLst>
                                  <p:childTnLst>
                                    <p:set>
                                      <p:cBhvr>
                                        <p:cTn id="768" dur="1" fill="hold">
                                          <p:stCondLst>
                                            <p:cond delay="0"/>
                                          </p:stCondLst>
                                        </p:cTn>
                                        <p:tgtEl>
                                          <p:spTgt spid="388"/>
                                        </p:tgtEl>
                                        <p:attrNameLst>
                                          <p:attrName>style.visibility</p:attrName>
                                        </p:attrNameLst>
                                      </p:cBhvr>
                                      <p:to>
                                        <p:strVal val="visible"/>
                                      </p:to>
                                    </p:set>
                                  </p:childTnLst>
                                </p:cTn>
                              </p:par>
                              <p:par>
                                <p:cTn id="769" presetID="1" presetClass="entr" presetSubtype="0" fill="hold" nodeType="withEffect">
                                  <p:stCondLst>
                                    <p:cond delay="0"/>
                                  </p:stCondLst>
                                  <p:childTnLst>
                                    <p:set>
                                      <p:cBhvr>
                                        <p:cTn id="770" dur="1" fill="hold">
                                          <p:stCondLst>
                                            <p:cond delay="0"/>
                                          </p:stCondLst>
                                        </p:cTn>
                                        <p:tgtEl>
                                          <p:spTgt spid="389"/>
                                        </p:tgtEl>
                                        <p:attrNameLst>
                                          <p:attrName>style.visibility</p:attrName>
                                        </p:attrNameLst>
                                      </p:cBhvr>
                                      <p:to>
                                        <p:strVal val="visible"/>
                                      </p:to>
                                    </p:set>
                                  </p:childTnLst>
                                </p:cTn>
                              </p:par>
                              <p:par>
                                <p:cTn id="771" presetID="1" presetClass="entr" presetSubtype="0" fill="hold" nodeType="withEffect">
                                  <p:stCondLst>
                                    <p:cond delay="0"/>
                                  </p:stCondLst>
                                  <p:childTnLst>
                                    <p:set>
                                      <p:cBhvr>
                                        <p:cTn id="772" dur="1" fill="hold">
                                          <p:stCondLst>
                                            <p:cond delay="0"/>
                                          </p:stCondLst>
                                        </p:cTn>
                                        <p:tgtEl>
                                          <p:spTgt spid="390"/>
                                        </p:tgtEl>
                                        <p:attrNameLst>
                                          <p:attrName>style.visibility</p:attrName>
                                        </p:attrNameLst>
                                      </p:cBhvr>
                                      <p:to>
                                        <p:strVal val="visible"/>
                                      </p:to>
                                    </p:set>
                                  </p:childTnLst>
                                </p:cTn>
                              </p:par>
                              <p:par>
                                <p:cTn id="773" presetID="1" presetClass="entr" presetSubtype="0" fill="hold" nodeType="withEffect">
                                  <p:stCondLst>
                                    <p:cond delay="0"/>
                                  </p:stCondLst>
                                  <p:childTnLst>
                                    <p:set>
                                      <p:cBhvr>
                                        <p:cTn id="774" dur="1" fill="hold">
                                          <p:stCondLst>
                                            <p:cond delay="0"/>
                                          </p:stCondLst>
                                        </p:cTn>
                                        <p:tgtEl>
                                          <p:spTgt spid="391"/>
                                        </p:tgtEl>
                                        <p:attrNameLst>
                                          <p:attrName>style.visibility</p:attrName>
                                        </p:attrNameLst>
                                      </p:cBhvr>
                                      <p:to>
                                        <p:strVal val="visible"/>
                                      </p:to>
                                    </p:set>
                                  </p:childTnLst>
                                </p:cTn>
                              </p:par>
                              <p:par>
                                <p:cTn id="775" presetID="1" presetClass="entr" presetSubtype="0" fill="hold" nodeType="withEffect">
                                  <p:stCondLst>
                                    <p:cond delay="0"/>
                                  </p:stCondLst>
                                  <p:childTnLst>
                                    <p:set>
                                      <p:cBhvr>
                                        <p:cTn id="776" dur="1" fill="hold">
                                          <p:stCondLst>
                                            <p:cond delay="0"/>
                                          </p:stCondLst>
                                        </p:cTn>
                                        <p:tgtEl>
                                          <p:spTgt spid="392"/>
                                        </p:tgtEl>
                                        <p:attrNameLst>
                                          <p:attrName>style.visibility</p:attrName>
                                        </p:attrNameLst>
                                      </p:cBhvr>
                                      <p:to>
                                        <p:strVal val="visible"/>
                                      </p:to>
                                    </p:set>
                                  </p:childTnLst>
                                </p:cTn>
                              </p:par>
                              <p:par>
                                <p:cTn id="777" presetID="1" presetClass="entr" presetSubtype="0" fill="hold" nodeType="withEffect">
                                  <p:stCondLst>
                                    <p:cond delay="0"/>
                                  </p:stCondLst>
                                  <p:childTnLst>
                                    <p:set>
                                      <p:cBhvr>
                                        <p:cTn id="778" dur="1" fill="hold">
                                          <p:stCondLst>
                                            <p:cond delay="0"/>
                                          </p:stCondLst>
                                        </p:cTn>
                                        <p:tgtEl>
                                          <p:spTgt spid="393"/>
                                        </p:tgtEl>
                                        <p:attrNameLst>
                                          <p:attrName>style.visibility</p:attrName>
                                        </p:attrNameLst>
                                      </p:cBhvr>
                                      <p:to>
                                        <p:strVal val="visible"/>
                                      </p:to>
                                    </p:set>
                                  </p:childTnLst>
                                </p:cTn>
                              </p:par>
                              <p:par>
                                <p:cTn id="779" presetID="1" presetClass="entr" presetSubtype="0" fill="hold" nodeType="withEffect">
                                  <p:stCondLst>
                                    <p:cond delay="0"/>
                                  </p:stCondLst>
                                  <p:childTnLst>
                                    <p:set>
                                      <p:cBhvr>
                                        <p:cTn id="780" dur="1" fill="hold">
                                          <p:stCondLst>
                                            <p:cond delay="0"/>
                                          </p:stCondLst>
                                        </p:cTn>
                                        <p:tgtEl>
                                          <p:spTgt spid="394"/>
                                        </p:tgtEl>
                                        <p:attrNameLst>
                                          <p:attrName>style.visibility</p:attrName>
                                        </p:attrNameLst>
                                      </p:cBhvr>
                                      <p:to>
                                        <p:strVal val="visible"/>
                                      </p:to>
                                    </p:set>
                                  </p:childTnLst>
                                </p:cTn>
                              </p:par>
                              <p:par>
                                <p:cTn id="781" presetID="1" presetClass="entr" presetSubtype="0" fill="hold" nodeType="withEffect">
                                  <p:stCondLst>
                                    <p:cond delay="0"/>
                                  </p:stCondLst>
                                  <p:childTnLst>
                                    <p:set>
                                      <p:cBhvr>
                                        <p:cTn id="782" dur="1" fill="hold">
                                          <p:stCondLst>
                                            <p:cond delay="0"/>
                                          </p:stCondLst>
                                        </p:cTn>
                                        <p:tgtEl>
                                          <p:spTgt spid="395"/>
                                        </p:tgtEl>
                                        <p:attrNameLst>
                                          <p:attrName>style.visibility</p:attrName>
                                        </p:attrNameLst>
                                      </p:cBhvr>
                                      <p:to>
                                        <p:strVal val="visible"/>
                                      </p:to>
                                    </p:set>
                                  </p:childTnLst>
                                </p:cTn>
                              </p:par>
                              <p:par>
                                <p:cTn id="783" presetID="1" presetClass="entr" presetSubtype="0" fill="hold" nodeType="withEffect">
                                  <p:stCondLst>
                                    <p:cond delay="0"/>
                                  </p:stCondLst>
                                  <p:childTnLst>
                                    <p:set>
                                      <p:cBhvr>
                                        <p:cTn id="784" dur="1" fill="hold">
                                          <p:stCondLst>
                                            <p:cond delay="0"/>
                                          </p:stCondLst>
                                        </p:cTn>
                                        <p:tgtEl>
                                          <p:spTgt spid="396"/>
                                        </p:tgtEl>
                                        <p:attrNameLst>
                                          <p:attrName>style.visibility</p:attrName>
                                        </p:attrNameLst>
                                      </p:cBhvr>
                                      <p:to>
                                        <p:strVal val="visible"/>
                                      </p:to>
                                    </p:set>
                                  </p:childTnLst>
                                </p:cTn>
                              </p:par>
                              <p:par>
                                <p:cTn id="785" presetID="1" presetClass="entr" presetSubtype="0" fill="hold" nodeType="withEffect">
                                  <p:stCondLst>
                                    <p:cond delay="0"/>
                                  </p:stCondLst>
                                  <p:childTnLst>
                                    <p:set>
                                      <p:cBhvr>
                                        <p:cTn id="786" dur="1" fill="hold">
                                          <p:stCondLst>
                                            <p:cond delay="0"/>
                                          </p:stCondLst>
                                        </p:cTn>
                                        <p:tgtEl>
                                          <p:spTgt spid="397"/>
                                        </p:tgtEl>
                                        <p:attrNameLst>
                                          <p:attrName>style.visibility</p:attrName>
                                        </p:attrNameLst>
                                      </p:cBhvr>
                                      <p:to>
                                        <p:strVal val="visible"/>
                                      </p:to>
                                    </p:set>
                                  </p:childTnLst>
                                </p:cTn>
                              </p:par>
                              <p:par>
                                <p:cTn id="787" presetID="1" presetClass="entr" presetSubtype="0" fill="hold" nodeType="withEffect">
                                  <p:stCondLst>
                                    <p:cond delay="0"/>
                                  </p:stCondLst>
                                  <p:childTnLst>
                                    <p:set>
                                      <p:cBhvr>
                                        <p:cTn id="788" dur="1" fill="hold">
                                          <p:stCondLst>
                                            <p:cond delay="0"/>
                                          </p:stCondLst>
                                        </p:cTn>
                                        <p:tgtEl>
                                          <p:spTgt spid="398"/>
                                        </p:tgtEl>
                                        <p:attrNameLst>
                                          <p:attrName>style.visibility</p:attrName>
                                        </p:attrNameLst>
                                      </p:cBhvr>
                                      <p:to>
                                        <p:strVal val="visible"/>
                                      </p:to>
                                    </p:set>
                                  </p:childTnLst>
                                </p:cTn>
                              </p:par>
                              <p:par>
                                <p:cTn id="789" presetID="1" presetClass="entr" presetSubtype="0" fill="hold" nodeType="withEffect">
                                  <p:stCondLst>
                                    <p:cond delay="0"/>
                                  </p:stCondLst>
                                  <p:childTnLst>
                                    <p:set>
                                      <p:cBhvr>
                                        <p:cTn id="790" dur="1" fill="hold">
                                          <p:stCondLst>
                                            <p:cond delay="0"/>
                                          </p:stCondLst>
                                        </p:cTn>
                                        <p:tgtEl>
                                          <p:spTgt spid="399"/>
                                        </p:tgtEl>
                                        <p:attrNameLst>
                                          <p:attrName>style.visibility</p:attrName>
                                        </p:attrNameLst>
                                      </p:cBhvr>
                                      <p:to>
                                        <p:strVal val="visible"/>
                                      </p:to>
                                    </p:set>
                                  </p:childTnLst>
                                </p:cTn>
                              </p:par>
                              <p:par>
                                <p:cTn id="791" presetID="1" presetClass="entr" presetSubtype="0" fill="hold" nodeType="withEffect">
                                  <p:stCondLst>
                                    <p:cond delay="0"/>
                                  </p:stCondLst>
                                  <p:childTnLst>
                                    <p:set>
                                      <p:cBhvr>
                                        <p:cTn id="792" dur="1" fill="hold">
                                          <p:stCondLst>
                                            <p:cond delay="0"/>
                                          </p:stCondLst>
                                        </p:cTn>
                                        <p:tgtEl>
                                          <p:spTgt spid="400"/>
                                        </p:tgtEl>
                                        <p:attrNameLst>
                                          <p:attrName>style.visibility</p:attrName>
                                        </p:attrNameLst>
                                      </p:cBhvr>
                                      <p:to>
                                        <p:strVal val="visible"/>
                                      </p:to>
                                    </p:set>
                                  </p:childTnLst>
                                </p:cTn>
                              </p:par>
                              <p:par>
                                <p:cTn id="793" presetID="1" presetClass="entr" presetSubtype="0" fill="hold" nodeType="withEffect">
                                  <p:stCondLst>
                                    <p:cond delay="0"/>
                                  </p:stCondLst>
                                  <p:childTnLst>
                                    <p:set>
                                      <p:cBhvr>
                                        <p:cTn id="794" dur="1" fill="hold">
                                          <p:stCondLst>
                                            <p:cond delay="0"/>
                                          </p:stCondLst>
                                        </p:cTn>
                                        <p:tgtEl>
                                          <p:spTgt spid="401"/>
                                        </p:tgtEl>
                                        <p:attrNameLst>
                                          <p:attrName>style.visibility</p:attrName>
                                        </p:attrNameLst>
                                      </p:cBhvr>
                                      <p:to>
                                        <p:strVal val="visible"/>
                                      </p:to>
                                    </p:set>
                                  </p:childTnLst>
                                </p:cTn>
                              </p:par>
                              <p:par>
                                <p:cTn id="795" presetID="1" presetClass="entr" presetSubtype="0" fill="hold" nodeType="withEffect">
                                  <p:stCondLst>
                                    <p:cond delay="0"/>
                                  </p:stCondLst>
                                  <p:childTnLst>
                                    <p:set>
                                      <p:cBhvr>
                                        <p:cTn id="796" dur="1" fill="hold">
                                          <p:stCondLst>
                                            <p:cond delay="0"/>
                                          </p:stCondLst>
                                        </p:cTn>
                                        <p:tgtEl>
                                          <p:spTgt spid="402"/>
                                        </p:tgtEl>
                                        <p:attrNameLst>
                                          <p:attrName>style.visibility</p:attrName>
                                        </p:attrNameLst>
                                      </p:cBhvr>
                                      <p:to>
                                        <p:strVal val="visible"/>
                                      </p:to>
                                    </p:set>
                                  </p:childTnLst>
                                </p:cTn>
                              </p:par>
                              <p:par>
                                <p:cTn id="797" presetID="1" presetClass="entr" presetSubtype="0" fill="hold" nodeType="withEffect">
                                  <p:stCondLst>
                                    <p:cond delay="0"/>
                                  </p:stCondLst>
                                  <p:childTnLst>
                                    <p:set>
                                      <p:cBhvr>
                                        <p:cTn id="798" dur="1" fill="hold">
                                          <p:stCondLst>
                                            <p:cond delay="0"/>
                                          </p:stCondLst>
                                        </p:cTn>
                                        <p:tgtEl>
                                          <p:spTgt spid="403"/>
                                        </p:tgtEl>
                                        <p:attrNameLst>
                                          <p:attrName>style.visibility</p:attrName>
                                        </p:attrNameLst>
                                      </p:cBhvr>
                                      <p:to>
                                        <p:strVal val="visible"/>
                                      </p:to>
                                    </p:set>
                                  </p:childTnLst>
                                </p:cTn>
                              </p:par>
                              <p:par>
                                <p:cTn id="799" presetID="1" presetClass="entr" presetSubtype="0" fill="hold" nodeType="withEffect">
                                  <p:stCondLst>
                                    <p:cond delay="0"/>
                                  </p:stCondLst>
                                  <p:childTnLst>
                                    <p:set>
                                      <p:cBhvr>
                                        <p:cTn id="800" dur="1" fill="hold">
                                          <p:stCondLst>
                                            <p:cond delay="0"/>
                                          </p:stCondLst>
                                        </p:cTn>
                                        <p:tgtEl>
                                          <p:spTgt spid="404"/>
                                        </p:tgtEl>
                                        <p:attrNameLst>
                                          <p:attrName>style.visibility</p:attrName>
                                        </p:attrNameLst>
                                      </p:cBhvr>
                                      <p:to>
                                        <p:strVal val="visible"/>
                                      </p:to>
                                    </p:set>
                                  </p:childTnLst>
                                </p:cTn>
                              </p:par>
                              <p:par>
                                <p:cTn id="801" presetID="1" presetClass="entr" presetSubtype="0" fill="hold" nodeType="withEffect">
                                  <p:stCondLst>
                                    <p:cond delay="0"/>
                                  </p:stCondLst>
                                  <p:childTnLst>
                                    <p:set>
                                      <p:cBhvr>
                                        <p:cTn id="802" dur="1" fill="hold">
                                          <p:stCondLst>
                                            <p:cond delay="0"/>
                                          </p:stCondLst>
                                        </p:cTn>
                                        <p:tgtEl>
                                          <p:spTgt spid="405"/>
                                        </p:tgtEl>
                                        <p:attrNameLst>
                                          <p:attrName>style.visibility</p:attrName>
                                        </p:attrNameLst>
                                      </p:cBhvr>
                                      <p:to>
                                        <p:strVal val="visible"/>
                                      </p:to>
                                    </p:set>
                                  </p:childTnLst>
                                </p:cTn>
                              </p:par>
                              <p:par>
                                <p:cTn id="803" presetID="1" presetClass="entr" presetSubtype="0" fill="hold" nodeType="withEffect">
                                  <p:stCondLst>
                                    <p:cond delay="0"/>
                                  </p:stCondLst>
                                  <p:childTnLst>
                                    <p:set>
                                      <p:cBhvr>
                                        <p:cTn id="804" dur="1" fill="hold">
                                          <p:stCondLst>
                                            <p:cond delay="0"/>
                                          </p:stCondLst>
                                        </p:cTn>
                                        <p:tgtEl>
                                          <p:spTgt spid="406"/>
                                        </p:tgtEl>
                                        <p:attrNameLst>
                                          <p:attrName>style.visibility</p:attrName>
                                        </p:attrNameLst>
                                      </p:cBhvr>
                                      <p:to>
                                        <p:strVal val="visible"/>
                                      </p:to>
                                    </p:set>
                                  </p:childTnLst>
                                </p:cTn>
                              </p:par>
                              <p:par>
                                <p:cTn id="805" presetID="1" presetClass="entr" presetSubtype="0" fill="hold" nodeType="withEffect">
                                  <p:stCondLst>
                                    <p:cond delay="0"/>
                                  </p:stCondLst>
                                  <p:childTnLst>
                                    <p:set>
                                      <p:cBhvr>
                                        <p:cTn id="806" dur="1" fill="hold">
                                          <p:stCondLst>
                                            <p:cond delay="0"/>
                                          </p:stCondLst>
                                        </p:cTn>
                                        <p:tgtEl>
                                          <p:spTgt spid="407"/>
                                        </p:tgtEl>
                                        <p:attrNameLst>
                                          <p:attrName>style.visibility</p:attrName>
                                        </p:attrNameLst>
                                      </p:cBhvr>
                                      <p:to>
                                        <p:strVal val="visible"/>
                                      </p:to>
                                    </p:set>
                                  </p:childTnLst>
                                </p:cTn>
                              </p:par>
                              <p:par>
                                <p:cTn id="807" presetID="1" presetClass="entr" presetSubtype="0" fill="hold" nodeType="withEffect">
                                  <p:stCondLst>
                                    <p:cond delay="0"/>
                                  </p:stCondLst>
                                  <p:childTnLst>
                                    <p:set>
                                      <p:cBhvr>
                                        <p:cTn id="808" dur="1" fill="hold">
                                          <p:stCondLst>
                                            <p:cond delay="0"/>
                                          </p:stCondLst>
                                        </p:cTn>
                                        <p:tgtEl>
                                          <p:spTgt spid="408"/>
                                        </p:tgtEl>
                                        <p:attrNameLst>
                                          <p:attrName>style.visibility</p:attrName>
                                        </p:attrNameLst>
                                      </p:cBhvr>
                                      <p:to>
                                        <p:strVal val="visible"/>
                                      </p:to>
                                    </p:set>
                                  </p:childTnLst>
                                </p:cTn>
                              </p:par>
                              <p:par>
                                <p:cTn id="809" presetID="1" presetClass="entr" presetSubtype="0" fill="hold" nodeType="withEffect">
                                  <p:stCondLst>
                                    <p:cond delay="0"/>
                                  </p:stCondLst>
                                  <p:childTnLst>
                                    <p:set>
                                      <p:cBhvr>
                                        <p:cTn id="810" dur="1" fill="hold">
                                          <p:stCondLst>
                                            <p:cond delay="0"/>
                                          </p:stCondLst>
                                        </p:cTn>
                                        <p:tgtEl>
                                          <p:spTgt spid="409"/>
                                        </p:tgtEl>
                                        <p:attrNameLst>
                                          <p:attrName>style.visibility</p:attrName>
                                        </p:attrNameLst>
                                      </p:cBhvr>
                                      <p:to>
                                        <p:strVal val="visible"/>
                                      </p:to>
                                    </p:set>
                                  </p:childTnLst>
                                </p:cTn>
                              </p:par>
                              <p:par>
                                <p:cTn id="811" presetID="1" presetClass="entr" presetSubtype="0" fill="hold" nodeType="withEffect">
                                  <p:stCondLst>
                                    <p:cond delay="0"/>
                                  </p:stCondLst>
                                  <p:childTnLst>
                                    <p:set>
                                      <p:cBhvr>
                                        <p:cTn id="812" dur="1" fill="hold">
                                          <p:stCondLst>
                                            <p:cond delay="0"/>
                                          </p:stCondLst>
                                        </p:cTn>
                                        <p:tgtEl>
                                          <p:spTgt spid="410"/>
                                        </p:tgtEl>
                                        <p:attrNameLst>
                                          <p:attrName>style.visibility</p:attrName>
                                        </p:attrNameLst>
                                      </p:cBhvr>
                                      <p:to>
                                        <p:strVal val="visible"/>
                                      </p:to>
                                    </p:set>
                                  </p:childTnLst>
                                </p:cTn>
                              </p:par>
                              <p:par>
                                <p:cTn id="813" presetID="1" presetClass="entr" presetSubtype="0" fill="hold" nodeType="withEffect">
                                  <p:stCondLst>
                                    <p:cond delay="0"/>
                                  </p:stCondLst>
                                  <p:childTnLst>
                                    <p:set>
                                      <p:cBhvr>
                                        <p:cTn id="814" dur="1" fill="hold">
                                          <p:stCondLst>
                                            <p:cond delay="0"/>
                                          </p:stCondLst>
                                        </p:cTn>
                                        <p:tgtEl>
                                          <p:spTgt spid="411"/>
                                        </p:tgtEl>
                                        <p:attrNameLst>
                                          <p:attrName>style.visibility</p:attrName>
                                        </p:attrNameLst>
                                      </p:cBhvr>
                                      <p:to>
                                        <p:strVal val="visible"/>
                                      </p:to>
                                    </p:set>
                                  </p:childTnLst>
                                </p:cTn>
                              </p:par>
                              <p:par>
                                <p:cTn id="815" presetID="1" presetClass="entr" presetSubtype="0" fill="hold" nodeType="withEffect">
                                  <p:stCondLst>
                                    <p:cond delay="0"/>
                                  </p:stCondLst>
                                  <p:childTnLst>
                                    <p:set>
                                      <p:cBhvr>
                                        <p:cTn id="816" dur="1" fill="hold">
                                          <p:stCondLst>
                                            <p:cond delay="0"/>
                                          </p:stCondLst>
                                        </p:cTn>
                                        <p:tgtEl>
                                          <p:spTgt spid="412"/>
                                        </p:tgtEl>
                                        <p:attrNameLst>
                                          <p:attrName>style.visibility</p:attrName>
                                        </p:attrNameLst>
                                      </p:cBhvr>
                                      <p:to>
                                        <p:strVal val="visible"/>
                                      </p:to>
                                    </p:set>
                                  </p:childTnLst>
                                </p:cTn>
                              </p:par>
                              <p:par>
                                <p:cTn id="817" presetID="1" presetClass="entr" presetSubtype="0" fill="hold" nodeType="withEffect">
                                  <p:stCondLst>
                                    <p:cond delay="0"/>
                                  </p:stCondLst>
                                  <p:childTnLst>
                                    <p:set>
                                      <p:cBhvr>
                                        <p:cTn id="818" dur="1" fill="hold">
                                          <p:stCondLst>
                                            <p:cond delay="0"/>
                                          </p:stCondLst>
                                        </p:cTn>
                                        <p:tgtEl>
                                          <p:spTgt spid="413"/>
                                        </p:tgtEl>
                                        <p:attrNameLst>
                                          <p:attrName>style.visibility</p:attrName>
                                        </p:attrNameLst>
                                      </p:cBhvr>
                                      <p:to>
                                        <p:strVal val="visible"/>
                                      </p:to>
                                    </p:set>
                                  </p:childTnLst>
                                </p:cTn>
                              </p:par>
                              <p:par>
                                <p:cTn id="819" presetID="1" presetClass="entr" presetSubtype="0" fill="hold" nodeType="withEffect">
                                  <p:stCondLst>
                                    <p:cond delay="0"/>
                                  </p:stCondLst>
                                  <p:childTnLst>
                                    <p:set>
                                      <p:cBhvr>
                                        <p:cTn id="820" dur="1" fill="hold">
                                          <p:stCondLst>
                                            <p:cond delay="0"/>
                                          </p:stCondLst>
                                        </p:cTn>
                                        <p:tgtEl>
                                          <p:spTgt spid="414"/>
                                        </p:tgtEl>
                                        <p:attrNameLst>
                                          <p:attrName>style.visibility</p:attrName>
                                        </p:attrNameLst>
                                      </p:cBhvr>
                                      <p:to>
                                        <p:strVal val="visible"/>
                                      </p:to>
                                    </p:set>
                                  </p:childTnLst>
                                </p:cTn>
                              </p:par>
                              <p:par>
                                <p:cTn id="821" presetID="1" presetClass="entr" presetSubtype="0" fill="hold" nodeType="withEffect">
                                  <p:stCondLst>
                                    <p:cond delay="0"/>
                                  </p:stCondLst>
                                  <p:childTnLst>
                                    <p:set>
                                      <p:cBhvr>
                                        <p:cTn id="822" dur="1" fill="hold">
                                          <p:stCondLst>
                                            <p:cond delay="0"/>
                                          </p:stCondLst>
                                        </p:cTn>
                                        <p:tgtEl>
                                          <p:spTgt spid="415"/>
                                        </p:tgtEl>
                                        <p:attrNameLst>
                                          <p:attrName>style.visibility</p:attrName>
                                        </p:attrNameLst>
                                      </p:cBhvr>
                                      <p:to>
                                        <p:strVal val="visible"/>
                                      </p:to>
                                    </p:set>
                                  </p:childTnLst>
                                </p:cTn>
                              </p:par>
                              <p:par>
                                <p:cTn id="823" presetID="1" presetClass="entr" presetSubtype="0" fill="hold" nodeType="withEffect">
                                  <p:stCondLst>
                                    <p:cond delay="0"/>
                                  </p:stCondLst>
                                  <p:childTnLst>
                                    <p:set>
                                      <p:cBhvr>
                                        <p:cTn id="824" dur="1" fill="hold">
                                          <p:stCondLst>
                                            <p:cond delay="0"/>
                                          </p:stCondLst>
                                        </p:cTn>
                                        <p:tgtEl>
                                          <p:spTgt spid="416"/>
                                        </p:tgtEl>
                                        <p:attrNameLst>
                                          <p:attrName>style.visibility</p:attrName>
                                        </p:attrNameLst>
                                      </p:cBhvr>
                                      <p:to>
                                        <p:strVal val="visible"/>
                                      </p:to>
                                    </p:set>
                                  </p:childTnLst>
                                </p:cTn>
                              </p:par>
                              <p:par>
                                <p:cTn id="825" presetID="1" presetClass="entr" presetSubtype="0" fill="hold" nodeType="withEffect">
                                  <p:stCondLst>
                                    <p:cond delay="0"/>
                                  </p:stCondLst>
                                  <p:childTnLst>
                                    <p:set>
                                      <p:cBhvr>
                                        <p:cTn id="826" dur="1" fill="hold">
                                          <p:stCondLst>
                                            <p:cond delay="0"/>
                                          </p:stCondLst>
                                        </p:cTn>
                                        <p:tgtEl>
                                          <p:spTgt spid="417"/>
                                        </p:tgtEl>
                                        <p:attrNameLst>
                                          <p:attrName>style.visibility</p:attrName>
                                        </p:attrNameLst>
                                      </p:cBhvr>
                                      <p:to>
                                        <p:strVal val="visible"/>
                                      </p:to>
                                    </p:set>
                                  </p:childTnLst>
                                </p:cTn>
                              </p:par>
                              <p:par>
                                <p:cTn id="827" presetID="1" presetClass="entr" presetSubtype="0" fill="hold" nodeType="withEffect">
                                  <p:stCondLst>
                                    <p:cond delay="0"/>
                                  </p:stCondLst>
                                  <p:childTnLst>
                                    <p:set>
                                      <p:cBhvr>
                                        <p:cTn id="828" dur="1" fill="hold">
                                          <p:stCondLst>
                                            <p:cond delay="0"/>
                                          </p:stCondLst>
                                        </p:cTn>
                                        <p:tgtEl>
                                          <p:spTgt spid="418"/>
                                        </p:tgtEl>
                                        <p:attrNameLst>
                                          <p:attrName>style.visibility</p:attrName>
                                        </p:attrNameLst>
                                      </p:cBhvr>
                                      <p:to>
                                        <p:strVal val="visible"/>
                                      </p:to>
                                    </p:set>
                                  </p:childTnLst>
                                </p:cTn>
                              </p:par>
                              <p:par>
                                <p:cTn id="829" presetID="1" presetClass="entr" presetSubtype="0" fill="hold" nodeType="withEffect">
                                  <p:stCondLst>
                                    <p:cond delay="0"/>
                                  </p:stCondLst>
                                  <p:childTnLst>
                                    <p:set>
                                      <p:cBhvr>
                                        <p:cTn id="830" dur="1" fill="hold">
                                          <p:stCondLst>
                                            <p:cond delay="0"/>
                                          </p:stCondLst>
                                        </p:cTn>
                                        <p:tgtEl>
                                          <p:spTgt spid="419"/>
                                        </p:tgtEl>
                                        <p:attrNameLst>
                                          <p:attrName>style.visibility</p:attrName>
                                        </p:attrNameLst>
                                      </p:cBhvr>
                                      <p:to>
                                        <p:strVal val="visible"/>
                                      </p:to>
                                    </p:set>
                                  </p:childTnLst>
                                </p:cTn>
                              </p:par>
                              <p:par>
                                <p:cTn id="831" presetID="1" presetClass="entr" presetSubtype="0" fill="hold" nodeType="withEffect">
                                  <p:stCondLst>
                                    <p:cond delay="0"/>
                                  </p:stCondLst>
                                  <p:childTnLst>
                                    <p:set>
                                      <p:cBhvr>
                                        <p:cTn id="832" dur="1" fill="hold">
                                          <p:stCondLst>
                                            <p:cond delay="0"/>
                                          </p:stCondLst>
                                        </p:cTn>
                                        <p:tgtEl>
                                          <p:spTgt spid="420"/>
                                        </p:tgtEl>
                                        <p:attrNameLst>
                                          <p:attrName>style.visibility</p:attrName>
                                        </p:attrNameLst>
                                      </p:cBhvr>
                                      <p:to>
                                        <p:strVal val="visible"/>
                                      </p:to>
                                    </p:set>
                                  </p:childTnLst>
                                </p:cTn>
                              </p:par>
                              <p:par>
                                <p:cTn id="833" presetID="1" presetClass="entr" presetSubtype="0" fill="hold" nodeType="withEffect">
                                  <p:stCondLst>
                                    <p:cond delay="0"/>
                                  </p:stCondLst>
                                  <p:childTnLst>
                                    <p:set>
                                      <p:cBhvr>
                                        <p:cTn id="834" dur="1" fill="hold">
                                          <p:stCondLst>
                                            <p:cond delay="0"/>
                                          </p:stCondLst>
                                        </p:cTn>
                                        <p:tgtEl>
                                          <p:spTgt spid="421"/>
                                        </p:tgtEl>
                                        <p:attrNameLst>
                                          <p:attrName>style.visibility</p:attrName>
                                        </p:attrNameLst>
                                      </p:cBhvr>
                                      <p:to>
                                        <p:strVal val="visible"/>
                                      </p:to>
                                    </p:set>
                                  </p:childTnLst>
                                </p:cTn>
                              </p:par>
                              <p:par>
                                <p:cTn id="835" presetID="1" presetClass="entr" presetSubtype="0" fill="hold" nodeType="withEffect">
                                  <p:stCondLst>
                                    <p:cond delay="0"/>
                                  </p:stCondLst>
                                  <p:childTnLst>
                                    <p:set>
                                      <p:cBhvr>
                                        <p:cTn id="836" dur="1" fill="hold">
                                          <p:stCondLst>
                                            <p:cond delay="0"/>
                                          </p:stCondLst>
                                        </p:cTn>
                                        <p:tgtEl>
                                          <p:spTgt spid="422"/>
                                        </p:tgtEl>
                                        <p:attrNameLst>
                                          <p:attrName>style.visibility</p:attrName>
                                        </p:attrNameLst>
                                      </p:cBhvr>
                                      <p:to>
                                        <p:strVal val="visible"/>
                                      </p:to>
                                    </p:set>
                                  </p:childTnLst>
                                </p:cTn>
                              </p:par>
                              <p:par>
                                <p:cTn id="837" presetID="1" presetClass="entr" presetSubtype="0" fill="hold" nodeType="withEffect">
                                  <p:stCondLst>
                                    <p:cond delay="0"/>
                                  </p:stCondLst>
                                  <p:childTnLst>
                                    <p:set>
                                      <p:cBhvr>
                                        <p:cTn id="838" dur="1" fill="hold">
                                          <p:stCondLst>
                                            <p:cond delay="0"/>
                                          </p:stCondLst>
                                        </p:cTn>
                                        <p:tgtEl>
                                          <p:spTgt spid="423"/>
                                        </p:tgtEl>
                                        <p:attrNameLst>
                                          <p:attrName>style.visibility</p:attrName>
                                        </p:attrNameLst>
                                      </p:cBhvr>
                                      <p:to>
                                        <p:strVal val="visible"/>
                                      </p:to>
                                    </p:set>
                                  </p:childTnLst>
                                </p:cTn>
                              </p:par>
                              <p:par>
                                <p:cTn id="839" presetID="1" presetClass="entr" presetSubtype="0" fill="hold" nodeType="withEffect">
                                  <p:stCondLst>
                                    <p:cond delay="0"/>
                                  </p:stCondLst>
                                  <p:childTnLst>
                                    <p:set>
                                      <p:cBhvr>
                                        <p:cTn id="840" dur="1" fill="hold">
                                          <p:stCondLst>
                                            <p:cond delay="0"/>
                                          </p:stCondLst>
                                        </p:cTn>
                                        <p:tgtEl>
                                          <p:spTgt spid="424"/>
                                        </p:tgtEl>
                                        <p:attrNameLst>
                                          <p:attrName>style.visibility</p:attrName>
                                        </p:attrNameLst>
                                      </p:cBhvr>
                                      <p:to>
                                        <p:strVal val="visible"/>
                                      </p:to>
                                    </p:set>
                                  </p:childTnLst>
                                </p:cTn>
                              </p:par>
                              <p:par>
                                <p:cTn id="841" presetID="1" presetClass="entr" presetSubtype="0" fill="hold" nodeType="withEffect">
                                  <p:stCondLst>
                                    <p:cond delay="0"/>
                                  </p:stCondLst>
                                  <p:childTnLst>
                                    <p:set>
                                      <p:cBhvr>
                                        <p:cTn id="842" dur="1" fill="hold">
                                          <p:stCondLst>
                                            <p:cond delay="0"/>
                                          </p:stCondLst>
                                        </p:cTn>
                                        <p:tgtEl>
                                          <p:spTgt spid="425"/>
                                        </p:tgtEl>
                                        <p:attrNameLst>
                                          <p:attrName>style.visibility</p:attrName>
                                        </p:attrNameLst>
                                      </p:cBhvr>
                                      <p:to>
                                        <p:strVal val="visible"/>
                                      </p:to>
                                    </p:set>
                                  </p:childTnLst>
                                </p:cTn>
                              </p:par>
                              <p:par>
                                <p:cTn id="843" presetID="1" presetClass="entr" presetSubtype="0" fill="hold" nodeType="withEffect">
                                  <p:stCondLst>
                                    <p:cond delay="0"/>
                                  </p:stCondLst>
                                  <p:childTnLst>
                                    <p:set>
                                      <p:cBhvr>
                                        <p:cTn id="844" dur="1" fill="hold">
                                          <p:stCondLst>
                                            <p:cond delay="0"/>
                                          </p:stCondLst>
                                        </p:cTn>
                                        <p:tgtEl>
                                          <p:spTgt spid="426"/>
                                        </p:tgtEl>
                                        <p:attrNameLst>
                                          <p:attrName>style.visibility</p:attrName>
                                        </p:attrNameLst>
                                      </p:cBhvr>
                                      <p:to>
                                        <p:strVal val="visible"/>
                                      </p:to>
                                    </p:set>
                                  </p:childTnLst>
                                </p:cTn>
                              </p:par>
                              <p:par>
                                <p:cTn id="845" presetID="1" presetClass="entr" presetSubtype="0" fill="hold" nodeType="withEffect">
                                  <p:stCondLst>
                                    <p:cond delay="0"/>
                                  </p:stCondLst>
                                  <p:childTnLst>
                                    <p:set>
                                      <p:cBhvr>
                                        <p:cTn id="846" dur="1" fill="hold">
                                          <p:stCondLst>
                                            <p:cond delay="0"/>
                                          </p:stCondLst>
                                        </p:cTn>
                                        <p:tgtEl>
                                          <p:spTgt spid="427"/>
                                        </p:tgtEl>
                                        <p:attrNameLst>
                                          <p:attrName>style.visibility</p:attrName>
                                        </p:attrNameLst>
                                      </p:cBhvr>
                                      <p:to>
                                        <p:strVal val="visible"/>
                                      </p:to>
                                    </p:set>
                                  </p:childTnLst>
                                </p:cTn>
                              </p:par>
                              <p:par>
                                <p:cTn id="847" presetID="1" presetClass="entr" presetSubtype="0" fill="hold" nodeType="withEffect">
                                  <p:stCondLst>
                                    <p:cond delay="0"/>
                                  </p:stCondLst>
                                  <p:childTnLst>
                                    <p:set>
                                      <p:cBhvr>
                                        <p:cTn id="848" dur="1" fill="hold">
                                          <p:stCondLst>
                                            <p:cond delay="0"/>
                                          </p:stCondLst>
                                        </p:cTn>
                                        <p:tgtEl>
                                          <p:spTgt spid="428"/>
                                        </p:tgtEl>
                                        <p:attrNameLst>
                                          <p:attrName>style.visibility</p:attrName>
                                        </p:attrNameLst>
                                      </p:cBhvr>
                                      <p:to>
                                        <p:strVal val="visible"/>
                                      </p:to>
                                    </p:set>
                                  </p:childTnLst>
                                </p:cTn>
                              </p:par>
                              <p:par>
                                <p:cTn id="849" presetID="1" presetClass="entr" presetSubtype="0" fill="hold" nodeType="withEffect">
                                  <p:stCondLst>
                                    <p:cond delay="0"/>
                                  </p:stCondLst>
                                  <p:childTnLst>
                                    <p:set>
                                      <p:cBhvr>
                                        <p:cTn id="850" dur="1" fill="hold">
                                          <p:stCondLst>
                                            <p:cond delay="0"/>
                                          </p:stCondLst>
                                        </p:cTn>
                                        <p:tgtEl>
                                          <p:spTgt spid="429"/>
                                        </p:tgtEl>
                                        <p:attrNameLst>
                                          <p:attrName>style.visibility</p:attrName>
                                        </p:attrNameLst>
                                      </p:cBhvr>
                                      <p:to>
                                        <p:strVal val="visible"/>
                                      </p:to>
                                    </p:set>
                                  </p:childTnLst>
                                </p:cTn>
                              </p:par>
                              <p:par>
                                <p:cTn id="851" presetID="1" presetClass="entr" presetSubtype="0" fill="hold" nodeType="withEffect">
                                  <p:stCondLst>
                                    <p:cond delay="0"/>
                                  </p:stCondLst>
                                  <p:childTnLst>
                                    <p:set>
                                      <p:cBhvr>
                                        <p:cTn id="852" dur="1" fill="hold">
                                          <p:stCondLst>
                                            <p:cond delay="0"/>
                                          </p:stCondLst>
                                        </p:cTn>
                                        <p:tgtEl>
                                          <p:spTgt spid="430"/>
                                        </p:tgtEl>
                                        <p:attrNameLst>
                                          <p:attrName>style.visibility</p:attrName>
                                        </p:attrNameLst>
                                      </p:cBhvr>
                                      <p:to>
                                        <p:strVal val="visible"/>
                                      </p:to>
                                    </p:set>
                                  </p:childTnLst>
                                </p:cTn>
                              </p:par>
                              <p:par>
                                <p:cTn id="853" presetID="1" presetClass="entr" presetSubtype="0" fill="hold" nodeType="withEffect">
                                  <p:stCondLst>
                                    <p:cond delay="0"/>
                                  </p:stCondLst>
                                  <p:childTnLst>
                                    <p:set>
                                      <p:cBhvr>
                                        <p:cTn id="854" dur="1" fill="hold">
                                          <p:stCondLst>
                                            <p:cond delay="0"/>
                                          </p:stCondLst>
                                        </p:cTn>
                                        <p:tgtEl>
                                          <p:spTgt spid="431"/>
                                        </p:tgtEl>
                                        <p:attrNameLst>
                                          <p:attrName>style.visibility</p:attrName>
                                        </p:attrNameLst>
                                      </p:cBhvr>
                                      <p:to>
                                        <p:strVal val="visible"/>
                                      </p:to>
                                    </p:set>
                                  </p:childTnLst>
                                </p:cTn>
                              </p:par>
                              <p:par>
                                <p:cTn id="855" presetID="1" presetClass="entr" presetSubtype="0" fill="hold" nodeType="withEffect">
                                  <p:stCondLst>
                                    <p:cond delay="0"/>
                                  </p:stCondLst>
                                  <p:childTnLst>
                                    <p:set>
                                      <p:cBhvr>
                                        <p:cTn id="856" dur="1" fill="hold">
                                          <p:stCondLst>
                                            <p:cond delay="0"/>
                                          </p:stCondLst>
                                        </p:cTn>
                                        <p:tgtEl>
                                          <p:spTgt spid="432"/>
                                        </p:tgtEl>
                                        <p:attrNameLst>
                                          <p:attrName>style.visibility</p:attrName>
                                        </p:attrNameLst>
                                      </p:cBhvr>
                                      <p:to>
                                        <p:strVal val="visible"/>
                                      </p:to>
                                    </p:set>
                                  </p:childTnLst>
                                </p:cTn>
                              </p:par>
                              <p:par>
                                <p:cTn id="857" presetID="1" presetClass="entr" presetSubtype="0" fill="hold" nodeType="withEffect">
                                  <p:stCondLst>
                                    <p:cond delay="0"/>
                                  </p:stCondLst>
                                  <p:childTnLst>
                                    <p:set>
                                      <p:cBhvr>
                                        <p:cTn id="858" dur="1" fill="hold">
                                          <p:stCondLst>
                                            <p:cond delay="0"/>
                                          </p:stCondLst>
                                        </p:cTn>
                                        <p:tgtEl>
                                          <p:spTgt spid="433"/>
                                        </p:tgtEl>
                                        <p:attrNameLst>
                                          <p:attrName>style.visibility</p:attrName>
                                        </p:attrNameLst>
                                      </p:cBhvr>
                                      <p:to>
                                        <p:strVal val="visible"/>
                                      </p:to>
                                    </p:set>
                                  </p:childTnLst>
                                </p:cTn>
                              </p:par>
                              <p:par>
                                <p:cTn id="859" presetID="1" presetClass="entr" presetSubtype="0" fill="hold" nodeType="withEffect">
                                  <p:stCondLst>
                                    <p:cond delay="0"/>
                                  </p:stCondLst>
                                  <p:childTnLst>
                                    <p:set>
                                      <p:cBhvr>
                                        <p:cTn id="860" dur="1" fill="hold">
                                          <p:stCondLst>
                                            <p:cond delay="0"/>
                                          </p:stCondLst>
                                        </p:cTn>
                                        <p:tgtEl>
                                          <p:spTgt spid="434"/>
                                        </p:tgtEl>
                                        <p:attrNameLst>
                                          <p:attrName>style.visibility</p:attrName>
                                        </p:attrNameLst>
                                      </p:cBhvr>
                                      <p:to>
                                        <p:strVal val="visible"/>
                                      </p:to>
                                    </p:set>
                                  </p:childTnLst>
                                </p:cTn>
                              </p:par>
                              <p:par>
                                <p:cTn id="861" presetID="1" presetClass="entr" presetSubtype="0" fill="hold" nodeType="withEffect">
                                  <p:stCondLst>
                                    <p:cond delay="0"/>
                                  </p:stCondLst>
                                  <p:childTnLst>
                                    <p:set>
                                      <p:cBhvr>
                                        <p:cTn id="862" dur="1" fill="hold">
                                          <p:stCondLst>
                                            <p:cond delay="0"/>
                                          </p:stCondLst>
                                        </p:cTn>
                                        <p:tgtEl>
                                          <p:spTgt spid="435"/>
                                        </p:tgtEl>
                                        <p:attrNameLst>
                                          <p:attrName>style.visibility</p:attrName>
                                        </p:attrNameLst>
                                      </p:cBhvr>
                                      <p:to>
                                        <p:strVal val="visible"/>
                                      </p:to>
                                    </p:set>
                                  </p:childTnLst>
                                </p:cTn>
                              </p:par>
                              <p:par>
                                <p:cTn id="863" presetID="1" presetClass="entr" presetSubtype="0" fill="hold" nodeType="withEffect">
                                  <p:stCondLst>
                                    <p:cond delay="0"/>
                                  </p:stCondLst>
                                  <p:childTnLst>
                                    <p:set>
                                      <p:cBhvr>
                                        <p:cTn id="864" dur="1" fill="hold">
                                          <p:stCondLst>
                                            <p:cond delay="0"/>
                                          </p:stCondLst>
                                        </p:cTn>
                                        <p:tgtEl>
                                          <p:spTgt spid="436"/>
                                        </p:tgtEl>
                                        <p:attrNameLst>
                                          <p:attrName>style.visibility</p:attrName>
                                        </p:attrNameLst>
                                      </p:cBhvr>
                                      <p:to>
                                        <p:strVal val="visible"/>
                                      </p:to>
                                    </p:set>
                                  </p:childTnLst>
                                </p:cTn>
                              </p:par>
                              <p:par>
                                <p:cTn id="865" presetID="1" presetClass="entr" presetSubtype="0" fill="hold" nodeType="withEffect">
                                  <p:stCondLst>
                                    <p:cond delay="0"/>
                                  </p:stCondLst>
                                  <p:childTnLst>
                                    <p:set>
                                      <p:cBhvr>
                                        <p:cTn id="866" dur="1" fill="hold">
                                          <p:stCondLst>
                                            <p:cond delay="0"/>
                                          </p:stCondLst>
                                        </p:cTn>
                                        <p:tgtEl>
                                          <p:spTgt spid="437"/>
                                        </p:tgtEl>
                                        <p:attrNameLst>
                                          <p:attrName>style.visibility</p:attrName>
                                        </p:attrNameLst>
                                      </p:cBhvr>
                                      <p:to>
                                        <p:strVal val="visible"/>
                                      </p:to>
                                    </p:set>
                                  </p:childTnLst>
                                </p:cTn>
                              </p:par>
                              <p:par>
                                <p:cTn id="867" presetID="1" presetClass="entr" presetSubtype="0" fill="hold" nodeType="withEffect">
                                  <p:stCondLst>
                                    <p:cond delay="0"/>
                                  </p:stCondLst>
                                  <p:childTnLst>
                                    <p:set>
                                      <p:cBhvr>
                                        <p:cTn id="868" dur="1" fill="hold">
                                          <p:stCondLst>
                                            <p:cond delay="0"/>
                                          </p:stCondLst>
                                        </p:cTn>
                                        <p:tgtEl>
                                          <p:spTgt spid="438"/>
                                        </p:tgtEl>
                                        <p:attrNameLst>
                                          <p:attrName>style.visibility</p:attrName>
                                        </p:attrNameLst>
                                      </p:cBhvr>
                                      <p:to>
                                        <p:strVal val="visible"/>
                                      </p:to>
                                    </p:set>
                                  </p:childTnLst>
                                </p:cTn>
                              </p:par>
                              <p:par>
                                <p:cTn id="869" presetID="1" presetClass="entr" presetSubtype="0" fill="hold" nodeType="withEffect">
                                  <p:stCondLst>
                                    <p:cond delay="0"/>
                                  </p:stCondLst>
                                  <p:childTnLst>
                                    <p:set>
                                      <p:cBhvr>
                                        <p:cTn id="870" dur="1" fill="hold">
                                          <p:stCondLst>
                                            <p:cond delay="0"/>
                                          </p:stCondLst>
                                        </p:cTn>
                                        <p:tgtEl>
                                          <p:spTgt spid="439"/>
                                        </p:tgtEl>
                                        <p:attrNameLst>
                                          <p:attrName>style.visibility</p:attrName>
                                        </p:attrNameLst>
                                      </p:cBhvr>
                                      <p:to>
                                        <p:strVal val="visible"/>
                                      </p:to>
                                    </p:set>
                                  </p:childTnLst>
                                </p:cTn>
                              </p:par>
                              <p:par>
                                <p:cTn id="871" presetID="1" presetClass="entr" presetSubtype="0" fill="hold" nodeType="withEffect">
                                  <p:stCondLst>
                                    <p:cond delay="0"/>
                                  </p:stCondLst>
                                  <p:childTnLst>
                                    <p:set>
                                      <p:cBhvr>
                                        <p:cTn id="872" dur="1" fill="hold">
                                          <p:stCondLst>
                                            <p:cond delay="0"/>
                                          </p:stCondLst>
                                        </p:cTn>
                                        <p:tgtEl>
                                          <p:spTgt spid="440"/>
                                        </p:tgtEl>
                                        <p:attrNameLst>
                                          <p:attrName>style.visibility</p:attrName>
                                        </p:attrNameLst>
                                      </p:cBhvr>
                                      <p:to>
                                        <p:strVal val="visible"/>
                                      </p:to>
                                    </p:set>
                                  </p:childTnLst>
                                </p:cTn>
                              </p:par>
                              <p:par>
                                <p:cTn id="873" presetID="1" presetClass="entr" presetSubtype="0" fill="hold" nodeType="withEffect">
                                  <p:stCondLst>
                                    <p:cond delay="0"/>
                                  </p:stCondLst>
                                  <p:childTnLst>
                                    <p:set>
                                      <p:cBhvr>
                                        <p:cTn id="874" dur="1" fill="hold">
                                          <p:stCondLst>
                                            <p:cond delay="0"/>
                                          </p:stCondLst>
                                        </p:cTn>
                                        <p:tgtEl>
                                          <p:spTgt spid="441"/>
                                        </p:tgtEl>
                                        <p:attrNameLst>
                                          <p:attrName>style.visibility</p:attrName>
                                        </p:attrNameLst>
                                      </p:cBhvr>
                                      <p:to>
                                        <p:strVal val="visible"/>
                                      </p:to>
                                    </p:set>
                                  </p:childTnLst>
                                </p:cTn>
                              </p:par>
                              <p:par>
                                <p:cTn id="875" presetID="1" presetClass="entr" presetSubtype="0" fill="hold" nodeType="withEffect">
                                  <p:stCondLst>
                                    <p:cond delay="0"/>
                                  </p:stCondLst>
                                  <p:childTnLst>
                                    <p:set>
                                      <p:cBhvr>
                                        <p:cTn id="876" dur="1" fill="hold">
                                          <p:stCondLst>
                                            <p:cond delay="0"/>
                                          </p:stCondLst>
                                        </p:cTn>
                                        <p:tgtEl>
                                          <p:spTgt spid="442"/>
                                        </p:tgtEl>
                                        <p:attrNameLst>
                                          <p:attrName>style.visibility</p:attrName>
                                        </p:attrNameLst>
                                      </p:cBhvr>
                                      <p:to>
                                        <p:strVal val="visible"/>
                                      </p:to>
                                    </p:set>
                                  </p:childTnLst>
                                </p:cTn>
                              </p:par>
                              <p:par>
                                <p:cTn id="877" presetID="1" presetClass="entr" presetSubtype="0" fill="hold" nodeType="withEffect">
                                  <p:stCondLst>
                                    <p:cond delay="0"/>
                                  </p:stCondLst>
                                  <p:childTnLst>
                                    <p:set>
                                      <p:cBhvr>
                                        <p:cTn id="878" dur="1" fill="hold">
                                          <p:stCondLst>
                                            <p:cond delay="0"/>
                                          </p:stCondLst>
                                        </p:cTn>
                                        <p:tgtEl>
                                          <p:spTgt spid="443"/>
                                        </p:tgtEl>
                                        <p:attrNameLst>
                                          <p:attrName>style.visibility</p:attrName>
                                        </p:attrNameLst>
                                      </p:cBhvr>
                                      <p:to>
                                        <p:strVal val="visible"/>
                                      </p:to>
                                    </p:set>
                                  </p:childTnLst>
                                </p:cTn>
                              </p:par>
                              <p:par>
                                <p:cTn id="879" presetID="1" presetClass="entr" presetSubtype="0" fill="hold" nodeType="withEffect">
                                  <p:stCondLst>
                                    <p:cond delay="0"/>
                                  </p:stCondLst>
                                  <p:childTnLst>
                                    <p:set>
                                      <p:cBhvr>
                                        <p:cTn id="880" dur="1" fill="hold">
                                          <p:stCondLst>
                                            <p:cond delay="0"/>
                                          </p:stCondLst>
                                        </p:cTn>
                                        <p:tgtEl>
                                          <p:spTgt spid="444"/>
                                        </p:tgtEl>
                                        <p:attrNameLst>
                                          <p:attrName>style.visibility</p:attrName>
                                        </p:attrNameLst>
                                      </p:cBhvr>
                                      <p:to>
                                        <p:strVal val="visible"/>
                                      </p:to>
                                    </p:set>
                                  </p:childTnLst>
                                </p:cTn>
                              </p:par>
                              <p:par>
                                <p:cTn id="881" presetID="1" presetClass="entr" presetSubtype="0" fill="hold" nodeType="withEffect">
                                  <p:stCondLst>
                                    <p:cond delay="0"/>
                                  </p:stCondLst>
                                  <p:childTnLst>
                                    <p:set>
                                      <p:cBhvr>
                                        <p:cTn id="882" dur="1" fill="hold">
                                          <p:stCondLst>
                                            <p:cond delay="0"/>
                                          </p:stCondLst>
                                        </p:cTn>
                                        <p:tgtEl>
                                          <p:spTgt spid="445"/>
                                        </p:tgtEl>
                                        <p:attrNameLst>
                                          <p:attrName>style.visibility</p:attrName>
                                        </p:attrNameLst>
                                      </p:cBhvr>
                                      <p:to>
                                        <p:strVal val="visible"/>
                                      </p:to>
                                    </p:set>
                                  </p:childTnLst>
                                </p:cTn>
                              </p:par>
                              <p:par>
                                <p:cTn id="883" presetID="1" presetClass="entr" presetSubtype="0" fill="hold" nodeType="withEffect">
                                  <p:stCondLst>
                                    <p:cond delay="0"/>
                                  </p:stCondLst>
                                  <p:childTnLst>
                                    <p:set>
                                      <p:cBhvr>
                                        <p:cTn id="884" dur="1" fill="hold">
                                          <p:stCondLst>
                                            <p:cond delay="0"/>
                                          </p:stCondLst>
                                        </p:cTn>
                                        <p:tgtEl>
                                          <p:spTgt spid="446"/>
                                        </p:tgtEl>
                                        <p:attrNameLst>
                                          <p:attrName>style.visibility</p:attrName>
                                        </p:attrNameLst>
                                      </p:cBhvr>
                                      <p:to>
                                        <p:strVal val="visible"/>
                                      </p:to>
                                    </p:set>
                                  </p:childTnLst>
                                </p:cTn>
                              </p:par>
                              <p:par>
                                <p:cTn id="885" presetID="1" presetClass="entr" presetSubtype="0" fill="hold" nodeType="withEffect">
                                  <p:stCondLst>
                                    <p:cond delay="0"/>
                                  </p:stCondLst>
                                  <p:childTnLst>
                                    <p:set>
                                      <p:cBhvr>
                                        <p:cTn id="886" dur="1" fill="hold">
                                          <p:stCondLst>
                                            <p:cond delay="0"/>
                                          </p:stCondLst>
                                        </p:cTn>
                                        <p:tgtEl>
                                          <p:spTgt spid="447"/>
                                        </p:tgtEl>
                                        <p:attrNameLst>
                                          <p:attrName>style.visibility</p:attrName>
                                        </p:attrNameLst>
                                      </p:cBhvr>
                                      <p:to>
                                        <p:strVal val="visible"/>
                                      </p:to>
                                    </p:set>
                                  </p:childTnLst>
                                </p:cTn>
                              </p:par>
                              <p:par>
                                <p:cTn id="887" presetID="1" presetClass="entr" presetSubtype="0" fill="hold" nodeType="withEffect">
                                  <p:stCondLst>
                                    <p:cond delay="0"/>
                                  </p:stCondLst>
                                  <p:childTnLst>
                                    <p:set>
                                      <p:cBhvr>
                                        <p:cTn id="888" dur="1" fill="hold">
                                          <p:stCondLst>
                                            <p:cond delay="0"/>
                                          </p:stCondLst>
                                        </p:cTn>
                                        <p:tgtEl>
                                          <p:spTgt spid="448"/>
                                        </p:tgtEl>
                                        <p:attrNameLst>
                                          <p:attrName>style.visibility</p:attrName>
                                        </p:attrNameLst>
                                      </p:cBhvr>
                                      <p:to>
                                        <p:strVal val="visible"/>
                                      </p:to>
                                    </p:set>
                                  </p:childTnLst>
                                </p:cTn>
                              </p:par>
                              <p:par>
                                <p:cTn id="889" presetID="1" presetClass="entr" presetSubtype="0" fill="hold" nodeType="withEffect">
                                  <p:stCondLst>
                                    <p:cond delay="0"/>
                                  </p:stCondLst>
                                  <p:childTnLst>
                                    <p:set>
                                      <p:cBhvr>
                                        <p:cTn id="890" dur="1" fill="hold">
                                          <p:stCondLst>
                                            <p:cond delay="0"/>
                                          </p:stCondLst>
                                        </p:cTn>
                                        <p:tgtEl>
                                          <p:spTgt spid="449"/>
                                        </p:tgtEl>
                                        <p:attrNameLst>
                                          <p:attrName>style.visibility</p:attrName>
                                        </p:attrNameLst>
                                      </p:cBhvr>
                                      <p:to>
                                        <p:strVal val="visible"/>
                                      </p:to>
                                    </p:set>
                                  </p:childTnLst>
                                </p:cTn>
                              </p:par>
                              <p:par>
                                <p:cTn id="891" presetID="1" presetClass="entr" presetSubtype="0" fill="hold" nodeType="withEffect">
                                  <p:stCondLst>
                                    <p:cond delay="0"/>
                                  </p:stCondLst>
                                  <p:childTnLst>
                                    <p:set>
                                      <p:cBhvr>
                                        <p:cTn id="892" dur="1" fill="hold">
                                          <p:stCondLst>
                                            <p:cond delay="0"/>
                                          </p:stCondLst>
                                        </p:cTn>
                                        <p:tgtEl>
                                          <p:spTgt spid="450"/>
                                        </p:tgtEl>
                                        <p:attrNameLst>
                                          <p:attrName>style.visibility</p:attrName>
                                        </p:attrNameLst>
                                      </p:cBhvr>
                                      <p:to>
                                        <p:strVal val="visible"/>
                                      </p:to>
                                    </p:set>
                                  </p:childTnLst>
                                </p:cTn>
                              </p:par>
                              <p:par>
                                <p:cTn id="893" presetID="1" presetClass="entr" presetSubtype="0" fill="hold" nodeType="withEffect">
                                  <p:stCondLst>
                                    <p:cond delay="0"/>
                                  </p:stCondLst>
                                  <p:childTnLst>
                                    <p:set>
                                      <p:cBhvr>
                                        <p:cTn id="894" dur="1" fill="hold">
                                          <p:stCondLst>
                                            <p:cond delay="0"/>
                                          </p:stCondLst>
                                        </p:cTn>
                                        <p:tgtEl>
                                          <p:spTgt spid="451"/>
                                        </p:tgtEl>
                                        <p:attrNameLst>
                                          <p:attrName>style.visibility</p:attrName>
                                        </p:attrNameLst>
                                      </p:cBhvr>
                                      <p:to>
                                        <p:strVal val="visible"/>
                                      </p:to>
                                    </p:set>
                                  </p:childTnLst>
                                </p:cTn>
                              </p:par>
                              <p:par>
                                <p:cTn id="895" presetID="1" presetClass="entr" presetSubtype="0" fill="hold" nodeType="withEffect">
                                  <p:stCondLst>
                                    <p:cond delay="0"/>
                                  </p:stCondLst>
                                  <p:childTnLst>
                                    <p:set>
                                      <p:cBhvr>
                                        <p:cTn id="896" dur="1" fill="hold">
                                          <p:stCondLst>
                                            <p:cond delay="0"/>
                                          </p:stCondLst>
                                        </p:cTn>
                                        <p:tgtEl>
                                          <p:spTgt spid="452"/>
                                        </p:tgtEl>
                                        <p:attrNameLst>
                                          <p:attrName>style.visibility</p:attrName>
                                        </p:attrNameLst>
                                      </p:cBhvr>
                                      <p:to>
                                        <p:strVal val="visible"/>
                                      </p:to>
                                    </p:set>
                                  </p:childTnLst>
                                </p:cTn>
                              </p:par>
                              <p:par>
                                <p:cTn id="897" presetID="1" presetClass="entr" presetSubtype="0" fill="hold" nodeType="withEffect">
                                  <p:stCondLst>
                                    <p:cond delay="0"/>
                                  </p:stCondLst>
                                  <p:childTnLst>
                                    <p:set>
                                      <p:cBhvr>
                                        <p:cTn id="898" dur="1" fill="hold">
                                          <p:stCondLst>
                                            <p:cond delay="0"/>
                                          </p:stCondLst>
                                        </p:cTn>
                                        <p:tgtEl>
                                          <p:spTgt spid="453"/>
                                        </p:tgtEl>
                                        <p:attrNameLst>
                                          <p:attrName>style.visibility</p:attrName>
                                        </p:attrNameLst>
                                      </p:cBhvr>
                                      <p:to>
                                        <p:strVal val="visible"/>
                                      </p:to>
                                    </p:set>
                                  </p:childTnLst>
                                </p:cTn>
                              </p:par>
                              <p:par>
                                <p:cTn id="899" presetID="1" presetClass="entr" presetSubtype="0" fill="hold" nodeType="withEffect">
                                  <p:stCondLst>
                                    <p:cond delay="0"/>
                                  </p:stCondLst>
                                  <p:childTnLst>
                                    <p:set>
                                      <p:cBhvr>
                                        <p:cTn id="900" dur="1" fill="hold">
                                          <p:stCondLst>
                                            <p:cond delay="0"/>
                                          </p:stCondLst>
                                        </p:cTn>
                                        <p:tgtEl>
                                          <p:spTgt spid="454"/>
                                        </p:tgtEl>
                                        <p:attrNameLst>
                                          <p:attrName>style.visibility</p:attrName>
                                        </p:attrNameLst>
                                      </p:cBhvr>
                                      <p:to>
                                        <p:strVal val="visible"/>
                                      </p:to>
                                    </p:set>
                                  </p:childTnLst>
                                </p:cTn>
                              </p:par>
                              <p:par>
                                <p:cTn id="901" presetID="1" presetClass="entr" presetSubtype="0" fill="hold" nodeType="withEffect">
                                  <p:stCondLst>
                                    <p:cond delay="0"/>
                                  </p:stCondLst>
                                  <p:childTnLst>
                                    <p:set>
                                      <p:cBhvr>
                                        <p:cTn id="902" dur="1" fill="hold">
                                          <p:stCondLst>
                                            <p:cond delay="0"/>
                                          </p:stCondLst>
                                        </p:cTn>
                                        <p:tgtEl>
                                          <p:spTgt spid="455"/>
                                        </p:tgtEl>
                                        <p:attrNameLst>
                                          <p:attrName>style.visibility</p:attrName>
                                        </p:attrNameLst>
                                      </p:cBhvr>
                                      <p:to>
                                        <p:strVal val="visible"/>
                                      </p:to>
                                    </p:set>
                                  </p:childTnLst>
                                </p:cTn>
                              </p:par>
                              <p:par>
                                <p:cTn id="903" presetID="1" presetClass="entr" presetSubtype="0" fill="hold" nodeType="withEffect">
                                  <p:stCondLst>
                                    <p:cond delay="0"/>
                                  </p:stCondLst>
                                  <p:childTnLst>
                                    <p:set>
                                      <p:cBhvr>
                                        <p:cTn id="904" dur="1" fill="hold">
                                          <p:stCondLst>
                                            <p:cond delay="0"/>
                                          </p:stCondLst>
                                        </p:cTn>
                                        <p:tgtEl>
                                          <p:spTgt spid="456"/>
                                        </p:tgtEl>
                                        <p:attrNameLst>
                                          <p:attrName>style.visibility</p:attrName>
                                        </p:attrNameLst>
                                      </p:cBhvr>
                                      <p:to>
                                        <p:strVal val="visible"/>
                                      </p:to>
                                    </p:set>
                                  </p:childTnLst>
                                </p:cTn>
                              </p:par>
                              <p:par>
                                <p:cTn id="905" presetID="1" presetClass="entr" presetSubtype="0" fill="hold" nodeType="withEffect">
                                  <p:stCondLst>
                                    <p:cond delay="0"/>
                                  </p:stCondLst>
                                  <p:childTnLst>
                                    <p:set>
                                      <p:cBhvr>
                                        <p:cTn id="906" dur="1" fill="hold">
                                          <p:stCondLst>
                                            <p:cond delay="0"/>
                                          </p:stCondLst>
                                        </p:cTn>
                                        <p:tgtEl>
                                          <p:spTgt spid="457"/>
                                        </p:tgtEl>
                                        <p:attrNameLst>
                                          <p:attrName>style.visibility</p:attrName>
                                        </p:attrNameLst>
                                      </p:cBhvr>
                                      <p:to>
                                        <p:strVal val="visible"/>
                                      </p:to>
                                    </p:set>
                                  </p:childTnLst>
                                </p:cTn>
                              </p:par>
                              <p:par>
                                <p:cTn id="907" presetID="1" presetClass="entr" presetSubtype="0" fill="hold" nodeType="withEffect">
                                  <p:stCondLst>
                                    <p:cond delay="0"/>
                                  </p:stCondLst>
                                  <p:childTnLst>
                                    <p:set>
                                      <p:cBhvr>
                                        <p:cTn id="908" dur="1" fill="hold">
                                          <p:stCondLst>
                                            <p:cond delay="0"/>
                                          </p:stCondLst>
                                        </p:cTn>
                                        <p:tgtEl>
                                          <p:spTgt spid="458"/>
                                        </p:tgtEl>
                                        <p:attrNameLst>
                                          <p:attrName>style.visibility</p:attrName>
                                        </p:attrNameLst>
                                      </p:cBhvr>
                                      <p:to>
                                        <p:strVal val="visible"/>
                                      </p:to>
                                    </p:set>
                                  </p:childTnLst>
                                </p:cTn>
                              </p:par>
                              <p:par>
                                <p:cTn id="909" presetID="1" presetClass="entr" presetSubtype="0" fill="hold" nodeType="withEffect">
                                  <p:stCondLst>
                                    <p:cond delay="0"/>
                                  </p:stCondLst>
                                  <p:childTnLst>
                                    <p:set>
                                      <p:cBhvr>
                                        <p:cTn id="910" dur="1" fill="hold">
                                          <p:stCondLst>
                                            <p:cond delay="0"/>
                                          </p:stCondLst>
                                        </p:cTn>
                                        <p:tgtEl>
                                          <p:spTgt spid="459"/>
                                        </p:tgtEl>
                                        <p:attrNameLst>
                                          <p:attrName>style.visibility</p:attrName>
                                        </p:attrNameLst>
                                      </p:cBhvr>
                                      <p:to>
                                        <p:strVal val="visible"/>
                                      </p:to>
                                    </p:set>
                                  </p:childTnLst>
                                </p:cTn>
                              </p:par>
                              <p:par>
                                <p:cTn id="911" presetID="1" presetClass="entr" presetSubtype="0" fill="hold" nodeType="withEffect">
                                  <p:stCondLst>
                                    <p:cond delay="0"/>
                                  </p:stCondLst>
                                  <p:childTnLst>
                                    <p:set>
                                      <p:cBhvr>
                                        <p:cTn id="912" dur="1" fill="hold">
                                          <p:stCondLst>
                                            <p:cond delay="0"/>
                                          </p:stCondLst>
                                        </p:cTn>
                                        <p:tgtEl>
                                          <p:spTgt spid="460"/>
                                        </p:tgtEl>
                                        <p:attrNameLst>
                                          <p:attrName>style.visibility</p:attrName>
                                        </p:attrNameLst>
                                      </p:cBhvr>
                                      <p:to>
                                        <p:strVal val="visible"/>
                                      </p:to>
                                    </p:set>
                                  </p:childTnLst>
                                </p:cTn>
                              </p:par>
                              <p:par>
                                <p:cTn id="913" presetID="1" presetClass="entr" presetSubtype="0" fill="hold" nodeType="withEffect">
                                  <p:stCondLst>
                                    <p:cond delay="0"/>
                                  </p:stCondLst>
                                  <p:childTnLst>
                                    <p:set>
                                      <p:cBhvr>
                                        <p:cTn id="914" dur="1" fill="hold">
                                          <p:stCondLst>
                                            <p:cond delay="0"/>
                                          </p:stCondLst>
                                        </p:cTn>
                                        <p:tgtEl>
                                          <p:spTgt spid="461"/>
                                        </p:tgtEl>
                                        <p:attrNameLst>
                                          <p:attrName>style.visibility</p:attrName>
                                        </p:attrNameLst>
                                      </p:cBhvr>
                                      <p:to>
                                        <p:strVal val="visible"/>
                                      </p:to>
                                    </p:set>
                                  </p:childTnLst>
                                </p:cTn>
                              </p:par>
                              <p:par>
                                <p:cTn id="915" presetID="1" presetClass="entr" presetSubtype="0" fill="hold" nodeType="withEffect">
                                  <p:stCondLst>
                                    <p:cond delay="0"/>
                                  </p:stCondLst>
                                  <p:childTnLst>
                                    <p:set>
                                      <p:cBhvr>
                                        <p:cTn id="916" dur="1" fill="hold">
                                          <p:stCondLst>
                                            <p:cond delay="0"/>
                                          </p:stCondLst>
                                        </p:cTn>
                                        <p:tgtEl>
                                          <p:spTgt spid="462"/>
                                        </p:tgtEl>
                                        <p:attrNameLst>
                                          <p:attrName>style.visibility</p:attrName>
                                        </p:attrNameLst>
                                      </p:cBhvr>
                                      <p:to>
                                        <p:strVal val="visible"/>
                                      </p:to>
                                    </p:set>
                                  </p:childTnLst>
                                </p:cTn>
                              </p:par>
                              <p:par>
                                <p:cTn id="917" presetID="1" presetClass="entr" presetSubtype="0" fill="hold" nodeType="withEffect">
                                  <p:stCondLst>
                                    <p:cond delay="0"/>
                                  </p:stCondLst>
                                  <p:childTnLst>
                                    <p:set>
                                      <p:cBhvr>
                                        <p:cTn id="918" dur="1" fill="hold">
                                          <p:stCondLst>
                                            <p:cond delay="0"/>
                                          </p:stCondLst>
                                        </p:cTn>
                                        <p:tgtEl>
                                          <p:spTgt spid="463"/>
                                        </p:tgtEl>
                                        <p:attrNameLst>
                                          <p:attrName>style.visibility</p:attrName>
                                        </p:attrNameLst>
                                      </p:cBhvr>
                                      <p:to>
                                        <p:strVal val="visible"/>
                                      </p:to>
                                    </p:set>
                                  </p:childTnLst>
                                </p:cTn>
                              </p:par>
                              <p:par>
                                <p:cTn id="919" presetID="1" presetClass="entr" presetSubtype="0" fill="hold" nodeType="withEffect">
                                  <p:stCondLst>
                                    <p:cond delay="0"/>
                                  </p:stCondLst>
                                  <p:childTnLst>
                                    <p:set>
                                      <p:cBhvr>
                                        <p:cTn id="920" dur="1" fill="hold">
                                          <p:stCondLst>
                                            <p:cond delay="0"/>
                                          </p:stCondLst>
                                        </p:cTn>
                                        <p:tgtEl>
                                          <p:spTgt spid="464"/>
                                        </p:tgtEl>
                                        <p:attrNameLst>
                                          <p:attrName>style.visibility</p:attrName>
                                        </p:attrNameLst>
                                      </p:cBhvr>
                                      <p:to>
                                        <p:strVal val="visible"/>
                                      </p:to>
                                    </p:set>
                                  </p:childTnLst>
                                </p:cTn>
                              </p:par>
                              <p:par>
                                <p:cTn id="921" presetID="1" presetClass="entr" presetSubtype="0" fill="hold" nodeType="withEffect">
                                  <p:stCondLst>
                                    <p:cond delay="0"/>
                                  </p:stCondLst>
                                  <p:childTnLst>
                                    <p:set>
                                      <p:cBhvr>
                                        <p:cTn id="922" dur="1" fill="hold">
                                          <p:stCondLst>
                                            <p:cond delay="0"/>
                                          </p:stCondLst>
                                        </p:cTn>
                                        <p:tgtEl>
                                          <p:spTgt spid="465"/>
                                        </p:tgtEl>
                                        <p:attrNameLst>
                                          <p:attrName>style.visibility</p:attrName>
                                        </p:attrNameLst>
                                      </p:cBhvr>
                                      <p:to>
                                        <p:strVal val="visible"/>
                                      </p:to>
                                    </p:set>
                                  </p:childTnLst>
                                </p:cTn>
                              </p:par>
                              <p:par>
                                <p:cTn id="923" presetID="1" presetClass="entr" presetSubtype="0" fill="hold" nodeType="withEffect">
                                  <p:stCondLst>
                                    <p:cond delay="0"/>
                                  </p:stCondLst>
                                  <p:childTnLst>
                                    <p:set>
                                      <p:cBhvr>
                                        <p:cTn id="924" dur="1" fill="hold">
                                          <p:stCondLst>
                                            <p:cond delay="0"/>
                                          </p:stCondLst>
                                        </p:cTn>
                                        <p:tgtEl>
                                          <p:spTgt spid="466"/>
                                        </p:tgtEl>
                                        <p:attrNameLst>
                                          <p:attrName>style.visibility</p:attrName>
                                        </p:attrNameLst>
                                      </p:cBhvr>
                                      <p:to>
                                        <p:strVal val="visible"/>
                                      </p:to>
                                    </p:set>
                                  </p:childTnLst>
                                </p:cTn>
                              </p:par>
                              <p:par>
                                <p:cTn id="925" presetID="1" presetClass="entr" presetSubtype="0" fill="hold" nodeType="withEffect">
                                  <p:stCondLst>
                                    <p:cond delay="0"/>
                                  </p:stCondLst>
                                  <p:childTnLst>
                                    <p:set>
                                      <p:cBhvr>
                                        <p:cTn id="926" dur="1" fill="hold">
                                          <p:stCondLst>
                                            <p:cond delay="0"/>
                                          </p:stCondLst>
                                        </p:cTn>
                                        <p:tgtEl>
                                          <p:spTgt spid="467"/>
                                        </p:tgtEl>
                                        <p:attrNameLst>
                                          <p:attrName>style.visibility</p:attrName>
                                        </p:attrNameLst>
                                      </p:cBhvr>
                                      <p:to>
                                        <p:strVal val="visible"/>
                                      </p:to>
                                    </p:set>
                                  </p:childTnLst>
                                </p:cTn>
                              </p:par>
                              <p:par>
                                <p:cTn id="927" presetID="1" presetClass="entr" presetSubtype="0" fill="hold" nodeType="withEffect">
                                  <p:stCondLst>
                                    <p:cond delay="0"/>
                                  </p:stCondLst>
                                  <p:childTnLst>
                                    <p:set>
                                      <p:cBhvr>
                                        <p:cTn id="928" dur="1" fill="hold">
                                          <p:stCondLst>
                                            <p:cond delay="0"/>
                                          </p:stCondLst>
                                        </p:cTn>
                                        <p:tgtEl>
                                          <p:spTgt spid="468"/>
                                        </p:tgtEl>
                                        <p:attrNameLst>
                                          <p:attrName>style.visibility</p:attrName>
                                        </p:attrNameLst>
                                      </p:cBhvr>
                                      <p:to>
                                        <p:strVal val="visible"/>
                                      </p:to>
                                    </p:set>
                                  </p:childTnLst>
                                </p:cTn>
                              </p:par>
                              <p:par>
                                <p:cTn id="929" presetID="1" presetClass="entr" presetSubtype="0" fill="hold" nodeType="withEffect">
                                  <p:stCondLst>
                                    <p:cond delay="0"/>
                                  </p:stCondLst>
                                  <p:childTnLst>
                                    <p:set>
                                      <p:cBhvr>
                                        <p:cTn id="930" dur="1" fill="hold">
                                          <p:stCondLst>
                                            <p:cond delay="0"/>
                                          </p:stCondLst>
                                        </p:cTn>
                                        <p:tgtEl>
                                          <p:spTgt spid="469"/>
                                        </p:tgtEl>
                                        <p:attrNameLst>
                                          <p:attrName>style.visibility</p:attrName>
                                        </p:attrNameLst>
                                      </p:cBhvr>
                                      <p:to>
                                        <p:strVal val="visible"/>
                                      </p:to>
                                    </p:set>
                                  </p:childTnLst>
                                </p:cTn>
                              </p:par>
                              <p:par>
                                <p:cTn id="931" presetID="1" presetClass="entr" presetSubtype="0" fill="hold" nodeType="withEffect">
                                  <p:stCondLst>
                                    <p:cond delay="0"/>
                                  </p:stCondLst>
                                  <p:childTnLst>
                                    <p:set>
                                      <p:cBhvr>
                                        <p:cTn id="932" dur="1" fill="hold">
                                          <p:stCondLst>
                                            <p:cond delay="0"/>
                                          </p:stCondLst>
                                        </p:cTn>
                                        <p:tgtEl>
                                          <p:spTgt spid="470"/>
                                        </p:tgtEl>
                                        <p:attrNameLst>
                                          <p:attrName>style.visibility</p:attrName>
                                        </p:attrNameLst>
                                      </p:cBhvr>
                                      <p:to>
                                        <p:strVal val="visible"/>
                                      </p:to>
                                    </p:set>
                                  </p:childTnLst>
                                </p:cTn>
                              </p:par>
                              <p:par>
                                <p:cTn id="933" presetID="1" presetClass="entr" presetSubtype="0" fill="hold" nodeType="withEffect">
                                  <p:stCondLst>
                                    <p:cond delay="0"/>
                                  </p:stCondLst>
                                  <p:childTnLst>
                                    <p:set>
                                      <p:cBhvr>
                                        <p:cTn id="934" dur="1" fill="hold">
                                          <p:stCondLst>
                                            <p:cond delay="0"/>
                                          </p:stCondLst>
                                        </p:cTn>
                                        <p:tgtEl>
                                          <p:spTgt spid="471"/>
                                        </p:tgtEl>
                                        <p:attrNameLst>
                                          <p:attrName>style.visibility</p:attrName>
                                        </p:attrNameLst>
                                      </p:cBhvr>
                                      <p:to>
                                        <p:strVal val="visible"/>
                                      </p:to>
                                    </p:set>
                                  </p:childTnLst>
                                </p:cTn>
                              </p:par>
                              <p:par>
                                <p:cTn id="935" presetID="1" presetClass="entr" presetSubtype="0" fill="hold" nodeType="withEffect">
                                  <p:stCondLst>
                                    <p:cond delay="0"/>
                                  </p:stCondLst>
                                  <p:childTnLst>
                                    <p:set>
                                      <p:cBhvr>
                                        <p:cTn id="936" dur="1" fill="hold">
                                          <p:stCondLst>
                                            <p:cond delay="0"/>
                                          </p:stCondLst>
                                        </p:cTn>
                                        <p:tgtEl>
                                          <p:spTgt spid="472"/>
                                        </p:tgtEl>
                                        <p:attrNameLst>
                                          <p:attrName>style.visibility</p:attrName>
                                        </p:attrNameLst>
                                      </p:cBhvr>
                                      <p:to>
                                        <p:strVal val="visible"/>
                                      </p:to>
                                    </p:set>
                                  </p:childTnLst>
                                </p:cTn>
                              </p:par>
                              <p:par>
                                <p:cTn id="937" presetID="1" presetClass="entr" presetSubtype="0" fill="hold" nodeType="withEffect">
                                  <p:stCondLst>
                                    <p:cond delay="0"/>
                                  </p:stCondLst>
                                  <p:childTnLst>
                                    <p:set>
                                      <p:cBhvr>
                                        <p:cTn id="938" dur="1" fill="hold">
                                          <p:stCondLst>
                                            <p:cond delay="0"/>
                                          </p:stCondLst>
                                        </p:cTn>
                                        <p:tgtEl>
                                          <p:spTgt spid="473"/>
                                        </p:tgtEl>
                                        <p:attrNameLst>
                                          <p:attrName>style.visibility</p:attrName>
                                        </p:attrNameLst>
                                      </p:cBhvr>
                                      <p:to>
                                        <p:strVal val="visible"/>
                                      </p:to>
                                    </p:set>
                                  </p:childTnLst>
                                </p:cTn>
                              </p:par>
                              <p:par>
                                <p:cTn id="939" presetID="1" presetClass="entr" presetSubtype="0" fill="hold" nodeType="withEffect">
                                  <p:stCondLst>
                                    <p:cond delay="0"/>
                                  </p:stCondLst>
                                  <p:childTnLst>
                                    <p:set>
                                      <p:cBhvr>
                                        <p:cTn id="940" dur="1" fill="hold">
                                          <p:stCondLst>
                                            <p:cond delay="0"/>
                                          </p:stCondLst>
                                        </p:cTn>
                                        <p:tgtEl>
                                          <p:spTgt spid="474"/>
                                        </p:tgtEl>
                                        <p:attrNameLst>
                                          <p:attrName>style.visibility</p:attrName>
                                        </p:attrNameLst>
                                      </p:cBhvr>
                                      <p:to>
                                        <p:strVal val="visible"/>
                                      </p:to>
                                    </p:set>
                                  </p:childTnLst>
                                </p:cTn>
                              </p:par>
                              <p:par>
                                <p:cTn id="941" presetID="1" presetClass="entr" presetSubtype="0" fill="hold" nodeType="withEffect">
                                  <p:stCondLst>
                                    <p:cond delay="0"/>
                                  </p:stCondLst>
                                  <p:childTnLst>
                                    <p:set>
                                      <p:cBhvr>
                                        <p:cTn id="942" dur="1" fill="hold">
                                          <p:stCondLst>
                                            <p:cond delay="0"/>
                                          </p:stCondLst>
                                        </p:cTn>
                                        <p:tgtEl>
                                          <p:spTgt spid="475"/>
                                        </p:tgtEl>
                                        <p:attrNameLst>
                                          <p:attrName>style.visibility</p:attrName>
                                        </p:attrNameLst>
                                      </p:cBhvr>
                                      <p:to>
                                        <p:strVal val="visible"/>
                                      </p:to>
                                    </p:set>
                                  </p:childTnLst>
                                </p:cTn>
                              </p:par>
                              <p:par>
                                <p:cTn id="943" presetID="1" presetClass="entr" presetSubtype="0" fill="hold" nodeType="withEffect">
                                  <p:stCondLst>
                                    <p:cond delay="0"/>
                                  </p:stCondLst>
                                  <p:childTnLst>
                                    <p:set>
                                      <p:cBhvr>
                                        <p:cTn id="944" dur="1" fill="hold">
                                          <p:stCondLst>
                                            <p:cond delay="0"/>
                                          </p:stCondLst>
                                        </p:cTn>
                                        <p:tgtEl>
                                          <p:spTgt spid="476"/>
                                        </p:tgtEl>
                                        <p:attrNameLst>
                                          <p:attrName>style.visibility</p:attrName>
                                        </p:attrNameLst>
                                      </p:cBhvr>
                                      <p:to>
                                        <p:strVal val="visible"/>
                                      </p:to>
                                    </p:set>
                                  </p:childTnLst>
                                </p:cTn>
                              </p:par>
                              <p:par>
                                <p:cTn id="945" presetID="1" presetClass="entr" presetSubtype="0" fill="hold" nodeType="withEffect">
                                  <p:stCondLst>
                                    <p:cond delay="0"/>
                                  </p:stCondLst>
                                  <p:childTnLst>
                                    <p:set>
                                      <p:cBhvr>
                                        <p:cTn id="946" dur="1" fill="hold">
                                          <p:stCondLst>
                                            <p:cond delay="0"/>
                                          </p:stCondLst>
                                        </p:cTn>
                                        <p:tgtEl>
                                          <p:spTgt spid="477"/>
                                        </p:tgtEl>
                                        <p:attrNameLst>
                                          <p:attrName>style.visibility</p:attrName>
                                        </p:attrNameLst>
                                      </p:cBhvr>
                                      <p:to>
                                        <p:strVal val="visible"/>
                                      </p:to>
                                    </p:set>
                                  </p:childTnLst>
                                </p:cTn>
                              </p:par>
                              <p:par>
                                <p:cTn id="947" presetID="1" presetClass="entr" presetSubtype="0" fill="hold" nodeType="withEffect">
                                  <p:stCondLst>
                                    <p:cond delay="0"/>
                                  </p:stCondLst>
                                  <p:childTnLst>
                                    <p:set>
                                      <p:cBhvr>
                                        <p:cTn id="948" dur="1" fill="hold">
                                          <p:stCondLst>
                                            <p:cond delay="0"/>
                                          </p:stCondLst>
                                        </p:cTn>
                                        <p:tgtEl>
                                          <p:spTgt spid="478"/>
                                        </p:tgtEl>
                                        <p:attrNameLst>
                                          <p:attrName>style.visibility</p:attrName>
                                        </p:attrNameLst>
                                      </p:cBhvr>
                                      <p:to>
                                        <p:strVal val="visible"/>
                                      </p:to>
                                    </p:set>
                                  </p:childTnLst>
                                </p:cTn>
                              </p:par>
                              <p:par>
                                <p:cTn id="949" presetID="1" presetClass="entr" presetSubtype="0" fill="hold" nodeType="withEffect">
                                  <p:stCondLst>
                                    <p:cond delay="0"/>
                                  </p:stCondLst>
                                  <p:childTnLst>
                                    <p:set>
                                      <p:cBhvr>
                                        <p:cTn id="950" dur="1" fill="hold">
                                          <p:stCondLst>
                                            <p:cond delay="0"/>
                                          </p:stCondLst>
                                        </p:cTn>
                                        <p:tgtEl>
                                          <p:spTgt spid="479"/>
                                        </p:tgtEl>
                                        <p:attrNameLst>
                                          <p:attrName>style.visibility</p:attrName>
                                        </p:attrNameLst>
                                      </p:cBhvr>
                                      <p:to>
                                        <p:strVal val="visible"/>
                                      </p:to>
                                    </p:set>
                                  </p:childTnLst>
                                </p:cTn>
                              </p:par>
                              <p:par>
                                <p:cTn id="951" presetID="1" presetClass="entr" presetSubtype="0" fill="hold" nodeType="withEffect">
                                  <p:stCondLst>
                                    <p:cond delay="0"/>
                                  </p:stCondLst>
                                  <p:childTnLst>
                                    <p:set>
                                      <p:cBhvr>
                                        <p:cTn id="952" dur="1" fill="hold">
                                          <p:stCondLst>
                                            <p:cond delay="0"/>
                                          </p:stCondLst>
                                        </p:cTn>
                                        <p:tgtEl>
                                          <p:spTgt spid="480"/>
                                        </p:tgtEl>
                                        <p:attrNameLst>
                                          <p:attrName>style.visibility</p:attrName>
                                        </p:attrNameLst>
                                      </p:cBhvr>
                                      <p:to>
                                        <p:strVal val="visible"/>
                                      </p:to>
                                    </p:set>
                                  </p:childTnLst>
                                </p:cTn>
                              </p:par>
                              <p:par>
                                <p:cTn id="953" presetID="1" presetClass="entr" presetSubtype="0" fill="hold" nodeType="withEffect">
                                  <p:stCondLst>
                                    <p:cond delay="0"/>
                                  </p:stCondLst>
                                  <p:childTnLst>
                                    <p:set>
                                      <p:cBhvr>
                                        <p:cTn id="954" dur="1" fill="hold">
                                          <p:stCondLst>
                                            <p:cond delay="0"/>
                                          </p:stCondLst>
                                        </p:cTn>
                                        <p:tgtEl>
                                          <p:spTgt spid="481"/>
                                        </p:tgtEl>
                                        <p:attrNameLst>
                                          <p:attrName>style.visibility</p:attrName>
                                        </p:attrNameLst>
                                      </p:cBhvr>
                                      <p:to>
                                        <p:strVal val="visible"/>
                                      </p:to>
                                    </p:set>
                                  </p:childTnLst>
                                </p:cTn>
                              </p:par>
                              <p:par>
                                <p:cTn id="955" presetID="1" presetClass="entr" presetSubtype="0" fill="hold" nodeType="withEffect">
                                  <p:stCondLst>
                                    <p:cond delay="0"/>
                                  </p:stCondLst>
                                  <p:childTnLst>
                                    <p:set>
                                      <p:cBhvr>
                                        <p:cTn id="956" dur="1" fill="hold">
                                          <p:stCondLst>
                                            <p:cond delay="0"/>
                                          </p:stCondLst>
                                        </p:cTn>
                                        <p:tgtEl>
                                          <p:spTgt spid="482"/>
                                        </p:tgtEl>
                                        <p:attrNameLst>
                                          <p:attrName>style.visibility</p:attrName>
                                        </p:attrNameLst>
                                      </p:cBhvr>
                                      <p:to>
                                        <p:strVal val="visible"/>
                                      </p:to>
                                    </p:set>
                                  </p:childTnLst>
                                </p:cTn>
                              </p:par>
                              <p:par>
                                <p:cTn id="957" presetID="1" presetClass="entr" presetSubtype="0" fill="hold" nodeType="withEffect">
                                  <p:stCondLst>
                                    <p:cond delay="0"/>
                                  </p:stCondLst>
                                  <p:childTnLst>
                                    <p:set>
                                      <p:cBhvr>
                                        <p:cTn id="958" dur="1" fill="hold">
                                          <p:stCondLst>
                                            <p:cond delay="0"/>
                                          </p:stCondLst>
                                        </p:cTn>
                                        <p:tgtEl>
                                          <p:spTgt spid="483"/>
                                        </p:tgtEl>
                                        <p:attrNameLst>
                                          <p:attrName>style.visibility</p:attrName>
                                        </p:attrNameLst>
                                      </p:cBhvr>
                                      <p:to>
                                        <p:strVal val="visible"/>
                                      </p:to>
                                    </p:set>
                                  </p:childTnLst>
                                </p:cTn>
                              </p:par>
                              <p:par>
                                <p:cTn id="959" presetID="1" presetClass="entr" presetSubtype="0" fill="hold" nodeType="withEffect">
                                  <p:stCondLst>
                                    <p:cond delay="0"/>
                                  </p:stCondLst>
                                  <p:childTnLst>
                                    <p:set>
                                      <p:cBhvr>
                                        <p:cTn id="960" dur="1" fill="hold">
                                          <p:stCondLst>
                                            <p:cond delay="0"/>
                                          </p:stCondLst>
                                        </p:cTn>
                                        <p:tgtEl>
                                          <p:spTgt spid="484"/>
                                        </p:tgtEl>
                                        <p:attrNameLst>
                                          <p:attrName>style.visibility</p:attrName>
                                        </p:attrNameLst>
                                      </p:cBhvr>
                                      <p:to>
                                        <p:strVal val="visible"/>
                                      </p:to>
                                    </p:set>
                                  </p:childTnLst>
                                </p:cTn>
                              </p:par>
                              <p:par>
                                <p:cTn id="961" presetID="1" presetClass="entr" presetSubtype="0" fill="hold" nodeType="withEffect">
                                  <p:stCondLst>
                                    <p:cond delay="0"/>
                                  </p:stCondLst>
                                  <p:childTnLst>
                                    <p:set>
                                      <p:cBhvr>
                                        <p:cTn id="962" dur="1" fill="hold">
                                          <p:stCondLst>
                                            <p:cond delay="0"/>
                                          </p:stCondLst>
                                        </p:cTn>
                                        <p:tgtEl>
                                          <p:spTgt spid="485"/>
                                        </p:tgtEl>
                                        <p:attrNameLst>
                                          <p:attrName>style.visibility</p:attrName>
                                        </p:attrNameLst>
                                      </p:cBhvr>
                                      <p:to>
                                        <p:strVal val="visible"/>
                                      </p:to>
                                    </p:set>
                                  </p:childTnLst>
                                </p:cTn>
                              </p:par>
                              <p:par>
                                <p:cTn id="963" presetID="1" presetClass="entr" presetSubtype="0" fill="hold" nodeType="withEffect">
                                  <p:stCondLst>
                                    <p:cond delay="0"/>
                                  </p:stCondLst>
                                  <p:childTnLst>
                                    <p:set>
                                      <p:cBhvr>
                                        <p:cTn id="964" dur="1" fill="hold">
                                          <p:stCondLst>
                                            <p:cond delay="0"/>
                                          </p:stCondLst>
                                        </p:cTn>
                                        <p:tgtEl>
                                          <p:spTgt spid="486"/>
                                        </p:tgtEl>
                                        <p:attrNameLst>
                                          <p:attrName>style.visibility</p:attrName>
                                        </p:attrNameLst>
                                      </p:cBhvr>
                                      <p:to>
                                        <p:strVal val="visible"/>
                                      </p:to>
                                    </p:set>
                                  </p:childTnLst>
                                </p:cTn>
                              </p:par>
                              <p:par>
                                <p:cTn id="965" presetID="1" presetClass="entr" presetSubtype="0" fill="hold" nodeType="withEffect">
                                  <p:stCondLst>
                                    <p:cond delay="0"/>
                                  </p:stCondLst>
                                  <p:childTnLst>
                                    <p:set>
                                      <p:cBhvr>
                                        <p:cTn id="966" dur="1" fill="hold">
                                          <p:stCondLst>
                                            <p:cond delay="0"/>
                                          </p:stCondLst>
                                        </p:cTn>
                                        <p:tgtEl>
                                          <p:spTgt spid="487"/>
                                        </p:tgtEl>
                                        <p:attrNameLst>
                                          <p:attrName>style.visibility</p:attrName>
                                        </p:attrNameLst>
                                      </p:cBhvr>
                                      <p:to>
                                        <p:strVal val="visible"/>
                                      </p:to>
                                    </p:set>
                                  </p:childTnLst>
                                </p:cTn>
                              </p:par>
                              <p:par>
                                <p:cTn id="967" presetID="1" presetClass="entr" presetSubtype="0" fill="hold" nodeType="withEffect">
                                  <p:stCondLst>
                                    <p:cond delay="0"/>
                                  </p:stCondLst>
                                  <p:childTnLst>
                                    <p:set>
                                      <p:cBhvr>
                                        <p:cTn id="968" dur="1" fill="hold">
                                          <p:stCondLst>
                                            <p:cond delay="0"/>
                                          </p:stCondLst>
                                        </p:cTn>
                                        <p:tgtEl>
                                          <p:spTgt spid="488"/>
                                        </p:tgtEl>
                                        <p:attrNameLst>
                                          <p:attrName>style.visibility</p:attrName>
                                        </p:attrNameLst>
                                      </p:cBhvr>
                                      <p:to>
                                        <p:strVal val="visible"/>
                                      </p:to>
                                    </p:set>
                                  </p:childTnLst>
                                </p:cTn>
                              </p:par>
                              <p:par>
                                <p:cTn id="969" presetID="1" presetClass="entr" presetSubtype="0" fill="hold" nodeType="withEffect">
                                  <p:stCondLst>
                                    <p:cond delay="0"/>
                                  </p:stCondLst>
                                  <p:childTnLst>
                                    <p:set>
                                      <p:cBhvr>
                                        <p:cTn id="970" dur="1" fill="hold">
                                          <p:stCondLst>
                                            <p:cond delay="0"/>
                                          </p:stCondLst>
                                        </p:cTn>
                                        <p:tgtEl>
                                          <p:spTgt spid="489"/>
                                        </p:tgtEl>
                                        <p:attrNameLst>
                                          <p:attrName>style.visibility</p:attrName>
                                        </p:attrNameLst>
                                      </p:cBhvr>
                                      <p:to>
                                        <p:strVal val="visible"/>
                                      </p:to>
                                    </p:set>
                                  </p:childTnLst>
                                </p:cTn>
                              </p:par>
                              <p:par>
                                <p:cTn id="971" presetID="1" presetClass="entr" presetSubtype="0" fill="hold" nodeType="withEffect">
                                  <p:stCondLst>
                                    <p:cond delay="0"/>
                                  </p:stCondLst>
                                  <p:childTnLst>
                                    <p:set>
                                      <p:cBhvr>
                                        <p:cTn id="972" dur="1" fill="hold">
                                          <p:stCondLst>
                                            <p:cond delay="0"/>
                                          </p:stCondLst>
                                        </p:cTn>
                                        <p:tgtEl>
                                          <p:spTgt spid="490"/>
                                        </p:tgtEl>
                                        <p:attrNameLst>
                                          <p:attrName>style.visibility</p:attrName>
                                        </p:attrNameLst>
                                      </p:cBhvr>
                                      <p:to>
                                        <p:strVal val="visible"/>
                                      </p:to>
                                    </p:set>
                                  </p:childTnLst>
                                </p:cTn>
                              </p:par>
                              <p:par>
                                <p:cTn id="973" presetID="1" presetClass="entr" presetSubtype="0" fill="hold" nodeType="withEffect">
                                  <p:stCondLst>
                                    <p:cond delay="0"/>
                                  </p:stCondLst>
                                  <p:childTnLst>
                                    <p:set>
                                      <p:cBhvr>
                                        <p:cTn id="974" dur="1" fill="hold">
                                          <p:stCondLst>
                                            <p:cond delay="0"/>
                                          </p:stCondLst>
                                        </p:cTn>
                                        <p:tgtEl>
                                          <p:spTgt spid="491"/>
                                        </p:tgtEl>
                                        <p:attrNameLst>
                                          <p:attrName>style.visibility</p:attrName>
                                        </p:attrNameLst>
                                      </p:cBhvr>
                                      <p:to>
                                        <p:strVal val="visible"/>
                                      </p:to>
                                    </p:set>
                                  </p:childTnLst>
                                </p:cTn>
                              </p:par>
                              <p:par>
                                <p:cTn id="975" presetID="1" presetClass="entr" presetSubtype="0" fill="hold" nodeType="withEffect">
                                  <p:stCondLst>
                                    <p:cond delay="0"/>
                                  </p:stCondLst>
                                  <p:childTnLst>
                                    <p:set>
                                      <p:cBhvr>
                                        <p:cTn id="976" dur="1" fill="hold">
                                          <p:stCondLst>
                                            <p:cond delay="0"/>
                                          </p:stCondLst>
                                        </p:cTn>
                                        <p:tgtEl>
                                          <p:spTgt spid="492"/>
                                        </p:tgtEl>
                                        <p:attrNameLst>
                                          <p:attrName>style.visibility</p:attrName>
                                        </p:attrNameLst>
                                      </p:cBhvr>
                                      <p:to>
                                        <p:strVal val="visible"/>
                                      </p:to>
                                    </p:set>
                                  </p:childTnLst>
                                </p:cTn>
                              </p:par>
                              <p:par>
                                <p:cTn id="977" presetID="1" presetClass="entr" presetSubtype="0" fill="hold" nodeType="withEffect">
                                  <p:stCondLst>
                                    <p:cond delay="0"/>
                                  </p:stCondLst>
                                  <p:childTnLst>
                                    <p:set>
                                      <p:cBhvr>
                                        <p:cTn id="978" dur="1" fill="hold">
                                          <p:stCondLst>
                                            <p:cond delay="0"/>
                                          </p:stCondLst>
                                        </p:cTn>
                                        <p:tgtEl>
                                          <p:spTgt spid="493"/>
                                        </p:tgtEl>
                                        <p:attrNameLst>
                                          <p:attrName>style.visibility</p:attrName>
                                        </p:attrNameLst>
                                      </p:cBhvr>
                                      <p:to>
                                        <p:strVal val="visible"/>
                                      </p:to>
                                    </p:set>
                                  </p:childTnLst>
                                </p:cTn>
                              </p:par>
                              <p:par>
                                <p:cTn id="979" presetID="1" presetClass="entr" presetSubtype="0" fill="hold" nodeType="withEffect">
                                  <p:stCondLst>
                                    <p:cond delay="0"/>
                                  </p:stCondLst>
                                  <p:childTnLst>
                                    <p:set>
                                      <p:cBhvr>
                                        <p:cTn id="980" dur="1" fill="hold">
                                          <p:stCondLst>
                                            <p:cond delay="0"/>
                                          </p:stCondLst>
                                        </p:cTn>
                                        <p:tgtEl>
                                          <p:spTgt spid="494"/>
                                        </p:tgtEl>
                                        <p:attrNameLst>
                                          <p:attrName>style.visibility</p:attrName>
                                        </p:attrNameLst>
                                      </p:cBhvr>
                                      <p:to>
                                        <p:strVal val="visible"/>
                                      </p:to>
                                    </p:set>
                                  </p:childTnLst>
                                </p:cTn>
                              </p:par>
                              <p:par>
                                <p:cTn id="981" presetID="1" presetClass="entr" presetSubtype="0" fill="hold" nodeType="withEffect">
                                  <p:stCondLst>
                                    <p:cond delay="0"/>
                                  </p:stCondLst>
                                  <p:childTnLst>
                                    <p:set>
                                      <p:cBhvr>
                                        <p:cTn id="982" dur="1" fill="hold">
                                          <p:stCondLst>
                                            <p:cond delay="0"/>
                                          </p:stCondLst>
                                        </p:cTn>
                                        <p:tgtEl>
                                          <p:spTgt spid="495"/>
                                        </p:tgtEl>
                                        <p:attrNameLst>
                                          <p:attrName>style.visibility</p:attrName>
                                        </p:attrNameLst>
                                      </p:cBhvr>
                                      <p:to>
                                        <p:strVal val="visible"/>
                                      </p:to>
                                    </p:set>
                                  </p:childTnLst>
                                </p:cTn>
                              </p:par>
                              <p:par>
                                <p:cTn id="983" presetID="1" presetClass="entr" presetSubtype="0" fill="hold" nodeType="withEffect">
                                  <p:stCondLst>
                                    <p:cond delay="0"/>
                                  </p:stCondLst>
                                  <p:childTnLst>
                                    <p:set>
                                      <p:cBhvr>
                                        <p:cTn id="984" dur="1" fill="hold">
                                          <p:stCondLst>
                                            <p:cond delay="0"/>
                                          </p:stCondLst>
                                        </p:cTn>
                                        <p:tgtEl>
                                          <p:spTgt spid="496"/>
                                        </p:tgtEl>
                                        <p:attrNameLst>
                                          <p:attrName>style.visibility</p:attrName>
                                        </p:attrNameLst>
                                      </p:cBhvr>
                                      <p:to>
                                        <p:strVal val="visible"/>
                                      </p:to>
                                    </p:set>
                                  </p:childTnLst>
                                </p:cTn>
                              </p:par>
                              <p:par>
                                <p:cTn id="985" presetID="1" presetClass="entr" presetSubtype="0" fill="hold" nodeType="withEffect">
                                  <p:stCondLst>
                                    <p:cond delay="0"/>
                                  </p:stCondLst>
                                  <p:childTnLst>
                                    <p:set>
                                      <p:cBhvr>
                                        <p:cTn id="986" dur="1" fill="hold">
                                          <p:stCondLst>
                                            <p:cond delay="0"/>
                                          </p:stCondLst>
                                        </p:cTn>
                                        <p:tgtEl>
                                          <p:spTgt spid="497"/>
                                        </p:tgtEl>
                                        <p:attrNameLst>
                                          <p:attrName>style.visibility</p:attrName>
                                        </p:attrNameLst>
                                      </p:cBhvr>
                                      <p:to>
                                        <p:strVal val="visible"/>
                                      </p:to>
                                    </p:set>
                                  </p:childTnLst>
                                </p:cTn>
                              </p:par>
                              <p:par>
                                <p:cTn id="987" presetID="1" presetClass="entr" presetSubtype="0" fill="hold" nodeType="withEffect">
                                  <p:stCondLst>
                                    <p:cond delay="0"/>
                                  </p:stCondLst>
                                  <p:childTnLst>
                                    <p:set>
                                      <p:cBhvr>
                                        <p:cTn id="988" dur="1" fill="hold">
                                          <p:stCondLst>
                                            <p:cond delay="0"/>
                                          </p:stCondLst>
                                        </p:cTn>
                                        <p:tgtEl>
                                          <p:spTgt spid="498"/>
                                        </p:tgtEl>
                                        <p:attrNameLst>
                                          <p:attrName>style.visibility</p:attrName>
                                        </p:attrNameLst>
                                      </p:cBhvr>
                                      <p:to>
                                        <p:strVal val="visible"/>
                                      </p:to>
                                    </p:set>
                                  </p:childTnLst>
                                </p:cTn>
                              </p:par>
                              <p:par>
                                <p:cTn id="989" presetID="1" presetClass="entr" presetSubtype="0" fill="hold" nodeType="withEffect">
                                  <p:stCondLst>
                                    <p:cond delay="0"/>
                                  </p:stCondLst>
                                  <p:childTnLst>
                                    <p:set>
                                      <p:cBhvr>
                                        <p:cTn id="990" dur="1" fill="hold">
                                          <p:stCondLst>
                                            <p:cond delay="0"/>
                                          </p:stCondLst>
                                        </p:cTn>
                                        <p:tgtEl>
                                          <p:spTgt spid="499"/>
                                        </p:tgtEl>
                                        <p:attrNameLst>
                                          <p:attrName>style.visibility</p:attrName>
                                        </p:attrNameLst>
                                      </p:cBhvr>
                                      <p:to>
                                        <p:strVal val="visible"/>
                                      </p:to>
                                    </p:set>
                                  </p:childTnLst>
                                </p:cTn>
                              </p:par>
                              <p:par>
                                <p:cTn id="991" presetID="1" presetClass="entr" presetSubtype="0" fill="hold" nodeType="withEffect">
                                  <p:stCondLst>
                                    <p:cond delay="0"/>
                                  </p:stCondLst>
                                  <p:childTnLst>
                                    <p:set>
                                      <p:cBhvr>
                                        <p:cTn id="992" dur="1" fill="hold">
                                          <p:stCondLst>
                                            <p:cond delay="0"/>
                                          </p:stCondLst>
                                        </p:cTn>
                                        <p:tgtEl>
                                          <p:spTgt spid="500"/>
                                        </p:tgtEl>
                                        <p:attrNameLst>
                                          <p:attrName>style.visibility</p:attrName>
                                        </p:attrNameLst>
                                      </p:cBhvr>
                                      <p:to>
                                        <p:strVal val="visible"/>
                                      </p:to>
                                    </p:set>
                                  </p:childTnLst>
                                </p:cTn>
                              </p:par>
                              <p:par>
                                <p:cTn id="993" presetID="1" presetClass="entr" presetSubtype="0" fill="hold" nodeType="withEffect">
                                  <p:stCondLst>
                                    <p:cond delay="0"/>
                                  </p:stCondLst>
                                  <p:childTnLst>
                                    <p:set>
                                      <p:cBhvr>
                                        <p:cTn id="994" dur="1" fill="hold">
                                          <p:stCondLst>
                                            <p:cond delay="0"/>
                                          </p:stCondLst>
                                        </p:cTn>
                                        <p:tgtEl>
                                          <p:spTgt spid="501"/>
                                        </p:tgtEl>
                                        <p:attrNameLst>
                                          <p:attrName>style.visibility</p:attrName>
                                        </p:attrNameLst>
                                      </p:cBhvr>
                                      <p:to>
                                        <p:strVal val="visible"/>
                                      </p:to>
                                    </p:set>
                                  </p:childTnLst>
                                </p:cTn>
                              </p:par>
                              <p:par>
                                <p:cTn id="995" presetID="1" presetClass="entr" presetSubtype="0" fill="hold" nodeType="withEffect">
                                  <p:stCondLst>
                                    <p:cond delay="0"/>
                                  </p:stCondLst>
                                  <p:childTnLst>
                                    <p:set>
                                      <p:cBhvr>
                                        <p:cTn id="996" dur="1" fill="hold">
                                          <p:stCondLst>
                                            <p:cond delay="0"/>
                                          </p:stCondLst>
                                        </p:cTn>
                                        <p:tgtEl>
                                          <p:spTgt spid="502"/>
                                        </p:tgtEl>
                                        <p:attrNameLst>
                                          <p:attrName>style.visibility</p:attrName>
                                        </p:attrNameLst>
                                      </p:cBhvr>
                                      <p:to>
                                        <p:strVal val="visible"/>
                                      </p:to>
                                    </p:set>
                                  </p:childTnLst>
                                </p:cTn>
                              </p:par>
                              <p:par>
                                <p:cTn id="997" presetID="1" presetClass="entr" presetSubtype="0" fill="hold" nodeType="withEffect">
                                  <p:stCondLst>
                                    <p:cond delay="0"/>
                                  </p:stCondLst>
                                  <p:childTnLst>
                                    <p:set>
                                      <p:cBhvr>
                                        <p:cTn id="998" dur="1" fill="hold">
                                          <p:stCondLst>
                                            <p:cond delay="0"/>
                                          </p:stCondLst>
                                        </p:cTn>
                                        <p:tgtEl>
                                          <p:spTgt spid="503"/>
                                        </p:tgtEl>
                                        <p:attrNameLst>
                                          <p:attrName>style.visibility</p:attrName>
                                        </p:attrNameLst>
                                      </p:cBhvr>
                                      <p:to>
                                        <p:strVal val="visible"/>
                                      </p:to>
                                    </p:set>
                                  </p:childTnLst>
                                </p:cTn>
                              </p:par>
                              <p:par>
                                <p:cTn id="999" presetID="1" presetClass="entr" presetSubtype="0" fill="hold" nodeType="withEffect">
                                  <p:stCondLst>
                                    <p:cond delay="0"/>
                                  </p:stCondLst>
                                  <p:childTnLst>
                                    <p:set>
                                      <p:cBhvr>
                                        <p:cTn id="1000" dur="1" fill="hold">
                                          <p:stCondLst>
                                            <p:cond delay="0"/>
                                          </p:stCondLst>
                                        </p:cTn>
                                        <p:tgtEl>
                                          <p:spTgt spid="504"/>
                                        </p:tgtEl>
                                        <p:attrNameLst>
                                          <p:attrName>style.visibility</p:attrName>
                                        </p:attrNameLst>
                                      </p:cBhvr>
                                      <p:to>
                                        <p:strVal val="visible"/>
                                      </p:to>
                                    </p:set>
                                  </p:childTnLst>
                                </p:cTn>
                              </p:par>
                              <p:par>
                                <p:cTn id="1001" presetID="1" presetClass="entr" presetSubtype="0" fill="hold" nodeType="withEffect">
                                  <p:stCondLst>
                                    <p:cond delay="0"/>
                                  </p:stCondLst>
                                  <p:childTnLst>
                                    <p:set>
                                      <p:cBhvr>
                                        <p:cTn id="1002" dur="1" fill="hold">
                                          <p:stCondLst>
                                            <p:cond delay="0"/>
                                          </p:stCondLst>
                                        </p:cTn>
                                        <p:tgtEl>
                                          <p:spTgt spid="505"/>
                                        </p:tgtEl>
                                        <p:attrNameLst>
                                          <p:attrName>style.visibility</p:attrName>
                                        </p:attrNameLst>
                                      </p:cBhvr>
                                      <p:to>
                                        <p:strVal val="visible"/>
                                      </p:to>
                                    </p:set>
                                  </p:childTnLst>
                                </p:cTn>
                              </p:par>
                              <p:par>
                                <p:cTn id="1003" presetID="1" presetClass="entr" presetSubtype="0" fill="hold" nodeType="withEffect">
                                  <p:stCondLst>
                                    <p:cond delay="0"/>
                                  </p:stCondLst>
                                  <p:childTnLst>
                                    <p:set>
                                      <p:cBhvr>
                                        <p:cTn id="1004" dur="1" fill="hold">
                                          <p:stCondLst>
                                            <p:cond delay="0"/>
                                          </p:stCondLst>
                                        </p:cTn>
                                        <p:tgtEl>
                                          <p:spTgt spid="506"/>
                                        </p:tgtEl>
                                        <p:attrNameLst>
                                          <p:attrName>style.visibility</p:attrName>
                                        </p:attrNameLst>
                                      </p:cBhvr>
                                      <p:to>
                                        <p:strVal val="visible"/>
                                      </p:to>
                                    </p:set>
                                  </p:childTnLst>
                                </p:cTn>
                              </p:par>
                              <p:par>
                                <p:cTn id="1005" presetID="1" presetClass="entr" presetSubtype="0" fill="hold" nodeType="withEffect">
                                  <p:stCondLst>
                                    <p:cond delay="0"/>
                                  </p:stCondLst>
                                  <p:childTnLst>
                                    <p:set>
                                      <p:cBhvr>
                                        <p:cTn id="1006" dur="1" fill="hold">
                                          <p:stCondLst>
                                            <p:cond delay="0"/>
                                          </p:stCondLst>
                                        </p:cTn>
                                        <p:tgtEl>
                                          <p:spTgt spid="507"/>
                                        </p:tgtEl>
                                        <p:attrNameLst>
                                          <p:attrName>style.visibility</p:attrName>
                                        </p:attrNameLst>
                                      </p:cBhvr>
                                      <p:to>
                                        <p:strVal val="visible"/>
                                      </p:to>
                                    </p:set>
                                  </p:childTnLst>
                                </p:cTn>
                              </p:par>
                              <p:par>
                                <p:cTn id="1007" presetID="1" presetClass="entr" presetSubtype="0" fill="hold" nodeType="withEffect">
                                  <p:stCondLst>
                                    <p:cond delay="0"/>
                                  </p:stCondLst>
                                  <p:childTnLst>
                                    <p:set>
                                      <p:cBhvr>
                                        <p:cTn id="1008" dur="1" fill="hold">
                                          <p:stCondLst>
                                            <p:cond delay="0"/>
                                          </p:stCondLst>
                                        </p:cTn>
                                        <p:tgtEl>
                                          <p:spTgt spid="508"/>
                                        </p:tgtEl>
                                        <p:attrNameLst>
                                          <p:attrName>style.visibility</p:attrName>
                                        </p:attrNameLst>
                                      </p:cBhvr>
                                      <p:to>
                                        <p:strVal val="visible"/>
                                      </p:to>
                                    </p:set>
                                  </p:childTnLst>
                                </p:cTn>
                              </p:par>
                              <p:par>
                                <p:cTn id="1009" presetID="1" presetClass="entr" presetSubtype="0" fill="hold" nodeType="withEffect">
                                  <p:stCondLst>
                                    <p:cond delay="0"/>
                                  </p:stCondLst>
                                  <p:childTnLst>
                                    <p:set>
                                      <p:cBhvr>
                                        <p:cTn id="1010" dur="1" fill="hold">
                                          <p:stCondLst>
                                            <p:cond delay="0"/>
                                          </p:stCondLst>
                                        </p:cTn>
                                        <p:tgtEl>
                                          <p:spTgt spid="509"/>
                                        </p:tgtEl>
                                        <p:attrNameLst>
                                          <p:attrName>style.visibility</p:attrName>
                                        </p:attrNameLst>
                                      </p:cBhvr>
                                      <p:to>
                                        <p:strVal val="visible"/>
                                      </p:to>
                                    </p:set>
                                  </p:childTnLst>
                                </p:cTn>
                              </p:par>
                              <p:par>
                                <p:cTn id="1011" presetID="1" presetClass="entr" presetSubtype="0" fill="hold" nodeType="withEffect">
                                  <p:stCondLst>
                                    <p:cond delay="0"/>
                                  </p:stCondLst>
                                  <p:childTnLst>
                                    <p:set>
                                      <p:cBhvr>
                                        <p:cTn id="1012" dur="1" fill="hold">
                                          <p:stCondLst>
                                            <p:cond delay="0"/>
                                          </p:stCondLst>
                                        </p:cTn>
                                        <p:tgtEl>
                                          <p:spTgt spid="510"/>
                                        </p:tgtEl>
                                        <p:attrNameLst>
                                          <p:attrName>style.visibility</p:attrName>
                                        </p:attrNameLst>
                                      </p:cBhvr>
                                      <p:to>
                                        <p:strVal val="visible"/>
                                      </p:to>
                                    </p:set>
                                  </p:childTnLst>
                                </p:cTn>
                              </p:par>
                              <p:par>
                                <p:cTn id="1013" presetID="1" presetClass="entr" presetSubtype="0" fill="hold" nodeType="withEffect">
                                  <p:stCondLst>
                                    <p:cond delay="0"/>
                                  </p:stCondLst>
                                  <p:childTnLst>
                                    <p:set>
                                      <p:cBhvr>
                                        <p:cTn id="1014" dur="1" fill="hold">
                                          <p:stCondLst>
                                            <p:cond delay="0"/>
                                          </p:stCondLst>
                                        </p:cTn>
                                        <p:tgtEl>
                                          <p:spTgt spid="511"/>
                                        </p:tgtEl>
                                        <p:attrNameLst>
                                          <p:attrName>style.visibility</p:attrName>
                                        </p:attrNameLst>
                                      </p:cBhvr>
                                      <p:to>
                                        <p:strVal val="visible"/>
                                      </p:to>
                                    </p:set>
                                  </p:childTnLst>
                                </p:cTn>
                              </p:par>
                              <p:par>
                                <p:cTn id="1015" presetID="1" presetClass="entr" presetSubtype="0" fill="hold" nodeType="withEffect">
                                  <p:stCondLst>
                                    <p:cond delay="0"/>
                                  </p:stCondLst>
                                  <p:childTnLst>
                                    <p:set>
                                      <p:cBhvr>
                                        <p:cTn id="1016" dur="1" fill="hold">
                                          <p:stCondLst>
                                            <p:cond delay="0"/>
                                          </p:stCondLst>
                                        </p:cTn>
                                        <p:tgtEl>
                                          <p:spTgt spid="512"/>
                                        </p:tgtEl>
                                        <p:attrNameLst>
                                          <p:attrName>style.visibility</p:attrName>
                                        </p:attrNameLst>
                                      </p:cBhvr>
                                      <p:to>
                                        <p:strVal val="visible"/>
                                      </p:to>
                                    </p:set>
                                  </p:childTnLst>
                                </p:cTn>
                              </p:par>
                              <p:par>
                                <p:cTn id="1017" presetID="1" presetClass="entr" presetSubtype="0" fill="hold" nodeType="withEffect">
                                  <p:stCondLst>
                                    <p:cond delay="0"/>
                                  </p:stCondLst>
                                  <p:childTnLst>
                                    <p:set>
                                      <p:cBhvr>
                                        <p:cTn id="1018" dur="1" fill="hold">
                                          <p:stCondLst>
                                            <p:cond delay="0"/>
                                          </p:stCondLst>
                                        </p:cTn>
                                        <p:tgtEl>
                                          <p:spTgt spid="513"/>
                                        </p:tgtEl>
                                        <p:attrNameLst>
                                          <p:attrName>style.visibility</p:attrName>
                                        </p:attrNameLst>
                                      </p:cBhvr>
                                      <p:to>
                                        <p:strVal val="visible"/>
                                      </p:to>
                                    </p:set>
                                  </p:childTnLst>
                                </p:cTn>
                              </p:par>
                              <p:par>
                                <p:cTn id="1019" presetID="1" presetClass="entr" presetSubtype="0" fill="hold" nodeType="withEffect">
                                  <p:stCondLst>
                                    <p:cond delay="0"/>
                                  </p:stCondLst>
                                  <p:childTnLst>
                                    <p:set>
                                      <p:cBhvr>
                                        <p:cTn id="1020" dur="1" fill="hold">
                                          <p:stCondLst>
                                            <p:cond delay="0"/>
                                          </p:stCondLst>
                                        </p:cTn>
                                        <p:tgtEl>
                                          <p:spTgt spid="514"/>
                                        </p:tgtEl>
                                        <p:attrNameLst>
                                          <p:attrName>style.visibility</p:attrName>
                                        </p:attrNameLst>
                                      </p:cBhvr>
                                      <p:to>
                                        <p:strVal val="visible"/>
                                      </p:to>
                                    </p:set>
                                  </p:childTnLst>
                                </p:cTn>
                              </p:par>
                              <p:par>
                                <p:cTn id="1021" presetID="1" presetClass="entr" presetSubtype="0" fill="hold" nodeType="withEffect">
                                  <p:stCondLst>
                                    <p:cond delay="0"/>
                                  </p:stCondLst>
                                  <p:childTnLst>
                                    <p:set>
                                      <p:cBhvr>
                                        <p:cTn id="1022" dur="1" fill="hold">
                                          <p:stCondLst>
                                            <p:cond delay="0"/>
                                          </p:stCondLst>
                                        </p:cTn>
                                        <p:tgtEl>
                                          <p:spTgt spid="515"/>
                                        </p:tgtEl>
                                        <p:attrNameLst>
                                          <p:attrName>style.visibility</p:attrName>
                                        </p:attrNameLst>
                                      </p:cBhvr>
                                      <p:to>
                                        <p:strVal val="visible"/>
                                      </p:to>
                                    </p:set>
                                  </p:childTnLst>
                                </p:cTn>
                              </p:par>
                              <p:par>
                                <p:cTn id="1023" presetID="1" presetClass="entr" presetSubtype="0" fill="hold" nodeType="withEffect">
                                  <p:stCondLst>
                                    <p:cond delay="0"/>
                                  </p:stCondLst>
                                  <p:childTnLst>
                                    <p:set>
                                      <p:cBhvr>
                                        <p:cTn id="1024" dur="1" fill="hold">
                                          <p:stCondLst>
                                            <p:cond delay="0"/>
                                          </p:stCondLst>
                                        </p:cTn>
                                        <p:tgtEl>
                                          <p:spTgt spid="516"/>
                                        </p:tgtEl>
                                        <p:attrNameLst>
                                          <p:attrName>style.visibility</p:attrName>
                                        </p:attrNameLst>
                                      </p:cBhvr>
                                      <p:to>
                                        <p:strVal val="visible"/>
                                      </p:to>
                                    </p:set>
                                  </p:childTnLst>
                                </p:cTn>
                              </p:par>
                              <p:par>
                                <p:cTn id="1025" presetID="1" presetClass="entr" presetSubtype="0" fill="hold" nodeType="withEffect">
                                  <p:stCondLst>
                                    <p:cond delay="0"/>
                                  </p:stCondLst>
                                  <p:childTnLst>
                                    <p:set>
                                      <p:cBhvr>
                                        <p:cTn id="1026" dur="1" fill="hold">
                                          <p:stCondLst>
                                            <p:cond delay="0"/>
                                          </p:stCondLst>
                                        </p:cTn>
                                        <p:tgtEl>
                                          <p:spTgt spid="517"/>
                                        </p:tgtEl>
                                        <p:attrNameLst>
                                          <p:attrName>style.visibility</p:attrName>
                                        </p:attrNameLst>
                                      </p:cBhvr>
                                      <p:to>
                                        <p:strVal val="visible"/>
                                      </p:to>
                                    </p:set>
                                  </p:childTnLst>
                                </p:cTn>
                              </p:par>
                              <p:par>
                                <p:cTn id="1027" presetID="1" presetClass="entr" presetSubtype="0" fill="hold" nodeType="withEffect">
                                  <p:stCondLst>
                                    <p:cond delay="0"/>
                                  </p:stCondLst>
                                  <p:childTnLst>
                                    <p:set>
                                      <p:cBhvr>
                                        <p:cTn id="1028" dur="1" fill="hold">
                                          <p:stCondLst>
                                            <p:cond delay="0"/>
                                          </p:stCondLst>
                                        </p:cTn>
                                        <p:tgtEl>
                                          <p:spTgt spid="518"/>
                                        </p:tgtEl>
                                        <p:attrNameLst>
                                          <p:attrName>style.visibility</p:attrName>
                                        </p:attrNameLst>
                                      </p:cBhvr>
                                      <p:to>
                                        <p:strVal val="visible"/>
                                      </p:to>
                                    </p:set>
                                  </p:childTnLst>
                                </p:cTn>
                              </p:par>
                              <p:par>
                                <p:cTn id="1029" presetID="1" presetClass="entr" presetSubtype="0" fill="hold" nodeType="withEffect">
                                  <p:stCondLst>
                                    <p:cond delay="0"/>
                                  </p:stCondLst>
                                  <p:childTnLst>
                                    <p:set>
                                      <p:cBhvr>
                                        <p:cTn id="1030" dur="1" fill="hold">
                                          <p:stCondLst>
                                            <p:cond delay="0"/>
                                          </p:stCondLst>
                                        </p:cTn>
                                        <p:tgtEl>
                                          <p:spTgt spid="519"/>
                                        </p:tgtEl>
                                        <p:attrNameLst>
                                          <p:attrName>style.visibility</p:attrName>
                                        </p:attrNameLst>
                                      </p:cBhvr>
                                      <p:to>
                                        <p:strVal val="visible"/>
                                      </p:to>
                                    </p:set>
                                  </p:childTnLst>
                                </p:cTn>
                              </p:par>
                              <p:par>
                                <p:cTn id="1031" presetID="1" presetClass="entr" presetSubtype="0" fill="hold" nodeType="withEffect">
                                  <p:stCondLst>
                                    <p:cond delay="0"/>
                                  </p:stCondLst>
                                  <p:childTnLst>
                                    <p:set>
                                      <p:cBhvr>
                                        <p:cTn id="1032" dur="1" fill="hold">
                                          <p:stCondLst>
                                            <p:cond delay="0"/>
                                          </p:stCondLst>
                                        </p:cTn>
                                        <p:tgtEl>
                                          <p:spTgt spid="520"/>
                                        </p:tgtEl>
                                        <p:attrNameLst>
                                          <p:attrName>style.visibility</p:attrName>
                                        </p:attrNameLst>
                                      </p:cBhvr>
                                      <p:to>
                                        <p:strVal val="visible"/>
                                      </p:to>
                                    </p:set>
                                  </p:childTnLst>
                                </p:cTn>
                              </p:par>
                              <p:par>
                                <p:cTn id="1033" presetID="1" presetClass="entr" presetSubtype="0" fill="hold" nodeType="withEffect">
                                  <p:stCondLst>
                                    <p:cond delay="0"/>
                                  </p:stCondLst>
                                  <p:childTnLst>
                                    <p:set>
                                      <p:cBhvr>
                                        <p:cTn id="1034" dur="1" fill="hold">
                                          <p:stCondLst>
                                            <p:cond delay="0"/>
                                          </p:stCondLst>
                                        </p:cTn>
                                        <p:tgtEl>
                                          <p:spTgt spid="521"/>
                                        </p:tgtEl>
                                        <p:attrNameLst>
                                          <p:attrName>style.visibility</p:attrName>
                                        </p:attrNameLst>
                                      </p:cBhvr>
                                      <p:to>
                                        <p:strVal val="visible"/>
                                      </p:to>
                                    </p:set>
                                  </p:childTnLst>
                                </p:cTn>
                              </p:par>
                              <p:par>
                                <p:cTn id="1035" presetID="1" presetClass="entr" presetSubtype="0" fill="hold" nodeType="withEffect">
                                  <p:stCondLst>
                                    <p:cond delay="0"/>
                                  </p:stCondLst>
                                  <p:childTnLst>
                                    <p:set>
                                      <p:cBhvr>
                                        <p:cTn id="1036" dur="1" fill="hold">
                                          <p:stCondLst>
                                            <p:cond delay="0"/>
                                          </p:stCondLst>
                                        </p:cTn>
                                        <p:tgtEl>
                                          <p:spTgt spid="522"/>
                                        </p:tgtEl>
                                        <p:attrNameLst>
                                          <p:attrName>style.visibility</p:attrName>
                                        </p:attrNameLst>
                                      </p:cBhvr>
                                      <p:to>
                                        <p:strVal val="visible"/>
                                      </p:to>
                                    </p:set>
                                  </p:childTnLst>
                                </p:cTn>
                              </p:par>
                              <p:par>
                                <p:cTn id="1037" presetID="1" presetClass="entr" presetSubtype="0" fill="hold" nodeType="withEffect">
                                  <p:stCondLst>
                                    <p:cond delay="0"/>
                                  </p:stCondLst>
                                  <p:childTnLst>
                                    <p:set>
                                      <p:cBhvr>
                                        <p:cTn id="1038" dur="1" fill="hold">
                                          <p:stCondLst>
                                            <p:cond delay="0"/>
                                          </p:stCondLst>
                                        </p:cTn>
                                        <p:tgtEl>
                                          <p:spTgt spid="523"/>
                                        </p:tgtEl>
                                        <p:attrNameLst>
                                          <p:attrName>style.visibility</p:attrName>
                                        </p:attrNameLst>
                                      </p:cBhvr>
                                      <p:to>
                                        <p:strVal val="visible"/>
                                      </p:to>
                                    </p:set>
                                  </p:childTnLst>
                                </p:cTn>
                              </p:par>
                              <p:par>
                                <p:cTn id="1039" presetID="1" presetClass="entr" presetSubtype="0" fill="hold" nodeType="withEffect">
                                  <p:stCondLst>
                                    <p:cond delay="0"/>
                                  </p:stCondLst>
                                  <p:childTnLst>
                                    <p:set>
                                      <p:cBhvr>
                                        <p:cTn id="1040" dur="1" fill="hold">
                                          <p:stCondLst>
                                            <p:cond delay="0"/>
                                          </p:stCondLst>
                                        </p:cTn>
                                        <p:tgtEl>
                                          <p:spTgt spid="524"/>
                                        </p:tgtEl>
                                        <p:attrNameLst>
                                          <p:attrName>style.visibility</p:attrName>
                                        </p:attrNameLst>
                                      </p:cBhvr>
                                      <p:to>
                                        <p:strVal val="visible"/>
                                      </p:to>
                                    </p:set>
                                  </p:childTnLst>
                                </p:cTn>
                              </p:par>
                              <p:par>
                                <p:cTn id="1041" presetID="1" presetClass="entr" presetSubtype="0" fill="hold" nodeType="withEffect">
                                  <p:stCondLst>
                                    <p:cond delay="0"/>
                                  </p:stCondLst>
                                  <p:childTnLst>
                                    <p:set>
                                      <p:cBhvr>
                                        <p:cTn id="1042" dur="1" fill="hold">
                                          <p:stCondLst>
                                            <p:cond delay="0"/>
                                          </p:stCondLst>
                                        </p:cTn>
                                        <p:tgtEl>
                                          <p:spTgt spid="525"/>
                                        </p:tgtEl>
                                        <p:attrNameLst>
                                          <p:attrName>style.visibility</p:attrName>
                                        </p:attrNameLst>
                                      </p:cBhvr>
                                      <p:to>
                                        <p:strVal val="visible"/>
                                      </p:to>
                                    </p:set>
                                  </p:childTnLst>
                                </p:cTn>
                              </p:par>
                              <p:par>
                                <p:cTn id="1043" presetID="1" presetClass="entr" presetSubtype="0" fill="hold" nodeType="withEffect">
                                  <p:stCondLst>
                                    <p:cond delay="0"/>
                                  </p:stCondLst>
                                  <p:childTnLst>
                                    <p:set>
                                      <p:cBhvr>
                                        <p:cTn id="1044" dur="1" fill="hold">
                                          <p:stCondLst>
                                            <p:cond delay="0"/>
                                          </p:stCondLst>
                                        </p:cTn>
                                        <p:tgtEl>
                                          <p:spTgt spid="526"/>
                                        </p:tgtEl>
                                        <p:attrNameLst>
                                          <p:attrName>style.visibility</p:attrName>
                                        </p:attrNameLst>
                                      </p:cBhvr>
                                      <p:to>
                                        <p:strVal val="visible"/>
                                      </p:to>
                                    </p:set>
                                  </p:childTnLst>
                                </p:cTn>
                              </p:par>
                              <p:par>
                                <p:cTn id="1045" presetID="1" presetClass="entr" presetSubtype="0" fill="hold" nodeType="withEffect">
                                  <p:stCondLst>
                                    <p:cond delay="0"/>
                                  </p:stCondLst>
                                  <p:childTnLst>
                                    <p:set>
                                      <p:cBhvr>
                                        <p:cTn id="1046" dur="1" fill="hold">
                                          <p:stCondLst>
                                            <p:cond delay="0"/>
                                          </p:stCondLst>
                                        </p:cTn>
                                        <p:tgtEl>
                                          <p:spTgt spid="527"/>
                                        </p:tgtEl>
                                        <p:attrNameLst>
                                          <p:attrName>style.visibility</p:attrName>
                                        </p:attrNameLst>
                                      </p:cBhvr>
                                      <p:to>
                                        <p:strVal val="visible"/>
                                      </p:to>
                                    </p:set>
                                  </p:childTnLst>
                                </p:cTn>
                              </p:par>
                              <p:par>
                                <p:cTn id="1047" presetID="1" presetClass="entr" presetSubtype="0" fill="hold" nodeType="withEffect">
                                  <p:stCondLst>
                                    <p:cond delay="0"/>
                                  </p:stCondLst>
                                  <p:childTnLst>
                                    <p:set>
                                      <p:cBhvr>
                                        <p:cTn id="1048" dur="1" fill="hold">
                                          <p:stCondLst>
                                            <p:cond delay="0"/>
                                          </p:stCondLst>
                                        </p:cTn>
                                        <p:tgtEl>
                                          <p:spTgt spid="528"/>
                                        </p:tgtEl>
                                        <p:attrNameLst>
                                          <p:attrName>style.visibility</p:attrName>
                                        </p:attrNameLst>
                                      </p:cBhvr>
                                      <p:to>
                                        <p:strVal val="visible"/>
                                      </p:to>
                                    </p:set>
                                  </p:childTnLst>
                                </p:cTn>
                              </p:par>
                              <p:par>
                                <p:cTn id="1049" presetID="1" presetClass="entr" presetSubtype="0" fill="hold" nodeType="withEffect">
                                  <p:stCondLst>
                                    <p:cond delay="0"/>
                                  </p:stCondLst>
                                  <p:childTnLst>
                                    <p:set>
                                      <p:cBhvr>
                                        <p:cTn id="1050" dur="1" fill="hold">
                                          <p:stCondLst>
                                            <p:cond delay="0"/>
                                          </p:stCondLst>
                                        </p:cTn>
                                        <p:tgtEl>
                                          <p:spTgt spid="529"/>
                                        </p:tgtEl>
                                        <p:attrNameLst>
                                          <p:attrName>style.visibility</p:attrName>
                                        </p:attrNameLst>
                                      </p:cBhvr>
                                      <p:to>
                                        <p:strVal val="visible"/>
                                      </p:to>
                                    </p:set>
                                  </p:childTnLst>
                                </p:cTn>
                              </p:par>
                              <p:par>
                                <p:cTn id="1051" presetID="1" presetClass="entr" presetSubtype="0" fill="hold" nodeType="withEffect">
                                  <p:stCondLst>
                                    <p:cond delay="0"/>
                                  </p:stCondLst>
                                  <p:childTnLst>
                                    <p:set>
                                      <p:cBhvr>
                                        <p:cTn id="1052" dur="1" fill="hold">
                                          <p:stCondLst>
                                            <p:cond delay="0"/>
                                          </p:stCondLst>
                                        </p:cTn>
                                        <p:tgtEl>
                                          <p:spTgt spid="530"/>
                                        </p:tgtEl>
                                        <p:attrNameLst>
                                          <p:attrName>style.visibility</p:attrName>
                                        </p:attrNameLst>
                                      </p:cBhvr>
                                      <p:to>
                                        <p:strVal val="visible"/>
                                      </p:to>
                                    </p:set>
                                  </p:childTnLst>
                                </p:cTn>
                              </p:par>
                              <p:par>
                                <p:cTn id="1053" presetID="1" presetClass="entr" presetSubtype="0" fill="hold" nodeType="withEffect">
                                  <p:stCondLst>
                                    <p:cond delay="0"/>
                                  </p:stCondLst>
                                  <p:childTnLst>
                                    <p:set>
                                      <p:cBhvr>
                                        <p:cTn id="1054" dur="1" fill="hold">
                                          <p:stCondLst>
                                            <p:cond delay="0"/>
                                          </p:stCondLst>
                                        </p:cTn>
                                        <p:tgtEl>
                                          <p:spTgt spid="531"/>
                                        </p:tgtEl>
                                        <p:attrNameLst>
                                          <p:attrName>style.visibility</p:attrName>
                                        </p:attrNameLst>
                                      </p:cBhvr>
                                      <p:to>
                                        <p:strVal val="visible"/>
                                      </p:to>
                                    </p:set>
                                  </p:childTnLst>
                                </p:cTn>
                              </p:par>
                              <p:par>
                                <p:cTn id="1055" presetID="1" presetClass="entr" presetSubtype="0" fill="hold" nodeType="withEffect">
                                  <p:stCondLst>
                                    <p:cond delay="0"/>
                                  </p:stCondLst>
                                  <p:childTnLst>
                                    <p:set>
                                      <p:cBhvr>
                                        <p:cTn id="1056" dur="1" fill="hold">
                                          <p:stCondLst>
                                            <p:cond delay="0"/>
                                          </p:stCondLst>
                                        </p:cTn>
                                        <p:tgtEl>
                                          <p:spTgt spid="532"/>
                                        </p:tgtEl>
                                        <p:attrNameLst>
                                          <p:attrName>style.visibility</p:attrName>
                                        </p:attrNameLst>
                                      </p:cBhvr>
                                      <p:to>
                                        <p:strVal val="visible"/>
                                      </p:to>
                                    </p:set>
                                  </p:childTnLst>
                                </p:cTn>
                              </p:par>
                              <p:par>
                                <p:cTn id="1057" presetID="1" presetClass="entr" presetSubtype="0" fill="hold" nodeType="withEffect">
                                  <p:stCondLst>
                                    <p:cond delay="0"/>
                                  </p:stCondLst>
                                  <p:childTnLst>
                                    <p:set>
                                      <p:cBhvr>
                                        <p:cTn id="1058" dur="1" fill="hold">
                                          <p:stCondLst>
                                            <p:cond delay="0"/>
                                          </p:stCondLst>
                                        </p:cTn>
                                        <p:tgtEl>
                                          <p:spTgt spid="533"/>
                                        </p:tgtEl>
                                        <p:attrNameLst>
                                          <p:attrName>style.visibility</p:attrName>
                                        </p:attrNameLst>
                                      </p:cBhvr>
                                      <p:to>
                                        <p:strVal val="visible"/>
                                      </p:to>
                                    </p:set>
                                  </p:childTnLst>
                                </p:cTn>
                              </p:par>
                              <p:par>
                                <p:cTn id="1059" presetID="1" presetClass="entr" presetSubtype="0" fill="hold" nodeType="withEffect">
                                  <p:stCondLst>
                                    <p:cond delay="0"/>
                                  </p:stCondLst>
                                  <p:childTnLst>
                                    <p:set>
                                      <p:cBhvr>
                                        <p:cTn id="1060" dur="1" fill="hold">
                                          <p:stCondLst>
                                            <p:cond delay="0"/>
                                          </p:stCondLst>
                                        </p:cTn>
                                        <p:tgtEl>
                                          <p:spTgt spid="534"/>
                                        </p:tgtEl>
                                        <p:attrNameLst>
                                          <p:attrName>style.visibility</p:attrName>
                                        </p:attrNameLst>
                                      </p:cBhvr>
                                      <p:to>
                                        <p:strVal val="visible"/>
                                      </p:to>
                                    </p:set>
                                  </p:childTnLst>
                                </p:cTn>
                              </p:par>
                              <p:par>
                                <p:cTn id="1061" presetID="1" presetClass="entr" presetSubtype="0" fill="hold" nodeType="withEffect">
                                  <p:stCondLst>
                                    <p:cond delay="0"/>
                                  </p:stCondLst>
                                  <p:childTnLst>
                                    <p:set>
                                      <p:cBhvr>
                                        <p:cTn id="1062" dur="1" fill="hold">
                                          <p:stCondLst>
                                            <p:cond delay="0"/>
                                          </p:stCondLst>
                                        </p:cTn>
                                        <p:tgtEl>
                                          <p:spTgt spid="535"/>
                                        </p:tgtEl>
                                        <p:attrNameLst>
                                          <p:attrName>style.visibility</p:attrName>
                                        </p:attrNameLst>
                                      </p:cBhvr>
                                      <p:to>
                                        <p:strVal val="visible"/>
                                      </p:to>
                                    </p:set>
                                  </p:childTnLst>
                                </p:cTn>
                              </p:par>
                              <p:par>
                                <p:cTn id="1063" presetID="1" presetClass="entr" presetSubtype="0" fill="hold" nodeType="withEffect">
                                  <p:stCondLst>
                                    <p:cond delay="0"/>
                                  </p:stCondLst>
                                  <p:childTnLst>
                                    <p:set>
                                      <p:cBhvr>
                                        <p:cTn id="1064" dur="1" fill="hold">
                                          <p:stCondLst>
                                            <p:cond delay="0"/>
                                          </p:stCondLst>
                                        </p:cTn>
                                        <p:tgtEl>
                                          <p:spTgt spid="536"/>
                                        </p:tgtEl>
                                        <p:attrNameLst>
                                          <p:attrName>style.visibility</p:attrName>
                                        </p:attrNameLst>
                                      </p:cBhvr>
                                      <p:to>
                                        <p:strVal val="visible"/>
                                      </p:to>
                                    </p:set>
                                  </p:childTnLst>
                                </p:cTn>
                              </p:par>
                              <p:par>
                                <p:cTn id="1065" presetID="1" presetClass="entr" presetSubtype="0" fill="hold" nodeType="withEffect">
                                  <p:stCondLst>
                                    <p:cond delay="0"/>
                                  </p:stCondLst>
                                  <p:childTnLst>
                                    <p:set>
                                      <p:cBhvr>
                                        <p:cTn id="1066" dur="1" fill="hold">
                                          <p:stCondLst>
                                            <p:cond delay="0"/>
                                          </p:stCondLst>
                                        </p:cTn>
                                        <p:tgtEl>
                                          <p:spTgt spid="537"/>
                                        </p:tgtEl>
                                        <p:attrNameLst>
                                          <p:attrName>style.visibility</p:attrName>
                                        </p:attrNameLst>
                                      </p:cBhvr>
                                      <p:to>
                                        <p:strVal val="visible"/>
                                      </p:to>
                                    </p:set>
                                  </p:childTnLst>
                                </p:cTn>
                              </p:par>
                              <p:par>
                                <p:cTn id="1067" presetID="1" presetClass="entr" presetSubtype="0" fill="hold" nodeType="withEffect">
                                  <p:stCondLst>
                                    <p:cond delay="0"/>
                                  </p:stCondLst>
                                  <p:childTnLst>
                                    <p:set>
                                      <p:cBhvr>
                                        <p:cTn id="1068" dur="1" fill="hold">
                                          <p:stCondLst>
                                            <p:cond delay="0"/>
                                          </p:stCondLst>
                                        </p:cTn>
                                        <p:tgtEl>
                                          <p:spTgt spid="538"/>
                                        </p:tgtEl>
                                        <p:attrNameLst>
                                          <p:attrName>style.visibility</p:attrName>
                                        </p:attrNameLst>
                                      </p:cBhvr>
                                      <p:to>
                                        <p:strVal val="visible"/>
                                      </p:to>
                                    </p:set>
                                  </p:childTnLst>
                                </p:cTn>
                              </p:par>
                              <p:par>
                                <p:cTn id="1069" presetID="1" presetClass="entr" presetSubtype="0" fill="hold" nodeType="withEffect">
                                  <p:stCondLst>
                                    <p:cond delay="0"/>
                                  </p:stCondLst>
                                  <p:childTnLst>
                                    <p:set>
                                      <p:cBhvr>
                                        <p:cTn id="1070" dur="1" fill="hold">
                                          <p:stCondLst>
                                            <p:cond delay="0"/>
                                          </p:stCondLst>
                                        </p:cTn>
                                        <p:tgtEl>
                                          <p:spTgt spid="539"/>
                                        </p:tgtEl>
                                        <p:attrNameLst>
                                          <p:attrName>style.visibility</p:attrName>
                                        </p:attrNameLst>
                                      </p:cBhvr>
                                      <p:to>
                                        <p:strVal val="visible"/>
                                      </p:to>
                                    </p:set>
                                  </p:childTnLst>
                                </p:cTn>
                              </p:par>
                              <p:par>
                                <p:cTn id="1071" presetID="1" presetClass="entr" presetSubtype="0" fill="hold" nodeType="withEffect">
                                  <p:stCondLst>
                                    <p:cond delay="0"/>
                                  </p:stCondLst>
                                  <p:childTnLst>
                                    <p:set>
                                      <p:cBhvr>
                                        <p:cTn id="1072" dur="1" fill="hold">
                                          <p:stCondLst>
                                            <p:cond delay="0"/>
                                          </p:stCondLst>
                                        </p:cTn>
                                        <p:tgtEl>
                                          <p:spTgt spid="540"/>
                                        </p:tgtEl>
                                        <p:attrNameLst>
                                          <p:attrName>style.visibility</p:attrName>
                                        </p:attrNameLst>
                                      </p:cBhvr>
                                      <p:to>
                                        <p:strVal val="visible"/>
                                      </p:to>
                                    </p:set>
                                  </p:childTnLst>
                                </p:cTn>
                              </p:par>
                              <p:par>
                                <p:cTn id="1073" presetID="1" presetClass="entr" presetSubtype="0" fill="hold" nodeType="withEffect">
                                  <p:stCondLst>
                                    <p:cond delay="0"/>
                                  </p:stCondLst>
                                  <p:childTnLst>
                                    <p:set>
                                      <p:cBhvr>
                                        <p:cTn id="1074" dur="1" fill="hold">
                                          <p:stCondLst>
                                            <p:cond delay="0"/>
                                          </p:stCondLst>
                                        </p:cTn>
                                        <p:tgtEl>
                                          <p:spTgt spid="541"/>
                                        </p:tgtEl>
                                        <p:attrNameLst>
                                          <p:attrName>style.visibility</p:attrName>
                                        </p:attrNameLst>
                                      </p:cBhvr>
                                      <p:to>
                                        <p:strVal val="visible"/>
                                      </p:to>
                                    </p:set>
                                  </p:childTnLst>
                                </p:cTn>
                              </p:par>
                              <p:par>
                                <p:cTn id="1075" presetID="1" presetClass="entr" presetSubtype="0" fill="hold" nodeType="withEffect">
                                  <p:stCondLst>
                                    <p:cond delay="0"/>
                                  </p:stCondLst>
                                  <p:childTnLst>
                                    <p:set>
                                      <p:cBhvr>
                                        <p:cTn id="1076" dur="1" fill="hold">
                                          <p:stCondLst>
                                            <p:cond delay="0"/>
                                          </p:stCondLst>
                                        </p:cTn>
                                        <p:tgtEl>
                                          <p:spTgt spid="542"/>
                                        </p:tgtEl>
                                        <p:attrNameLst>
                                          <p:attrName>style.visibility</p:attrName>
                                        </p:attrNameLst>
                                      </p:cBhvr>
                                      <p:to>
                                        <p:strVal val="visible"/>
                                      </p:to>
                                    </p:set>
                                  </p:childTnLst>
                                </p:cTn>
                              </p:par>
                              <p:par>
                                <p:cTn id="1077" presetID="1" presetClass="entr" presetSubtype="0" fill="hold" nodeType="withEffect">
                                  <p:stCondLst>
                                    <p:cond delay="0"/>
                                  </p:stCondLst>
                                  <p:childTnLst>
                                    <p:set>
                                      <p:cBhvr>
                                        <p:cTn id="1078" dur="1" fill="hold">
                                          <p:stCondLst>
                                            <p:cond delay="0"/>
                                          </p:stCondLst>
                                        </p:cTn>
                                        <p:tgtEl>
                                          <p:spTgt spid="543"/>
                                        </p:tgtEl>
                                        <p:attrNameLst>
                                          <p:attrName>style.visibility</p:attrName>
                                        </p:attrNameLst>
                                      </p:cBhvr>
                                      <p:to>
                                        <p:strVal val="visible"/>
                                      </p:to>
                                    </p:set>
                                  </p:childTnLst>
                                </p:cTn>
                              </p:par>
                              <p:par>
                                <p:cTn id="1079" presetID="1" presetClass="entr" presetSubtype="0" fill="hold" nodeType="withEffect">
                                  <p:stCondLst>
                                    <p:cond delay="0"/>
                                  </p:stCondLst>
                                  <p:childTnLst>
                                    <p:set>
                                      <p:cBhvr>
                                        <p:cTn id="1080" dur="1" fill="hold">
                                          <p:stCondLst>
                                            <p:cond delay="0"/>
                                          </p:stCondLst>
                                        </p:cTn>
                                        <p:tgtEl>
                                          <p:spTgt spid="544"/>
                                        </p:tgtEl>
                                        <p:attrNameLst>
                                          <p:attrName>style.visibility</p:attrName>
                                        </p:attrNameLst>
                                      </p:cBhvr>
                                      <p:to>
                                        <p:strVal val="visible"/>
                                      </p:to>
                                    </p:set>
                                  </p:childTnLst>
                                </p:cTn>
                              </p:par>
                              <p:par>
                                <p:cTn id="1081" presetID="1" presetClass="entr" presetSubtype="0" fill="hold" nodeType="withEffect">
                                  <p:stCondLst>
                                    <p:cond delay="0"/>
                                  </p:stCondLst>
                                  <p:childTnLst>
                                    <p:set>
                                      <p:cBhvr>
                                        <p:cTn id="1082" dur="1" fill="hold">
                                          <p:stCondLst>
                                            <p:cond delay="0"/>
                                          </p:stCondLst>
                                        </p:cTn>
                                        <p:tgtEl>
                                          <p:spTgt spid="545"/>
                                        </p:tgtEl>
                                        <p:attrNameLst>
                                          <p:attrName>style.visibility</p:attrName>
                                        </p:attrNameLst>
                                      </p:cBhvr>
                                      <p:to>
                                        <p:strVal val="visible"/>
                                      </p:to>
                                    </p:set>
                                  </p:childTnLst>
                                </p:cTn>
                              </p:par>
                              <p:par>
                                <p:cTn id="1083" presetID="1" presetClass="entr" presetSubtype="0" fill="hold" nodeType="withEffect">
                                  <p:stCondLst>
                                    <p:cond delay="0"/>
                                  </p:stCondLst>
                                  <p:childTnLst>
                                    <p:set>
                                      <p:cBhvr>
                                        <p:cTn id="1084" dur="1" fill="hold">
                                          <p:stCondLst>
                                            <p:cond delay="0"/>
                                          </p:stCondLst>
                                        </p:cTn>
                                        <p:tgtEl>
                                          <p:spTgt spid="546"/>
                                        </p:tgtEl>
                                        <p:attrNameLst>
                                          <p:attrName>style.visibility</p:attrName>
                                        </p:attrNameLst>
                                      </p:cBhvr>
                                      <p:to>
                                        <p:strVal val="visible"/>
                                      </p:to>
                                    </p:set>
                                  </p:childTnLst>
                                </p:cTn>
                              </p:par>
                              <p:par>
                                <p:cTn id="1085" presetID="1" presetClass="entr" presetSubtype="0" fill="hold" nodeType="withEffect">
                                  <p:stCondLst>
                                    <p:cond delay="0"/>
                                  </p:stCondLst>
                                  <p:childTnLst>
                                    <p:set>
                                      <p:cBhvr>
                                        <p:cTn id="1086" dur="1" fill="hold">
                                          <p:stCondLst>
                                            <p:cond delay="0"/>
                                          </p:stCondLst>
                                        </p:cTn>
                                        <p:tgtEl>
                                          <p:spTgt spid="547"/>
                                        </p:tgtEl>
                                        <p:attrNameLst>
                                          <p:attrName>style.visibility</p:attrName>
                                        </p:attrNameLst>
                                      </p:cBhvr>
                                      <p:to>
                                        <p:strVal val="visible"/>
                                      </p:to>
                                    </p:set>
                                  </p:childTnLst>
                                </p:cTn>
                              </p:par>
                              <p:par>
                                <p:cTn id="1087" presetID="1" presetClass="entr" presetSubtype="0" fill="hold" nodeType="withEffect">
                                  <p:stCondLst>
                                    <p:cond delay="0"/>
                                  </p:stCondLst>
                                  <p:childTnLst>
                                    <p:set>
                                      <p:cBhvr>
                                        <p:cTn id="1088" dur="1" fill="hold">
                                          <p:stCondLst>
                                            <p:cond delay="0"/>
                                          </p:stCondLst>
                                        </p:cTn>
                                        <p:tgtEl>
                                          <p:spTgt spid="548"/>
                                        </p:tgtEl>
                                        <p:attrNameLst>
                                          <p:attrName>style.visibility</p:attrName>
                                        </p:attrNameLst>
                                      </p:cBhvr>
                                      <p:to>
                                        <p:strVal val="visible"/>
                                      </p:to>
                                    </p:set>
                                  </p:childTnLst>
                                </p:cTn>
                              </p:par>
                              <p:par>
                                <p:cTn id="1089" presetID="1" presetClass="entr" presetSubtype="0" fill="hold" nodeType="withEffect">
                                  <p:stCondLst>
                                    <p:cond delay="0"/>
                                  </p:stCondLst>
                                  <p:childTnLst>
                                    <p:set>
                                      <p:cBhvr>
                                        <p:cTn id="1090" dur="1" fill="hold">
                                          <p:stCondLst>
                                            <p:cond delay="0"/>
                                          </p:stCondLst>
                                        </p:cTn>
                                        <p:tgtEl>
                                          <p:spTgt spid="549"/>
                                        </p:tgtEl>
                                        <p:attrNameLst>
                                          <p:attrName>style.visibility</p:attrName>
                                        </p:attrNameLst>
                                      </p:cBhvr>
                                      <p:to>
                                        <p:strVal val="visible"/>
                                      </p:to>
                                    </p:set>
                                  </p:childTnLst>
                                </p:cTn>
                              </p:par>
                              <p:par>
                                <p:cTn id="1091" presetID="1" presetClass="entr" presetSubtype="0" fill="hold" nodeType="withEffect">
                                  <p:stCondLst>
                                    <p:cond delay="0"/>
                                  </p:stCondLst>
                                  <p:childTnLst>
                                    <p:set>
                                      <p:cBhvr>
                                        <p:cTn id="1092" dur="1" fill="hold">
                                          <p:stCondLst>
                                            <p:cond delay="0"/>
                                          </p:stCondLst>
                                        </p:cTn>
                                        <p:tgtEl>
                                          <p:spTgt spid="550"/>
                                        </p:tgtEl>
                                        <p:attrNameLst>
                                          <p:attrName>style.visibility</p:attrName>
                                        </p:attrNameLst>
                                      </p:cBhvr>
                                      <p:to>
                                        <p:strVal val="visible"/>
                                      </p:to>
                                    </p:set>
                                  </p:childTnLst>
                                </p:cTn>
                              </p:par>
                              <p:par>
                                <p:cTn id="1093" presetID="1" presetClass="entr" presetSubtype="0" fill="hold" nodeType="withEffect">
                                  <p:stCondLst>
                                    <p:cond delay="0"/>
                                  </p:stCondLst>
                                  <p:childTnLst>
                                    <p:set>
                                      <p:cBhvr>
                                        <p:cTn id="1094" dur="1" fill="hold">
                                          <p:stCondLst>
                                            <p:cond delay="0"/>
                                          </p:stCondLst>
                                        </p:cTn>
                                        <p:tgtEl>
                                          <p:spTgt spid="551"/>
                                        </p:tgtEl>
                                        <p:attrNameLst>
                                          <p:attrName>style.visibility</p:attrName>
                                        </p:attrNameLst>
                                      </p:cBhvr>
                                      <p:to>
                                        <p:strVal val="visible"/>
                                      </p:to>
                                    </p:set>
                                  </p:childTnLst>
                                </p:cTn>
                              </p:par>
                              <p:par>
                                <p:cTn id="1095" presetID="1" presetClass="entr" presetSubtype="0" fill="hold" nodeType="withEffect">
                                  <p:stCondLst>
                                    <p:cond delay="0"/>
                                  </p:stCondLst>
                                  <p:childTnLst>
                                    <p:set>
                                      <p:cBhvr>
                                        <p:cTn id="1096" dur="1" fill="hold">
                                          <p:stCondLst>
                                            <p:cond delay="0"/>
                                          </p:stCondLst>
                                        </p:cTn>
                                        <p:tgtEl>
                                          <p:spTgt spid="552"/>
                                        </p:tgtEl>
                                        <p:attrNameLst>
                                          <p:attrName>style.visibility</p:attrName>
                                        </p:attrNameLst>
                                      </p:cBhvr>
                                      <p:to>
                                        <p:strVal val="visible"/>
                                      </p:to>
                                    </p:set>
                                  </p:childTnLst>
                                </p:cTn>
                              </p:par>
                              <p:par>
                                <p:cTn id="1097" presetID="1" presetClass="entr" presetSubtype="0" fill="hold" nodeType="withEffect">
                                  <p:stCondLst>
                                    <p:cond delay="0"/>
                                  </p:stCondLst>
                                  <p:childTnLst>
                                    <p:set>
                                      <p:cBhvr>
                                        <p:cTn id="1098" dur="1" fill="hold">
                                          <p:stCondLst>
                                            <p:cond delay="0"/>
                                          </p:stCondLst>
                                        </p:cTn>
                                        <p:tgtEl>
                                          <p:spTgt spid="553"/>
                                        </p:tgtEl>
                                        <p:attrNameLst>
                                          <p:attrName>style.visibility</p:attrName>
                                        </p:attrNameLst>
                                      </p:cBhvr>
                                      <p:to>
                                        <p:strVal val="visible"/>
                                      </p:to>
                                    </p:set>
                                  </p:childTnLst>
                                </p:cTn>
                              </p:par>
                              <p:par>
                                <p:cTn id="1099" presetID="1" presetClass="entr" presetSubtype="0" fill="hold" nodeType="withEffect">
                                  <p:stCondLst>
                                    <p:cond delay="0"/>
                                  </p:stCondLst>
                                  <p:childTnLst>
                                    <p:set>
                                      <p:cBhvr>
                                        <p:cTn id="1100" dur="1" fill="hold">
                                          <p:stCondLst>
                                            <p:cond delay="0"/>
                                          </p:stCondLst>
                                        </p:cTn>
                                        <p:tgtEl>
                                          <p:spTgt spid="554"/>
                                        </p:tgtEl>
                                        <p:attrNameLst>
                                          <p:attrName>style.visibility</p:attrName>
                                        </p:attrNameLst>
                                      </p:cBhvr>
                                      <p:to>
                                        <p:strVal val="visible"/>
                                      </p:to>
                                    </p:set>
                                  </p:childTnLst>
                                </p:cTn>
                              </p:par>
                              <p:par>
                                <p:cTn id="1101" presetID="1" presetClass="entr" presetSubtype="0" fill="hold" nodeType="withEffect">
                                  <p:stCondLst>
                                    <p:cond delay="0"/>
                                  </p:stCondLst>
                                  <p:childTnLst>
                                    <p:set>
                                      <p:cBhvr>
                                        <p:cTn id="1102" dur="1" fill="hold">
                                          <p:stCondLst>
                                            <p:cond delay="0"/>
                                          </p:stCondLst>
                                        </p:cTn>
                                        <p:tgtEl>
                                          <p:spTgt spid="555"/>
                                        </p:tgtEl>
                                        <p:attrNameLst>
                                          <p:attrName>style.visibility</p:attrName>
                                        </p:attrNameLst>
                                      </p:cBhvr>
                                      <p:to>
                                        <p:strVal val="visible"/>
                                      </p:to>
                                    </p:set>
                                  </p:childTnLst>
                                </p:cTn>
                              </p:par>
                              <p:par>
                                <p:cTn id="1103" presetID="1" presetClass="entr" presetSubtype="0" fill="hold" nodeType="withEffect">
                                  <p:stCondLst>
                                    <p:cond delay="0"/>
                                  </p:stCondLst>
                                  <p:childTnLst>
                                    <p:set>
                                      <p:cBhvr>
                                        <p:cTn id="1104" dur="1" fill="hold">
                                          <p:stCondLst>
                                            <p:cond delay="0"/>
                                          </p:stCondLst>
                                        </p:cTn>
                                        <p:tgtEl>
                                          <p:spTgt spid="556"/>
                                        </p:tgtEl>
                                        <p:attrNameLst>
                                          <p:attrName>style.visibility</p:attrName>
                                        </p:attrNameLst>
                                      </p:cBhvr>
                                      <p:to>
                                        <p:strVal val="visible"/>
                                      </p:to>
                                    </p:set>
                                  </p:childTnLst>
                                </p:cTn>
                              </p:par>
                              <p:par>
                                <p:cTn id="1105" presetID="1" presetClass="entr" presetSubtype="0" fill="hold" nodeType="withEffect">
                                  <p:stCondLst>
                                    <p:cond delay="0"/>
                                  </p:stCondLst>
                                  <p:childTnLst>
                                    <p:set>
                                      <p:cBhvr>
                                        <p:cTn id="1106" dur="1" fill="hold">
                                          <p:stCondLst>
                                            <p:cond delay="0"/>
                                          </p:stCondLst>
                                        </p:cTn>
                                        <p:tgtEl>
                                          <p:spTgt spid="557"/>
                                        </p:tgtEl>
                                        <p:attrNameLst>
                                          <p:attrName>style.visibility</p:attrName>
                                        </p:attrNameLst>
                                      </p:cBhvr>
                                      <p:to>
                                        <p:strVal val="visible"/>
                                      </p:to>
                                    </p:set>
                                  </p:childTnLst>
                                </p:cTn>
                              </p:par>
                              <p:par>
                                <p:cTn id="1107" presetID="1" presetClass="entr" presetSubtype="0" fill="hold" nodeType="withEffect">
                                  <p:stCondLst>
                                    <p:cond delay="0"/>
                                  </p:stCondLst>
                                  <p:childTnLst>
                                    <p:set>
                                      <p:cBhvr>
                                        <p:cTn id="1108" dur="1" fill="hold">
                                          <p:stCondLst>
                                            <p:cond delay="0"/>
                                          </p:stCondLst>
                                        </p:cTn>
                                        <p:tgtEl>
                                          <p:spTgt spid="558"/>
                                        </p:tgtEl>
                                        <p:attrNameLst>
                                          <p:attrName>style.visibility</p:attrName>
                                        </p:attrNameLst>
                                      </p:cBhvr>
                                      <p:to>
                                        <p:strVal val="visible"/>
                                      </p:to>
                                    </p:set>
                                  </p:childTnLst>
                                </p:cTn>
                              </p:par>
                              <p:par>
                                <p:cTn id="1109" presetID="1" presetClass="entr" presetSubtype="0" fill="hold" nodeType="withEffect">
                                  <p:stCondLst>
                                    <p:cond delay="0"/>
                                  </p:stCondLst>
                                  <p:childTnLst>
                                    <p:set>
                                      <p:cBhvr>
                                        <p:cTn id="1110" dur="1" fill="hold">
                                          <p:stCondLst>
                                            <p:cond delay="0"/>
                                          </p:stCondLst>
                                        </p:cTn>
                                        <p:tgtEl>
                                          <p:spTgt spid="559"/>
                                        </p:tgtEl>
                                        <p:attrNameLst>
                                          <p:attrName>style.visibility</p:attrName>
                                        </p:attrNameLst>
                                      </p:cBhvr>
                                      <p:to>
                                        <p:strVal val="visible"/>
                                      </p:to>
                                    </p:set>
                                  </p:childTnLst>
                                </p:cTn>
                              </p:par>
                              <p:par>
                                <p:cTn id="1111" presetID="1" presetClass="entr" presetSubtype="0" fill="hold" nodeType="withEffect">
                                  <p:stCondLst>
                                    <p:cond delay="0"/>
                                  </p:stCondLst>
                                  <p:childTnLst>
                                    <p:set>
                                      <p:cBhvr>
                                        <p:cTn id="1112" dur="1" fill="hold">
                                          <p:stCondLst>
                                            <p:cond delay="0"/>
                                          </p:stCondLst>
                                        </p:cTn>
                                        <p:tgtEl>
                                          <p:spTgt spid="560"/>
                                        </p:tgtEl>
                                        <p:attrNameLst>
                                          <p:attrName>style.visibility</p:attrName>
                                        </p:attrNameLst>
                                      </p:cBhvr>
                                      <p:to>
                                        <p:strVal val="visible"/>
                                      </p:to>
                                    </p:set>
                                  </p:childTnLst>
                                </p:cTn>
                              </p:par>
                              <p:par>
                                <p:cTn id="1113" presetID="1" presetClass="entr" presetSubtype="0" fill="hold" nodeType="withEffect">
                                  <p:stCondLst>
                                    <p:cond delay="0"/>
                                  </p:stCondLst>
                                  <p:childTnLst>
                                    <p:set>
                                      <p:cBhvr>
                                        <p:cTn id="1114" dur="1" fill="hold">
                                          <p:stCondLst>
                                            <p:cond delay="0"/>
                                          </p:stCondLst>
                                        </p:cTn>
                                        <p:tgtEl>
                                          <p:spTgt spid="561"/>
                                        </p:tgtEl>
                                        <p:attrNameLst>
                                          <p:attrName>style.visibility</p:attrName>
                                        </p:attrNameLst>
                                      </p:cBhvr>
                                      <p:to>
                                        <p:strVal val="visible"/>
                                      </p:to>
                                    </p:set>
                                  </p:childTnLst>
                                </p:cTn>
                              </p:par>
                              <p:par>
                                <p:cTn id="1115" presetID="1" presetClass="entr" presetSubtype="0" fill="hold" nodeType="withEffect">
                                  <p:stCondLst>
                                    <p:cond delay="0"/>
                                  </p:stCondLst>
                                  <p:childTnLst>
                                    <p:set>
                                      <p:cBhvr>
                                        <p:cTn id="1116" dur="1" fill="hold">
                                          <p:stCondLst>
                                            <p:cond delay="0"/>
                                          </p:stCondLst>
                                        </p:cTn>
                                        <p:tgtEl>
                                          <p:spTgt spid="562"/>
                                        </p:tgtEl>
                                        <p:attrNameLst>
                                          <p:attrName>style.visibility</p:attrName>
                                        </p:attrNameLst>
                                      </p:cBhvr>
                                      <p:to>
                                        <p:strVal val="visible"/>
                                      </p:to>
                                    </p:set>
                                  </p:childTnLst>
                                </p:cTn>
                              </p:par>
                              <p:par>
                                <p:cTn id="1117" presetID="1" presetClass="entr" presetSubtype="0" fill="hold" nodeType="withEffect">
                                  <p:stCondLst>
                                    <p:cond delay="0"/>
                                  </p:stCondLst>
                                  <p:childTnLst>
                                    <p:set>
                                      <p:cBhvr>
                                        <p:cTn id="1118" dur="1" fill="hold">
                                          <p:stCondLst>
                                            <p:cond delay="0"/>
                                          </p:stCondLst>
                                        </p:cTn>
                                        <p:tgtEl>
                                          <p:spTgt spid="563"/>
                                        </p:tgtEl>
                                        <p:attrNameLst>
                                          <p:attrName>style.visibility</p:attrName>
                                        </p:attrNameLst>
                                      </p:cBhvr>
                                      <p:to>
                                        <p:strVal val="visible"/>
                                      </p:to>
                                    </p:set>
                                  </p:childTnLst>
                                </p:cTn>
                              </p:par>
                              <p:par>
                                <p:cTn id="1119" presetID="1" presetClass="entr" presetSubtype="0" fill="hold" nodeType="withEffect">
                                  <p:stCondLst>
                                    <p:cond delay="0"/>
                                  </p:stCondLst>
                                  <p:childTnLst>
                                    <p:set>
                                      <p:cBhvr>
                                        <p:cTn id="1120" dur="1" fill="hold">
                                          <p:stCondLst>
                                            <p:cond delay="0"/>
                                          </p:stCondLst>
                                        </p:cTn>
                                        <p:tgtEl>
                                          <p:spTgt spid="564"/>
                                        </p:tgtEl>
                                        <p:attrNameLst>
                                          <p:attrName>style.visibility</p:attrName>
                                        </p:attrNameLst>
                                      </p:cBhvr>
                                      <p:to>
                                        <p:strVal val="visible"/>
                                      </p:to>
                                    </p:set>
                                  </p:childTnLst>
                                </p:cTn>
                              </p:par>
                              <p:par>
                                <p:cTn id="1121" presetID="1" presetClass="entr" presetSubtype="0" fill="hold" nodeType="withEffect">
                                  <p:stCondLst>
                                    <p:cond delay="0"/>
                                  </p:stCondLst>
                                  <p:childTnLst>
                                    <p:set>
                                      <p:cBhvr>
                                        <p:cTn id="1122" dur="1" fill="hold">
                                          <p:stCondLst>
                                            <p:cond delay="0"/>
                                          </p:stCondLst>
                                        </p:cTn>
                                        <p:tgtEl>
                                          <p:spTgt spid="565"/>
                                        </p:tgtEl>
                                        <p:attrNameLst>
                                          <p:attrName>style.visibility</p:attrName>
                                        </p:attrNameLst>
                                      </p:cBhvr>
                                      <p:to>
                                        <p:strVal val="visible"/>
                                      </p:to>
                                    </p:set>
                                  </p:childTnLst>
                                </p:cTn>
                              </p:par>
                              <p:par>
                                <p:cTn id="1123" presetID="1" presetClass="entr" presetSubtype="0" fill="hold" nodeType="withEffect">
                                  <p:stCondLst>
                                    <p:cond delay="0"/>
                                  </p:stCondLst>
                                  <p:childTnLst>
                                    <p:set>
                                      <p:cBhvr>
                                        <p:cTn id="1124" dur="1" fill="hold">
                                          <p:stCondLst>
                                            <p:cond delay="0"/>
                                          </p:stCondLst>
                                        </p:cTn>
                                        <p:tgtEl>
                                          <p:spTgt spid="566"/>
                                        </p:tgtEl>
                                        <p:attrNameLst>
                                          <p:attrName>style.visibility</p:attrName>
                                        </p:attrNameLst>
                                      </p:cBhvr>
                                      <p:to>
                                        <p:strVal val="visible"/>
                                      </p:to>
                                    </p:set>
                                  </p:childTnLst>
                                </p:cTn>
                              </p:par>
                              <p:par>
                                <p:cTn id="1125" presetID="1" presetClass="entr" presetSubtype="0" fill="hold" nodeType="withEffect">
                                  <p:stCondLst>
                                    <p:cond delay="0"/>
                                  </p:stCondLst>
                                  <p:childTnLst>
                                    <p:set>
                                      <p:cBhvr>
                                        <p:cTn id="1126" dur="1" fill="hold">
                                          <p:stCondLst>
                                            <p:cond delay="0"/>
                                          </p:stCondLst>
                                        </p:cTn>
                                        <p:tgtEl>
                                          <p:spTgt spid="567"/>
                                        </p:tgtEl>
                                        <p:attrNameLst>
                                          <p:attrName>style.visibility</p:attrName>
                                        </p:attrNameLst>
                                      </p:cBhvr>
                                      <p:to>
                                        <p:strVal val="visible"/>
                                      </p:to>
                                    </p:set>
                                  </p:childTnLst>
                                </p:cTn>
                              </p:par>
                              <p:par>
                                <p:cTn id="1127" presetID="1" presetClass="entr" presetSubtype="0" fill="hold" nodeType="withEffect">
                                  <p:stCondLst>
                                    <p:cond delay="0"/>
                                  </p:stCondLst>
                                  <p:childTnLst>
                                    <p:set>
                                      <p:cBhvr>
                                        <p:cTn id="1128" dur="1" fill="hold">
                                          <p:stCondLst>
                                            <p:cond delay="0"/>
                                          </p:stCondLst>
                                        </p:cTn>
                                        <p:tgtEl>
                                          <p:spTgt spid="568"/>
                                        </p:tgtEl>
                                        <p:attrNameLst>
                                          <p:attrName>style.visibility</p:attrName>
                                        </p:attrNameLst>
                                      </p:cBhvr>
                                      <p:to>
                                        <p:strVal val="visible"/>
                                      </p:to>
                                    </p:set>
                                  </p:childTnLst>
                                </p:cTn>
                              </p:par>
                              <p:par>
                                <p:cTn id="1129" presetID="1" presetClass="entr" presetSubtype="0" fill="hold" nodeType="withEffect">
                                  <p:stCondLst>
                                    <p:cond delay="0"/>
                                  </p:stCondLst>
                                  <p:childTnLst>
                                    <p:set>
                                      <p:cBhvr>
                                        <p:cTn id="1130" dur="1" fill="hold">
                                          <p:stCondLst>
                                            <p:cond delay="0"/>
                                          </p:stCondLst>
                                        </p:cTn>
                                        <p:tgtEl>
                                          <p:spTgt spid="569"/>
                                        </p:tgtEl>
                                        <p:attrNameLst>
                                          <p:attrName>style.visibility</p:attrName>
                                        </p:attrNameLst>
                                      </p:cBhvr>
                                      <p:to>
                                        <p:strVal val="visible"/>
                                      </p:to>
                                    </p:set>
                                  </p:childTnLst>
                                </p:cTn>
                              </p:par>
                              <p:par>
                                <p:cTn id="1131" presetID="1" presetClass="entr" presetSubtype="0" fill="hold" nodeType="withEffect">
                                  <p:stCondLst>
                                    <p:cond delay="0"/>
                                  </p:stCondLst>
                                  <p:childTnLst>
                                    <p:set>
                                      <p:cBhvr>
                                        <p:cTn id="1132" dur="1" fill="hold">
                                          <p:stCondLst>
                                            <p:cond delay="0"/>
                                          </p:stCondLst>
                                        </p:cTn>
                                        <p:tgtEl>
                                          <p:spTgt spid="570"/>
                                        </p:tgtEl>
                                        <p:attrNameLst>
                                          <p:attrName>style.visibility</p:attrName>
                                        </p:attrNameLst>
                                      </p:cBhvr>
                                      <p:to>
                                        <p:strVal val="visible"/>
                                      </p:to>
                                    </p:set>
                                  </p:childTnLst>
                                </p:cTn>
                              </p:par>
                              <p:par>
                                <p:cTn id="1133" presetID="1" presetClass="entr" presetSubtype="0" fill="hold" nodeType="withEffect">
                                  <p:stCondLst>
                                    <p:cond delay="0"/>
                                  </p:stCondLst>
                                  <p:childTnLst>
                                    <p:set>
                                      <p:cBhvr>
                                        <p:cTn id="1134" dur="1" fill="hold">
                                          <p:stCondLst>
                                            <p:cond delay="0"/>
                                          </p:stCondLst>
                                        </p:cTn>
                                        <p:tgtEl>
                                          <p:spTgt spid="571"/>
                                        </p:tgtEl>
                                        <p:attrNameLst>
                                          <p:attrName>style.visibility</p:attrName>
                                        </p:attrNameLst>
                                      </p:cBhvr>
                                      <p:to>
                                        <p:strVal val="visible"/>
                                      </p:to>
                                    </p:set>
                                  </p:childTnLst>
                                </p:cTn>
                              </p:par>
                              <p:par>
                                <p:cTn id="1135" presetID="1" presetClass="entr" presetSubtype="0" fill="hold" nodeType="withEffect">
                                  <p:stCondLst>
                                    <p:cond delay="0"/>
                                  </p:stCondLst>
                                  <p:childTnLst>
                                    <p:set>
                                      <p:cBhvr>
                                        <p:cTn id="1136" dur="1" fill="hold">
                                          <p:stCondLst>
                                            <p:cond delay="0"/>
                                          </p:stCondLst>
                                        </p:cTn>
                                        <p:tgtEl>
                                          <p:spTgt spid="572"/>
                                        </p:tgtEl>
                                        <p:attrNameLst>
                                          <p:attrName>style.visibility</p:attrName>
                                        </p:attrNameLst>
                                      </p:cBhvr>
                                      <p:to>
                                        <p:strVal val="visible"/>
                                      </p:to>
                                    </p:set>
                                  </p:childTnLst>
                                </p:cTn>
                              </p:par>
                              <p:par>
                                <p:cTn id="1137" presetID="1" presetClass="entr" presetSubtype="0" fill="hold" nodeType="withEffect">
                                  <p:stCondLst>
                                    <p:cond delay="0"/>
                                  </p:stCondLst>
                                  <p:childTnLst>
                                    <p:set>
                                      <p:cBhvr>
                                        <p:cTn id="1138" dur="1" fill="hold">
                                          <p:stCondLst>
                                            <p:cond delay="0"/>
                                          </p:stCondLst>
                                        </p:cTn>
                                        <p:tgtEl>
                                          <p:spTgt spid="573"/>
                                        </p:tgtEl>
                                        <p:attrNameLst>
                                          <p:attrName>style.visibility</p:attrName>
                                        </p:attrNameLst>
                                      </p:cBhvr>
                                      <p:to>
                                        <p:strVal val="visible"/>
                                      </p:to>
                                    </p:set>
                                  </p:childTnLst>
                                </p:cTn>
                              </p:par>
                              <p:par>
                                <p:cTn id="1139" presetID="1" presetClass="entr" presetSubtype="0" fill="hold" nodeType="withEffect">
                                  <p:stCondLst>
                                    <p:cond delay="0"/>
                                  </p:stCondLst>
                                  <p:childTnLst>
                                    <p:set>
                                      <p:cBhvr>
                                        <p:cTn id="1140" dur="1" fill="hold">
                                          <p:stCondLst>
                                            <p:cond delay="0"/>
                                          </p:stCondLst>
                                        </p:cTn>
                                        <p:tgtEl>
                                          <p:spTgt spid="574"/>
                                        </p:tgtEl>
                                        <p:attrNameLst>
                                          <p:attrName>style.visibility</p:attrName>
                                        </p:attrNameLst>
                                      </p:cBhvr>
                                      <p:to>
                                        <p:strVal val="visible"/>
                                      </p:to>
                                    </p:set>
                                  </p:childTnLst>
                                </p:cTn>
                              </p:par>
                              <p:par>
                                <p:cTn id="1141" presetID="1" presetClass="entr" presetSubtype="0" fill="hold" nodeType="withEffect">
                                  <p:stCondLst>
                                    <p:cond delay="0"/>
                                  </p:stCondLst>
                                  <p:childTnLst>
                                    <p:set>
                                      <p:cBhvr>
                                        <p:cTn id="1142" dur="1" fill="hold">
                                          <p:stCondLst>
                                            <p:cond delay="0"/>
                                          </p:stCondLst>
                                        </p:cTn>
                                        <p:tgtEl>
                                          <p:spTgt spid="575"/>
                                        </p:tgtEl>
                                        <p:attrNameLst>
                                          <p:attrName>style.visibility</p:attrName>
                                        </p:attrNameLst>
                                      </p:cBhvr>
                                      <p:to>
                                        <p:strVal val="visible"/>
                                      </p:to>
                                    </p:set>
                                  </p:childTnLst>
                                </p:cTn>
                              </p:par>
                              <p:par>
                                <p:cTn id="1143" presetID="1" presetClass="entr" presetSubtype="0" fill="hold" nodeType="withEffect">
                                  <p:stCondLst>
                                    <p:cond delay="0"/>
                                  </p:stCondLst>
                                  <p:childTnLst>
                                    <p:set>
                                      <p:cBhvr>
                                        <p:cTn id="1144" dur="1" fill="hold">
                                          <p:stCondLst>
                                            <p:cond delay="0"/>
                                          </p:stCondLst>
                                        </p:cTn>
                                        <p:tgtEl>
                                          <p:spTgt spid="576"/>
                                        </p:tgtEl>
                                        <p:attrNameLst>
                                          <p:attrName>style.visibility</p:attrName>
                                        </p:attrNameLst>
                                      </p:cBhvr>
                                      <p:to>
                                        <p:strVal val="visible"/>
                                      </p:to>
                                    </p:set>
                                  </p:childTnLst>
                                </p:cTn>
                              </p:par>
                              <p:par>
                                <p:cTn id="1145" presetID="1" presetClass="entr" presetSubtype="0" fill="hold" nodeType="withEffect">
                                  <p:stCondLst>
                                    <p:cond delay="0"/>
                                  </p:stCondLst>
                                  <p:childTnLst>
                                    <p:set>
                                      <p:cBhvr>
                                        <p:cTn id="1146" dur="1" fill="hold">
                                          <p:stCondLst>
                                            <p:cond delay="0"/>
                                          </p:stCondLst>
                                        </p:cTn>
                                        <p:tgtEl>
                                          <p:spTgt spid="577"/>
                                        </p:tgtEl>
                                        <p:attrNameLst>
                                          <p:attrName>style.visibility</p:attrName>
                                        </p:attrNameLst>
                                      </p:cBhvr>
                                      <p:to>
                                        <p:strVal val="visible"/>
                                      </p:to>
                                    </p:set>
                                  </p:childTnLst>
                                </p:cTn>
                              </p:par>
                              <p:par>
                                <p:cTn id="1147" presetID="1" presetClass="entr" presetSubtype="0" fill="hold" nodeType="withEffect">
                                  <p:stCondLst>
                                    <p:cond delay="0"/>
                                  </p:stCondLst>
                                  <p:childTnLst>
                                    <p:set>
                                      <p:cBhvr>
                                        <p:cTn id="1148" dur="1" fill="hold">
                                          <p:stCondLst>
                                            <p:cond delay="0"/>
                                          </p:stCondLst>
                                        </p:cTn>
                                        <p:tgtEl>
                                          <p:spTgt spid="578"/>
                                        </p:tgtEl>
                                        <p:attrNameLst>
                                          <p:attrName>style.visibility</p:attrName>
                                        </p:attrNameLst>
                                      </p:cBhvr>
                                      <p:to>
                                        <p:strVal val="visible"/>
                                      </p:to>
                                    </p:set>
                                  </p:childTnLst>
                                </p:cTn>
                              </p:par>
                              <p:par>
                                <p:cTn id="1149" presetID="1" presetClass="entr" presetSubtype="0" fill="hold" nodeType="withEffect">
                                  <p:stCondLst>
                                    <p:cond delay="0"/>
                                  </p:stCondLst>
                                  <p:childTnLst>
                                    <p:set>
                                      <p:cBhvr>
                                        <p:cTn id="1150" dur="1" fill="hold">
                                          <p:stCondLst>
                                            <p:cond delay="0"/>
                                          </p:stCondLst>
                                        </p:cTn>
                                        <p:tgtEl>
                                          <p:spTgt spid="579"/>
                                        </p:tgtEl>
                                        <p:attrNameLst>
                                          <p:attrName>style.visibility</p:attrName>
                                        </p:attrNameLst>
                                      </p:cBhvr>
                                      <p:to>
                                        <p:strVal val="visible"/>
                                      </p:to>
                                    </p:set>
                                  </p:childTnLst>
                                </p:cTn>
                              </p:par>
                              <p:par>
                                <p:cTn id="1151" presetID="1" presetClass="entr" presetSubtype="0" fill="hold" nodeType="withEffect">
                                  <p:stCondLst>
                                    <p:cond delay="0"/>
                                  </p:stCondLst>
                                  <p:childTnLst>
                                    <p:set>
                                      <p:cBhvr>
                                        <p:cTn id="1152" dur="1" fill="hold">
                                          <p:stCondLst>
                                            <p:cond delay="0"/>
                                          </p:stCondLst>
                                        </p:cTn>
                                        <p:tgtEl>
                                          <p:spTgt spid="580"/>
                                        </p:tgtEl>
                                        <p:attrNameLst>
                                          <p:attrName>style.visibility</p:attrName>
                                        </p:attrNameLst>
                                      </p:cBhvr>
                                      <p:to>
                                        <p:strVal val="visible"/>
                                      </p:to>
                                    </p:set>
                                  </p:childTnLst>
                                </p:cTn>
                              </p:par>
                              <p:par>
                                <p:cTn id="1153" presetID="1" presetClass="entr" presetSubtype="0" fill="hold" nodeType="withEffect">
                                  <p:stCondLst>
                                    <p:cond delay="0"/>
                                  </p:stCondLst>
                                  <p:childTnLst>
                                    <p:set>
                                      <p:cBhvr>
                                        <p:cTn id="1154" dur="1" fill="hold">
                                          <p:stCondLst>
                                            <p:cond delay="0"/>
                                          </p:stCondLst>
                                        </p:cTn>
                                        <p:tgtEl>
                                          <p:spTgt spid="581"/>
                                        </p:tgtEl>
                                        <p:attrNameLst>
                                          <p:attrName>style.visibility</p:attrName>
                                        </p:attrNameLst>
                                      </p:cBhvr>
                                      <p:to>
                                        <p:strVal val="visible"/>
                                      </p:to>
                                    </p:set>
                                  </p:childTnLst>
                                </p:cTn>
                              </p:par>
                              <p:par>
                                <p:cTn id="1155" presetID="1" presetClass="entr" presetSubtype="0" fill="hold" nodeType="withEffect">
                                  <p:stCondLst>
                                    <p:cond delay="0"/>
                                  </p:stCondLst>
                                  <p:childTnLst>
                                    <p:set>
                                      <p:cBhvr>
                                        <p:cTn id="1156" dur="1" fill="hold">
                                          <p:stCondLst>
                                            <p:cond delay="0"/>
                                          </p:stCondLst>
                                        </p:cTn>
                                        <p:tgtEl>
                                          <p:spTgt spid="582"/>
                                        </p:tgtEl>
                                        <p:attrNameLst>
                                          <p:attrName>style.visibility</p:attrName>
                                        </p:attrNameLst>
                                      </p:cBhvr>
                                      <p:to>
                                        <p:strVal val="visible"/>
                                      </p:to>
                                    </p:set>
                                  </p:childTnLst>
                                </p:cTn>
                              </p:par>
                              <p:par>
                                <p:cTn id="1157" presetID="1" presetClass="entr" presetSubtype="0" fill="hold" nodeType="withEffect">
                                  <p:stCondLst>
                                    <p:cond delay="0"/>
                                  </p:stCondLst>
                                  <p:childTnLst>
                                    <p:set>
                                      <p:cBhvr>
                                        <p:cTn id="1158" dur="1" fill="hold">
                                          <p:stCondLst>
                                            <p:cond delay="0"/>
                                          </p:stCondLst>
                                        </p:cTn>
                                        <p:tgtEl>
                                          <p:spTgt spid="583"/>
                                        </p:tgtEl>
                                        <p:attrNameLst>
                                          <p:attrName>style.visibility</p:attrName>
                                        </p:attrNameLst>
                                      </p:cBhvr>
                                      <p:to>
                                        <p:strVal val="visible"/>
                                      </p:to>
                                    </p:set>
                                  </p:childTnLst>
                                </p:cTn>
                              </p:par>
                              <p:par>
                                <p:cTn id="1159" presetID="1" presetClass="entr" presetSubtype="0" fill="hold" nodeType="withEffect">
                                  <p:stCondLst>
                                    <p:cond delay="0"/>
                                  </p:stCondLst>
                                  <p:childTnLst>
                                    <p:set>
                                      <p:cBhvr>
                                        <p:cTn id="1160" dur="1" fill="hold">
                                          <p:stCondLst>
                                            <p:cond delay="0"/>
                                          </p:stCondLst>
                                        </p:cTn>
                                        <p:tgtEl>
                                          <p:spTgt spid="584"/>
                                        </p:tgtEl>
                                        <p:attrNameLst>
                                          <p:attrName>style.visibility</p:attrName>
                                        </p:attrNameLst>
                                      </p:cBhvr>
                                      <p:to>
                                        <p:strVal val="visible"/>
                                      </p:to>
                                    </p:set>
                                  </p:childTnLst>
                                </p:cTn>
                              </p:par>
                              <p:par>
                                <p:cTn id="1161" presetID="1" presetClass="entr" presetSubtype="0" fill="hold" nodeType="withEffect">
                                  <p:stCondLst>
                                    <p:cond delay="0"/>
                                  </p:stCondLst>
                                  <p:childTnLst>
                                    <p:set>
                                      <p:cBhvr>
                                        <p:cTn id="1162" dur="1" fill="hold">
                                          <p:stCondLst>
                                            <p:cond delay="0"/>
                                          </p:stCondLst>
                                        </p:cTn>
                                        <p:tgtEl>
                                          <p:spTgt spid="585"/>
                                        </p:tgtEl>
                                        <p:attrNameLst>
                                          <p:attrName>style.visibility</p:attrName>
                                        </p:attrNameLst>
                                      </p:cBhvr>
                                      <p:to>
                                        <p:strVal val="visible"/>
                                      </p:to>
                                    </p:set>
                                  </p:childTnLst>
                                </p:cTn>
                              </p:par>
                              <p:par>
                                <p:cTn id="1163" presetID="1" presetClass="entr" presetSubtype="0" fill="hold" nodeType="withEffect">
                                  <p:stCondLst>
                                    <p:cond delay="0"/>
                                  </p:stCondLst>
                                  <p:childTnLst>
                                    <p:set>
                                      <p:cBhvr>
                                        <p:cTn id="1164" dur="1" fill="hold">
                                          <p:stCondLst>
                                            <p:cond delay="0"/>
                                          </p:stCondLst>
                                        </p:cTn>
                                        <p:tgtEl>
                                          <p:spTgt spid="586"/>
                                        </p:tgtEl>
                                        <p:attrNameLst>
                                          <p:attrName>style.visibility</p:attrName>
                                        </p:attrNameLst>
                                      </p:cBhvr>
                                      <p:to>
                                        <p:strVal val="visible"/>
                                      </p:to>
                                    </p:set>
                                  </p:childTnLst>
                                </p:cTn>
                              </p:par>
                              <p:par>
                                <p:cTn id="1165" presetID="1" presetClass="entr" presetSubtype="0" fill="hold" nodeType="withEffect">
                                  <p:stCondLst>
                                    <p:cond delay="0"/>
                                  </p:stCondLst>
                                  <p:childTnLst>
                                    <p:set>
                                      <p:cBhvr>
                                        <p:cTn id="1166" dur="1" fill="hold">
                                          <p:stCondLst>
                                            <p:cond delay="0"/>
                                          </p:stCondLst>
                                        </p:cTn>
                                        <p:tgtEl>
                                          <p:spTgt spid="587"/>
                                        </p:tgtEl>
                                        <p:attrNameLst>
                                          <p:attrName>style.visibility</p:attrName>
                                        </p:attrNameLst>
                                      </p:cBhvr>
                                      <p:to>
                                        <p:strVal val="visible"/>
                                      </p:to>
                                    </p:set>
                                  </p:childTnLst>
                                </p:cTn>
                              </p:par>
                              <p:par>
                                <p:cTn id="1167" presetID="1" presetClass="entr" presetSubtype="0" fill="hold" nodeType="withEffect">
                                  <p:stCondLst>
                                    <p:cond delay="0"/>
                                  </p:stCondLst>
                                  <p:childTnLst>
                                    <p:set>
                                      <p:cBhvr>
                                        <p:cTn id="1168" dur="1" fill="hold">
                                          <p:stCondLst>
                                            <p:cond delay="0"/>
                                          </p:stCondLst>
                                        </p:cTn>
                                        <p:tgtEl>
                                          <p:spTgt spid="588"/>
                                        </p:tgtEl>
                                        <p:attrNameLst>
                                          <p:attrName>style.visibility</p:attrName>
                                        </p:attrNameLst>
                                      </p:cBhvr>
                                      <p:to>
                                        <p:strVal val="visible"/>
                                      </p:to>
                                    </p:set>
                                  </p:childTnLst>
                                </p:cTn>
                              </p:par>
                              <p:par>
                                <p:cTn id="1169" presetID="1" presetClass="entr" presetSubtype="0" fill="hold" nodeType="withEffect">
                                  <p:stCondLst>
                                    <p:cond delay="0"/>
                                  </p:stCondLst>
                                  <p:childTnLst>
                                    <p:set>
                                      <p:cBhvr>
                                        <p:cTn id="1170" dur="1" fill="hold">
                                          <p:stCondLst>
                                            <p:cond delay="0"/>
                                          </p:stCondLst>
                                        </p:cTn>
                                        <p:tgtEl>
                                          <p:spTgt spid="589"/>
                                        </p:tgtEl>
                                        <p:attrNameLst>
                                          <p:attrName>style.visibility</p:attrName>
                                        </p:attrNameLst>
                                      </p:cBhvr>
                                      <p:to>
                                        <p:strVal val="visible"/>
                                      </p:to>
                                    </p:set>
                                  </p:childTnLst>
                                </p:cTn>
                              </p:par>
                              <p:par>
                                <p:cTn id="1171" presetID="1" presetClass="entr" presetSubtype="0" fill="hold" nodeType="withEffect">
                                  <p:stCondLst>
                                    <p:cond delay="0"/>
                                  </p:stCondLst>
                                  <p:childTnLst>
                                    <p:set>
                                      <p:cBhvr>
                                        <p:cTn id="1172" dur="1" fill="hold">
                                          <p:stCondLst>
                                            <p:cond delay="0"/>
                                          </p:stCondLst>
                                        </p:cTn>
                                        <p:tgtEl>
                                          <p:spTgt spid="590"/>
                                        </p:tgtEl>
                                        <p:attrNameLst>
                                          <p:attrName>style.visibility</p:attrName>
                                        </p:attrNameLst>
                                      </p:cBhvr>
                                      <p:to>
                                        <p:strVal val="visible"/>
                                      </p:to>
                                    </p:set>
                                  </p:childTnLst>
                                </p:cTn>
                              </p:par>
                              <p:par>
                                <p:cTn id="1173" presetID="1" presetClass="entr" presetSubtype="0" fill="hold" nodeType="withEffect">
                                  <p:stCondLst>
                                    <p:cond delay="0"/>
                                  </p:stCondLst>
                                  <p:childTnLst>
                                    <p:set>
                                      <p:cBhvr>
                                        <p:cTn id="1174" dur="1" fill="hold">
                                          <p:stCondLst>
                                            <p:cond delay="0"/>
                                          </p:stCondLst>
                                        </p:cTn>
                                        <p:tgtEl>
                                          <p:spTgt spid="591"/>
                                        </p:tgtEl>
                                        <p:attrNameLst>
                                          <p:attrName>style.visibility</p:attrName>
                                        </p:attrNameLst>
                                      </p:cBhvr>
                                      <p:to>
                                        <p:strVal val="visible"/>
                                      </p:to>
                                    </p:set>
                                  </p:childTnLst>
                                </p:cTn>
                              </p:par>
                              <p:par>
                                <p:cTn id="1175" presetID="1" presetClass="entr" presetSubtype="0" fill="hold" nodeType="withEffect">
                                  <p:stCondLst>
                                    <p:cond delay="0"/>
                                  </p:stCondLst>
                                  <p:childTnLst>
                                    <p:set>
                                      <p:cBhvr>
                                        <p:cTn id="1176" dur="1" fill="hold">
                                          <p:stCondLst>
                                            <p:cond delay="0"/>
                                          </p:stCondLst>
                                        </p:cTn>
                                        <p:tgtEl>
                                          <p:spTgt spid="592"/>
                                        </p:tgtEl>
                                        <p:attrNameLst>
                                          <p:attrName>style.visibility</p:attrName>
                                        </p:attrNameLst>
                                      </p:cBhvr>
                                      <p:to>
                                        <p:strVal val="visible"/>
                                      </p:to>
                                    </p:set>
                                  </p:childTnLst>
                                </p:cTn>
                              </p:par>
                              <p:par>
                                <p:cTn id="1177" presetID="1" presetClass="entr" presetSubtype="0" fill="hold" nodeType="withEffect">
                                  <p:stCondLst>
                                    <p:cond delay="0"/>
                                  </p:stCondLst>
                                  <p:childTnLst>
                                    <p:set>
                                      <p:cBhvr>
                                        <p:cTn id="1178" dur="1" fill="hold">
                                          <p:stCondLst>
                                            <p:cond delay="0"/>
                                          </p:stCondLst>
                                        </p:cTn>
                                        <p:tgtEl>
                                          <p:spTgt spid="593"/>
                                        </p:tgtEl>
                                        <p:attrNameLst>
                                          <p:attrName>style.visibility</p:attrName>
                                        </p:attrNameLst>
                                      </p:cBhvr>
                                      <p:to>
                                        <p:strVal val="visible"/>
                                      </p:to>
                                    </p:set>
                                  </p:childTnLst>
                                </p:cTn>
                              </p:par>
                              <p:par>
                                <p:cTn id="1179" presetID="1" presetClass="entr" presetSubtype="0" fill="hold" nodeType="withEffect">
                                  <p:stCondLst>
                                    <p:cond delay="0"/>
                                  </p:stCondLst>
                                  <p:childTnLst>
                                    <p:set>
                                      <p:cBhvr>
                                        <p:cTn id="1180" dur="1" fill="hold">
                                          <p:stCondLst>
                                            <p:cond delay="0"/>
                                          </p:stCondLst>
                                        </p:cTn>
                                        <p:tgtEl>
                                          <p:spTgt spid="594"/>
                                        </p:tgtEl>
                                        <p:attrNameLst>
                                          <p:attrName>style.visibility</p:attrName>
                                        </p:attrNameLst>
                                      </p:cBhvr>
                                      <p:to>
                                        <p:strVal val="visible"/>
                                      </p:to>
                                    </p:set>
                                  </p:childTnLst>
                                </p:cTn>
                              </p:par>
                              <p:par>
                                <p:cTn id="1181" presetID="1" presetClass="entr" presetSubtype="0" fill="hold" nodeType="withEffect">
                                  <p:stCondLst>
                                    <p:cond delay="0"/>
                                  </p:stCondLst>
                                  <p:childTnLst>
                                    <p:set>
                                      <p:cBhvr>
                                        <p:cTn id="1182" dur="1" fill="hold">
                                          <p:stCondLst>
                                            <p:cond delay="0"/>
                                          </p:stCondLst>
                                        </p:cTn>
                                        <p:tgtEl>
                                          <p:spTgt spid="595"/>
                                        </p:tgtEl>
                                        <p:attrNameLst>
                                          <p:attrName>style.visibility</p:attrName>
                                        </p:attrNameLst>
                                      </p:cBhvr>
                                      <p:to>
                                        <p:strVal val="visible"/>
                                      </p:to>
                                    </p:set>
                                  </p:childTnLst>
                                </p:cTn>
                              </p:par>
                              <p:par>
                                <p:cTn id="1183" presetID="1" presetClass="entr" presetSubtype="0" fill="hold" nodeType="withEffect">
                                  <p:stCondLst>
                                    <p:cond delay="0"/>
                                  </p:stCondLst>
                                  <p:childTnLst>
                                    <p:set>
                                      <p:cBhvr>
                                        <p:cTn id="1184" dur="1" fill="hold">
                                          <p:stCondLst>
                                            <p:cond delay="0"/>
                                          </p:stCondLst>
                                        </p:cTn>
                                        <p:tgtEl>
                                          <p:spTgt spid="596"/>
                                        </p:tgtEl>
                                        <p:attrNameLst>
                                          <p:attrName>style.visibility</p:attrName>
                                        </p:attrNameLst>
                                      </p:cBhvr>
                                      <p:to>
                                        <p:strVal val="visible"/>
                                      </p:to>
                                    </p:set>
                                  </p:childTnLst>
                                </p:cTn>
                              </p:par>
                              <p:par>
                                <p:cTn id="1185" presetID="1" presetClass="entr" presetSubtype="0" fill="hold" nodeType="withEffect">
                                  <p:stCondLst>
                                    <p:cond delay="0"/>
                                  </p:stCondLst>
                                  <p:childTnLst>
                                    <p:set>
                                      <p:cBhvr>
                                        <p:cTn id="1186" dur="1" fill="hold">
                                          <p:stCondLst>
                                            <p:cond delay="0"/>
                                          </p:stCondLst>
                                        </p:cTn>
                                        <p:tgtEl>
                                          <p:spTgt spid="597"/>
                                        </p:tgtEl>
                                        <p:attrNameLst>
                                          <p:attrName>style.visibility</p:attrName>
                                        </p:attrNameLst>
                                      </p:cBhvr>
                                      <p:to>
                                        <p:strVal val="visible"/>
                                      </p:to>
                                    </p:set>
                                  </p:childTnLst>
                                </p:cTn>
                              </p:par>
                              <p:par>
                                <p:cTn id="1187" presetID="1" presetClass="entr" presetSubtype="0" fill="hold" nodeType="withEffect">
                                  <p:stCondLst>
                                    <p:cond delay="0"/>
                                  </p:stCondLst>
                                  <p:childTnLst>
                                    <p:set>
                                      <p:cBhvr>
                                        <p:cTn id="1188" dur="1" fill="hold">
                                          <p:stCondLst>
                                            <p:cond delay="0"/>
                                          </p:stCondLst>
                                        </p:cTn>
                                        <p:tgtEl>
                                          <p:spTgt spid="598"/>
                                        </p:tgtEl>
                                        <p:attrNameLst>
                                          <p:attrName>style.visibility</p:attrName>
                                        </p:attrNameLst>
                                      </p:cBhvr>
                                      <p:to>
                                        <p:strVal val="visible"/>
                                      </p:to>
                                    </p:set>
                                  </p:childTnLst>
                                </p:cTn>
                              </p:par>
                              <p:par>
                                <p:cTn id="1189" presetID="1" presetClass="entr" presetSubtype="0" fill="hold" nodeType="withEffect">
                                  <p:stCondLst>
                                    <p:cond delay="0"/>
                                  </p:stCondLst>
                                  <p:childTnLst>
                                    <p:set>
                                      <p:cBhvr>
                                        <p:cTn id="1190" dur="1" fill="hold">
                                          <p:stCondLst>
                                            <p:cond delay="0"/>
                                          </p:stCondLst>
                                        </p:cTn>
                                        <p:tgtEl>
                                          <p:spTgt spid="599"/>
                                        </p:tgtEl>
                                        <p:attrNameLst>
                                          <p:attrName>style.visibility</p:attrName>
                                        </p:attrNameLst>
                                      </p:cBhvr>
                                      <p:to>
                                        <p:strVal val="visible"/>
                                      </p:to>
                                    </p:set>
                                  </p:childTnLst>
                                </p:cTn>
                              </p:par>
                              <p:par>
                                <p:cTn id="1191" presetID="1" presetClass="entr" presetSubtype="0" fill="hold" nodeType="withEffect">
                                  <p:stCondLst>
                                    <p:cond delay="0"/>
                                  </p:stCondLst>
                                  <p:childTnLst>
                                    <p:set>
                                      <p:cBhvr>
                                        <p:cTn id="1192" dur="1" fill="hold">
                                          <p:stCondLst>
                                            <p:cond delay="0"/>
                                          </p:stCondLst>
                                        </p:cTn>
                                        <p:tgtEl>
                                          <p:spTgt spid="600"/>
                                        </p:tgtEl>
                                        <p:attrNameLst>
                                          <p:attrName>style.visibility</p:attrName>
                                        </p:attrNameLst>
                                      </p:cBhvr>
                                      <p:to>
                                        <p:strVal val="visible"/>
                                      </p:to>
                                    </p:set>
                                  </p:childTnLst>
                                </p:cTn>
                              </p:par>
                              <p:par>
                                <p:cTn id="1193" presetID="1" presetClass="entr" presetSubtype="0" fill="hold" nodeType="withEffect">
                                  <p:stCondLst>
                                    <p:cond delay="0"/>
                                  </p:stCondLst>
                                  <p:childTnLst>
                                    <p:set>
                                      <p:cBhvr>
                                        <p:cTn id="1194" dur="1" fill="hold">
                                          <p:stCondLst>
                                            <p:cond delay="0"/>
                                          </p:stCondLst>
                                        </p:cTn>
                                        <p:tgtEl>
                                          <p:spTgt spid="601"/>
                                        </p:tgtEl>
                                        <p:attrNameLst>
                                          <p:attrName>style.visibility</p:attrName>
                                        </p:attrNameLst>
                                      </p:cBhvr>
                                      <p:to>
                                        <p:strVal val="visible"/>
                                      </p:to>
                                    </p:set>
                                  </p:childTnLst>
                                </p:cTn>
                              </p:par>
                              <p:par>
                                <p:cTn id="1195" presetID="1" presetClass="entr" presetSubtype="0" fill="hold" nodeType="withEffect">
                                  <p:stCondLst>
                                    <p:cond delay="0"/>
                                  </p:stCondLst>
                                  <p:childTnLst>
                                    <p:set>
                                      <p:cBhvr>
                                        <p:cTn id="1196" dur="1" fill="hold">
                                          <p:stCondLst>
                                            <p:cond delay="0"/>
                                          </p:stCondLst>
                                        </p:cTn>
                                        <p:tgtEl>
                                          <p:spTgt spid="602"/>
                                        </p:tgtEl>
                                        <p:attrNameLst>
                                          <p:attrName>style.visibility</p:attrName>
                                        </p:attrNameLst>
                                      </p:cBhvr>
                                      <p:to>
                                        <p:strVal val="visible"/>
                                      </p:to>
                                    </p:set>
                                  </p:childTnLst>
                                </p:cTn>
                              </p:par>
                              <p:par>
                                <p:cTn id="1197" presetID="1" presetClass="entr" presetSubtype="0" fill="hold" nodeType="withEffect">
                                  <p:stCondLst>
                                    <p:cond delay="0"/>
                                  </p:stCondLst>
                                  <p:childTnLst>
                                    <p:set>
                                      <p:cBhvr>
                                        <p:cTn id="1198" dur="1" fill="hold">
                                          <p:stCondLst>
                                            <p:cond delay="0"/>
                                          </p:stCondLst>
                                        </p:cTn>
                                        <p:tgtEl>
                                          <p:spTgt spid="603"/>
                                        </p:tgtEl>
                                        <p:attrNameLst>
                                          <p:attrName>style.visibility</p:attrName>
                                        </p:attrNameLst>
                                      </p:cBhvr>
                                      <p:to>
                                        <p:strVal val="visible"/>
                                      </p:to>
                                    </p:set>
                                  </p:childTnLst>
                                </p:cTn>
                              </p:par>
                              <p:par>
                                <p:cTn id="1199" presetID="1" presetClass="entr" presetSubtype="0" fill="hold" nodeType="withEffect">
                                  <p:stCondLst>
                                    <p:cond delay="0"/>
                                  </p:stCondLst>
                                  <p:childTnLst>
                                    <p:set>
                                      <p:cBhvr>
                                        <p:cTn id="1200" dur="1" fill="hold">
                                          <p:stCondLst>
                                            <p:cond delay="0"/>
                                          </p:stCondLst>
                                        </p:cTn>
                                        <p:tgtEl>
                                          <p:spTgt spid="604"/>
                                        </p:tgtEl>
                                        <p:attrNameLst>
                                          <p:attrName>style.visibility</p:attrName>
                                        </p:attrNameLst>
                                      </p:cBhvr>
                                      <p:to>
                                        <p:strVal val="visible"/>
                                      </p:to>
                                    </p:set>
                                  </p:childTnLst>
                                </p:cTn>
                              </p:par>
                              <p:par>
                                <p:cTn id="1201" presetID="1" presetClass="entr" presetSubtype="0" fill="hold" nodeType="withEffect">
                                  <p:stCondLst>
                                    <p:cond delay="0"/>
                                  </p:stCondLst>
                                  <p:childTnLst>
                                    <p:set>
                                      <p:cBhvr>
                                        <p:cTn id="1202" dur="1" fill="hold">
                                          <p:stCondLst>
                                            <p:cond delay="0"/>
                                          </p:stCondLst>
                                        </p:cTn>
                                        <p:tgtEl>
                                          <p:spTgt spid="605"/>
                                        </p:tgtEl>
                                        <p:attrNameLst>
                                          <p:attrName>style.visibility</p:attrName>
                                        </p:attrNameLst>
                                      </p:cBhvr>
                                      <p:to>
                                        <p:strVal val="visible"/>
                                      </p:to>
                                    </p:set>
                                  </p:childTnLst>
                                </p:cTn>
                              </p:par>
                              <p:par>
                                <p:cTn id="1203" presetID="1" presetClass="entr" presetSubtype="0" fill="hold" nodeType="withEffect">
                                  <p:stCondLst>
                                    <p:cond delay="0"/>
                                  </p:stCondLst>
                                  <p:childTnLst>
                                    <p:set>
                                      <p:cBhvr>
                                        <p:cTn id="1204" dur="1" fill="hold">
                                          <p:stCondLst>
                                            <p:cond delay="0"/>
                                          </p:stCondLst>
                                        </p:cTn>
                                        <p:tgtEl>
                                          <p:spTgt spid="606"/>
                                        </p:tgtEl>
                                        <p:attrNameLst>
                                          <p:attrName>style.visibility</p:attrName>
                                        </p:attrNameLst>
                                      </p:cBhvr>
                                      <p:to>
                                        <p:strVal val="visible"/>
                                      </p:to>
                                    </p:set>
                                  </p:childTnLst>
                                </p:cTn>
                              </p:par>
                              <p:par>
                                <p:cTn id="1205" presetID="1" presetClass="entr" presetSubtype="0" fill="hold" nodeType="withEffect">
                                  <p:stCondLst>
                                    <p:cond delay="0"/>
                                  </p:stCondLst>
                                  <p:childTnLst>
                                    <p:set>
                                      <p:cBhvr>
                                        <p:cTn id="1206" dur="1" fill="hold">
                                          <p:stCondLst>
                                            <p:cond delay="0"/>
                                          </p:stCondLst>
                                        </p:cTn>
                                        <p:tgtEl>
                                          <p:spTgt spid="607"/>
                                        </p:tgtEl>
                                        <p:attrNameLst>
                                          <p:attrName>style.visibility</p:attrName>
                                        </p:attrNameLst>
                                      </p:cBhvr>
                                      <p:to>
                                        <p:strVal val="visible"/>
                                      </p:to>
                                    </p:set>
                                  </p:childTnLst>
                                </p:cTn>
                              </p:par>
                              <p:par>
                                <p:cTn id="1207" presetID="1" presetClass="entr" presetSubtype="0" fill="hold" nodeType="withEffect">
                                  <p:stCondLst>
                                    <p:cond delay="0"/>
                                  </p:stCondLst>
                                  <p:childTnLst>
                                    <p:set>
                                      <p:cBhvr>
                                        <p:cTn id="1208" dur="1" fill="hold">
                                          <p:stCondLst>
                                            <p:cond delay="0"/>
                                          </p:stCondLst>
                                        </p:cTn>
                                        <p:tgtEl>
                                          <p:spTgt spid="608"/>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09"/>
                                        </p:tgtEl>
                                        <p:attrNameLst>
                                          <p:attrName>style.visibility</p:attrName>
                                        </p:attrNameLst>
                                      </p:cBhvr>
                                      <p:to>
                                        <p:strVal val="visible"/>
                                      </p:to>
                                    </p:set>
                                  </p:childTnLst>
                                </p:cTn>
                              </p:par>
                            </p:childTnLst>
                          </p:cTn>
                        </p:par>
                      </p:childTnLst>
                    </p:cTn>
                  </p:par>
                  <p:par>
                    <p:cTn id="1211" fill="hold">
                      <p:stCondLst>
                        <p:cond delay="indefinite"/>
                      </p:stCondLst>
                      <p:childTnLst>
                        <p:par>
                          <p:cTn id="1212" fill="hold">
                            <p:stCondLst>
                              <p:cond delay="0"/>
                            </p:stCondLst>
                            <p:childTnLst>
                              <p:par>
                                <p:cTn id="1213" presetID="1" presetClass="entr" presetSubtype="0" fill="hold" nodeType="clickEffect">
                                  <p:stCondLst>
                                    <p:cond delay="0"/>
                                  </p:stCondLst>
                                  <p:childTnLst>
                                    <p:set>
                                      <p:cBhvr>
                                        <p:cTn id="1214" dur="1" fill="hold">
                                          <p:stCondLst>
                                            <p:cond delay="0"/>
                                          </p:stCondLst>
                                        </p:cTn>
                                        <p:tgtEl>
                                          <p:spTgt spid="611"/>
                                        </p:tgtEl>
                                        <p:attrNameLst>
                                          <p:attrName>style.visibility</p:attrName>
                                        </p:attrNameLst>
                                      </p:cBhvr>
                                      <p:to>
                                        <p:strVal val="visible"/>
                                      </p:to>
                                    </p:set>
                                  </p:childTnLst>
                                </p:cTn>
                              </p:par>
                              <p:par>
                                <p:cTn id="1215" presetID="1" presetClass="entr" presetSubtype="0" fill="hold" nodeType="withEffect">
                                  <p:stCondLst>
                                    <p:cond delay="0"/>
                                  </p:stCondLst>
                                  <p:childTnLst>
                                    <p:set>
                                      <p:cBhvr>
                                        <p:cTn id="1216" dur="1" fill="hold">
                                          <p:stCondLst>
                                            <p:cond delay="0"/>
                                          </p:stCondLst>
                                        </p:cTn>
                                        <p:tgtEl>
                                          <p:spTgt spid="612"/>
                                        </p:tgtEl>
                                        <p:attrNameLst>
                                          <p:attrName>style.visibility</p:attrName>
                                        </p:attrNameLst>
                                      </p:cBhvr>
                                      <p:to>
                                        <p:strVal val="visible"/>
                                      </p:to>
                                    </p:set>
                                  </p:childTnLst>
                                </p:cTn>
                              </p:par>
                              <p:par>
                                <p:cTn id="1217" presetID="1" presetClass="entr" presetSubtype="0" fill="hold" nodeType="withEffect">
                                  <p:stCondLst>
                                    <p:cond delay="0"/>
                                  </p:stCondLst>
                                  <p:childTnLst>
                                    <p:set>
                                      <p:cBhvr>
                                        <p:cTn id="1218" dur="1" fill="hold">
                                          <p:stCondLst>
                                            <p:cond delay="0"/>
                                          </p:stCondLst>
                                        </p:cTn>
                                        <p:tgtEl>
                                          <p:spTgt spid="613"/>
                                        </p:tgtEl>
                                        <p:attrNameLst>
                                          <p:attrName>style.visibility</p:attrName>
                                        </p:attrNameLst>
                                      </p:cBhvr>
                                      <p:to>
                                        <p:strVal val="visible"/>
                                      </p:to>
                                    </p:set>
                                  </p:childTnLst>
                                </p:cTn>
                              </p:par>
                              <p:par>
                                <p:cTn id="1219" presetID="1" presetClass="entr" presetSubtype="0" fill="hold" nodeType="withEffect">
                                  <p:stCondLst>
                                    <p:cond delay="0"/>
                                  </p:stCondLst>
                                  <p:childTnLst>
                                    <p:set>
                                      <p:cBhvr>
                                        <p:cTn id="1220" dur="1" fill="hold">
                                          <p:stCondLst>
                                            <p:cond delay="0"/>
                                          </p:stCondLst>
                                        </p:cTn>
                                        <p:tgtEl>
                                          <p:spTgt spid="614"/>
                                        </p:tgtEl>
                                        <p:attrNameLst>
                                          <p:attrName>style.visibility</p:attrName>
                                        </p:attrNameLst>
                                      </p:cBhvr>
                                      <p:to>
                                        <p:strVal val="visible"/>
                                      </p:to>
                                    </p:set>
                                  </p:childTnLst>
                                </p:cTn>
                              </p:par>
                              <p:par>
                                <p:cTn id="1221" presetID="1" presetClass="entr" presetSubtype="0" fill="hold" nodeType="withEffect">
                                  <p:stCondLst>
                                    <p:cond delay="0"/>
                                  </p:stCondLst>
                                  <p:childTnLst>
                                    <p:set>
                                      <p:cBhvr>
                                        <p:cTn id="1222" dur="1" fill="hold">
                                          <p:stCondLst>
                                            <p:cond delay="0"/>
                                          </p:stCondLst>
                                        </p:cTn>
                                        <p:tgtEl>
                                          <p:spTgt spid="615"/>
                                        </p:tgtEl>
                                        <p:attrNameLst>
                                          <p:attrName>style.visibility</p:attrName>
                                        </p:attrNameLst>
                                      </p:cBhvr>
                                      <p:to>
                                        <p:strVal val="visible"/>
                                      </p:to>
                                    </p:set>
                                  </p:childTnLst>
                                </p:cTn>
                              </p:par>
                              <p:par>
                                <p:cTn id="1223" presetID="1" presetClass="entr" presetSubtype="0" fill="hold" nodeType="withEffect">
                                  <p:stCondLst>
                                    <p:cond delay="0"/>
                                  </p:stCondLst>
                                  <p:childTnLst>
                                    <p:set>
                                      <p:cBhvr>
                                        <p:cTn id="1224" dur="1" fill="hold">
                                          <p:stCondLst>
                                            <p:cond delay="0"/>
                                          </p:stCondLst>
                                        </p:cTn>
                                        <p:tgtEl>
                                          <p:spTgt spid="616"/>
                                        </p:tgtEl>
                                        <p:attrNameLst>
                                          <p:attrName>style.visibility</p:attrName>
                                        </p:attrNameLst>
                                      </p:cBhvr>
                                      <p:to>
                                        <p:strVal val="visible"/>
                                      </p:to>
                                    </p:set>
                                  </p:childTnLst>
                                </p:cTn>
                              </p:par>
                              <p:par>
                                <p:cTn id="1225" presetID="1" presetClass="entr" presetSubtype="0" fill="hold" nodeType="withEffect">
                                  <p:stCondLst>
                                    <p:cond delay="0"/>
                                  </p:stCondLst>
                                  <p:childTnLst>
                                    <p:set>
                                      <p:cBhvr>
                                        <p:cTn id="1226" dur="1" fill="hold">
                                          <p:stCondLst>
                                            <p:cond delay="0"/>
                                          </p:stCondLst>
                                        </p:cTn>
                                        <p:tgtEl>
                                          <p:spTgt spid="617"/>
                                        </p:tgtEl>
                                        <p:attrNameLst>
                                          <p:attrName>style.visibility</p:attrName>
                                        </p:attrNameLst>
                                      </p:cBhvr>
                                      <p:to>
                                        <p:strVal val="visible"/>
                                      </p:to>
                                    </p:set>
                                  </p:childTnLst>
                                </p:cTn>
                              </p:par>
                              <p:par>
                                <p:cTn id="1227" presetID="1" presetClass="entr" presetSubtype="0" fill="hold" nodeType="withEffect">
                                  <p:stCondLst>
                                    <p:cond delay="0"/>
                                  </p:stCondLst>
                                  <p:childTnLst>
                                    <p:set>
                                      <p:cBhvr>
                                        <p:cTn id="1228" dur="1" fill="hold">
                                          <p:stCondLst>
                                            <p:cond delay="0"/>
                                          </p:stCondLst>
                                        </p:cTn>
                                        <p:tgtEl>
                                          <p:spTgt spid="618"/>
                                        </p:tgtEl>
                                        <p:attrNameLst>
                                          <p:attrName>style.visibility</p:attrName>
                                        </p:attrNameLst>
                                      </p:cBhvr>
                                      <p:to>
                                        <p:strVal val="visible"/>
                                      </p:to>
                                    </p:set>
                                  </p:childTnLst>
                                </p:cTn>
                              </p:par>
                              <p:par>
                                <p:cTn id="1229" presetID="1" presetClass="entr" presetSubtype="0" fill="hold" nodeType="withEffect">
                                  <p:stCondLst>
                                    <p:cond delay="0"/>
                                  </p:stCondLst>
                                  <p:childTnLst>
                                    <p:set>
                                      <p:cBhvr>
                                        <p:cTn id="1230" dur="1" fill="hold">
                                          <p:stCondLst>
                                            <p:cond delay="0"/>
                                          </p:stCondLst>
                                        </p:cTn>
                                        <p:tgtEl>
                                          <p:spTgt spid="619"/>
                                        </p:tgtEl>
                                        <p:attrNameLst>
                                          <p:attrName>style.visibility</p:attrName>
                                        </p:attrNameLst>
                                      </p:cBhvr>
                                      <p:to>
                                        <p:strVal val="visible"/>
                                      </p:to>
                                    </p:set>
                                  </p:childTnLst>
                                </p:cTn>
                              </p:par>
                              <p:par>
                                <p:cTn id="1231" presetID="1" presetClass="entr" presetSubtype="0" fill="hold" nodeType="withEffect">
                                  <p:stCondLst>
                                    <p:cond delay="0"/>
                                  </p:stCondLst>
                                  <p:childTnLst>
                                    <p:set>
                                      <p:cBhvr>
                                        <p:cTn id="1232" dur="1" fill="hold">
                                          <p:stCondLst>
                                            <p:cond delay="0"/>
                                          </p:stCondLst>
                                        </p:cTn>
                                        <p:tgtEl>
                                          <p:spTgt spid="620"/>
                                        </p:tgtEl>
                                        <p:attrNameLst>
                                          <p:attrName>style.visibility</p:attrName>
                                        </p:attrNameLst>
                                      </p:cBhvr>
                                      <p:to>
                                        <p:strVal val="visible"/>
                                      </p:to>
                                    </p:set>
                                  </p:childTnLst>
                                </p:cTn>
                              </p:par>
                              <p:par>
                                <p:cTn id="1233" presetID="1" presetClass="entr" presetSubtype="0" fill="hold" nodeType="withEffect">
                                  <p:stCondLst>
                                    <p:cond delay="0"/>
                                  </p:stCondLst>
                                  <p:childTnLst>
                                    <p:set>
                                      <p:cBhvr>
                                        <p:cTn id="1234" dur="1" fill="hold">
                                          <p:stCondLst>
                                            <p:cond delay="0"/>
                                          </p:stCondLst>
                                        </p:cTn>
                                        <p:tgtEl>
                                          <p:spTgt spid="621"/>
                                        </p:tgtEl>
                                        <p:attrNameLst>
                                          <p:attrName>style.visibility</p:attrName>
                                        </p:attrNameLst>
                                      </p:cBhvr>
                                      <p:to>
                                        <p:strVal val="visible"/>
                                      </p:to>
                                    </p:set>
                                  </p:childTnLst>
                                </p:cTn>
                              </p:par>
                              <p:par>
                                <p:cTn id="1235" presetID="1" presetClass="entr" presetSubtype="0" fill="hold" nodeType="withEffect">
                                  <p:stCondLst>
                                    <p:cond delay="0"/>
                                  </p:stCondLst>
                                  <p:childTnLst>
                                    <p:set>
                                      <p:cBhvr>
                                        <p:cTn id="1236" dur="1" fill="hold">
                                          <p:stCondLst>
                                            <p:cond delay="0"/>
                                          </p:stCondLst>
                                        </p:cTn>
                                        <p:tgtEl>
                                          <p:spTgt spid="622"/>
                                        </p:tgtEl>
                                        <p:attrNameLst>
                                          <p:attrName>style.visibility</p:attrName>
                                        </p:attrNameLst>
                                      </p:cBhvr>
                                      <p:to>
                                        <p:strVal val="visible"/>
                                      </p:to>
                                    </p:set>
                                  </p:childTnLst>
                                </p:cTn>
                              </p:par>
                              <p:par>
                                <p:cTn id="1237" presetID="1" presetClass="entr" presetSubtype="0" fill="hold" nodeType="withEffect">
                                  <p:stCondLst>
                                    <p:cond delay="0"/>
                                  </p:stCondLst>
                                  <p:childTnLst>
                                    <p:set>
                                      <p:cBhvr>
                                        <p:cTn id="1238" dur="1" fill="hold">
                                          <p:stCondLst>
                                            <p:cond delay="0"/>
                                          </p:stCondLst>
                                        </p:cTn>
                                        <p:tgtEl>
                                          <p:spTgt spid="623"/>
                                        </p:tgtEl>
                                        <p:attrNameLst>
                                          <p:attrName>style.visibility</p:attrName>
                                        </p:attrNameLst>
                                      </p:cBhvr>
                                      <p:to>
                                        <p:strVal val="visible"/>
                                      </p:to>
                                    </p:set>
                                  </p:childTnLst>
                                </p:cTn>
                              </p:par>
                              <p:par>
                                <p:cTn id="1239" presetID="1" presetClass="entr" presetSubtype="0" fill="hold" nodeType="withEffect">
                                  <p:stCondLst>
                                    <p:cond delay="0"/>
                                  </p:stCondLst>
                                  <p:childTnLst>
                                    <p:set>
                                      <p:cBhvr>
                                        <p:cTn id="1240" dur="1" fill="hold">
                                          <p:stCondLst>
                                            <p:cond delay="0"/>
                                          </p:stCondLst>
                                        </p:cTn>
                                        <p:tgtEl>
                                          <p:spTgt spid="624"/>
                                        </p:tgtEl>
                                        <p:attrNameLst>
                                          <p:attrName>style.visibility</p:attrName>
                                        </p:attrNameLst>
                                      </p:cBhvr>
                                      <p:to>
                                        <p:strVal val="visible"/>
                                      </p:to>
                                    </p:set>
                                  </p:childTnLst>
                                </p:cTn>
                              </p:par>
                              <p:par>
                                <p:cTn id="1241" presetID="1" presetClass="entr" presetSubtype="0" fill="hold" nodeType="withEffect">
                                  <p:stCondLst>
                                    <p:cond delay="0"/>
                                  </p:stCondLst>
                                  <p:childTnLst>
                                    <p:set>
                                      <p:cBhvr>
                                        <p:cTn id="1242" dur="1" fill="hold">
                                          <p:stCondLst>
                                            <p:cond delay="0"/>
                                          </p:stCondLst>
                                        </p:cTn>
                                        <p:tgtEl>
                                          <p:spTgt spid="625"/>
                                        </p:tgtEl>
                                        <p:attrNameLst>
                                          <p:attrName>style.visibility</p:attrName>
                                        </p:attrNameLst>
                                      </p:cBhvr>
                                      <p:to>
                                        <p:strVal val="visible"/>
                                      </p:to>
                                    </p:set>
                                  </p:childTnLst>
                                </p:cTn>
                              </p:par>
                              <p:par>
                                <p:cTn id="1243" presetID="1" presetClass="entr" presetSubtype="0" fill="hold" nodeType="withEffect">
                                  <p:stCondLst>
                                    <p:cond delay="0"/>
                                  </p:stCondLst>
                                  <p:childTnLst>
                                    <p:set>
                                      <p:cBhvr>
                                        <p:cTn id="1244" dur="1" fill="hold">
                                          <p:stCondLst>
                                            <p:cond delay="0"/>
                                          </p:stCondLst>
                                        </p:cTn>
                                        <p:tgtEl>
                                          <p:spTgt spid="626"/>
                                        </p:tgtEl>
                                        <p:attrNameLst>
                                          <p:attrName>style.visibility</p:attrName>
                                        </p:attrNameLst>
                                      </p:cBhvr>
                                      <p:to>
                                        <p:strVal val="visible"/>
                                      </p:to>
                                    </p:set>
                                  </p:childTnLst>
                                </p:cTn>
                              </p:par>
                              <p:par>
                                <p:cTn id="1245" presetID="1" presetClass="entr" presetSubtype="0" fill="hold" nodeType="withEffect">
                                  <p:stCondLst>
                                    <p:cond delay="0"/>
                                  </p:stCondLst>
                                  <p:childTnLst>
                                    <p:set>
                                      <p:cBhvr>
                                        <p:cTn id="1246" dur="1" fill="hold">
                                          <p:stCondLst>
                                            <p:cond delay="0"/>
                                          </p:stCondLst>
                                        </p:cTn>
                                        <p:tgtEl>
                                          <p:spTgt spid="627"/>
                                        </p:tgtEl>
                                        <p:attrNameLst>
                                          <p:attrName>style.visibility</p:attrName>
                                        </p:attrNameLst>
                                      </p:cBhvr>
                                      <p:to>
                                        <p:strVal val="visible"/>
                                      </p:to>
                                    </p:set>
                                  </p:childTnLst>
                                </p:cTn>
                              </p:par>
                              <p:par>
                                <p:cTn id="1247" presetID="1" presetClass="entr" presetSubtype="0" fill="hold" nodeType="withEffect">
                                  <p:stCondLst>
                                    <p:cond delay="0"/>
                                  </p:stCondLst>
                                  <p:childTnLst>
                                    <p:set>
                                      <p:cBhvr>
                                        <p:cTn id="1248" dur="1" fill="hold">
                                          <p:stCondLst>
                                            <p:cond delay="0"/>
                                          </p:stCondLst>
                                        </p:cTn>
                                        <p:tgtEl>
                                          <p:spTgt spid="628"/>
                                        </p:tgtEl>
                                        <p:attrNameLst>
                                          <p:attrName>style.visibility</p:attrName>
                                        </p:attrNameLst>
                                      </p:cBhvr>
                                      <p:to>
                                        <p:strVal val="visible"/>
                                      </p:to>
                                    </p:set>
                                  </p:childTnLst>
                                </p:cTn>
                              </p:par>
                              <p:par>
                                <p:cTn id="1249" presetID="1" presetClass="entr" presetSubtype="0" fill="hold" nodeType="withEffect">
                                  <p:stCondLst>
                                    <p:cond delay="0"/>
                                  </p:stCondLst>
                                  <p:childTnLst>
                                    <p:set>
                                      <p:cBhvr>
                                        <p:cTn id="1250" dur="1" fill="hold">
                                          <p:stCondLst>
                                            <p:cond delay="0"/>
                                          </p:stCondLst>
                                        </p:cTn>
                                        <p:tgtEl>
                                          <p:spTgt spid="629"/>
                                        </p:tgtEl>
                                        <p:attrNameLst>
                                          <p:attrName>style.visibility</p:attrName>
                                        </p:attrNameLst>
                                      </p:cBhvr>
                                      <p:to>
                                        <p:strVal val="visible"/>
                                      </p:to>
                                    </p:set>
                                  </p:childTnLst>
                                </p:cTn>
                              </p:par>
                              <p:par>
                                <p:cTn id="1251" presetID="1" presetClass="entr" presetSubtype="0" fill="hold" nodeType="withEffect">
                                  <p:stCondLst>
                                    <p:cond delay="0"/>
                                  </p:stCondLst>
                                  <p:childTnLst>
                                    <p:set>
                                      <p:cBhvr>
                                        <p:cTn id="1252" dur="1" fill="hold">
                                          <p:stCondLst>
                                            <p:cond delay="0"/>
                                          </p:stCondLst>
                                        </p:cTn>
                                        <p:tgtEl>
                                          <p:spTgt spid="630"/>
                                        </p:tgtEl>
                                        <p:attrNameLst>
                                          <p:attrName>style.visibility</p:attrName>
                                        </p:attrNameLst>
                                      </p:cBhvr>
                                      <p:to>
                                        <p:strVal val="visible"/>
                                      </p:to>
                                    </p:set>
                                  </p:childTnLst>
                                </p:cTn>
                              </p:par>
                              <p:par>
                                <p:cTn id="1253" presetID="1" presetClass="entr" presetSubtype="0" fill="hold" nodeType="withEffect">
                                  <p:stCondLst>
                                    <p:cond delay="0"/>
                                  </p:stCondLst>
                                  <p:childTnLst>
                                    <p:set>
                                      <p:cBhvr>
                                        <p:cTn id="1254" dur="1" fill="hold">
                                          <p:stCondLst>
                                            <p:cond delay="0"/>
                                          </p:stCondLst>
                                        </p:cTn>
                                        <p:tgtEl>
                                          <p:spTgt spid="631"/>
                                        </p:tgtEl>
                                        <p:attrNameLst>
                                          <p:attrName>style.visibility</p:attrName>
                                        </p:attrNameLst>
                                      </p:cBhvr>
                                      <p:to>
                                        <p:strVal val="visible"/>
                                      </p:to>
                                    </p:set>
                                  </p:childTnLst>
                                </p:cTn>
                              </p:par>
                              <p:par>
                                <p:cTn id="1255" presetID="1" presetClass="entr" presetSubtype="0" fill="hold" nodeType="withEffect">
                                  <p:stCondLst>
                                    <p:cond delay="0"/>
                                  </p:stCondLst>
                                  <p:childTnLst>
                                    <p:set>
                                      <p:cBhvr>
                                        <p:cTn id="1256" dur="1" fill="hold">
                                          <p:stCondLst>
                                            <p:cond delay="0"/>
                                          </p:stCondLst>
                                        </p:cTn>
                                        <p:tgtEl>
                                          <p:spTgt spid="632"/>
                                        </p:tgtEl>
                                        <p:attrNameLst>
                                          <p:attrName>style.visibility</p:attrName>
                                        </p:attrNameLst>
                                      </p:cBhvr>
                                      <p:to>
                                        <p:strVal val="visible"/>
                                      </p:to>
                                    </p:set>
                                  </p:childTnLst>
                                </p:cTn>
                              </p:par>
                              <p:par>
                                <p:cTn id="1257" presetID="1" presetClass="entr" presetSubtype="0" fill="hold" nodeType="withEffect">
                                  <p:stCondLst>
                                    <p:cond delay="0"/>
                                  </p:stCondLst>
                                  <p:childTnLst>
                                    <p:set>
                                      <p:cBhvr>
                                        <p:cTn id="1258" dur="1" fill="hold">
                                          <p:stCondLst>
                                            <p:cond delay="0"/>
                                          </p:stCondLst>
                                        </p:cTn>
                                        <p:tgtEl>
                                          <p:spTgt spid="633"/>
                                        </p:tgtEl>
                                        <p:attrNameLst>
                                          <p:attrName>style.visibility</p:attrName>
                                        </p:attrNameLst>
                                      </p:cBhvr>
                                      <p:to>
                                        <p:strVal val="visible"/>
                                      </p:to>
                                    </p:set>
                                  </p:childTnLst>
                                </p:cTn>
                              </p:par>
                              <p:par>
                                <p:cTn id="1259" presetID="1" presetClass="entr" presetSubtype="0" fill="hold" nodeType="withEffect">
                                  <p:stCondLst>
                                    <p:cond delay="0"/>
                                  </p:stCondLst>
                                  <p:childTnLst>
                                    <p:set>
                                      <p:cBhvr>
                                        <p:cTn id="1260" dur="1" fill="hold">
                                          <p:stCondLst>
                                            <p:cond delay="0"/>
                                          </p:stCondLst>
                                        </p:cTn>
                                        <p:tgtEl>
                                          <p:spTgt spid="634"/>
                                        </p:tgtEl>
                                        <p:attrNameLst>
                                          <p:attrName>style.visibility</p:attrName>
                                        </p:attrNameLst>
                                      </p:cBhvr>
                                      <p:to>
                                        <p:strVal val="visible"/>
                                      </p:to>
                                    </p:set>
                                  </p:childTnLst>
                                </p:cTn>
                              </p:par>
                              <p:par>
                                <p:cTn id="1261" presetID="1" presetClass="entr" presetSubtype="0" fill="hold" nodeType="withEffect">
                                  <p:stCondLst>
                                    <p:cond delay="0"/>
                                  </p:stCondLst>
                                  <p:childTnLst>
                                    <p:set>
                                      <p:cBhvr>
                                        <p:cTn id="1262" dur="1" fill="hold">
                                          <p:stCondLst>
                                            <p:cond delay="0"/>
                                          </p:stCondLst>
                                        </p:cTn>
                                        <p:tgtEl>
                                          <p:spTgt spid="635"/>
                                        </p:tgtEl>
                                        <p:attrNameLst>
                                          <p:attrName>style.visibility</p:attrName>
                                        </p:attrNameLst>
                                      </p:cBhvr>
                                      <p:to>
                                        <p:strVal val="visible"/>
                                      </p:to>
                                    </p:set>
                                  </p:childTnLst>
                                </p:cTn>
                              </p:par>
                              <p:par>
                                <p:cTn id="1263" presetID="1" presetClass="entr" presetSubtype="0" fill="hold" nodeType="withEffect">
                                  <p:stCondLst>
                                    <p:cond delay="0"/>
                                  </p:stCondLst>
                                  <p:childTnLst>
                                    <p:set>
                                      <p:cBhvr>
                                        <p:cTn id="1264" dur="1" fill="hold">
                                          <p:stCondLst>
                                            <p:cond delay="0"/>
                                          </p:stCondLst>
                                        </p:cTn>
                                        <p:tgtEl>
                                          <p:spTgt spid="636"/>
                                        </p:tgtEl>
                                        <p:attrNameLst>
                                          <p:attrName>style.visibility</p:attrName>
                                        </p:attrNameLst>
                                      </p:cBhvr>
                                      <p:to>
                                        <p:strVal val="visible"/>
                                      </p:to>
                                    </p:set>
                                  </p:childTnLst>
                                </p:cTn>
                              </p:par>
                              <p:par>
                                <p:cTn id="1265" presetID="1" presetClass="entr" presetSubtype="0" fill="hold" nodeType="withEffect">
                                  <p:stCondLst>
                                    <p:cond delay="0"/>
                                  </p:stCondLst>
                                  <p:childTnLst>
                                    <p:set>
                                      <p:cBhvr>
                                        <p:cTn id="1266" dur="1" fill="hold">
                                          <p:stCondLst>
                                            <p:cond delay="0"/>
                                          </p:stCondLst>
                                        </p:cTn>
                                        <p:tgtEl>
                                          <p:spTgt spid="637"/>
                                        </p:tgtEl>
                                        <p:attrNameLst>
                                          <p:attrName>style.visibility</p:attrName>
                                        </p:attrNameLst>
                                      </p:cBhvr>
                                      <p:to>
                                        <p:strVal val="visible"/>
                                      </p:to>
                                    </p:set>
                                  </p:childTnLst>
                                </p:cTn>
                              </p:par>
                              <p:par>
                                <p:cTn id="1267" presetID="1" presetClass="entr" presetSubtype="0" fill="hold" nodeType="withEffect">
                                  <p:stCondLst>
                                    <p:cond delay="0"/>
                                  </p:stCondLst>
                                  <p:childTnLst>
                                    <p:set>
                                      <p:cBhvr>
                                        <p:cTn id="1268" dur="1" fill="hold">
                                          <p:stCondLst>
                                            <p:cond delay="0"/>
                                          </p:stCondLst>
                                        </p:cTn>
                                        <p:tgtEl>
                                          <p:spTgt spid="638"/>
                                        </p:tgtEl>
                                        <p:attrNameLst>
                                          <p:attrName>style.visibility</p:attrName>
                                        </p:attrNameLst>
                                      </p:cBhvr>
                                      <p:to>
                                        <p:strVal val="visible"/>
                                      </p:to>
                                    </p:set>
                                  </p:childTnLst>
                                </p:cTn>
                              </p:par>
                              <p:par>
                                <p:cTn id="1269" presetID="1" presetClass="entr" presetSubtype="0" fill="hold" nodeType="withEffect">
                                  <p:stCondLst>
                                    <p:cond delay="0"/>
                                  </p:stCondLst>
                                  <p:childTnLst>
                                    <p:set>
                                      <p:cBhvr>
                                        <p:cTn id="1270" dur="1" fill="hold">
                                          <p:stCondLst>
                                            <p:cond delay="0"/>
                                          </p:stCondLst>
                                        </p:cTn>
                                        <p:tgtEl>
                                          <p:spTgt spid="639"/>
                                        </p:tgtEl>
                                        <p:attrNameLst>
                                          <p:attrName>style.visibility</p:attrName>
                                        </p:attrNameLst>
                                      </p:cBhvr>
                                      <p:to>
                                        <p:strVal val="visible"/>
                                      </p:to>
                                    </p:set>
                                  </p:childTnLst>
                                </p:cTn>
                              </p:par>
                              <p:par>
                                <p:cTn id="1271" presetID="1" presetClass="entr" presetSubtype="0" fill="hold" nodeType="withEffect">
                                  <p:stCondLst>
                                    <p:cond delay="0"/>
                                  </p:stCondLst>
                                  <p:childTnLst>
                                    <p:set>
                                      <p:cBhvr>
                                        <p:cTn id="1272" dur="1" fill="hold">
                                          <p:stCondLst>
                                            <p:cond delay="0"/>
                                          </p:stCondLst>
                                        </p:cTn>
                                        <p:tgtEl>
                                          <p:spTgt spid="640"/>
                                        </p:tgtEl>
                                        <p:attrNameLst>
                                          <p:attrName>style.visibility</p:attrName>
                                        </p:attrNameLst>
                                      </p:cBhvr>
                                      <p:to>
                                        <p:strVal val="visible"/>
                                      </p:to>
                                    </p:set>
                                  </p:childTnLst>
                                </p:cTn>
                              </p:par>
                              <p:par>
                                <p:cTn id="1273" presetID="1" presetClass="entr" presetSubtype="0" fill="hold" nodeType="withEffect">
                                  <p:stCondLst>
                                    <p:cond delay="0"/>
                                  </p:stCondLst>
                                  <p:childTnLst>
                                    <p:set>
                                      <p:cBhvr>
                                        <p:cTn id="1274" dur="1" fill="hold">
                                          <p:stCondLst>
                                            <p:cond delay="0"/>
                                          </p:stCondLst>
                                        </p:cTn>
                                        <p:tgtEl>
                                          <p:spTgt spid="641"/>
                                        </p:tgtEl>
                                        <p:attrNameLst>
                                          <p:attrName>style.visibility</p:attrName>
                                        </p:attrNameLst>
                                      </p:cBhvr>
                                      <p:to>
                                        <p:strVal val="visible"/>
                                      </p:to>
                                    </p:set>
                                  </p:childTnLst>
                                </p:cTn>
                              </p:par>
                              <p:par>
                                <p:cTn id="1275" presetID="1" presetClass="entr" presetSubtype="0" fill="hold" nodeType="withEffect">
                                  <p:stCondLst>
                                    <p:cond delay="0"/>
                                  </p:stCondLst>
                                  <p:childTnLst>
                                    <p:set>
                                      <p:cBhvr>
                                        <p:cTn id="1276" dur="1" fill="hold">
                                          <p:stCondLst>
                                            <p:cond delay="0"/>
                                          </p:stCondLst>
                                        </p:cTn>
                                        <p:tgtEl>
                                          <p:spTgt spid="642"/>
                                        </p:tgtEl>
                                        <p:attrNameLst>
                                          <p:attrName>style.visibility</p:attrName>
                                        </p:attrNameLst>
                                      </p:cBhvr>
                                      <p:to>
                                        <p:strVal val="visible"/>
                                      </p:to>
                                    </p:set>
                                  </p:childTnLst>
                                </p:cTn>
                              </p:par>
                              <p:par>
                                <p:cTn id="1277" presetID="1" presetClass="entr" presetSubtype="0" fill="hold" nodeType="withEffect">
                                  <p:stCondLst>
                                    <p:cond delay="0"/>
                                  </p:stCondLst>
                                  <p:childTnLst>
                                    <p:set>
                                      <p:cBhvr>
                                        <p:cTn id="1278" dur="1" fill="hold">
                                          <p:stCondLst>
                                            <p:cond delay="0"/>
                                          </p:stCondLst>
                                        </p:cTn>
                                        <p:tgtEl>
                                          <p:spTgt spid="643"/>
                                        </p:tgtEl>
                                        <p:attrNameLst>
                                          <p:attrName>style.visibility</p:attrName>
                                        </p:attrNameLst>
                                      </p:cBhvr>
                                      <p:to>
                                        <p:strVal val="visible"/>
                                      </p:to>
                                    </p:set>
                                  </p:childTnLst>
                                </p:cTn>
                              </p:par>
                              <p:par>
                                <p:cTn id="1279" presetID="1" presetClass="entr" presetSubtype="0" fill="hold" nodeType="withEffect">
                                  <p:stCondLst>
                                    <p:cond delay="0"/>
                                  </p:stCondLst>
                                  <p:childTnLst>
                                    <p:set>
                                      <p:cBhvr>
                                        <p:cTn id="1280" dur="1" fill="hold">
                                          <p:stCondLst>
                                            <p:cond delay="0"/>
                                          </p:stCondLst>
                                        </p:cTn>
                                        <p:tgtEl>
                                          <p:spTgt spid="644"/>
                                        </p:tgtEl>
                                        <p:attrNameLst>
                                          <p:attrName>style.visibility</p:attrName>
                                        </p:attrNameLst>
                                      </p:cBhvr>
                                      <p:to>
                                        <p:strVal val="visible"/>
                                      </p:to>
                                    </p:set>
                                  </p:childTnLst>
                                </p:cTn>
                              </p:par>
                              <p:par>
                                <p:cTn id="1281" presetID="1" presetClass="entr" presetSubtype="0" fill="hold" nodeType="withEffect">
                                  <p:stCondLst>
                                    <p:cond delay="0"/>
                                  </p:stCondLst>
                                  <p:childTnLst>
                                    <p:set>
                                      <p:cBhvr>
                                        <p:cTn id="1282" dur="1" fill="hold">
                                          <p:stCondLst>
                                            <p:cond delay="0"/>
                                          </p:stCondLst>
                                        </p:cTn>
                                        <p:tgtEl>
                                          <p:spTgt spid="645"/>
                                        </p:tgtEl>
                                        <p:attrNameLst>
                                          <p:attrName>style.visibility</p:attrName>
                                        </p:attrNameLst>
                                      </p:cBhvr>
                                      <p:to>
                                        <p:strVal val="visible"/>
                                      </p:to>
                                    </p:set>
                                  </p:childTnLst>
                                </p:cTn>
                              </p:par>
                              <p:par>
                                <p:cTn id="1283" presetID="1" presetClass="entr" presetSubtype="0" fill="hold" nodeType="withEffect">
                                  <p:stCondLst>
                                    <p:cond delay="0"/>
                                  </p:stCondLst>
                                  <p:childTnLst>
                                    <p:set>
                                      <p:cBhvr>
                                        <p:cTn id="1284" dur="1" fill="hold">
                                          <p:stCondLst>
                                            <p:cond delay="0"/>
                                          </p:stCondLst>
                                        </p:cTn>
                                        <p:tgtEl>
                                          <p:spTgt spid="646"/>
                                        </p:tgtEl>
                                        <p:attrNameLst>
                                          <p:attrName>style.visibility</p:attrName>
                                        </p:attrNameLst>
                                      </p:cBhvr>
                                      <p:to>
                                        <p:strVal val="visible"/>
                                      </p:to>
                                    </p:set>
                                  </p:childTnLst>
                                </p:cTn>
                              </p:par>
                              <p:par>
                                <p:cTn id="1285" presetID="1" presetClass="entr" presetSubtype="0" fill="hold" nodeType="withEffect">
                                  <p:stCondLst>
                                    <p:cond delay="0"/>
                                  </p:stCondLst>
                                  <p:childTnLst>
                                    <p:set>
                                      <p:cBhvr>
                                        <p:cTn id="1286" dur="1" fill="hold">
                                          <p:stCondLst>
                                            <p:cond delay="0"/>
                                          </p:stCondLst>
                                        </p:cTn>
                                        <p:tgtEl>
                                          <p:spTgt spid="647"/>
                                        </p:tgtEl>
                                        <p:attrNameLst>
                                          <p:attrName>style.visibility</p:attrName>
                                        </p:attrNameLst>
                                      </p:cBhvr>
                                      <p:to>
                                        <p:strVal val="visible"/>
                                      </p:to>
                                    </p:set>
                                  </p:childTnLst>
                                </p:cTn>
                              </p:par>
                              <p:par>
                                <p:cTn id="1287" presetID="1" presetClass="entr" presetSubtype="0" fill="hold" nodeType="withEffect">
                                  <p:stCondLst>
                                    <p:cond delay="0"/>
                                  </p:stCondLst>
                                  <p:childTnLst>
                                    <p:set>
                                      <p:cBhvr>
                                        <p:cTn id="1288" dur="1" fill="hold">
                                          <p:stCondLst>
                                            <p:cond delay="0"/>
                                          </p:stCondLst>
                                        </p:cTn>
                                        <p:tgtEl>
                                          <p:spTgt spid="648"/>
                                        </p:tgtEl>
                                        <p:attrNameLst>
                                          <p:attrName>style.visibility</p:attrName>
                                        </p:attrNameLst>
                                      </p:cBhvr>
                                      <p:to>
                                        <p:strVal val="visible"/>
                                      </p:to>
                                    </p:set>
                                  </p:childTnLst>
                                </p:cTn>
                              </p:par>
                              <p:par>
                                <p:cTn id="1289" presetID="1" presetClass="entr" presetSubtype="0" fill="hold" nodeType="withEffect">
                                  <p:stCondLst>
                                    <p:cond delay="0"/>
                                  </p:stCondLst>
                                  <p:childTnLst>
                                    <p:set>
                                      <p:cBhvr>
                                        <p:cTn id="1290" dur="1" fill="hold">
                                          <p:stCondLst>
                                            <p:cond delay="0"/>
                                          </p:stCondLst>
                                        </p:cTn>
                                        <p:tgtEl>
                                          <p:spTgt spid="649"/>
                                        </p:tgtEl>
                                        <p:attrNameLst>
                                          <p:attrName>style.visibility</p:attrName>
                                        </p:attrNameLst>
                                      </p:cBhvr>
                                      <p:to>
                                        <p:strVal val="visible"/>
                                      </p:to>
                                    </p:set>
                                  </p:childTnLst>
                                </p:cTn>
                              </p:par>
                              <p:par>
                                <p:cTn id="1291" presetID="1" presetClass="entr" presetSubtype="0" fill="hold" nodeType="withEffect">
                                  <p:stCondLst>
                                    <p:cond delay="0"/>
                                  </p:stCondLst>
                                  <p:childTnLst>
                                    <p:set>
                                      <p:cBhvr>
                                        <p:cTn id="1292" dur="1" fill="hold">
                                          <p:stCondLst>
                                            <p:cond delay="0"/>
                                          </p:stCondLst>
                                        </p:cTn>
                                        <p:tgtEl>
                                          <p:spTgt spid="650"/>
                                        </p:tgtEl>
                                        <p:attrNameLst>
                                          <p:attrName>style.visibility</p:attrName>
                                        </p:attrNameLst>
                                      </p:cBhvr>
                                      <p:to>
                                        <p:strVal val="visible"/>
                                      </p:to>
                                    </p:set>
                                  </p:childTnLst>
                                </p:cTn>
                              </p:par>
                              <p:par>
                                <p:cTn id="1293" presetID="1" presetClass="entr" presetSubtype="0" fill="hold" nodeType="withEffect">
                                  <p:stCondLst>
                                    <p:cond delay="0"/>
                                  </p:stCondLst>
                                  <p:childTnLst>
                                    <p:set>
                                      <p:cBhvr>
                                        <p:cTn id="1294" dur="1" fill="hold">
                                          <p:stCondLst>
                                            <p:cond delay="0"/>
                                          </p:stCondLst>
                                        </p:cTn>
                                        <p:tgtEl>
                                          <p:spTgt spid="651"/>
                                        </p:tgtEl>
                                        <p:attrNameLst>
                                          <p:attrName>style.visibility</p:attrName>
                                        </p:attrNameLst>
                                      </p:cBhvr>
                                      <p:to>
                                        <p:strVal val="visible"/>
                                      </p:to>
                                    </p:set>
                                  </p:childTnLst>
                                </p:cTn>
                              </p:par>
                              <p:par>
                                <p:cTn id="1295" presetID="1" presetClass="entr" presetSubtype="0" fill="hold" nodeType="withEffect">
                                  <p:stCondLst>
                                    <p:cond delay="0"/>
                                  </p:stCondLst>
                                  <p:childTnLst>
                                    <p:set>
                                      <p:cBhvr>
                                        <p:cTn id="1296" dur="1" fill="hold">
                                          <p:stCondLst>
                                            <p:cond delay="0"/>
                                          </p:stCondLst>
                                        </p:cTn>
                                        <p:tgtEl>
                                          <p:spTgt spid="652"/>
                                        </p:tgtEl>
                                        <p:attrNameLst>
                                          <p:attrName>style.visibility</p:attrName>
                                        </p:attrNameLst>
                                      </p:cBhvr>
                                      <p:to>
                                        <p:strVal val="visible"/>
                                      </p:to>
                                    </p:set>
                                  </p:childTnLst>
                                </p:cTn>
                              </p:par>
                              <p:par>
                                <p:cTn id="1297" presetID="1" presetClass="entr" presetSubtype="0" fill="hold" nodeType="withEffect">
                                  <p:stCondLst>
                                    <p:cond delay="0"/>
                                  </p:stCondLst>
                                  <p:childTnLst>
                                    <p:set>
                                      <p:cBhvr>
                                        <p:cTn id="1298" dur="1" fill="hold">
                                          <p:stCondLst>
                                            <p:cond delay="0"/>
                                          </p:stCondLst>
                                        </p:cTn>
                                        <p:tgtEl>
                                          <p:spTgt spid="653"/>
                                        </p:tgtEl>
                                        <p:attrNameLst>
                                          <p:attrName>style.visibility</p:attrName>
                                        </p:attrNameLst>
                                      </p:cBhvr>
                                      <p:to>
                                        <p:strVal val="visible"/>
                                      </p:to>
                                    </p:set>
                                  </p:childTnLst>
                                </p:cTn>
                              </p:par>
                              <p:par>
                                <p:cTn id="1299" presetID="1" presetClass="entr" presetSubtype="0" fill="hold" nodeType="withEffect">
                                  <p:stCondLst>
                                    <p:cond delay="0"/>
                                  </p:stCondLst>
                                  <p:childTnLst>
                                    <p:set>
                                      <p:cBhvr>
                                        <p:cTn id="1300" dur="1" fill="hold">
                                          <p:stCondLst>
                                            <p:cond delay="0"/>
                                          </p:stCondLst>
                                        </p:cTn>
                                        <p:tgtEl>
                                          <p:spTgt spid="654"/>
                                        </p:tgtEl>
                                        <p:attrNameLst>
                                          <p:attrName>style.visibility</p:attrName>
                                        </p:attrNameLst>
                                      </p:cBhvr>
                                      <p:to>
                                        <p:strVal val="visible"/>
                                      </p:to>
                                    </p:set>
                                  </p:childTnLst>
                                </p:cTn>
                              </p:par>
                              <p:par>
                                <p:cTn id="1301" presetID="1" presetClass="entr" presetSubtype="0" fill="hold" nodeType="withEffect">
                                  <p:stCondLst>
                                    <p:cond delay="0"/>
                                  </p:stCondLst>
                                  <p:childTnLst>
                                    <p:set>
                                      <p:cBhvr>
                                        <p:cTn id="1302" dur="1" fill="hold">
                                          <p:stCondLst>
                                            <p:cond delay="0"/>
                                          </p:stCondLst>
                                        </p:cTn>
                                        <p:tgtEl>
                                          <p:spTgt spid="655"/>
                                        </p:tgtEl>
                                        <p:attrNameLst>
                                          <p:attrName>style.visibility</p:attrName>
                                        </p:attrNameLst>
                                      </p:cBhvr>
                                      <p:to>
                                        <p:strVal val="visible"/>
                                      </p:to>
                                    </p:set>
                                  </p:childTnLst>
                                </p:cTn>
                              </p:par>
                              <p:par>
                                <p:cTn id="1303" presetID="1" presetClass="entr" presetSubtype="0" fill="hold" nodeType="withEffect">
                                  <p:stCondLst>
                                    <p:cond delay="0"/>
                                  </p:stCondLst>
                                  <p:childTnLst>
                                    <p:set>
                                      <p:cBhvr>
                                        <p:cTn id="1304" dur="1" fill="hold">
                                          <p:stCondLst>
                                            <p:cond delay="0"/>
                                          </p:stCondLst>
                                        </p:cTn>
                                        <p:tgtEl>
                                          <p:spTgt spid="656"/>
                                        </p:tgtEl>
                                        <p:attrNameLst>
                                          <p:attrName>style.visibility</p:attrName>
                                        </p:attrNameLst>
                                      </p:cBhvr>
                                      <p:to>
                                        <p:strVal val="visible"/>
                                      </p:to>
                                    </p:set>
                                  </p:childTnLst>
                                </p:cTn>
                              </p:par>
                              <p:par>
                                <p:cTn id="1305" presetID="1" presetClass="entr" presetSubtype="0" fill="hold" nodeType="withEffect">
                                  <p:stCondLst>
                                    <p:cond delay="0"/>
                                  </p:stCondLst>
                                  <p:childTnLst>
                                    <p:set>
                                      <p:cBhvr>
                                        <p:cTn id="1306" dur="1" fill="hold">
                                          <p:stCondLst>
                                            <p:cond delay="0"/>
                                          </p:stCondLst>
                                        </p:cTn>
                                        <p:tgtEl>
                                          <p:spTgt spid="657"/>
                                        </p:tgtEl>
                                        <p:attrNameLst>
                                          <p:attrName>style.visibility</p:attrName>
                                        </p:attrNameLst>
                                      </p:cBhvr>
                                      <p:to>
                                        <p:strVal val="visible"/>
                                      </p:to>
                                    </p:set>
                                  </p:childTnLst>
                                </p:cTn>
                              </p:par>
                              <p:par>
                                <p:cTn id="1307" presetID="1" presetClass="entr" presetSubtype="0" fill="hold" nodeType="withEffect">
                                  <p:stCondLst>
                                    <p:cond delay="0"/>
                                  </p:stCondLst>
                                  <p:childTnLst>
                                    <p:set>
                                      <p:cBhvr>
                                        <p:cTn id="1308" dur="1" fill="hold">
                                          <p:stCondLst>
                                            <p:cond delay="0"/>
                                          </p:stCondLst>
                                        </p:cTn>
                                        <p:tgtEl>
                                          <p:spTgt spid="658"/>
                                        </p:tgtEl>
                                        <p:attrNameLst>
                                          <p:attrName>style.visibility</p:attrName>
                                        </p:attrNameLst>
                                      </p:cBhvr>
                                      <p:to>
                                        <p:strVal val="visible"/>
                                      </p:to>
                                    </p:set>
                                  </p:childTnLst>
                                </p:cTn>
                              </p:par>
                              <p:par>
                                <p:cTn id="1309" presetID="1" presetClass="entr" presetSubtype="0" fill="hold" nodeType="withEffect">
                                  <p:stCondLst>
                                    <p:cond delay="0"/>
                                  </p:stCondLst>
                                  <p:childTnLst>
                                    <p:set>
                                      <p:cBhvr>
                                        <p:cTn id="1310" dur="1" fill="hold">
                                          <p:stCondLst>
                                            <p:cond delay="0"/>
                                          </p:stCondLst>
                                        </p:cTn>
                                        <p:tgtEl>
                                          <p:spTgt spid="659"/>
                                        </p:tgtEl>
                                        <p:attrNameLst>
                                          <p:attrName>style.visibility</p:attrName>
                                        </p:attrNameLst>
                                      </p:cBhvr>
                                      <p:to>
                                        <p:strVal val="visible"/>
                                      </p:to>
                                    </p:set>
                                  </p:childTnLst>
                                </p:cTn>
                              </p:par>
                              <p:par>
                                <p:cTn id="1311" presetID="1" presetClass="entr" presetSubtype="0" fill="hold" nodeType="withEffect">
                                  <p:stCondLst>
                                    <p:cond delay="0"/>
                                  </p:stCondLst>
                                  <p:childTnLst>
                                    <p:set>
                                      <p:cBhvr>
                                        <p:cTn id="1312" dur="1" fill="hold">
                                          <p:stCondLst>
                                            <p:cond delay="0"/>
                                          </p:stCondLst>
                                        </p:cTn>
                                        <p:tgtEl>
                                          <p:spTgt spid="660"/>
                                        </p:tgtEl>
                                        <p:attrNameLst>
                                          <p:attrName>style.visibility</p:attrName>
                                        </p:attrNameLst>
                                      </p:cBhvr>
                                      <p:to>
                                        <p:strVal val="visible"/>
                                      </p:to>
                                    </p:set>
                                  </p:childTnLst>
                                </p:cTn>
                              </p:par>
                              <p:par>
                                <p:cTn id="1313" presetID="1" presetClass="entr" presetSubtype="0" fill="hold" nodeType="withEffect">
                                  <p:stCondLst>
                                    <p:cond delay="0"/>
                                  </p:stCondLst>
                                  <p:childTnLst>
                                    <p:set>
                                      <p:cBhvr>
                                        <p:cTn id="1314" dur="1" fill="hold">
                                          <p:stCondLst>
                                            <p:cond delay="0"/>
                                          </p:stCondLst>
                                        </p:cTn>
                                        <p:tgtEl>
                                          <p:spTgt spid="661"/>
                                        </p:tgtEl>
                                        <p:attrNameLst>
                                          <p:attrName>style.visibility</p:attrName>
                                        </p:attrNameLst>
                                      </p:cBhvr>
                                      <p:to>
                                        <p:strVal val="visible"/>
                                      </p:to>
                                    </p:set>
                                  </p:childTnLst>
                                </p:cTn>
                              </p:par>
                              <p:par>
                                <p:cTn id="1315" presetID="1" presetClass="entr" presetSubtype="0" fill="hold" nodeType="withEffect">
                                  <p:stCondLst>
                                    <p:cond delay="0"/>
                                  </p:stCondLst>
                                  <p:childTnLst>
                                    <p:set>
                                      <p:cBhvr>
                                        <p:cTn id="1316" dur="1" fill="hold">
                                          <p:stCondLst>
                                            <p:cond delay="0"/>
                                          </p:stCondLst>
                                        </p:cTn>
                                        <p:tgtEl>
                                          <p:spTgt spid="662"/>
                                        </p:tgtEl>
                                        <p:attrNameLst>
                                          <p:attrName>style.visibility</p:attrName>
                                        </p:attrNameLst>
                                      </p:cBhvr>
                                      <p:to>
                                        <p:strVal val="visible"/>
                                      </p:to>
                                    </p:set>
                                  </p:childTnLst>
                                </p:cTn>
                              </p:par>
                              <p:par>
                                <p:cTn id="1317" presetID="1" presetClass="entr" presetSubtype="0" fill="hold" nodeType="withEffect">
                                  <p:stCondLst>
                                    <p:cond delay="0"/>
                                  </p:stCondLst>
                                  <p:childTnLst>
                                    <p:set>
                                      <p:cBhvr>
                                        <p:cTn id="1318" dur="1" fill="hold">
                                          <p:stCondLst>
                                            <p:cond delay="0"/>
                                          </p:stCondLst>
                                        </p:cTn>
                                        <p:tgtEl>
                                          <p:spTgt spid="663"/>
                                        </p:tgtEl>
                                        <p:attrNameLst>
                                          <p:attrName>style.visibility</p:attrName>
                                        </p:attrNameLst>
                                      </p:cBhvr>
                                      <p:to>
                                        <p:strVal val="visible"/>
                                      </p:to>
                                    </p:set>
                                  </p:childTnLst>
                                </p:cTn>
                              </p:par>
                              <p:par>
                                <p:cTn id="1319" presetID="1" presetClass="entr" presetSubtype="0" fill="hold" nodeType="withEffect">
                                  <p:stCondLst>
                                    <p:cond delay="0"/>
                                  </p:stCondLst>
                                  <p:childTnLst>
                                    <p:set>
                                      <p:cBhvr>
                                        <p:cTn id="1320" dur="1" fill="hold">
                                          <p:stCondLst>
                                            <p:cond delay="0"/>
                                          </p:stCondLst>
                                        </p:cTn>
                                        <p:tgtEl>
                                          <p:spTgt spid="664"/>
                                        </p:tgtEl>
                                        <p:attrNameLst>
                                          <p:attrName>style.visibility</p:attrName>
                                        </p:attrNameLst>
                                      </p:cBhvr>
                                      <p:to>
                                        <p:strVal val="visible"/>
                                      </p:to>
                                    </p:set>
                                  </p:childTnLst>
                                </p:cTn>
                              </p:par>
                              <p:par>
                                <p:cTn id="1321" presetID="1" presetClass="entr" presetSubtype="0" fill="hold" nodeType="withEffect">
                                  <p:stCondLst>
                                    <p:cond delay="0"/>
                                  </p:stCondLst>
                                  <p:childTnLst>
                                    <p:set>
                                      <p:cBhvr>
                                        <p:cTn id="1322" dur="1" fill="hold">
                                          <p:stCondLst>
                                            <p:cond delay="0"/>
                                          </p:stCondLst>
                                        </p:cTn>
                                        <p:tgtEl>
                                          <p:spTgt spid="665"/>
                                        </p:tgtEl>
                                        <p:attrNameLst>
                                          <p:attrName>style.visibility</p:attrName>
                                        </p:attrNameLst>
                                      </p:cBhvr>
                                      <p:to>
                                        <p:strVal val="visible"/>
                                      </p:to>
                                    </p:set>
                                  </p:childTnLst>
                                </p:cTn>
                              </p:par>
                              <p:par>
                                <p:cTn id="1323" presetID="1" presetClass="entr" presetSubtype="0" fill="hold" nodeType="withEffect">
                                  <p:stCondLst>
                                    <p:cond delay="0"/>
                                  </p:stCondLst>
                                  <p:childTnLst>
                                    <p:set>
                                      <p:cBhvr>
                                        <p:cTn id="1324" dur="1" fill="hold">
                                          <p:stCondLst>
                                            <p:cond delay="0"/>
                                          </p:stCondLst>
                                        </p:cTn>
                                        <p:tgtEl>
                                          <p:spTgt spid="666"/>
                                        </p:tgtEl>
                                        <p:attrNameLst>
                                          <p:attrName>style.visibility</p:attrName>
                                        </p:attrNameLst>
                                      </p:cBhvr>
                                      <p:to>
                                        <p:strVal val="visible"/>
                                      </p:to>
                                    </p:set>
                                  </p:childTnLst>
                                </p:cTn>
                              </p:par>
                              <p:par>
                                <p:cTn id="1325" presetID="1" presetClass="entr" presetSubtype="0" fill="hold" nodeType="withEffect">
                                  <p:stCondLst>
                                    <p:cond delay="0"/>
                                  </p:stCondLst>
                                  <p:childTnLst>
                                    <p:set>
                                      <p:cBhvr>
                                        <p:cTn id="1326" dur="1" fill="hold">
                                          <p:stCondLst>
                                            <p:cond delay="0"/>
                                          </p:stCondLst>
                                        </p:cTn>
                                        <p:tgtEl>
                                          <p:spTgt spid="667"/>
                                        </p:tgtEl>
                                        <p:attrNameLst>
                                          <p:attrName>style.visibility</p:attrName>
                                        </p:attrNameLst>
                                      </p:cBhvr>
                                      <p:to>
                                        <p:strVal val="visible"/>
                                      </p:to>
                                    </p:set>
                                  </p:childTnLst>
                                </p:cTn>
                              </p:par>
                              <p:par>
                                <p:cTn id="1327" presetID="1" presetClass="entr" presetSubtype="0" fill="hold" nodeType="withEffect">
                                  <p:stCondLst>
                                    <p:cond delay="0"/>
                                  </p:stCondLst>
                                  <p:childTnLst>
                                    <p:set>
                                      <p:cBhvr>
                                        <p:cTn id="1328" dur="1" fill="hold">
                                          <p:stCondLst>
                                            <p:cond delay="0"/>
                                          </p:stCondLst>
                                        </p:cTn>
                                        <p:tgtEl>
                                          <p:spTgt spid="668"/>
                                        </p:tgtEl>
                                        <p:attrNameLst>
                                          <p:attrName>style.visibility</p:attrName>
                                        </p:attrNameLst>
                                      </p:cBhvr>
                                      <p:to>
                                        <p:strVal val="visible"/>
                                      </p:to>
                                    </p:set>
                                  </p:childTnLst>
                                </p:cTn>
                              </p:par>
                              <p:par>
                                <p:cTn id="1329" presetID="1" presetClass="entr" presetSubtype="0" fill="hold" nodeType="withEffect">
                                  <p:stCondLst>
                                    <p:cond delay="0"/>
                                  </p:stCondLst>
                                  <p:childTnLst>
                                    <p:set>
                                      <p:cBhvr>
                                        <p:cTn id="1330" dur="1" fill="hold">
                                          <p:stCondLst>
                                            <p:cond delay="0"/>
                                          </p:stCondLst>
                                        </p:cTn>
                                        <p:tgtEl>
                                          <p:spTgt spid="669"/>
                                        </p:tgtEl>
                                        <p:attrNameLst>
                                          <p:attrName>style.visibility</p:attrName>
                                        </p:attrNameLst>
                                      </p:cBhvr>
                                      <p:to>
                                        <p:strVal val="visible"/>
                                      </p:to>
                                    </p:set>
                                  </p:childTnLst>
                                </p:cTn>
                              </p:par>
                              <p:par>
                                <p:cTn id="1331" presetID="1" presetClass="entr" presetSubtype="0" fill="hold" nodeType="withEffect">
                                  <p:stCondLst>
                                    <p:cond delay="0"/>
                                  </p:stCondLst>
                                  <p:childTnLst>
                                    <p:set>
                                      <p:cBhvr>
                                        <p:cTn id="1332" dur="1" fill="hold">
                                          <p:stCondLst>
                                            <p:cond delay="0"/>
                                          </p:stCondLst>
                                        </p:cTn>
                                        <p:tgtEl>
                                          <p:spTgt spid="670"/>
                                        </p:tgtEl>
                                        <p:attrNameLst>
                                          <p:attrName>style.visibility</p:attrName>
                                        </p:attrNameLst>
                                      </p:cBhvr>
                                      <p:to>
                                        <p:strVal val="visible"/>
                                      </p:to>
                                    </p:set>
                                  </p:childTnLst>
                                </p:cTn>
                              </p:par>
                              <p:par>
                                <p:cTn id="1333" presetID="1" presetClass="entr" presetSubtype="0" fill="hold" nodeType="withEffect">
                                  <p:stCondLst>
                                    <p:cond delay="0"/>
                                  </p:stCondLst>
                                  <p:childTnLst>
                                    <p:set>
                                      <p:cBhvr>
                                        <p:cTn id="1334" dur="1" fill="hold">
                                          <p:stCondLst>
                                            <p:cond delay="0"/>
                                          </p:stCondLst>
                                        </p:cTn>
                                        <p:tgtEl>
                                          <p:spTgt spid="671"/>
                                        </p:tgtEl>
                                        <p:attrNameLst>
                                          <p:attrName>style.visibility</p:attrName>
                                        </p:attrNameLst>
                                      </p:cBhvr>
                                      <p:to>
                                        <p:strVal val="visible"/>
                                      </p:to>
                                    </p:set>
                                  </p:childTnLst>
                                </p:cTn>
                              </p:par>
                              <p:par>
                                <p:cTn id="1335" presetID="1" presetClass="entr" presetSubtype="0" fill="hold" nodeType="withEffect">
                                  <p:stCondLst>
                                    <p:cond delay="0"/>
                                  </p:stCondLst>
                                  <p:childTnLst>
                                    <p:set>
                                      <p:cBhvr>
                                        <p:cTn id="1336" dur="1" fill="hold">
                                          <p:stCondLst>
                                            <p:cond delay="0"/>
                                          </p:stCondLst>
                                        </p:cTn>
                                        <p:tgtEl>
                                          <p:spTgt spid="672"/>
                                        </p:tgtEl>
                                        <p:attrNameLst>
                                          <p:attrName>style.visibility</p:attrName>
                                        </p:attrNameLst>
                                      </p:cBhvr>
                                      <p:to>
                                        <p:strVal val="visible"/>
                                      </p:to>
                                    </p:set>
                                  </p:childTnLst>
                                </p:cTn>
                              </p:par>
                              <p:par>
                                <p:cTn id="1337" presetID="1" presetClass="entr" presetSubtype="0" fill="hold" nodeType="withEffect">
                                  <p:stCondLst>
                                    <p:cond delay="0"/>
                                  </p:stCondLst>
                                  <p:childTnLst>
                                    <p:set>
                                      <p:cBhvr>
                                        <p:cTn id="1338" dur="1" fill="hold">
                                          <p:stCondLst>
                                            <p:cond delay="0"/>
                                          </p:stCondLst>
                                        </p:cTn>
                                        <p:tgtEl>
                                          <p:spTgt spid="673"/>
                                        </p:tgtEl>
                                        <p:attrNameLst>
                                          <p:attrName>style.visibility</p:attrName>
                                        </p:attrNameLst>
                                      </p:cBhvr>
                                      <p:to>
                                        <p:strVal val="visible"/>
                                      </p:to>
                                    </p:set>
                                  </p:childTnLst>
                                </p:cTn>
                              </p:par>
                              <p:par>
                                <p:cTn id="1339" presetID="1" presetClass="entr" presetSubtype="0" fill="hold" nodeType="withEffect">
                                  <p:stCondLst>
                                    <p:cond delay="0"/>
                                  </p:stCondLst>
                                  <p:childTnLst>
                                    <p:set>
                                      <p:cBhvr>
                                        <p:cTn id="1340" dur="1" fill="hold">
                                          <p:stCondLst>
                                            <p:cond delay="0"/>
                                          </p:stCondLst>
                                        </p:cTn>
                                        <p:tgtEl>
                                          <p:spTgt spid="674"/>
                                        </p:tgtEl>
                                        <p:attrNameLst>
                                          <p:attrName>style.visibility</p:attrName>
                                        </p:attrNameLst>
                                      </p:cBhvr>
                                      <p:to>
                                        <p:strVal val="visible"/>
                                      </p:to>
                                    </p:set>
                                  </p:childTnLst>
                                </p:cTn>
                              </p:par>
                              <p:par>
                                <p:cTn id="1341" presetID="1" presetClass="entr" presetSubtype="0" fill="hold" nodeType="withEffect">
                                  <p:stCondLst>
                                    <p:cond delay="0"/>
                                  </p:stCondLst>
                                  <p:childTnLst>
                                    <p:set>
                                      <p:cBhvr>
                                        <p:cTn id="1342" dur="1" fill="hold">
                                          <p:stCondLst>
                                            <p:cond delay="0"/>
                                          </p:stCondLst>
                                        </p:cTn>
                                        <p:tgtEl>
                                          <p:spTgt spid="675"/>
                                        </p:tgtEl>
                                        <p:attrNameLst>
                                          <p:attrName>style.visibility</p:attrName>
                                        </p:attrNameLst>
                                      </p:cBhvr>
                                      <p:to>
                                        <p:strVal val="visible"/>
                                      </p:to>
                                    </p:set>
                                  </p:childTnLst>
                                </p:cTn>
                              </p:par>
                              <p:par>
                                <p:cTn id="1343" presetID="1" presetClass="entr" presetSubtype="0" fill="hold" nodeType="withEffect">
                                  <p:stCondLst>
                                    <p:cond delay="0"/>
                                  </p:stCondLst>
                                  <p:childTnLst>
                                    <p:set>
                                      <p:cBhvr>
                                        <p:cTn id="1344" dur="1" fill="hold">
                                          <p:stCondLst>
                                            <p:cond delay="0"/>
                                          </p:stCondLst>
                                        </p:cTn>
                                        <p:tgtEl>
                                          <p:spTgt spid="676"/>
                                        </p:tgtEl>
                                        <p:attrNameLst>
                                          <p:attrName>style.visibility</p:attrName>
                                        </p:attrNameLst>
                                      </p:cBhvr>
                                      <p:to>
                                        <p:strVal val="visible"/>
                                      </p:to>
                                    </p:set>
                                  </p:childTnLst>
                                </p:cTn>
                              </p:par>
                              <p:par>
                                <p:cTn id="1345" presetID="1" presetClass="entr" presetSubtype="0" fill="hold" nodeType="withEffect">
                                  <p:stCondLst>
                                    <p:cond delay="0"/>
                                  </p:stCondLst>
                                  <p:childTnLst>
                                    <p:set>
                                      <p:cBhvr>
                                        <p:cTn id="1346" dur="1" fill="hold">
                                          <p:stCondLst>
                                            <p:cond delay="0"/>
                                          </p:stCondLst>
                                        </p:cTn>
                                        <p:tgtEl>
                                          <p:spTgt spid="677"/>
                                        </p:tgtEl>
                                        <p:attrNameLst>
                                          <p:attrName>style.visibility</p:attrName>
                                        </p:attrNameLst>
                                      </p:cBhvr>
                                      <p:to>
                                        <p:strVal val="visible"/>
                                      </p:to>
                                    </p:set>
                                  </p:childTnLst>
                                </p:cTn>
                              </p:par>
                              <p:par>
                                <p:cTn id="1347" presetID="1" presetClass="entr" presetSubtype="0" fill="hold" nodeType="withEffect">
                                  <p:stCondLst>
                                    <p:cond delay="0"/>
                                  </p:stCondLst>
                                  <p:childTnLst>
                                    <p:set>
                                      <p:cBhvr>
                                        <p:cTn id="1348" dur="1" fill="hold">
                                          <p:stCondLst>
                                            <p:cond delay="0"/>
                                          </p:stCondLst>
                                        </p:cTn>
                                        <p:tgtEl>
                                          <p:spTgt spid="678"/>
                                        </p:tgtEl>
                                        <p:attrNameLst>
                                          <p:attrName>style.visibility</p:attrName>
                                        </p:attrNameLst>
                                      </p:cBhvr>
                                      <p:to>
                                        <p:strVal val="visible"/>
                                      </p:to>
                                    </p:set>
                                  </p:childTnLst>
                                </p:cTn>
                              </p:par>
                              <p:par>
                                <p:cTn id="1349" presetID="1" presetClass="entr" presetSubtype="0" fill="hold" nodeType="withEffect">
                                  <p:stCondLst>
                                    <p:cond delay="0"/>
                                  </p:stCondLst>
                                  <p:childTnLst>
                                    <p:set>
                                      <p:cBhvr>
                                        <p:cTn id="1350" dur="1" fill="hold">
                                          <p:stCondLst>
                                            <p:cond delay="0"/>
                                          </p:stCondLst>
                                        </p:cTn>
                                        <p:tgtEl>
                                          <p:spTgt spid="679"/>
                                        </p:tgtEl>
                                        <p:attrNameLst>
                                          <p:attrName>style.visibility</p:attrName>
                                        </p:attrNameLst>
                                      </p:cBhvr>
                                      <p:to>
                                        <p:strVal val="visible"/>
                                      </p:to>
                                    </p:set>
                                  </p:childTnLst>
                                </p:cTn>
                              </p:par>
                              <p:par>
                                <p:cTn id="1351" presetID="1" presetClass="entr" presetSubtype="0" fill="hold" nodeType="withEffect">
                                  <p:stCondLst>
                                    <p:cond delay="0"/>
                                  </p:stCondLst>
                                  <p:childTnLst>
                                    <p:set>
                                      <p:cBhvr>
                                        <p:cTn id="1352" dur="1" fill="hold">
                                          <p:stCondLst>
                                            <p:cond delay="0"/>
                                          </p:stCondLst>
                                        </p:cTn>
                                        <p:tgtEl>
                                          <p:spTgt spid="680"/>
                                        </p:tgtEl>
                                        <p:attrNameLst>
                                          <p:attrName>style.visibility</p:attrName>
                                        </p:attrNameLst>
                                      </p:cBhvr>
                                      <p:to>
                                        <p:strVal val="visible"/>
                                      </p:to>
                                    </p:set>
                                  </p:childTnLst>
                                </p:cTn>
                              </p:par>
                              <p:par>
                                <p:cTn id="1353" presetID="1" presetClass="entr" presetSubtype="0" fill="hold" nodeType="withEffect">
                                  <p:stCondLst>
                                    <p:cond delay="0"/>
                                  </p:stCondLst>
                                  <p:childTnLst>
                                    <p:set>
                                      <p:cBhvr>
                                        <p:cTn id="1354" dur="1" fill="hold">
                                          <p:stCondLst>
                                            <p:cond delay="0"/>
                                          </p:stCondLst>
                                        </p:cTn>
                                        <p:tgtEl>
                                          <p:spTgt spid="681"/>
                                        </p:tgtEl>
                                        <p:attrNameLst>
                                          <p:attrName>style.visibility</p:attrName>
                                        </p:attrNameLst>
                                      </p:cBhvr>
                                      <p:to>
                                        <p:strVal val="visible"/>
                                      </p:to>
                                    </p:set>
                                  </p:childTnLst>
                                </p:cTn>
                              </p:par>
                              <p:par>
                                <p:cTn id="1355" presetID="1" presetClass="entr" presetSubtype="0" fill="hold" nodeType="withEffect">
                                  <p:stCondLst>
                                    <p:cond delay="0"/>
                                  </p:stCondLst>
                                  <p:childTnLst>
                                    <p:set>
                                      <p:cBhvr>
                                        <p:cTn id="1356" dur="1" fill="hold">
                                          <p:stCondLst>
                                            <p:cond delay="0"/>
                                          </p:stCondLst>
                                        </p:cTn>
                                        <p:tgtEl>
                                          <p:spTgt spid="682"/>
                                        </p:tgtEl>
                                        <p:attrNameLst>
                                          <p:attrName>style.visibility</p:attrName>
                                        </p:attrNameLst>
                                      </p:cBhvr>
                                      <p:to>
                                        <p:strVal val="visible"/>
                                      </p:to>
                                    </p:set>
                                  </p:childTnLst>
                                </p:cTn>
                              </p:par>
                              <p:par>
                                <p:cTn id="1357" presetID="1" presetClass="entr" presetSubtype="0" fill="hold" nodeType="withEffect">
                                  <p:stCondLst>
                                    <p:cond delay="0"/>
                                  </p:stCondLst>
                                  <p:childTnLst>
                                    <p:set>
                                      <p:cBhvr>
                                        <p:cTn id="1358" dur="1" fill="hold">
                                          <p:stCondLst>
                                            <p:cond delay="0"/>
                                          </p:stCondLst>
                                        </p:cTn>
                                        <p:tgtEl>
                                          <p:spTgt spid="683"/>
                                        </p:tgtEl>
                                        <p:attrNameLst>
                                          <p:attrName>style.visibility</p:attrName>
                                        </p:attrNameLst>
                                      </p:cBhvr>
                                      <p:to>
                                        <p:strVal val="visible"/>
                                      </p:to>
                                    </p:set>
                                  </p:childTnLst>
                                </p:cTn>
                              </p:par>
                              <p:par>
                                <p:cTn id="1359" presetID="1" presetClass="entr" presetSubtype="0" fill="hold" nodeType="withEffect">
                                  <p:stCondLst>
                                    <p:cond delay="0"/>
                                  </p:stCondLst>
                                  <p:childTnLst>
                                    <p:set>
                                      <p:cBhvr>
                                        <p:cTn id="1360" dur="1" fill="hold">
                                          <p:stCondLst>
                                            <p:cond delay="0"/>
                                          </p:stCondLst>
                                        </p:cTn>
                                        <p:tgtEl>
                                          <p:spTgt spid="684"/>
                                        </p:tgtEl>
                                        <p:attrNameLst>
                                          <p:attrName>style.visibility</p:attrName>
                                        </p:attrNameLst>
                                      </p:cBhvr>
                                      <p:to>
                                        <p:strVal val="visible"/>
                                      </p:to>
                                    </p:set>
                                  </p:childTnLst>
                                </p:cTn>
                              </p:par>
                              <p:par>
                                <p:cTn id="1361" presetID="1" presetClass="entr" presetSubtype="0" fill="hold" nodeType="withEffect">
                                  <p:stCondLst>
                                    <p:cond delay="0"/>
                                  </p:stCondLst>
                                  <p:childTnLst>
                                    <p:set>
                                      <p:cBhvr>
                                        <p:cTn id="1362" dur="1" fill="hold">
                                          <p:stCondLst>
                                            <p:cond delay="0"/>
                                          </p:stCondLst>
                                        </p:cTn>
                                        <p:tgtEl>
                                          <p:spTgt spid="685"/>
                                        </p:tgtEl>
                                        <p:attrNameLst>
                                          <p:attrName>style.visibility</p:attrName>
                                        </p:attrNameLst>
                                      </p:cBhvr>
                                      <p:to>
                                        <p:strVal val="visible"/>
                                      </p:to>
                                    </p:set>
                                  </p:childTnLst>
                                </p:cTn>
                              </p:par>
                              <p:par>
                                <p:cTn id="1363" presetID="1" presetClass="entr" presetSubtype="0" fill="hold" nodeType="withEffect">
                                  <p:stCondLst>
                                    <p:cond delay="0"/>
                                  </p:stCondLst>
                                  <p:childTnLst>
                                    <p:set>
                                      <p:cBhvr>
                                        <p:cTn id="1364" dur="1" fill="hold">
                                          <p:stCondLst>
                                            <p:cond delay="0"/>
                                          </p:stCondLst>
                                        </p:cTn>
                                        <p:tgtEl>
                                          <p:spTgt spid="686"/>
                                        </p:tgtEl>
                                        <p:attrNameLst>
                                          <p:attrName>style.visibility</p:attrName>
                                        </p:attrNameLst>
                                      </p:cBhvr>
                                      <p:to>
                                        <p:strVal val="visible"/>
                                      </p:to>
                                    </p:set>
                                  </p:childTnLst>
                                </p:cTn>
                              </p:par>
                              <p:par>
                                <p:cTn id="1365" presetID="1" presetClass="entr" presetSubtype="0" fill="hold" nodeType="withEffect">
                                  <p:stCondLst>
                                    <p:cond delay="0"/>
                                  </p:stCondLst>
                                  <p:childTnLst>
                                    <p:set>
                                      <p:cBhvr>
                                        <p:cTn id="1366" dur="1" fill="hold">
                                          <p:stCondLst>
                                            <p:cond delay="0"/>
                                          </p:stCondLst>
                                        </p:cTn>
                                        <p:tgtEl>
                                          <p:spTgt spid="687"/>
                                        </p:tgtEl>
                                        <p:attrNameLst>
                                          <p:attrName>style.visibility</p:attrName>
                                        </p:attrNameLst>
                                      </p:cBhvr>
                                      <p:to>
                                        <p:strVal val="visible"/>
                                      </p:to>
                                    </p:set>
                                  </p:childTnLst>
                                </p:cTn>
                              </p:par>
                              <p:par>
                                <p:cTn id="1367" presetID="1" presetClass="entr" presetSubtype="0" fill="hold" nodeType="withEffect">
                                  <p:stCondLst>
                                    <p:cond delay="0"/>
                                  </p:stCondLst>
                                  <p:childTnLst>
                                    <p:set>
                                      <p:cBhvr>
                                        <p:cTn id="1368" dur="1" fill="hold">
                                          <p:stCondLst>
                                            <p:cond delay="0"/>
                                          </p:stCondLst>
                                        </p:cTn>
                                        <p:tgtEl>
                                          <p:spTgt spid="688"/>
                                        </p:tgtEl>
                                        <p:attrNameLst>
                                          <p:attrName>style.visibility</p:attrName>
                                        </p:attrNameLst>
                                      </p:cBhvr>
                                      <p:to>
                                        <p:strVal val="visible"/>
                                      </p:to>
                                    </p:set>
                                  </p:childTnLst>
                                </p:cTn>
                              </p:par>
                              <p:par>
                                <p:cTn id="1369" presetID="1" presetClass="entr" presetSubtype="0" fill="hold" nodeType="withEffect">
                                  <p:stCondLst>
                                    <p:cond delay="0"/>
                                  </p:stCondLst>
                                  <p:childTnLst>
                                    <p:set>
                                      <p:cBhvr>
                                        <p:cTn id="1370" dur="1" fill="hold">
                                          <p:stCondLst>
                                            <p:cond delay="0"/>
                                          </p:stCondLst>
                                        </p:cTn>
                                        <p:tgtEl>
                                          <p:spTgt spid="689"/>
                                        </p:tgtEl>
                                        <p:attrNameLst>
                                          <p:attrName>style.visibility</p:attrName>
                                        </p:attrNameLst>
                                      </p:cBhvr>
                                      <p:to>
                                        <p:strVal val="visible"/>
                                      </p:to>
                                    </p:set>
                                  </p:childTnLst>
                                </p:cTn>
                              </p:par>
                              <p:par>
                                <p:cTn id="1371" presetID="1" presetClass="entr" presetSubtype="0" fill="hold" nodeType="withEffect">
                                  <p:stCondLst>
                                    <p:cond delay="0"/>
                                  </p:stCondLst>
                                  <p:childTnLst>
                                    <p:set>
                                      <p:cBhvr>
                                        <p:cTn id="1372" dur="1" fill="hold">
                                          <p:stCondLst>
                                            <p:cond delay="0"/>
                                          </p:stCondLst>
                                        </p:cTn>
                                        <p:tgtEl>
                                          <p:spTgt spid="690"/>
                                        </p:tgtEl>
                                        <p:attrNameLst>
                                          <p:attrName>style.visibility</p:attrName>
                                        </p:attrNameLst>
                                      </p:cBhvr>
                                      <p:to>
                                        <p:strVal val="visible"/>
                                      </p:to>
                                    </p:set>
                                  </p:childTnLst>
                                </p:cTn>
                              </p:par>
                              <p:par>
                                <p:cTn id="1373" presetID="1" presetClass="entr" presetSubtype="0" fill="hold" nodeType="withEffect">
                                  <p:stCondLst>
                                    <p:cond delay="0"/>
                                  </p:stCondLst>
                                  <p:childTnLst>
                                    <p:set>
                                      <p:cBhvr>
                                        <p:cTn id="1374" dur="1" fill="hold">
                                          <p:stCondLst>
                                            <p:cond delay="0"/>
                                          </p:stCondLst>
                                        </p:cTn>
                                        <p:tgtEl>
                                          <p:spTgt spid="691"/>
                                        </p:tgtEl>
                                        <p:attrNameLst>
                                          <p:attrName>style.visibility</p:attrName>
                                        </p:attrNameLst>
                                      </p:cBhvr>
                                      <p:to>
                                        <p:strVal val="visible"/>
                                      </p:to>
                                    </p:set>
                                  </p:childTnLst>
                                </p:cTn>
                              </p:par>
                              <p:par>
                                <p:cTn id="1375" presetID="1" presetClass="entr" presetSubtype="0" fill="hold" nodeType="withEffect">
                                  <p:stCondLst>
                                    <p:cond delay="0"/>
                                  </p:stCondLst>
                                  <p:childTnLst>
                                    <p:set>
                                      <p:cBhvr>
                                        <p:cTn id="1376" dur="1" fill="hold">
                                          <p:stCondLst>
                                            <p:cond delay="0"/>
                                          </p:stCondLst>
                                        </p:cTn>
                                        <p:tgtEl>
                                          <p:spTgt spid="692"/>
                                        </p:tgtEl>
                                        <p:attrNameLst>
                                          <p:attrName>style.visibility</p:attrName>
                                        </p:attrNameLst>
                                      </p:cBhvr>
                                      <p:to>
                                        <p:strVal val="visible"/>
                                      </p:to>
                                    </p:set>
                                  </p:childTnLst>
                                </p:cTn>
                              </p:par>
                              <p:par>
                                <p:cTn id="1377" presetID="1" presetClass="entr" presetSubtype="0" fill="hold" nodeType="withEffect">
                                  <p:stCondLst>
                                    <p:cond delay="0"/>
                                  </p:stCondLst>
                                  <p:childTnLst>
                                    <p:set>
                                      <p:cBhvr>
                                        <p:cTn id="1378" dur="1" fill="hold">
                                          <p:stCondLst>
                                            <p:cond delay="0"/>
                                          </p:stCondLst>
                                        </p:cTn>
                                        <p:tgtEl>
                                          <p:spTgt spid="693"/>
                                        </p:tgtEl>
                                        <p:attrNameLst>
                                          <p:attrName>style.visibility</p:attrName>
                                        </p:attrNameLst>
                                      </p:cBhvr>
                                      <p:to>
                                        <p:strVal val="visible"/>
                                      </p:to>
                                    </p:set>
                                  </p:childTnLst>
                                </p:cTn>
                              </p:par>
                              <p:par>
                                <p:cTn id="1379" presetID="1" presetClass="entr" presetSubtype="0" fill="hold" nodeType="withEffect">
                                  <p:stCondLst>
                                    <p:cond delay="0"/>
                                  </p:stCondLst>
                                  <p:childTnLst>
                                    <p:set>
                                      <p:cBhvr>
                                        <p:cTn id="1380" dur="1" fill="hold">
                                          <p:stCondLst>
                                            <p:cond delay="0"/>
                                          </p:stCondLst>
                                        </p:cTn>
                                        <p:tgtEl>
                                          <p:spTgt spid="694"/>
                                        </p:tgtEl>
                                        <p:attrNameLst>
                                          <p:attrName>style.visibility</p:attrName>
                                        </p:attrNameLst>
                                      </p:cBhvr>
                                      <p:to>
                                        <p:strVal val="visible"/>
                                      </p:to>
                                    </p:set>
                                  </p:childTnLst>
                                </p:cTn>
                              </p:par>
                              <p:par>
                                <p:cTn id="1381" presetID="1" presetClass="entr" presetSubtype="0" fill="hold" nodeType="withEffect">
                                  <p:stCondLst>
                                    <p:cond delay="0"/>
                                  </p:stCondLst>
                                  <p:childTnLst>
                                    <p:set>
                                      <p:cBhvr>
                                        <p:cTn id="1382" dur="1" fill="hold">
                                          <p:stCondLst>
                                            <p:cond delay="0"/>
                                          </p:stCondLst>
                                        </p:cTn>
                                        <p:tgtEl>
                                          <p:spTgt spid="695"/>
                                        </p:tgtEl>
                                        <p:attrNameLst>
                                          <p:attrName>style.visibility</p:attrName>
                                        </p:attrNameLst>
                                      </p:cBhvr>
                                      <p:to>
                                        <p:strVal val="visible"/>
                                      </p:to>
                                    </p:set>
                                  </p:childTnLst>
                                </p:cTn>
                              </p:par>
                              <p:par>
                                <p:cTn id="1383" presetID="1" presetClass="entr" presetSubtype="0" fill="hold" nodeType="withEffect">
                                  <p:stCondLst>
                                    <p:cond delay="0"/>
                                  </p:stCondLst>
                                  <p:childTnLst>
                                    <p:set>
                                      <p:cBhvr>
                                        <p:cTn id="1384" dur="1" fill="hold">
                                          <p:stCondLst>
                                            <p:cond delay="0"/>
                                          </p:stCondLst>
                                        </p:cTn>
                                        <p:tgtEl>
                                          <p:spTgt spid="696"/>
                                        </p:tgtEl>
                                        <p:attrNameLst>
                                          <p:attrName>style.visibility</p:attrName>
                                        </p:attrNameLst>
                                      </p:cBhvr>
                                      <p:to>
                                        <p:strVal val="visible"/>
                                      </p:to>
                                    </p:set>
                                  </p:childTnLst>
                                </p:cTn>
                              </p:par>
                              <p:par>
                                <p:cTn id="1385" presetID="1" presetClass="entr" presetSubtype="0" fill="hold" nodeType="withEffect">
                                  <p:stCondLst>
                                    <p:cond delay="0"/>
                                  </p:stCondLst>
                                  <p:childTnLst>
                                    <p:set>
                                      <p:cBhvr>
                                        <p:cTn id="1386" dur="1" fill="hold">
                                          <p:stCondLst>
                                            <p:cond delay="0"/>
                                          </p:stCondLst>
                                        </p:cTn>
                                        <p:tgtEl>
                                          <p:spTgt spid="697"/>
                                        </p:tgtEl>
                                        <p:attrNameLst>
                                          <p:attrName>style.visibility</p:attrName>
                                        </p:attrNameLst>
                                      </p:cBhvr>
                                      <p:to>
                                        <p:strVal val="visible"/>
                                      </p:to>
                                    </p:set>
                                  </p:childTnLst>
                                </p:cTn>
                              </p:par>
                              <p:par>
                                <p:cTn id="1387" presetID="1" presetClass="entr" presetSubtype="0" fill="hold" nodeType="withEffect">
                                  <p:stCondLst>
                                    <p:cond delay="0"/>
                                  </p:stCondLst>
                                  <p:childTnLst>
                                    <p:set>
                                      <p:cBhvr>
                                        <p:cTn id="1388" dur="1" fill="hold">
                                          <p:stCondLst>
                                            <p:cond delay="0"/>
                                          </p:stCondLst>
                                        </p:cTn>
                                        <p:tgtEl>
                                          <p:spTgt spid="698"/>
                                        </p:tgtEl>
                                        <p:attrNameLst>
                                          <p:attrName>style.visibility</p:attrName>
                                        </p:attrNameLst>
                                      </p:cBhvr>
                                      <p:to>
                                        <p:strVal val="visible"/>
                                      </p:to>
                                    </p:set>
                                  </p:childTnLst>
                                </p:cTn>
                              </p:par>
                              <p:par>
                                <p:cTn id="1389" presetID="1" presetClass="entr" presetSubtype="0" fill="hold" nodeType="withEffect">
                                  <p:stCondLst>
                                    <p:cond delay="0"/>
                                  </p:stCondLst>
                                  <p:childTnLst>
                                    <p:set>
                                      <p:cBhvr>
                                        <p:cTn id="1390" dur="1" fill="hold">
                                          <p:stCondLst>
                                            <p:cond delay="0"/>
                                          </p:stCondLst>
                                        </p:cTn>
                                        <p:tgtEl>
                                          <p:spTgt spid="699"/>
                                        </p:tgtEl>
                                        <p:attrNameLst>
                                          <p:attrName>style.visibility</p:attrName>
                                        </p:attrNameLst>
                                      </p:cBhvr>
                                      <p:to>
                                        <p:strVal val="visible"/>
                                      </p:to>
                                    </p:set>
                                  </p:childTnLst>
                                </p:cTn>
                              </p:par>
                              <p:par>
                                <p:cTn id="1391" presetID="1" presetClass="entr" presetSubtype="0" fill="hold" nodeType="withEffect">
                                  <p:stCondLst>
                                    <p:cond delay="0"/>
                                  </p:stCondLst>
                                  <p:childTnLst>
                                    <p:set>
                                      <p:cBhvr>
                                        <p:cTn id="1392" dur="1" fill="hold">
                                          <p:stCondLst>
                                            <p:cond delay="0"/>
                                          </p:stCondLst>
                                        </p:cTn>
                                        <p:tgtEl>
                                          <p:spTgt spid="700"/>
                                        </p:tgtEl>
                                        <p:attrNameLst>
                                          <p:attrName>style.visibility</p:attrName>
                                        </p:attrNameLst>
                                      </p:cBhvr>
                                      <p:to>
                                        <p:strVal val="visible"/>
                                      </p:to>
                                    </p:set>
                                  </p:childTnLst>
                                </p:cTn>
                              </p:par>
                              <p:par>
                                <p:cTn id="1393" presetID="1" presetClass="entr" presetSubtype="0" fill="hold" nodeType="withEffect">
                                  <p:stCondLst>
                                    <p:cond delay="0"/>
                                  </p:stCondLst>
                                  <p:childTnLst>
                                    <p:set>
                                      <p:cBhvr>
                                        <p:cTn id="1394" dur="1" fill="hold">
                                          <p:stCondLst>
                                            <p:cond delay="0"/>
                                          </p:stCondLst>
                                        </p:cTn>
                                        <p:tgtEl>
                                          <p:spTgt spid="701"/>
                                        </p:tgtEl>
                                        <p:attrNameLst>
                                          <p:attrName>style.visibility</p:attrName>
                                        </p:attrNameLst>
                                      </p:cBhvr>
                                      <p:to>
                                        <p:strVal val="visible"/>
                                      </p:to>
                                    </p:set>
                                  </p:childTnLst>
                                </p:cTn>
                              </p:par>
                              <p:par>
                                <p:cTn id="1395" presetID="1" presetClass="entr" presetSubtype="0" fill="hold" nodeType="withEffect">
                                  <p:stCondLst>
                                    <p:cond delay="0"/>
                                  </p:stCondLst>
                                  <p:childTnLst>
                                    <p:set>
                                      <p:cBhvr>
                                        <p:cTn id="1396" dur="1" fill="hold">
                                          <p:stCondLst>
                                            <p:cond delay="0"/>
                                          </p:stCondLst>
                                        </p:cTn>
                                        <p:tgtEl>
                                          <p:spTgt spid="702"/>
                                        </p:tgtEl>
                                        <p:attrNameLst>
                                          <p:attrName>style.visibility</p:attrName>
                                        </p:attrNameLst>
                                      </p:cBhvr>
                                      <p:to>
                                        <p:strVal val="visible"/>
                                      </p:to>
                                    </p:set>
                                  </p:childTnLst>
                                </p:cTn>
                              </p:par>
                              <p:par>
                                <p:cTn id="1397" presetID="1" presetClass="entr" presetSubtype="0" fill="hold" nodeType="withEffect">
                                  <p:stCondLst>
                                    <p:cond delay="0"/>
                                  </p:stCondLst>
                                  <p:childTnLst>
                                    <p:set>
                                      <p:cBhvr>
                                        <p:cTn id="1398" dur="1" fill="hold">
                                          <p:stCondLst>
                                            <p:cond delay="0"/>
                                          </p:stCondLst>
                                        </p:cTn>
                                        <p:tgtEl>
                                          <p:spTgt spid="703"/>
                                        </p:tgtEl>
                                        <p:attrNameLst>
                                          <p:attrName>style.visibility</p:attrName>
                                        </p:attrNameLst>
                                      </p:cBhvr>
                                      <p:to>
                                        <p:strVal val="visible"/>
                                      </p:to>
                                    </p:set>
                                  </p:childTnLst>
                                </p:cTn>
                              </p:par>
                              <p:par>
                                <p:cTn id="1399" presetID="1" presetClass="entr" presetSubtype="0" fill="hold" nodeType="withEffect">
                                  <p:stCondLst>
                                    <p:cond delay="0"/>
                                  </p:stCondLst>
                                  <p:childTnLst>
                                    <p:set>
                                      <p:cBhvr>
                                        <p:cTn id="1400" dur="1" fill="hold">
                                          <p:stCondLst>
                                            <p:cond delay="0"/>
                                          </p:stCondLst>
                                        </p:cTn>
                                        <p:tgtEl>
                                          <p:spTgt spid="704"/>
                                        </p:tgtEl>
                                        <p:attrNameLst>
                                          <p:attrName>style.visibility</p:attrName>
                                        </p:attrNameLst>
                                      </p:cBhvr>
                                      <p:to>
                                        <p:strVal val="visible"/>
                                      </p:to>
                                    </p:set>
                                  </p:childTnLst>
                                </p:cTn>
                              </p:par>
                              <p:par>
                                <p:cTn id="1401" presetID="1" presetClass="entr" presetSubtype="0" fill="hold" nodeType="withEffect">
                                  <p:stCondLst>
                                    <p:cond delay="0"/>
                                  </p:stCondLst>
                                  <p:childTnLst>
                                    <p:set>
                                      <p:cBhvr>
                                        <p:cTn id="1402" dur="1" fill="hold">
                                          <p:stCondLst>
                                            <p:cond delay="0"/>
                                          </p:stCondLst>
                                        </p:cTn>
                                        <p:tgtEl>
                                          <p:spTgt spid="705"/>
                                        </p:tgtEl>
                                        <p:attrNameLst>
                                          <p:attrName>style.visibility</p:attrName>
                                        </p:attrNameLst>
                                      </p:cBhvr>
                                      <p:to>
                                        <p:strVal val="visible"/>
                                      </p:to>
                                    </p:set>
                                  </p:childTnLst>
                                </p:cTn>
                              </p:par>
                              <p:par>
                                <p:cTn id="1403" presetID="1" presetClass="entr" presetSubtype="0" fill="hold" nodeType="withEffect">
                                  <p:stCondLst>
                                    <p:cond delay="0"/>
                                  </p:stCondLst>
                                  <p:childTnLst>
                                    <p:set>
                                      <p:cBhvr>
                                        <p:cTn id="1404" dur="1" fill="hold">
                                          <p:stCondLst>
                                            <p:cond delay="0"/>
                                          </p:stCondLst>
                                        </p:cTn>
                                        <p:tgtEl>
                                          <p:spTgt spid="706"/>
                                        </p:tgtEl>
                                        <p:attrNameLst>
                                          <p:attrName>style.visibility</p:attrName>
                                        </p:attrNameLst>
                                      </p:cBhvr>
                                      <p:to>
                                        <p:strVal val="visible"/>
                                      </p:to>
                                    </p:set>
                                  </p:childTnLst>
                                </p:cTn>
                              </p:par>
                              <p:par>
                                <p:cTn id="1405" presetID="1" presetClass="entr" presetSubtype="0" fill="hold" nodeType="withEffect">
                                  <p:stCondLst>
                                    <p:cond delay="0"/>
                                  </p:stCondLst>
                                  <p:childTnLst>
                                    <p:set>
                                      <p:cBhvr>
                                        <p:cTn id="1406" dur="1" fill="hold">
                                          <p:stCondLst>
                                            <p:cond delay="0"/>
                                          </p:stCondLst>
                                        </p:cTn>
                                        <p:tgtEl>
                                          <p:spTgt spid="707"/>
                                        </p:tgtEl>
                                        <p:attrNameLst>
                                          <p:attrName>style.visibility</p:attrName>
                                        </p:attrNameLst>
                                      </p:cBhvr>
                                      <p:to>
                                        <p:strVal val="visible"/>
                                      </p:to>
                                    </p:set>
                                  </p:childTnLst>
                                </p:cTn>
                              </p:par>
                              <p:par>
                                <p:cTn id="1407" presetID="1" presetClass="entr" presetSubtype="0" fill="hold" nodeType="withEffect">
                                  <p:stCondLst>
                                    <p:cond delay="0"/>
                                  </p:stCondLst>
                                  <p:childTnLst>
                                    <p:set>
                                      <p:cBhvr>
                                        <p:cTn id="1408" dur="1" fill="hold">
                                          <p:stCondLst>
                                            <p:cond delay="0"/>
                                          </p:stCondLst>
                                        </p:cTn>
                                        <p:tgtEl>
                                          <p:spTgt spid="708"/>
                                        </p:tgtEl>
                                        <p:attrNameLst>
                                          <p:attrName>style.visibility</p:attrName>
                                        </p:attrNameLst>
                                      </p:cBhvr>
                                      <p:to>
                                        <p:strVal val="visible"/>
                                      </p:to>
                                    </p:set>
                                  </p:childTnLst>
                                </p:cTn>
                              </p:par>
                              <p:par>
                                <p:cTn id="1409" presetID="1" presetClass="entr" presetSubtype="0" fill="hold" nodeType="withEffect">
                                  <p:stCondLst>
                                    <p:cond delay="0"/>
                                  </p:stCondLst>
                                  <p:childTnLst>
                                    <p:set>
                                      <p:cBhvr>
                                        <p:cTn id="1410" dur="1" fill="hold">
                                          <p:stCondLst>
                                            <p:cond delay="0"/>
                                          </p:stCondLst>
                                        </p:cTn>
                                        <p:tgtEl>
                                          <p:spTgt spid="709"/>
                                        </p:tgtEl>
                                        <p:attrNameLst>
                                          <p:attrName>style.visibility</p:attrName>
                                        </p:attrNameLst>
                                      </p:cBhvr>
                                      <p:to>
                                        <p:strVal val="visible"/>
                                      </p:to>
                                    </p:set>
                                  </p:childTnLst>
                                </p:cTn>
                              </p:par>
                              <p:par>
                                <p:cTn id="1411" presetID="1" presetClass="entr" presetSubtype="0" fill="hold" nodeType="withEffect">
                                  <p:stCondLst>
                                    <p:cond delay="0"/>
                                  </p:stCondLst>
                                  <p:childTnLst>
                                    <p:set>
                                      <p:cBhvr>
                                        <p:cTn id="1412" dur="1" fill="hold">
                                          <p:stCondLst>
                                            <p:cond delay="0"/>
                                          </p:stCondLst>
                                        </p:cTn>
                                        <p:tgtEl>
                                          <p:spTgt spid="710"/>
                                        </p:tgtEl>
                                        <p:attrNameLst>
                                          <p:attrName>style.visibility</p:attrName>
                                        </p:attrNameLst>
                                      </p:cBhvr>
                                      <p:to>
                                        <p:strVal val="visible"/>
                                      </p:to>
                                    </p:set>
                                  </p:childTnLst>
                                </p:cTn>
                              </p:par>
                              <p:par>
                                <p:cTn id="1413" presetID="1" presetClass="entr" presetSubtype="0" fill="hold" nodeType="withEffect">
                                  <p:stCondLst>
                                    <p:cond delay="0"/>
                                  </p:stCondLst>
                                  <p:childTnLst>
                                    <p:set>
                                      <p:cBhvr>
                                        <p:cTn id="1414" dur="1" fill="hold">
                                          <p:stCondLst>
                                            <p:cond delay="0"/>
                                          </p:stCondLst>
                                        </p:cTn>
                                        <p:tgtEl>
                                          <p:spTgt spid="711"/>
                                        </p:tgtEl>
                                        <p:attrNameLst>
                                          <p:attrName>style.visibility</p:attrName>
                                        </p:attrNameLst>
                                      </p:cBhvr>
                                      <p:to>
                                        <p:strVal val="visible"/>
                                      </p:to>
                                    </p:set>
                                  </p:childTnLst>
                                </p:cTn>
                              </p:par>
                              <p:par>
                                <p:cTn id="1415" presetID="1" presetClass="entr" presetSubtype="0" fill="hold" nodeType="withEffect">
                                  <p:stCondLst>
                                    <p:cond delay="0"/>
                                  </p:stCondLst>
                                  <p:childTnLst>
                                    <p:set>
                                      <p:cBhvr>
                                        <p:cTn id="1416" dur="1" fill="hold">
                                          <p:stCondLst>
                                            <p:cond delay="0"/>
                                          </p:stCondLst>
                                        </p:cTn>
                                        <p:tgtEl>
                                          <p:spTgt spid="712"/>
                                        </p:tgtEl>
                                        <p:attrNameLst>
                                          <p:attrName>style.visibility</p:attrName>
                                        </p:attrNameLst>
                                      </p:cBhvr>
                                      <p:to>
                                        <p:strVal val="visible"/>
                                      </p:to>
                                    </p:set>
                                  </p:childTnLst>
                                </p:cTn>
                              </p:par>
                              <p:par>
                                <p:cTn id="1417" presetID="1" presetClass="entr" presetSubtype="0" fill="hold" nodeType="withEffect">
                                  <p:stCondLst>
                                    <p:cond delay="0"/>
                                  </p:stCondLst>
                                  <p:childTnLst>
                                    <p:set>
                                      <p:cBhvr>
                                        <p:cTn id="1418" dur="1" fill="hold">
                                          <p:stCondLst>
                                            <p:cond delay="0"/>
                                          </p:stCondLst>
                                        </p:cTn>
                                        <p:tgtEl>
                                          <p:spTgt spid="713"/>
                                        </p:tgtEl>
                                        <p:attrNameLst>
                                          <p:attrName>style.visibility</p:attrName>
                                        </p:attrNameLst>
                                      </p:cBhvr>
                                      <p:to>
                                        <p:strVal val="visible"/>
                                      </p:to>
                                    </p:set>
                                  </p:childTnLst>
                                </p:cTn>
                              </p:par>
                              <p:par>
                                <p:cTn id="1419" presetID="1" presetClass="entr" presetSubtype="0" fill="hold" nodeType="withEffect">
                                  <p:stCondLst>
                                    <p:cond delay="0"/>
                                  </p:stCondLst>
                                  <p:childTnLst>
                                    <p:set>
                                      <p:cBhvr>
                                        <p:cTn id="1420" dur="1" fill="hold">
                                          <p:stCondLst>
                                            <p:cond delay="0"/>
                                          </p:stCondLst>
                                        </p:cTn>
                                        <p:tgtEl>
                                          <p:spTgt spid="714"/>
                                        </p:tgtEl>
                                        <p:attrNameLst>
                                          <p:attrName>style.visibility</p:attrName>
                                        </p:attrNameLst>
                                      </p:cBhvr>
                                      <p:to>
                                        <p:strVal val="visible"/>
                                      </p:to>
                                    </p:set>
                                  </p:childTnLst>
                                </p:cTn>
                              </p:par>
                              <p:par>
                                <p:cTn id="1421" presetID="1" presetClass="entr" presetSubtype="0" fill="hold" nodeType="withEffect">
                                  <p:stCondLst>
                                    <p:cond delay="0"/>
                                  </p:stCondLst>
                                  <p:childTnLst>
                                    <p:set>
                                      <p:cBhvr>
                                        <p:cTn id="1422" dur="1" fill="hold">
                                          <p:stCondLst>
                                            <p:cond delay="0"/>
                                          </p:stCondLst>
                                        </p:cTn>
                                        <p:tgtEl>
                                          <p:spTgt spid="715"/>
                                        </p:tgtEl>
                                        <p:attrNameLst>
                                          <p:attrName>style.visibility</p:attrName>
                                        </p:attrNameLst>
                                      </p:cBhvr>
                                      <p:to>
                                        <p:strVal val="visible"/>
                                      </p:to>
                                    </p:set>
                                  </p:childTnLst>
                                </p:cTn>
                              </p:par>
                              <p:par>
                                <p:cTn id="1423" presetID="1" presetClass="entr" presetSubtype="0" fill="hold" nodeType="withEffect">
                                  <p:stCondLst>
                                    <p:cond delay="0"/>
                                  </p:stCondLst>
                                  <p:childTnLst>
                                    <p:set>
                                      <p:cBhvr>
                                        <p:cTn id="1424" dur="1" fill="hold">
                                          <p:stCondLst>
                                            <p:cond delay="0"/>
                                          </p:stCondLst>
                                        </p:cTn>
                                        <p:tgtEl>
                                          <p:spTgt spid="716"/>
                                        </p:tgtEl>
                                        <p:attrNameLst>
                                          <p:attrName>style.visibility</p:attrName>
                                        </p:attrNameLst>
                                      </p:cBhvr>
                                      <p:to>
                                        <p:strVal val="visible"/>
                                      </p:to>
                                    </p:set>
                                  </p:childTnLst>
                                </p:cTn>
                              </p:par>
                              <p:par>
                                <p:cTn id="1425" presetID="1" presetClass="entr" presetSubtype="0" fill="hold" nodeType="withEffect">
                                  <p:stCondLst>
                                    <p:cond delay="0"/>
                                  </p:stCondLst>
                                  <p:childTnLst>
                                    <p:set>
                                      <p:cBhvr>
                                        <p:cTn id="1426" dur="1" fill="hold">
                                          <p:stCondLst>
                                            <p:cond delay="0"/>
                                          </p:stCondLst>
                                        </p:cTn>
                                        <p:tgtEl>
                                          <p:spTgt spid="717"/>
                                        </p:tgtEl>
                                        <p:attrNameLst>
                                          <p:attrName>style.visibility</p:attrName>
                                        </p:attrNameLst>
                                      </p:cBhvr>
                                      <p:to>
                                        <p:strVal val="visible"/>
                                      </p:to>
                                    </p:set>
                                  </p:childTnLst>
                                </p:cTn>
                              </p:par>
                              <p:par>
                                <p:cTn id="1427" presetID="1" presetClass="entr" presetSubtype="0" fill="hold" nodeType="withEffect">
                                  <p:stCondLst>
                                    <p:cond delay="0"/>
                                  </p:stCondLst>
                                  <p:childTnLst>
                                    <p:set>
                                      <p:cBhvr>
                                        <p:cTn id="1428" dur="1" fill="hold">
                                          <p:stCondLst>
                                            <p:cond delay="0"/>
                                          </p:stCondLst>
                                        </p:cTn>
                                        <p:tgtEl>
                                          <p:spTgt spid="718"/>
                                        </p:tgtEl>
                                        <p:attrNameLst>
                                          <p:attrName>style.visibility</p:attrName>
                                        </p:attrNameLst>
                                      </p:cBhvr>
                                      <p:to>
                                        <p:strVal val="visible"/>
                                      </p:to>
                                    </p:set>
                                  </p:childTnLst>
                                </p:cTn>
                              </p:par>
                              <p:par>
                                <p:cTn id="1429" presetID="1" presetClass="entr" presetSubtype="0" fill="hold" nodeType="withEffect">
                                  <p:stCondLst>
                                    <p:cond delay="0"/>
                                  </p:stCondLst>
                                  <p:childTnLst>
                                    <p:set>
                                      <p:cBhvr>
                                        <p:cTn id="1430" dur="1" fill="hold">
                                          <p:stCondLst>
                                            <p:cond delay="0"/>
                                          </p:stCondLst>
                                        </p:cTn>
                                        <p:tgtEl>
                                          <p:spTgt spid="719"/>
                                        </p:tgtEl>
                                        <p:attrNameLst>
                                          <p:attrName>style.visibility</p:attrName>
                                        </p:attrNameLst>
                                      </p:cBhvr>
                                      <p:to>
                                        <p:strVal val="visible"/>
                                      </p:to>
                                    </p:set>
                                  </p:childTnLst>
                                </p:cTn>
                              </p:par>
                              <p:par>
                                <p:cTn id="1431" presetID="1" presetClass="entr" presetSubtype="0" fill="hold" nodeType="withEffect">
                                  <p:stCondLst>
                                    <p:cond delay="0"/>
                                  </p:stCondLst>
                                  <p:childTnLst>
                                    <p:set>
                                      <p:cBhvr>
                                        <p:cTn id="1432" dur="1" fill="hold">
                                          <p:stCondLst>
                                            <p:cond delay="0"/>
                                          </p:stCondLst>
                                        </p:cTn>
                                        <p:tgtEl>
                                          <p:spTgt spid="720"/>
                                        </p:tgtEl>
                                        <p:attrNameLst>
                                          <p:attrName>style.visibility</p:attrName>
                                        </p:attrNameLst>
                                      </p:cBhvr>
                                      <p:to>
                                        <p:strVal val="visible"/>
                                      </p:to>
                                    </p:set>
                                  </p:childTnLst>
                                </p:cTn>
                              </p:par>
                              <p:par>
                                <p:cTn id="1433" presetID="1" presetClass="entr" presetSubtype="0" fill="hold" nodeType="withEffect">
                                  <p:stCondLst>
                                    <p:cond delay="0"/>
                                  </p:stCondLst>
                                  <p:childTnLst>
                                    <p:set>
                                      <p:cBhvr>
                                        <p:cTn id="1434" dur="1" fill="hold">
                                          <p:stCondLst>
                                            <p:cond delay="0"/>
                                          </p:stCondLst>
                                        </p:cTn>
                                        <p:tgtEl>
                                          <p:spTgt spid="721"/>
                                        </p:tgtEl>
                                        <p:attrNameLst>
                                          <p:attrName>style.visibility</p:attrName>
                                        </p:attrNameLst>
                                      </p:cBhvr>
                                      <p:to>
                                        <p:strVal val="visible"/>
                                      </p:to>
                                    </p:set>
                                  </p:childTnLst>
                                </p:cTn>
                              </p:par>
                              <p:par>
                                <p:cTn id="1435" presetID="1" presetClass="entr" presetSubtype="0" fill="hold" nodeType="withEffect">
                                  <p:stCondLst>
                                    <p:cond delay="0"/>
                                  </p:stCondLst>
                                  <p:childTnLst>
                                    <p:set>
                                      <p:cBhvr>
                                        <p:cTn id="1436" dur="1" fill="hold">
                                          <p:stCondLst>
                                            <p:cond delay="0"/>
                                          </p:stCondLst>
                                        </p:cTn>
                                        <p:tgtEl>
                                          <p:spTgt spid="722"/>
                                        </p:tgtEl>
                                        <p:attrNameLst>
                                          <p:attrName>style.visibility</p:attrName>
                                        </p:attrNameLst>
                                      </p:cBhvr>
                                      <p:to>
                                        <p:strVal val="visible"/>
                                      </p:to>
                                    </p:set>
                                  </p:childTnLst>
                                </p:cTn>
                              </p:par>
                              <p:par>
                                <p:cTn id="1437" presetID="1" presetClass="entr" presetSubtype="0" fill="hold" nodeType="withEffect">
                                  <p:stCondLst>
                                    <p:cond delay="0"/>
                                  </p:stCondLst>
                                  <p:childTnLst>
                                    <p:set>
                                      <p:cBhvr>
                                        <p:cTn id="1438" dur="1" fill="hold">
                                          <p:stCondLst>
                                            <p:cond delay="0"/>
                                          </p:stCondLst>
                                        </p:cTn>
                                        <p:tgtEl>
                                          <p:spTgt spid="723"/>
                                        </p:tgtEl>
                                        <p:attrNameLst>
                                          <p:attrName>style.visibility</p:attrName>
                                        </p:attrNameLst>
                                      </p:cBhvr>
                                      <p:to>
                                        <p:strVal val="visible"/>
                                      </p:to>
                                    </p:set>
                                  </p:childTnLst>
                                </p:cTn>
                              </p:par>
                              <p:par>
                                <p:cTn id="1439" presetID="1" presetClass="entr" presetSubtype="0" fill="hold" nodeType="withEffect">
                                  <p:stCondLst>
                                    <p:cond delay="0"/>
                                  </p:stCondLst>
                                  <p:childTnLst>
                                    <p:set>
                                      <p:cBhvr>
                                        <p:cTn id="1440" dur="1" fill="hold">
                                          <p:stCondLst>
                                            <p:cond delay="0"/>
                                          </p:stCondLst>
                                        </p:cTn>
                                        <p:tgtEl>
                                          <p:spTgt spid="724"/>
                                        </p:tgtEl>
                                        <p:attrNameLst>
                                          <p:attrName>style.visibility</p:attrName>
                                        </p:attrNameLst>
                                      </p:cBhvr>
                                      <p:to>
                                        <p:strVal val="visible"/>
                                      </p:to>
                                    </p:set>
                                  </p:childTnLst>
                                </p:cTn>
                              </p:par>
                              <p:par>
                                <p:cTn id="1441" presetID="1" presetClass="entr" presetSubtype="0" fill="hold" nodeType="withEffect">
                                  <p:stCondLst>
                                    <p:cond delay="0"/>
                                  </p:stCondLst>
                                  <p:childTnLst>
                                    <p:set>
                                      <p:cBhvr>
                                        <p:cTn id="1442" dur="1" fill="hold">
                                          <p:stCondLst>
                                            <p:cond delay="0"/>
                                          </p:stCondLst>
                                        </p:cTn>
                                        <p:tgtEl>
                                          <p:spTgt spid="725"/>
                                        </p:tgtEl>
                                        <p:attrNameLst>
                                          <p:attrName>style.visibility</p:attrName>
                                        </p:attrNameLst>
                                      </p:cBhvr>
                                      <p:to>
                                        <p:strVal val="visible"/>
                                      </p:to>
                                    </p:set>
                                  </p:childTnLst>
                                </p:cTn>
                              </p:par>
                              <p:par>
                                <p:cTn id="1443" presetID="1" presetClass="entr" presetSubtype="0" fill="hold" nodeType="withEffect">
                                  <p:stCondLst>
                                    <p:cond delay="0"/>
                                  </p:stCondLst>
                                  <p:childTnLst>
                                    <p:set>
                                      <p:cBhvr>
                                        <p:cTn id="1444" dur="1" fill="hold">
                                          <p:stCondLst>
                                            <p:cond delay="0"/>
                                          </p:stCondLst>
                                        </p:cTn>
                                        <p:tgtEl>
                                          <p:spTgt spid="726"/>
                                        </p:tgtEl>
                                        <p:attrNameLst>
                                          <p:attrName>style.visibility</p:attrName>
                                        </p:attrNameLst>
                                      </p:cBhvr>
                                      <p:to>
                                        <p:strVal val="visible"/>
                                      </p:to>
                                    </p:set>
                                  </p:childTnLst>
                                </p:cTn>
                              </p:par>
                              <p:par>
                                <p:cTn id="1445" presetID="1" presetClass="entr" presetSubtype="0" fill="hold" nodeType="withEffect">
                                  <p:stCondLst>
                                    <p:cond delay="0"/>
                                  </p:stCondLst>
                                  <p:childTnLst>
                                    <p:set>
                                      <p:cBhvr>
                                        <p:cTn id="1446" dur="1" fill="hold">
                                          <p:stCondLst>
                                            <p:cond delay="0"/>
                                          </p:stCondLst>
                                        </p:cTn>
                                        <p:tgtEl>
                                          <p:spTgt spid="727"/>
                                        </p:tgtEl>
                                        <p:attrNameLst>
                                          <p:attrName>style.visibility</p:attrName>
                                        </p:attrNameLst>
                                      </p:cBhvr>
                                      <p:to>
                                        <p:strVal val="visible"/>
                                      </p:to>
                                    </p:set>
                                  </p:childTnLst>
                                </p:cTn>
                              </p:par>
                              <p:par>
                                <p:cTn id="1447" presetID="1" presetClass="entr" presetSubtype="0" fill="hold" nodeType="withEffect">
                                  <p:stCondLst>
                                    <p:cond delay="0"/>
                                  </p:stCondLst>
                                  <p:childTnLst>
                                    <p:set>
                                      <p:cBhvr>
                                        <p:cTn id="1448" dur="1" fill="hold">
                                          <p:stCondLst>
                                            <p:cond delay="0"/>
                                          </p:stCondLst>
                                        </p:cTn>
                                        <p:tgtEl>
                                          <p:spTgt spid="728"/>
                                        </p:tgtEl>
                                        <p:attrNameLst>
                                          <p:attrName>style.visibility</p:attrName>
                                        </p:attrNameLst>
                                      </p:cBhvr>
                                      <p:to>
                                        <p:strVal val="visible"/>
                                      </p:to>
                                    </p:set>
                                  </p:childTnLst>
                                </p:cTn>
                              </p:par>
                              <p:par>
                                <p:cTn id="1449" presetID="1" presetClass="entr" presetSubtype="0" fill="hold" nodeType="withEffect">
                                  <p:stCondLst>
                                    <p:cond delay="0"/>
                                  </p:stCondLst>
                                  <p:childTnLst>
                                    <p:set>
                                      <p:cBhvr>
                                        <p:cTn id="1450" dur="1" fill="hold">
                                          <p:stCondLst>
                                            <p:cond delay="0"/>
                                          </p:stCondLst>
                                        </p:cTn>
                                        <p:tgtEl>
                                          <p:spTgt spid="729"/>
                                        </p:tgtEl>
                                        <p:attrNameLst>
                                          <p:attrName>style.visibility</p:attrName>
                                        </p:attrNameLst>
                                      </p:cBhvr>
                                      <p:to>
                                        <p:strVal val="visible"/>
                                      </p:to>
                                    </p:set>
                                  </p:childTnLst>
                                </p:cTn>
                              </p:par>
                              <p:par>
                                <p:cTn id="1451" presetID="1" presetClass="entr" presetSubtype="0" fill="hold" nodeType="withEffect">
                                  <p:stCondLst>
                                    <p:cond delay="0"/>
                                  </p:stCondLst>
                                  <p:childTnLst>
                                    <p:set>
                                      <p:cBhvr>
                                        <p:cTn id="1452" dur="1" fill="hold">
                                          <p:stCondLst>
                                            <p:cond delay="0"/>
                                          </p:stCondLst>
                                        </p:cTn>
                                        <p:tgtEl>
                                          <p:spTgt spid="730"/>
                                        </p:tgtEl>
                                        <p:attrNameLst>
                                          <p:attrName>style.visibility</p:attrName>
                                        </p:attrNameLst>
                                      </p:cBhvr>
                                      <p:to>
                                        <p:strVal val="visible"/>
                                      </p:to>
                                    </p:set>
                                  </p:childTnLst>
                                </p:cTn>
                              </p:par>
                              <p:par>
                                <p:cTn id="1453" presetID="1" presetClass="entr" presetSubtype="0" fill="hold" nodeType="withEffect">
                                  <p:stCondLst>
                                    <p:cond delay="0"/>
                                  </p:stCondLst>
                                  <p:childTnLst>
                                    <p:set>
                                      <p:cBhvr>
                                        <p:cTn id="1454" dur="1" fill="hold">
                                          <p:stCondLst>
                                            <p:cond delay="0"/>
                                          </p:stCondLst>
                                        </p:cTn>
                                        <p:tgtEl>
                                          <p:spTgt spid="731"/>
                                        </p:tgtEl>
                                        <p:attrNameLst>
                                          <p:attrName>style.visibility</p:attrName>
                                        </p:attrNameLst>
                                      </p:cBhvr>
                                      <p:to>
                                        <p:strVal val="visible"/>
                                      </p:to>
                                    </p:set>
                                  </p:childTnLst>
                                </p:cTn>
                              </p:par>
                              <p:par>
                                <p:cTn id="1455" presetID="1" presetClass="entr" presetSubtype="0" fill="hold" nodeType="withEffect">
                                  <p:stCondLst>
                                    <p:cond delay="0"/>
                                  </p:stCondLst>
                                  <p:childTnLst>
                                    <p:set>
                                      <p:cBhvr>
                                        <p:cTn id="1456" dur="1" fill="hold">
                                          <p:stCondLst>
                                            <p:cond delay="0"/>
                                          </p:stCondLst>
                                        </p:cTn>
                                        <p:tgtEl>
                                          <p:spTgt spid="732"/>
                                        </p:tgtEl>
                                        <p:attrNameLst>
                                          <p:attrName>style.visibility</p:attrName>
                                        </p:attrNameLst>
                                      </p:cBhvr>
                                      <p:to>
                                        <p:strVal val="visible"/>
                                      </p:to>
                                    </p:set>
                                  </p:childTnLst>
                                </p:cTn>
                              </p:par>
                              <p:par>
                                <p:cTn id="1457" presetID="1" presetClass="entr" presetSubtype="0" fill="hold" nodeType="withEffect">
                                  <p:stCondLst>
                                    <p:cond delay="0"/>
                                  </p:stCondLst>
                                  <p:childTnLst>
                                    <p:set>
                                      <p:cBhvr>
                                        <p:cTn id="1458" dur="1" fill="hold">
                                          <p:stCondLst>
                                            <p:cond delay="0"/>
                                          </p:stCondLst>
                                        </p:cTn>
                                        <p:tgtEl>
                                          <p:spTgt spid="733"/>
                                        </p:tgtEl>
                                        <p:attrNameLst>
                                          <p:attrName>style.visibility</p:attrName>
                                        </p:attrNameLst>
                                      </p:cBhvr>
                                      <p:to>
                                        <p:strVal val="visible"/>
                                      </p:to>
                                    </p:set>
                                  </p:childTnLst>
                                </p:cTn>
                              </p:par>
                              <p:par>
                                <p:cTn id="1459" presetID="1" presetClass="entr" presetSubtype="0" fill="hold" nodeType="withEffect">
                                  <p:stCondLst>
                                    <p:cond delay="0"/>
                                  </p:stCondLst>
                                  <p:childTnLst>
                                    <p:set>
                                      <p:cBhvr>
                                        <p:cTn id="1460" dur="1" fill="hold">
                                          <p:stCondLst>
                                            <p:cond delay="0"/>
                                          </p:stCondLst>
                                        </p:cTn>
                                        <p:tgtEl>
                                          <p:spTgt spid="734"/>
                                        </p:tgtEl>
                                        <p:attrNameLst>
                                          <p:attrName>style.visibility</p:attrName>
                                        </p:attrNameLst>
                                      </p:cBhvr>
                                      <p:to>
                                        <p:strVal val="visible"/>
                                      </p:to>
                                    </p:set>
                                  </p:childTnLst>
                                </p:cTn>
                              </p:par>
                              <p:par>
                                <p:cTn id="1461" presetID="1" presetClass="entr" presetSubtype="0" fill="hold" nodeType="withEffect">
                                  <p:stCondLst>
                                    <p:cond delay="0"/>
                                  </p:stCondLst>
                                  <p:childTnLst>
                                    <p:set>
                                      <p:cBhvr>
                                        <p:cTn id="1462" dur="1" fill="hold">
                                          <p:stCondLst>
                                            <p:cond delay="0"/>
                                          </p:stCondLst>
                                        </p:cTn>
                                        <p:tgtEl>
                                          <p:spTgt spid="735"/>
                                        </p:tgtEl>
                                        <p:attrNameLst>
                                          <p:attrName>style.visibility</p:attrName>
                                        </p:attrNameLst>
                                      </p:cBhvr>
                                      <p:to>
                                        <p:strVal val="visible"/>
                                      </p:to>
                                    </p:set>
                                  </p:childTnLst>
                                </p:cTn>
                              </p:par>
                              <p:par>
                                <p:cTn id="1463" presetID="1" presetClass="entr" presetSubtype="0" fill="hold" nodeType="withEffect">
                                  <p:stCondLst>
                                    <p:cond delay="0"/>
                                  </p:stCondLst>
                                  <p:childTnLst>
                                    <p:set>
                                      <p:cBhvr>
                                        <p:cTn id="1464" dur="1" fill="hold">
                                          <p:stCondLst>
                                            <p:cond delay="0"/>
                                          </p:stCondLst>
                                        </p:cTn>
                                        <p:tgtEl>
                                          <p:spTgt spid="736"/>
                                        </p:tgtEl>
                                        <p:attrNameLst>
                                          <p:attrName>style.visibility</p:attrName>
                                        </p:attrNameLst>
                                      </p:cBhvr>
                                      <p:to>
                                        <p:strVal val="visible"/>
                                      </p:to>
                                    </p:set>
                                  </p:childTnLst>
                                </p:cTn>
                              </p:par>
                              <p:par>
                                <p:cTn id="1465" presetID="1" presetClass="entr" presetSubtype="0" fill="hold" nodeType="withEffect">
                                  <p:stCondLst>
                                    <p:cond delay="0"/>
                                  </p:stCondLst>
                                  <p:childTnLst>
                                    <p:set>
                                      <p:cBhvr>
                                        <p:cTn id="1466" dur="1" fill="hold">
                                          <p:stCondLst>
                                            <p:cond delay="0"/>
                                          </p:stCondLst>
                                        </p:cTn>
                                        <p:tgtEl>
                                          <p:spTgt spid="737"/>
                                        </p:tgtEl>
                                        <p:attrNameLst>
                                          <p:attrName>style.visibility</p:attrName>
                                        </p:attrNameLst>
                                      </p:cBhvr>
                                      <p:to>
                                        <p:strVal val="visible"/>
                                      </p:to>
                                    </p:set>
                                  </p:childTnLst>
                                </p:cTn>
                              </p:par>
                              <p:par>
                                <p:cTn id="1467" presetID="1" presetClass="entr" presetSubtype="0" fill="hold" nodeType="withEffect">
                                  <p:stCondLst>
                                    <p:cond delay="0"/>
                                  </p:stCondLst>
                                  <p:childTnLst>
                                    <p:set>
                                      <p:cBhvr>
                                        <p:cTn id="1468" dur="1" fill="hold">
                                          <p:stCondLst>
                                            <p:cond delay="0"/>
                                          </p:stCondLst>
                                        </p:cTn>
                                        <p:tgtEl>
                                          <p:spTgt spid="738"/>
                                        </p:tgtEl>
                                        <p:attrNameLst>
                                          <p:attrName>style.visibility</p:attrName>
                                        </p:attrNameLst>
                                      </p:cBhvr>
                                      <p:to>
                                        <p:strVal val="visible"/>
                                      </p:to>
                                    </p:set>
                                  </p:childTnLst>
                                </p:cTn>
                              </p:par>
                              <p:par>
                                <p:cTn id="1469" presetID="1" presetClass="entr" presetSubtype="0" fill="hold" nodeType="withEffect">
                                  <p:stCondLst>
                                    <p:cond delay="0"/>
                                  </p:stCondLst>
                                  <p:childTnLst>
                                    <p:set>
                                      <p:cBhvr>
                                        <p:cTn id="1470" dur="1" fill="hold">
                                          <p:stCondLst>
                                            <p:cond delay="0"/>
                                          </p:stCondLst>
                                        </p:cTn>
                                        <p:tgtEl>
                                          <p:spTgt spid="739"/>
                                        </p:tgtEl>
                                        <p:attrNameLst>
                                          <p:attrName>style.visibility</p:attrName>
                                        </p:attrNameLst>
                                      </p:cBhvr>
                                      <p:to>
                                        <p:strVal val="visible"/>
                                      </p:to>
                                    </p:set>
                                  </p:childTnLst>
                                </p:cTn>
                              </p:par>
                              <p:par>
                                <p:cTn id="1471" presetID="1" presetClass="entr" presetSubtype="0" fill="hold" nodeType="withEffect">
                                  <p:stCondLst>
                                    <p:cond delay="0"/>
                                  </p:stCondLst>
                                  <p:childTnLst>
                                    <p:set>
                                      <p:cBhvr>
                                        <p:cTn id="1472" dur="1" fill="hold">
                                          <p:stCondLst>
                                            <p:cond delay="0"/>
                                          </p:stCondLst>
                                        </p:cTn>
                                        <p:tgtEl>
                                          <p:spTgt spid="740"/>
                                        </p:tgtEl>
                                        <p:attrNameLst>
                                          <p:attrName>style.visibility</p:attrName>
                                        </p:attrNameLst>
                                      </p:cBhvr>
                                      <p:to>
                                        <p:strVal val="visible"/>
                                      </p:to>
                                    </p:set>
                                  </p:childTnLst>
                                </p:cTn>
                              </p:par>
                              <p:par>
                                <p:cTn id="1473" presetID="1" presetClass="entr" presetSubtype="0" fill="hold" nodeType="withEffect">
                                  <p:stCondLst>
                                    <p:cond delay="0"/>
                                  </p:stCondLst>
                                  <p:childTnLst>
                                    <p:set>
                                      <p:cBhvr>
                                        <p:cTn id="1474" dur="1" fill="hold">
                                          <p:stCondLst>
                                            <p:cond delay="0"/>
                                          </p:stCondLst>
                                        </p:cTn>
                                        <p:tgtEl>
                                          <p:spTgt spid="741"/>
                                        </p:tgtEl>
                                        <p:attrNameLst>
                                          <p:attrName>style.visibility</p:attrName>
                                        </p:attrNameLst>
                                      </p:cBhvr>
                                      <p:to>
                                        <p:strVal val="visible"/>
                                      </p:to>
                                    </p:set>
                                  </p:childTnLst>
                                </p:cTn>
                              </p:par>
                              <p:par>
                                <p:cTn id="1475" presetID="1" presetClass="entr" presetSubtype="0" fill="hold" nodeType="withEffect">
                                  <p:stCondLst>
                                    <p:cond delay="0"/>
                                  </p:stCondLst>
                                  <p:childTnLst>
                                    <p:set>
                                      <p:cBhvr>
                                        <p:cTn id="1476" dur="1" fill="hold">
                                          <p:stCondLst>
                                            <p:cond delay="0"/>
                                          </p:stCondLst>
                                        </p:cTn>
                                        <p:tgtEl>
                                          <p:spTgt spid="742"/>
                                        </p:tgtEl>
                                        <p:attrNameLst>
                                          <p:attrName>style.visibility</p:attrName>
                                        </p:attrNameLst>
                                      </p:cBhvr>
                                      <p:to>
                                        <p:strVal val="visible"/>
                                      </p:to>
                                    </p:set>
                                  </p:childTnLst>
                                </p:cTn>
                              </p:par>
                              <p:par>
                                <p:cTn id="1477" presetID="1" presetClass="entr" presetSubtype="0" fill="hold" nodeType="withEffect">
                                  <p:stCondLst>
                                    <p:cond delay="0"/>
                                  </p:stCondLst>
                                  <p:childTnLst>
                                    <p:set>
                                      <p:cBhvr>
                                        <p:cTn id="1478" dur="1" fill="hold">
                                          <p:stCondLst>
                                            <p:cond delay="0"/>
                                          </p:stCondLst>
                                        </p:cTn>
                                        <p:tgtEl>
                                          <p:spTgt spid="743"/>
                                        </p:tgtEl>
                                        <p:attrNameLst>
                                          <p:attrName>style.visibility</p:attrName>
                                        </p:attrNameLst>
                                      </p:cBhvr>
                                      <p:to>
                                        <p:strVal val="visible"/>
                                      </p:to>
                                    </p:set>
                                  </p:childTnLst>
                                </p:cTn>
                              </p:par>
                              <p:par>
                                <p:cTn id="1479" presetID="1" presetClass="entr" presetSubtype="0" fill="hold" nodeType="withEffect">
                                  <p:stCondLst>
                                    <p:cond delay="0"/>
                                  </p:stCondLst>
                                  <p:childTnLst>
                                    <p:set>
                                      <p:cBhvr>
                                        <p:cTn id="1480" dur="1" fill="hold">
                                          <p:stCondLst>
                                            <p:cond delay="0"/>
                                          </p:stCondLst>
                                        </p:cTn>
                                        <p:tgtEl>
                                          <p:spTgt spid="744"/>
                                        </p:tgtEl>
                                        <p:attrNameLst>
                                          <p:attrName>style.visibility</p:attrName>
                                        </p:attrNameLst>
                                      </p:cBhvr>
                                      <p:to>
                                        <p:strVal val="visible"/>
                                      </p:to>
                                    </p:set>
                                  </p:childTnLst>
                                </p:cTn>
                              </p:par>
                              <p:par>
                                <p:cTn id="1481" presetID="1" presetClass="entr" presetSubtype="0" fill="hold" nodeType="withEffect">
                                  <p:stCondLst>
                                    <p:cond delay="0"/>
                                  </p:stCondLst>
                                  <p:childTnLst>
                                    <p:set>
                                      <p:cBhvr>
                                        <p:cTn id="1482" dur="1" fill="hold">
                                          <p:stCondLst>
                                            <p:cond delay="0"/>
                                          </p:stCondLst>
                                        </p:cTn>
                                        <p:tgtEl>
                                          <p:spTgt spid="745"/>
                                        </p:tgtEl>
                                        <p:attrNameLst>
                                          <p:attrName>style.visibility</p:attrName>
                                        </p:attrNameLst>
                                      </p:cBhvr>
                                      <p:to>
                                        <p:strVal val="visible"/>
                                      </p:to>
                                    </p:set>
                                  </p:childTnLst>
                                </p:cTn>
                              </p:par>
                              <p:par>
                                <p:cTn id="1483" presetID="1" presetClass="entr" presetSubtype="0" fill="hold" nodeType="withEffect">
                                  <p:stCondLst>
                                    <p:cond delay="0"/>
                                  </p:stCondLst>
                                  <p:childTnLst>
                                    <p:set>
                                      <p:cBhvr>
                                        <p:cTn id="1484" dur="1" fill="hold">
                                          <p:stCondLst>
                                            <p:cond delay="0"/>
                                          </p:stCondLst>
                                        </p:cTn>
                                        <p:tgtEl>
                                          <p:spTgt spid="746"/>
                                        </p:tgtEl>
                                        <p:attrNameLst>
                                          <p:attrName>style.visibility</p:attrName>
                                        </p:attrNameLst>
                                      </p:cBhvr>
                                      <p:to>
                                        <p:strVal val="visible"/>
                                      </p:to>
                                    </p:set>
                                  </p:childTnLst>
                                </p:cTn>
                              </p:par>
                              <p:par>
                                <p:cTn id="1485" presetID="1" presetClass="entr" presetSubtype="0" fill="hold" nodeType="withEffect">
                                  <p:stCondLst>
                                    <p:cond delay="0"/>
                                  </p:stCondLst>
                                  <p:childTnLst>
                                    <p:set>
                                      <p:cBhvr>
                                        <p:cTn id="1486" dur="1" fill="hold">
                                          <p:stCondLst>
                                            <p:cond delay="0"/>
                                          </p:stCondLst>
                                        </p:cTn>
                                        <p:tgtEl>
                                          <p:spTgt spid="747"/>
                                        </p:tgtEl>
                                        <p:attrNameLst>
                                          <p:attrName>style.visibility</p:attrName>
                                        </p:attrNameLst>
                                      </p:cBhvr>
                                      <p:to>
                                        <p:strVal val="visible"/>
                                      </p:to>
                                    </p:set>
                                  </p:childTnLst>
                                </p:cTn>
                              </p:par>
                              <p:par>
                                <p:cTn id="1487" presetID="1" presetClass="entr" presetSubtype="0" fill="hold" nodeType="withEffect">
                                  <p:stCondLst>
                                    <p:cond delay="0"/>
                                  </p:stCondLst>
                                  <p:childTnLst>
                                    <p:set>
                                      <p:cBhvr>
                                        <p:cTn id="1488" dur="1" fill="hold">
                                          <p:stCondLst>
                                            <p:cond delay="0"/>
                                          </p:stCondLst>
                                        </p:cTn>
                                        <p:tgtEl>
                                          <p:spTgt spid="748"/>
                                        </p:tgtEl>
                                        <p:attrNameLst>
                                          <p:attrName>style.visibility</p:attrName>
                                        </p:attrNameLst>
                                      </p:cBhvr>
                                      <p:to>
                                        <p:strVal val="visible"/>
                                      </p:to>
                                    </p:set>
                                  </p:childTnLst>
                                </p:cTn>
                              </p:par>
                              <p:par>
                                <p:cTn id="1489" presetID="1" presetClass="entr" presetSubtype="0" fill="hold" nodeType="withEffect">
                                  <p:stCondLst>
                                    <p:cond delay="0"/>
                                  </p:stCondLst>
                                  <p:childTnLst>
                                    <p:set>
                                      <p:cBhvr>
                                        <p:cTn id="1490" dur="1" fill="hold">
                                          <p:stCondLst>
                                            <p:cond delay="0"/>
                                          </p:stCondLst>
                                        </p:cTn>
                                        <p:tgtEl>
                                          <p:spTgt spid="749"/>
                                        </p:tgtEl>
                                        <p:attrNameLst>
                                          <p:attrName>style.visibility</p:attrName>
                                        </p:attrNameLst>
                                      </p:cBhvr>
                                      <p:to>
                                        <p:strVal val="visible"/>
                                      </p:to>
                                    </p:set>
                                  </p:childTnLst>
                                </p:cTn>
                              </p:par>
                              <p:par>
                                <p:cTn id="1491" presetID="1" presetClass="entr" presetSubtype="0" fill="hold" nodeType="withEffect">
                                  <p:stCondLst>
                                    <p:cond delay="0"/>
                                  </p:stCondLst>
                                  <p:childTnLst>
                                    <p:set>
                                      <p:cBhvr>
                                        <p:cTn id="1492" dur="1" fill="hold">
                                          <p:stCondLst>
                                            <p:cond delay="0"/>
                                          </p:stCondLst>
                                        </p:cTn>
                                        <p:tgtEl>
                                          <p:spTgt spid="750"/>
                                        </p:tgtEl>
                                        <p:attrNameLst>
                                          <p:attrName>style.visibility</p:attrName>
                                        </p:attrNameLst>
                                      </p:cBhvr>
                                      <p:to>
                                        <p:strVal val="visible"/>
                                      </p:to>
                                    </p:set>
                                  </p:childTnLst>
                                </p:cTn>
                              </p:par>
                              <p:par>
                                <p:cTn id="1493" presetID="1" presetClass="entr" presetSubtype="0" fill="hold" nodeType="withEffect">
                                  <p:stCondLst>
                                    <p:cond delay="0"/>
                                  </p:stCondLst>
                                  <p:childTnLst>
                                    <p:set>
                                      <p:cBhvr>
                                        <p:cTn id="1494" dur="1" fill="hold">
                                          <p:stCondLst>
                                            <p:cond delay="0"/>
                                          </p:stCondLst>
                                        </p:cTn>
                                        <p:tgtEl>
                                          <p:spTgt spid="751"/>
                                        </p:tgtEl>
                                        <p:attrNameLst>
                                          <p:attrName>style.visibility</p:attrName>
                                        </p:attrNameLst>
                                      </p:cBhvr>
                                      <p:to>
                                        <p:strVal val="visible"/>
                                      </p:to>
                                    </p:set>
                                  </p:childTnLst>
                                </p:cTn>
                              </p:par>
                              <p:par>
                                <p:cTn id="1495" presetID="1" presetClass="entr" presetSubtype="0" fill="hold" nodeType="withEffect">
                                  <p:stCondLst>
                                    <p:cond delay="0"/>
                                  </p:stCondLst>
                                  <p:childTnLst>
                                    <p:set>
                                      <p:cBhvr>
                                        <p:cTn id="1496" dur="1" fill="hold">
                                          <p:stCondLst>
                                            <p:cond delay="0"/>
                                          </p:stCondLst>
                                        </p:cTn>
                                        <p:tgtEl>
                                          <p:spTgt spid="752"/>
                                        </p:tgtEl>
                                        <p:attrNameLst>
                                          <p:attrName>style.visibility</p:attrName>
                                        </p:attrNameLst>
                                      </p:cBhvr>
                                      <p:to>
                                        <p:strVal val="visible"/>
                                      </p:to>
                                    </p:set>
                                  </p:childTnLst>
                                </p:cTn>
                              </p:par>
                              <p:par>
                                <p:cTn id="1497" presetID="1" presetClass="entr" presetSubtype="0" fill="hold" nodeType="withEffect">
                                  <p:stCondLst>
                                    <p:cond delay="0"/>
                                  </p:stCondLst>
                                  <p:childTnLst>
                                    <p:set>
                                      <p:cBhvr>
                                        <p:cTn id="1498" dur="1" fill="hold">
                                          <p:stCondLst>
                                            <p:cond delay="0"/>
                                          </p:stCondLst>
                                        </p:cTn>
                                        <p:tgtEl>
                                          <p:spTgt spid="753"/>
                                        </p:tgtEl>
                                        <p:attrNameLst>
                                          <p:attrName>style.visibility</p:attrName>
                                        </p:attrNameLst>
                                      </p:cBhvr>
                                      <p:to>
                                        <p:strVal val="visible"/>
                                      </p:to>
                                    </p:set>
                                  </p:childTnLst>
                                </p:cTn>
                              </p:par>
                              <p:par>
                                <p:cTn id="1499" presetID="1" presetClass="entr" presetSubtype="0" fill="hold" nodeType="withEffect">
                                  <p:stCondLst>
                                    <p:cond delay="0"/>
                                  </p:stCondLst>
                                  <p:childTnLst>
                                    <p:set>
                                      <p:cBhvr>
                                        <p:cTn id="1500" dur="1" fill="hold">
                                          <p:stCondLst>
                                            <p:cond delay="0"/>
                                          </p:stCondLst>
                                        </p:cTn>
                                        <p:tgtEl>
                                          <p:spTgt spid="754"/>
                                        </p:tgtEl>
                                        <p:attrNameLst>
                                          <p:attrName>style.visibility</p:attrName>
                                        </p:attrNameLst>
                                      </p:cBhvr>
                                      <p:to>
                                        <p:strVal val="visible"/>
                                      </p:to>
                                    </p:set>
                                  </p:childTnLst>
                                </p:cTn>
                              </p:par>
                              <p:par>
                                <p:cTn id="1501" presetID="1" presetClass="entr" presetSubtype="0" fill="hold" nodeType="withEffect">
                                  <p:stCondLst>
                                    <p:cond delay="0"/>
                                  </p:stCondLst>
                                  <p:childTnLst>
                                    <p:set>
                                      <p:cBhvr>
                                        <p:cTn id="1502" dur="1" fill="hold">
                                          <p:stCondLst>
                                            <p:cond delay="0"/>
                                          </p:stCondLst>
                                        </p:cTn>
                                        <p:tgtEl>
                                          <p:spTgt spid="755"/>
                                        </p:tgtEl>
                                        <p:attrNameLst>
                                          <p:attrName>style.visibility</p:attrName>
                                        </p:attrNameLst>
                                      </p:cBhvr>
                                      <p:to>
                                        <p:strVal val="visible"/>
                                      </p:to>
                                    </p:set>
                                  </p:childTnLst>
                                </p:cTn>
                              </p:par>
                              <p:par>
                                <p:cTn id="1503" presetID="1" presetClass="entr" presetSubtype="0" fill="hold" nodeType="withEffect">
                                  <p:stCondLst>
                                    <p:cond delay="0"/>
                                  </p:stCondLst>
                                  <p:childTnLst>
                                    <p:set>
                                      <p:cBhvr>
                                        <p:cTn id="1504" dur="1" fill="hold">
                                          <p:stCondLst>
                                            <p:cond delay="0"/>
                                          </p:stCondLst>
                                        </p:cTn>
                                        <p:tgtEl>
                                          <p:spTgt spid="756"/>
                                        </p:tgtEl>
                                        <p:attrNameLst>
                                          <p:attrName>style.visibility</p:attrName>
                                        </p:attrNameLst>
                                      </p:cBhvr>
                                      <p:to>
                                        <p:strVal val="visible"/>
                                      </p:to>
                                    </p:set>
                                  </p:childTnLst>
                                </p:cTn>
                              </p:par>
                              <p:par>
                                <p:cTn id="1505" presetID="1" presetClass="entr" presetSubtype="0" fill="hold" nodeType="withEffect">
                                  <p:stCondLst>
                                    <p:cond delay="0"/>
                                  </p:stCondLst>
                                  <p:childTnLst>
                                    <p:set>
                                      <p:cBhvr>
                                        <p:cTn id="1506" dur="1" fill="hold">
                                          <p:stCondLst>
                                            <p:cond delay="0"/>
                                          </p:stCondLst>
                                        </p:cTn>
                                        <p:tgtEl>
                                          <p:spTgt spid="757"/>
                                        </p:tgtEl>
                                        <p:attrNameLst>
                                          <p:attrName>style.visibility</p:attrName>
                                        </p:attrNameLst>
                                      </p:cBhvr>
                                      <p:to>
                                        <p:strVal val="visible"/>
                                      </p:to>
                                    </p:set>
                                  </p:childTnLst>
                                </p:cTn>
                              </p:par>
                              <p:par>
                                <p:cTn id="1507" presetID="1" presetClass="entr" presetSubtype="0" fill="hold" nodeType="withEffect">
                                  <p:stCondLst>
                                    <p:cond delay="0"/>
                                  </p:stCondLst>
                                  <p:childTnLst>
                                    <p:set>
                                      <p:cBhvr>
                                        <p:cTn id="1508" dur="1" fill="hold">
                                          <p:stCondLst>
                                            <p:cond delay="0"/>
                                          </p:stCondLst>
                                        </p:cTn>
                                        <p:tgtEl>
                                          <p:spTgt spid="758"/>
                                        </p:tgtEl>
                                        <p:attrNameLst>
                                          <p:attrName>style.visibility</p:attrName>
                                        </p:attrNameLst>
                                      </p:cBhvr>
                                      <p:to>
                                        <p:strVal val="visible"/>
                                      </p:to>
                                    </p:set>
                                  </p:childTnLst>
                                </p:cTn>
                              </p:par>
                              <p:par>
                                <p:cTn id="1509" presetID="1" presetClass="entr" presetSubtype="0" fill="hold" nodeType="withEffect">
                                  <p:stCondLst>
                                    <p:cond delay="0"/>
                                  </p:stCondLst>
                                  <p:childTnLst>
                                    <p:set>
                                      <p:cBhvr>
                                        <p:cTn id="1510" dur="1" fill="hold">
                                          <p:stCondLst>
                                            <p:cond delay="0"/>
                                          </p:stCondLst>
                                        </p:cTn>
                                        <p:tgtEl>
                                          <p:spTgt spid="759"/>
                                        </p:tgtEl>
                                        <p:attrNameLst>
                                          <p:attrName>style.visibility</p:attrName>
                                        </p:attrNameLst>
                                      </p:cBhvr>
                                      <p:to>
                                        <p:strVal val="visible"/>
                                      </p:to>
                                    </p:set>
                                  </p:childTnLst>
                                </p:cTn>
                              </p:par>
                              <p:par>
                                <p:cTn id="1511" presetID="1" presetClass="entr" presetSubtype="0" fill="hold" nodeType="withEffect">
                                  <p:stCondLst>
                                    <p:cond delay="0"/>
                                  </p:stCondLst>
                                  <p:childTnLst>
                                    <p:set>
                                      <p:cBhvr>
                                        <p:cTn id="1512" dur="1" fill="hold">
                                          <p:stCondLst>
                                            <p:cond delay="0"/>
                                          </p:stCondLst>
                                        </p:cTn>
                                        <p:tgtEl>
                                          <p:spTgt spid="760"/>
                                        </p:tgtEl>
                                        <p:attrNameLst>
                                          <p:attrName>style.visibility</p:attrName>
                                        </p:attrNameLst>
                                      </p:cBhvr>
                                      <p:to>
                                        <p:strVal val="visible"/>
                                      </p:to>
                                    </p:set>
                                  </p:childTnLst>
                                </p:cTn>
                              </p:par>
                              <p:par>
                                <p:cTn id="1513" presetID="1" presetClass="entr" presetSubtype="0" fill="hold" nodeType="withEffect">
                                  <p:stCondLst>
                                    <p:cond delay="0"/>
                                  </p:stCondLst>
                                  <p:childTnLst>
                                    <p:set>
                                      <p:cBhvr>
                                        <p:cTn id="1514" dur="1" fill="hold">
                                          <p:stCondLst>
                                            <p:cond delay="0"/>
                                          </p:stCondLst>
                                        </p:cTn>
                                        <p:tgtEl>
                                          <p:spTgt spid="761"/>
                                        </p:tgtEl>
                                        <p:attrNameLst>
                                          <p:attrName>style.visibility</p:attrName>
                                        </p:attrNameLst>
                                      </p:cBhvr>
                                      <p:to>
                                        <p:strVal val="visible"/>
                                      </p:to>
                                    </p:set>
                                  </p:childTnLst>
                                </p:cTn>
                              </p:par>
                              <p:par>
                                <p:cTn id="1515" presetID="1" presetClass="entr" presetSubtype="0" fill="hold" nodeType="withEffect">
                                  <p:stCondLst>
                                    <p:cond delay="0"/>
                                  </p:stCondLst>
                                  <p:childTnLst>
                                    <p:set>
                                      <p:cBhvr>
                                        <p:cTn id="1516" dur="1" fill="hold">
                                          <p:stCondLst>
                                            <p:cond delay="0"/>
                                          </p:stCondLst>
                                        </p:cTn>
                                        <p:tgtEl>
                                          <p:spTgt spid="762"/>
                                        </p:tgtEl>
                                        <p:attrNameLst>
                                          <p:attrName>style.visibility</p:attrName>
                                        </p:attrNameLst>
                                      </p:cBhvr>
                                      <p:to>
                                        <p:strVal val="visible"/>
                                      </p:to>
                                    </p:set>
                                  </p:childTnLst>
                                </p:cTn>
                              </p:par>
                              <p:par>
                                <p:cTn id="1517" presetID="1" presetClass="entr" presetSubtype="0" fill="hold" nodeType="withEffect">
                                  <p:stCondLst>
                                    <p:cond delay="0"/>
                                  </p:stCondLst>
                                  <p:childTnLst>
                                    <p:set>
                                      <p:cBhvr>
                                        <p:cTn id="1518" dur="1" fill="hold">
                                          <p:stCondLst>
                                            <p:cond delay="0"/>
                                          </p:stCondLst>
                                        </p:cTn>
                                        <p:tgtEl>
                                          <p:spTgt spid="763"/>
                                        </p:tgtEl>
                                        <p:attrNameLst>
                                          <p:attrName>style.visibility</p:attrName>
                                        </p:attrNameLst>
                                      </p:cBhvr>
                                      <p:to>
                                        <p:strVal val="visible"/>
                                      </p:to>
                                    </p:set>
                                  </p:childTnLst>
                                </p:cTn>
                              </p:par>
                              <p:par>
                                <p:cTn id="1519" presetID="1" presetClass="entr" presetSubtype="0" fill="hold" nodeType="withEffect">
                                  <p:stCondLst>
                                    <p:cond delay="0"/>
                                  </p:stCondLst>
                                  <p:childTnLst>
                                    <p:set>
                                      <p:cBhvr>
                                        <p:cTn id="1520" dur="1" fill="hold">
                                          <p:stCondLst>
                                            <p:cond delay="0"/>
                                          </p:stCondLst>
                                        </p:cTn>
                                        <p:tgtEl>
                                          <p:spTgt spid="764"/>
                                        </p:tgtEl>
                                        <p:attrNameLst>
                                          <p:attrName>style.visibility</p:attrName>
                                        </p:attrNameLst>
                                      </p:cBhvr>
                                      <p:to>
                                        <p:strVal val="visible"/>
                                      </p:to>
                                    </p:set>
                                  </p:childTnLst>
                                </p:cTn>
                              </p:par>
                              <p:par>
                                <p:cTn id="1521" presetID="1" presetClass="entr" presetSubtype="0" fill="hold" nodeType="withEffect">
                                  <p:stCondLst>
                                    <p:cond delay="0"/>
                                  </p:stCondLst>
                                  <p:childTnLst>
                                    <p:set>
                                      <p:cBhvr>
                                        <p:cTn id="1522" dur="1" fill="hold">
                                          <p:stCondLst>
                                            <p:cond delay="0"/>
                                          </p:stCondLst>
                                        </p:cTn>
                                        <p:tgtEl>
                                          <p:spTgt spid="765"/>
                                        </p:tgtEl>
                                        <p:attrNameLst>
                                          <p:attrName>style.visibility</p:attrName>
                                        </p:attrNameLst>
                                      </p:cBhvr>
                                      <p:to>
                                        <p:strVal val="visible"/>
                                      </p:to>
                                    </p:set>
                                  </p:childTnLst>
                                </p:cTn>
                              </p:par>
                              <p:par>
                                <p:cTn id="1523" presetID="1" presetClass="entr" presetSubtype="0" fill="hold" nodeType="withEffect">
                                  <p:stCondLst>
                                    <p:cond delay="0"/>
                                  </p:stCondLst>
                                  <p:childTnLst>
                                    <p:set>
                                      <p:cBhvr>
                                        <p:cTn id="1524" dur="1" fill="hold">
                                          <p:stCondLst>
                                            <p:cond delay="0"/>
                                          </p:stCondLst>
                                        </p:cTn>
                                        <p:tgtEl>
                                          <p:spTgt spid="766"/>
                                        </p:tgtEl>
                                        <p:attrNameLst>
                                          <p:attrName>style.visibility</p:attrName>
                                        </p:attrNameLst>
                                      </p:cBhvr>
                                      <p:to>
                                        <p:strVal val="visible"/>
                                      </p:to>
                                    </p:set>
                                  </p:childTnLst>
                                </p:cTn>
                              </p:par>
                              <p:par>
                                <p:cTn id="1525" presetID="1" presetClass="entr" presetSubtype="0" fill="hold" nodeType="withEffect">
                                  <p:stCondLst>
                                    <p:cond delay="0"/>
                                  </p:stCondLst>
                                  <p:childTnLst>
                                    <p:set>
                                      <p:cBhvr>
                                        <p:cTn id="1526" dur="1" fill="hold">
                                          <p:stCondLst>
                                            <p:cond delay="0"/>
                                          </p:stCondLst>
                                        </p:cTn>
                                        <p:tgtEl>
                                          <p:spTgt spid="767"/>
                                        </p:tgtEl>
                                        <p:attrNameLst>
                                          <p:attrName>style.visibility</p:attrName>
                                        </p:attrNameLst>
                                      </p:cBhvr>
                                      <p:to>
                                        <p:strVal val="visible"/>
                                      </p:to>
                                    </p:set>
                                  </p:childTnLst>
                                </p:cTn>
                              </p:par>
                              <p:par>
                                <p:cTn id="1527" presetID="1" presetClass="entr" presetSubtype="0" fill="hold" nodeType="withEffect">
                                  <p:stCondLst>
                                    <p:cond delay="0"/>
                                  </p:stCondLst>
                                  <p:childTnLst>
                                    <p:set>
                                      <p:cBhvr>
                                        <p:cTn id="1528" dur="1" fill="hold">
                                          <p:stCondLst>
                                            <p:cond delay="0"/>
                                          </p:stCondLst>
                                        </p:cTn>
                                        <p:tgtEl>
                                          <p:spTgt spid="768"/>
                                        </p:tgtEl>
                                        <p:attrNameLst>
                                          <p:attrName>style.visibility</p:attrName>
                                        </p:attrNameLst>
                                      </p:cBhvr>
                                      <p:to>
                                        <p:strVal val="visible"/>
                                      </p:to>
                                    </p:set>
                                  </p:childTnLst>
                                </p:cTn>
                              </p:par>
                              <p:par>
                                <p:cTn id="1529" presetID="1" presetClass="entr" presetSubtype="0" fill="hold" nodeType="withEffect">
                                  <p:stCondLst>
                                    <p:cond delay="0"/>
                                  </p:stCondLst>
                                  <p:childTnLst>
                                    <p:set>
                                      <p:cBhvr>
                                        <p:cTn id="1530" dur="1" fill="hold">
                                          <p:stCondLst>
                                            <p:cond delay="0"/>
                                          </p:stCondLst>
                                        </p:cTn>
                                        <p:tgtEl>
                                          <p:spTgt spid="769"/>
                                        </p:tgtEl>
                                        <p:attrNameLst>
                                          <p:attrName>style.visibility</p:attrName>
                                        </p:attrNameLst>
                                      </p:cBhvr>
                                      <p:to>
                                        <p:strVal val="visible"/>
                                      </p:to>
                                    </p:set>
                                  </p:childTnLst>
                                </p:cTn>
                              </p:par>
                              <p:par>
                                <p:cTn id="1531" presetID="1" presetClass="entr" presetSubtype="0" fill="hold" nodeType="withEffect">
                                  <p:stCondLst>
                                    <p:cond delay="0"/>
                                  </p:stCondLst>
                                  <p:childTnLst>
                                    <p:set>
                                      <p:cBhvr>
                                        <p:cTn id="1532" dur="1" fill="hold">
                                          <p:stCondLst>
                                            <p:cond delay="0"/>
                                          </p:stCondLst>
                                        </p:cTn>
                                        <p:tgtEl>
                                          <p:spTgt spid="770"/>
                                        </p:tgtEl>
                                        <p:attrNameLst>
                                          <p:attrName>style.visibility</p:attrName>
                                        </p:attrNameLst>
                                      </p:cBhvr>
                                      <p:to>
                                        <p:strVal val="visible"/>
                                      </p:to>
                                    </p:set>
                                  </p:childTnLst>
                                </p:cTn>
                              </p:par>
                              <p:par>
                                <p:cTn id="1533" presetID="1" presetClass="entr" presetSubtype="0" fill="hold" nodeType="withEffect">
                                  <p:stCondLst>
                                    <p:cond delay="0"/>
                                  </p:stCondLst>
                                  <p:childTnLst>
                                    <p:set>
                                      <p:cBhvr>
                                        <p:cTn id="1534" dur="1" fill="hold">
                                          <p:stCondLst>
                                            <p:cond delay="0"/>
                                          </p:stCondLst>
                                        </p:cTn>
                                        <p:tgtEl>
                                          <p:spTgt spid="771"/>
                                        </p:tgtEl>
                                        <p:attrNameLst>
                                          <p:attrName>style.visibility</p:attrName>
                                        </p:attrNameLst>
                                      </p:cBhvr>
                                      <p:to>
                                        <p:strVal val="visible"/>
                                      </p:to>
                                    </p:set>
                                  </p:childTnLst>
                                </p:cTn>
                              </p:par>
                              <p:par>
                                <p:cTn id="1535" presetID="1" presetClass="entr" presetSubtype="0" fill="hold" nodeType="withEffect">
                                  <p:stCondLst>
                                    <p:cond delay="0"/>
                                  </p:stCondLst>
                                  <p:childTnLst>
                                    <p:set>
                                      <p:cBhvr>
                                        <p:cTn id="1536" dur="1" fill="hold">
                                          <p:stCondLst>
                                            <p:cond delay="0"/>
                                          </p:stCondLst>
                                        </p:cTn>
                                        <p:tgtEl>
                                          <p:spTgt spid="772"/>
                                        </p:tgtEl>
                                        <p:attrNameLst>
                                          <p:attrName>style.visibility</p:attrName>
                                        </p:attrNameLst>
                                      </p:cBhvr>
                                      <p:to>
                                        <p:strVal val="visible"/>
                                      </p:to>
                                    </p:set>
                                  </p:childTnLst>
                                </p:cTn>
                              </p:par>
                              <p:par>
                                <p:cTn id="1537" presetID="1" presetClass="entr" presetSubtype="0" fill="hold" nodeType="withEffect">
                                  <p:stCondLst>
                                    <p:cond delay="0"/>
                                  </p:stCondLst>
                                  <p:childTnLst>
                                    <p:set>
                                      <p:cBhvr>
                                        <p:cTn id="1538" dur="1" fill="hold">
                                          <p:stCondLst>
                                            <p:cond delay="0"/>
                                          </p:stCondLst>
                                        </p:cTn>
                                        <p:tgtEl>
                                          <p:spTgt spid="773"/>
                                        </p:tgtEl>
                                        <p:attrNameLst>
                                          <p:attrName>style.visibility</p:attrName>
                                        </p:attrNameLst>
                                      </p:cBhvr>
                                      <p:to>
                                        <p:strVal val="visible"/>
                                      </p:to>
                                    </p:set>
                                  </p:childTnLst>
                                </p:cTn>
                              </p:par>
                              <p:par>
                                <p:cTn id="1539" presetID="1" presetClass="entr" presetSubtype="0" fill="hold" nodeType="withEffect">
                                  <p:stCondLst>
                                    <p:cond delay="0"/>
                                  </p:stCondLst>
                                  <p:childTnLst>
                                    <p:set>
                                      <p:cBhvr>
                                        <p:cTn id="1540" dur="1" fill="hold">
                                          <p:stCondLst>
                                            <p:cond delay="0"/>
                                          </p:stCondLst>
                                        </p:cTn>
                                        <p:tgtEl>
                                          <p:spTgt spid="774"/>
                                        </p:tgtEl>
                                        <p:attrNameLst>
                                          <p:attrName>style.visibility</p:attrName>
                                        </p:attrNameLst>
                                      </p:cBhvr>
                                      <p:to>
                                        <p:strVal val="visible"/>
                                      </p:to>
                                    </p:set>
                                  </p:childTnLst>
                                </p:cTn>
                              </p:par>
                              <p:par>
                                <p:cTn id="1541" presetID="1" presetClass="entr" presetSubtype="0" fill="hold" nodeType="withEffect">
                                  <p:stCondLst>
                                    <p:cond delay="0"/>
                                  </p:stCondLst>
                                  <p:childTnLst>
                                    <p:set>
                                      <p:cBhvr>
                                        <p:cTn id="1542" dur="1" fill="hold">
                                          <p:stCondLst>
                                            <p:cond delay="0"/>
                                          </p:stCondLst>
                                        </p:cTn>
                                        <p:tgtEl>
                                          <p:spTgt spid="775"/>
                                        </p:tgtEl>
                                        <p:attrNameLst>
                                          <p:attrName>style.visibility</p:attrName>
                                        </p:attrNameLst>
                                      </p:cBhvr>
                                      <p:to>
                                        <p:strVal val="visible"/>
                                      </p:to>
                                    </p:set>
                                  </p:childTnLst>
                                </p:cTn>
                              </p:par>
                              <p:par>
                                <p:cTn id="1543" presetID="1" presetClass="entr" presetSubtype="0" fill="hold" nodeType="withEffect">
                                  <p:stCondLst>
                                    <p:cond delay="0"/>
                                  </p:stCondLst>
                                  <p:childTnLst>
                                    <p:set>
                                      <p:cBhvr>
                                        <p:cTn id="1544" dur="1" fill="hold">
                                          <p:stCondLst>
                                            <p:cond delay="0"/>
                                          </p:stCondLst>
                                        </p:cTn>
                                        <p:tgtEl>
                                          <p:spTgt spid="776"/>
                                        </p:tgtEl>
                                        <p:attrNameLst>
                                          <p:attrName>style.visibility</p:attrName>
                                        </p:attrNameLst>
                                      </p:cBhvr>
                                      <p:to>
                                        <p:strVal val="visible"/>
                                      </p:to>
                                    </p:set>
                                  </p:childTnLst>
                                </p:cTn>
                              </p:par>
                              <p:par>
                                <p:cTn id="1545" presetID="1" presetClass="entr" presetSubtype="0" fill="hold" nodeType="withEffect">
                                  <p:stCondLst>
                                    <p:cond delay="0"/>
                                  </p:stCondLst>
                                  <p:childTnLst>
                                    <p:set>
                                      <p:cBhvr>
                                        <p:cTn id="1546" dur="1" fill="hold">
                                          <p:stCondLst>
                                            <p:cond delay="0"/>
                                          </p:stCondLst>
                                        </p:cTn>
                                        <p:tgtEl>
                                          <p:spTgt spid="777"/>
                                        </p:tgtEl>
                                        <p:attrNameLst>
                                          <p:attrName>style.visibility</p:attrName>
                                        </p:attrNameLst>
                                      </p:cBhvr>
                                      <p:to>
                                        <p:strVal val="visible"/>
                                      </p:to>
                                    </p:set>
                                  </p:childTnLst>
                                </p:cTn>
                              </p:par>
                              <p:par>
                                <p:cTn id="1547" presetID="1" presetClass="entr" presetSubtype="0" fill="hold" nodeType="withEffect">
                                  <p:stCondLst>
                                    <p:cond delay="0"/>
                                  </p:stCondLst>
                                  <p:childTnLst>
                                    <p:set>
                                      <p:cBhvr>
                                        <p:cTn id="1548" dur="1" fill="hold">
                                          <p:stCondLst>
                                            <p:cond delay="0"/>
                                          </p:stCondLst>
                                        </p:cTn>
                                        <p:tgtEl>
                                          <p:spTgt spid="778"/>
                                        </p:tgtEl>
                                        <p:attrNameLst>
                                          <p:attrName>style.visibility</p:attrName>
                                        </p:attrNameLst>
                                      </p:cBhvr>
                                      <p:to>
                                        <p:strVal val="visible"/>
                                      </p:to>
                                    </p:set>
                                  </p:childTnLst>
                                </p:cTn>
                              </p:par>
                              <p:par>
                                <p:cTn id="1549" presetID="1" presetClass="entr" presetSubtype="0" fill="hold" nodeType="withEffect">
                                  <p:stCondLst>
                                    <p:cond delay="0"/>
                                  </p:stCondLst>
                                  <p:childTnLst>
                                    <p:set>
                                      <p:cBhvr>
                                        <p:cTn id="1550" dur="1" fill="hold">
                                          <p:stCondLst>
                                            <p:cond delay="0"/>
                                          </p:stCondLst>
                                        </p:cTn>
                                        <p:tgtEl>
                                          <p:spTgt spid="779"/>
                                        </p:tgtEl>
                                        <p:attrNameLst>
                                          <p:attrName>style.visibility</p:attrName>
                                        </p:attrNameLst>
                                      </p:cBhvr>
                                      <p:to>
                                        <p:strVal val="visible"/>
                                      </p:to>
                                    </p:set>
                                  </p:childTnLst>
                                </p:cTn>
                              </p:par>
                              <p:par>
                                <p:cTn id="1551" presetID="1" presetClass="entr" presetSubtype="0" fill="hold" nodeType="withEffect">
                                  <p:stCondLst>
                                    <p:cond delay="0"/>
                                  </p:stCondLst>
                                  <p:childTnLst>
                                    <p:set>
                                      <p:cBhvr>
                                        <p:cTn id="1552" dur="1" fill="hold">
                                          <p:stCondLst>
                                            <p:cond delay="0"/>
                                          </p:stCondLst>
                                        </p:cTn>
                                        <p:tgtEl>
                                          <p:spTgt spid="780"/>
                                        </p:tgtEl>
                                        <p:attrNameLst>
                                          <p:attrName>style.visibility</p:attrName>
                                        </p:attrNameLst>
                                      </p:cBhvr>
                                      <p:to>
                                        <p:strVal val="visible"/>
                                      </p:to>
                                    </p:set>
                                  </p:childTnLst>
                                </p:cTn>
                              </p:par>
                              <p:par>
                                <p:cTn id="1553" presetID="1" presetClass="entr" presetSubtype="0" fill="hold" nodeType="withEffect">
                                  <p:stCondLst>
                                    <p:cond delay="0"/>
                                  </p:stCondLst>
                                  <p:childTnLst>
                                    <p:set>
                                      <p:cBhvr>
                                        <p:cTn id="1554" dur="1" fill="hold">
                                          <p:stCondLst>
                                            <p:cond delay="0"/>
                                          </p:stCondLst>
                                        </p:cTn>
                                        <p:tgtEl>
                                          <p:spTgt spid="781"/>
                                        </p:tgtEl>
                                        <p:attrNameLst>
                                          <p:attrName>style.visibility</p:attrName>
                                        </p:attrNameLst>
                                      </p:cBhvr>
                                      <p:to>
                                        <p:strVal val="visible"/>
                                      </p:to>
                                    </p:set>
                                  </p:childTnLst>
                                </p:cTn>
                              </p:par>
                              <p:par>
                                <p:cTn id="1555" presetID="1" presetClass="entr" presetSubtype="0" fill="hold" nodeType="withEffect">
                                  <p:stCondLst>
                                    <p:cond delay="0"/>
                                  </p:stCondLst>
                                  <p:childTnLst>
                                    <p:set>
                                      <p:cBhvr>
                                        <p:cTn id="1556" dur="1" fill="hold">
                                          <p:stCondLst>
                                            <p:cond delay="0"/>
                                          </p:stCondLst>
                                        </p:cTn>
                                        <p:tgtEl>
                                          <p:spTgt spid="782"/>
                                        </p:tgtEl>
                                        <p:attrNameLst>
                                          <p:attrName>style.visibility</p:attrName>
                                        </p:attrNameLst>
                                      </p:cBhvr>
                                      <p:to>
                                        <p:strVal val="visible"/>
                                      </p:to>
                                    </p:set>
                                  </p:childTnLst>
                                </p:cTn>
                              </p:par>
                              <p:par>
                                <p:cTn id="1557" presetID="1" presetClass="entr" presetSubtype="0" fill="hold" nodeType="withEffect">
                                  <p:stCondLst>
                                    <p:cond delay="0"/>
                                  </p:stCondLst>
                                  <p:childTnLst>
                                    <p:set>
                                      <p:cBhvr>
                                        <p:cTn id="1558" dur="1" fill="hold">
                                          <p:stCondLst>
                                            <p:cond delay="0"/>
                                          </p:stCondLst>
                                        </p:cTn>
                                        <p:tgtEl>
                                          <p:spTgt spid="783"/>
                                        </p:tgtEl>
                                        <p:attrNameLst>
                                          <p:attrName>style.visibility</p:attrName>
                                        </p:attrNameLst>
                                      </p:cBhvr>
                                      <p:to>
                                        <p:strVal val="visible"/>
                                      </p:to>
                                    </p:set>
                                  </p:childTnLst>
                                </p:cTn>
                              </p:par>
                              <p:par>
                                <p:cTn id="1559" presetID="1" presetClass="entr" presetSubtype="0" fill="hold" nodeType="withEffect">
                                  <p:stCondLst>
                                    <p:cond delay="0"/>
                                  </p:stCondLst>
                                  <p:childTnLst>
                                    <p:set>
                                      <p:cBhvr>
                                        <p:cTn id="1560" dur="1" fill="hold">
                                          <p:stCondLst>
                                            <p:cond delay="0"/>
                                          </p:stCondLst>
                                        </p:cTn>
                                        <p:tgtEl>
                                          <p:spTgt spid="784"/>
                                        </p:tgtEl>
                                        <p:attrNameLst>
                                          <p:attrName>style.visibility</p:attrName>
                                        </p:attrNameLst>
                                      </p:cBhvr>
                                      <p:to>
                                        <p:strVal val="visible"/>
                                      </p:to>
                                    </p:set>
                                  </p:childTnLst>
                                </p:cTn>
                              </p:par>
                              <p:par>
                                <p:cTn id="1561" presetID="1" presetClass="entr" presetSubtype="0" fill="hold" nodeType="withEffect">
                                  <p:stCondLst>
                                    <p:cond delay="0"/>
                                  </p:stCondLst>
                                  <p:childTnLst>
                                    <p:set>
                                      <p:cBhvr>
                                        <p:cTn id="1562" dur="1" fill="hold">
                                          <p:stCondLst>
                                            <p:cond delay="0"/>
                                          </p:stCondLst>
                                        </p:cTn>
                                        <p:tgtEl>
                                          <p:spTgt spid="785"/>
                                        </p:tgtEl>
                                        <p:attrNameLst>
                                          <p:attrName>style.visibility</p:attrName>
                                        </p:attrNameLst>
                                      </p:cBhvr>
                                      <p:to>
                                        <p:strVal val="visible"/>
                                      </p:to>
                                    </p:set>
                                  </p:childTnLst>
                                </p:cTn>
                              </p:par>
                              <p:par>
                                <p:cTn id="1563" presetID="1" presetClass="entr" presetSubtype="0" fill="hold" nodeType="withEffect">
                                  <p:stCondLst>
                                    <p:cond delay="0"/>
                                  </p:stCondLst>
                                  <p:childTnLst>
                                    <p:set>
                                      <p:cBhvr>
                                        <p:cTn id="1564" dur="1" fill="hold">
                                          <p:stCondLst>
                                            <p:cond delay="0"/>
                                          </p:stCondLst>
                                        </p:cTn>
                                        <p:tgtEl>
                                          <p:spTgt spid="786"/>
                                        </p:tgtEl>
                                        <p:attrNameLst>
                                          <p:attrName>style.visibility</p:attrName>
                                        </p:attrNameLst>
                                      </p:cBhvr>
                                      <p:to>
                                        <p:strVal val="visible"/>
                                      </p:to>
                                    </p:set>
                                  </p:childTnLst>
                                </p:cTn>
                              </p:par>
                              <p:par>
                                <p:cTn id="1565" presetID="1" presetClass="entr" presetSubtype="0" fill="hold" nodeType="withEffect">
                                  <p:stCondLst>
                                    <p:cond delay="0"/>
                                  </p:stCondLst>
                                  <p:childTnLst>
                                    <p:set>
                                      <p:cBhvr>
                                        <p:cTn id="1566" dur="1" fill="hold">
                                          <p:stCondLst>
                                            <p:cond delay="0"/>
                                          </p:stCondLst>
                                        </p:cTn>
                                        <p:tgtEl>
                                          <p:spTgt spid="787"/>
                                        </p:tgtEl>
                                        <p:attrNameLst>
                                          <p:attrName>style.visibility</p:attrName>
                                        </p:attrNameLst>
                                      </p:cBhvr>
                                      <p:to>
                                        <p:strVal val="visible"/>
                                      </p:to>
                                    </p:set>
                                  </p:childTnLst>
                                </p:cTn>
                              </p:par>
                              <p:par>
                                <p:cTn id="1567" presetID="1" presetClass="entr" presetSubtype="0" fill="hold" nodeType="withEffect">
                                  <p:stCondLst>
                                    <p:cond delay="0"/>
                                  </p:stCondLst>
                                  <p:childTnLst>
                                    <p:set>
                                      <p:cBhvr>
                                        <p:cTn id="1568" dur="1" fill="hold">
                                          <p:stCondLst>
                                            <p:cond delay="0"/>
                                          </p:stCondLst>
                                        </p:cTn>
                                        <p:tgtEl>
                                          <p:spTgt spid="788"/>
                                        </p:tgtEl>
                                        <p:attrNameLst>
                                          <p:attrName>style.visibility</p:attrName>
                                        </p:attrNameLst>
                                      </p:cBhvr>
                                      <p:to>
                                        <p:strVal val="visible"/>
                                      </p:to>
                                    </p:set>
                                  </p:childTnLst>
                                </p:cTn>
                              </p:par>
                              <p:par>
                                <p:cTn id="1569" presetID="1" presetClass="entr" presetSubtype="0" fill="hold" nodeType="withEffect">
                                  <p:stCondLst>
                                    <p:cond delay="0"/>
                                  </p:stCondLst>
                                  <p:childTnLst>
                                    <p:set>
                                      <p:cBhvr>
                                        <p:cTn id="1570" dur="1" fill="hold">
                                          <p:stCondLst>
                                            <p:cond delay="0"/>
                                          </p:stCondLst>
                                        </p:cTn>
                                        <p:tgtEl>
                                          <p:spTgt spid="789"/>
                                        </p:tgtEl>
                                        <p:attrNameLst>
                                          <p:attrName>style.visibility</p:attrName>
                                        </p:attrNameLst>
                                      </p:cBhvr>
                                      <p:to>
                                        <p:strVal val="visible"/>
                                      </p:to>
                                    </p:set>
                                  </p:childTnLst>
                                </p:cTn>
                              </p:par>
                              <p:par>
                                <p:cTn id="1571" presetID="1" presetClass="entr" presetSubtype="0" fill="hold" nodeType="withEffect">
                                  <p:stCondLst>
                                    <p:cond delay="0"/>
                                  </p:stCondLst>
                                  <p:childTnLst>
                                    <p:set>
                                      <p:cBhvr>
                                        <p:cTn id="1572" dur="1" fill="hold">
                                          <p:stCondLst>
                                            <p:cond delay="0"/>
                                          </p:stCondLst>
                                        </p:cTn>
                                        <p:tgtEl>
                                          <p:spTgt spid="790"/>
                                        </p:tgtEl>
                                        <p:attrNameLst>
                                          <p:attrName>style.visibility</p:attrName>
                                        </p:attrNameLst>
                                      </p:cBhvr>
                                      <p:to>
                                        <p:strVal val="visible"/>
                                      </p:to>
                                    </p:set>
                                  </p:childTnLst>
                                </p:cTn>
                              </p:par>
                              <p:par>
                                <p:cTn id="1573" presetID="1" presetClass="entr" presetSubtype="0" fill="hold" nodeType="withEffect">
                                  <p:stCondLst>
                                    <p:cond delay="0"/>
                                  </p:stCondLst>
                                  <p:childTnLst>
                                    <p:set>
                                      <p:cBhvr>
                                        <p:cTn id="1574" dur="1" fill="hold">
                                          <p:stCondLst>
                                            <p:cond delay="0"/>
                                          </p:stCondLst>
                                        </p:cTn>
                                        <p:tgtEl>
                                          <p:spTgt spid="791"/>
                                        </p:tgtEl>
                                        <p:attrNameLst>
                                          <p:attrName>style.visibility</p:attrName>
                                        </p:attrNameLst>
                                      </p:cBhvr>
                                      <p:to>
                                        <p:strVal val="visible"/>
                                      </p:to>
                                    </p:set>
                                  </p:childTnLst>
                                </p:cTn>
                              </p:par>
                              <p:par>
                                <p:cTn id="1575" presetID="1" presetClass="entr" presetSubtype="0" fill="hold" nodeType="withEffect">
                                  <p:stCondLst>
                                    <p:cond delay="0"/>
                                  </p:stCondLst>
                                  <p:childTnLst>
                                    <p:set>
                                      <p:cBhvr>
                                        <p:cTn id="1576" dur="1" fill="hold">
                                          <p:stCondLst>
                                            <p:cond delay="0"/>
                                          </p:stCondLst>
                                        </p:cTn>
                                        <p:tgtEl>
                                          <p:spTgt spid="792"/>
                                        </p:tgtEl>
                                        <p:attrNameLst>
                                          <p:attrName>style.visibility</p:attrName>
                                        </p:attrNameLst>
                                      </p:cBhvr>
                                      <p:to>
                                        <p:strVal val="visible"/>
                                      </p:to>
                                    </p:set>
                                  </p:childTnLst>
                                </p:cTn>
                              </p:par>
                              <p:par>
                                <p:cTn id="1577" presetID="1" presetClass="entr" presetSubtype="0" fill="hold" nodeType="withEffect">
                                  <p:stCondLst>
                                    <p:cond delay="0"/>
                                  </p:stCondLst>
                                  <p:childTnLst>
                                    <p:set>
                                      <p:cBhvr>
                                        <p:cTn id="1578" dur="1" fill="hold">
                                          <p:stCondLst>
                                            <p:cond delay="0"/>
                                          </p:stCondLst>
                                        </p:cTn>
                                        <p:tgtEl>
                                          <p:spTgt spid="793"/>
                                        </p:tgtEl>
                                        <p:attrNameLst>
                                          <p:attrName>style.visibility</p:attrName>
                                        </p:attrNameLst>
                                      </p:cBhvr>
                                      <p:to>
                                        <p:strVal val="visible"/>
                                      </p:to>
                                    </p:set>
                                  </p:childTnLst>
                                </p:cTn>
                              </p:par>
                              <p:par>
                                <p:cTn id="1579" presetID="1" presetClass="entr" presetSubtype="0" fill="hold" nodeType="withEffect">
                                  <p:stCondLst>
                                    <p:cond delay="0"/>
                                  </p:stCondLst>
                                  <p:childTnLst>
                                    <p:set>
                                      <p:cBhvr>
                                        <p:cTn id="1580" dur="1" fill="hold">
                                          <p:stCondLst>
                                            <p:cond delay="0"/>
                                          </p:stCondLst>
                                        </p:cTn>
                                        <p:tgtEl>
                                          <p:spTgt spid="794"/>
                                        </p:tgtEl>
                                        <p:attrNameLst>
                                          <p:attrName>style.visibility</p:attrName>
                                        </p:attrNameLst>
                                      </p:cBhvr>
                                      <p:to>
                                        <p:strVal val="visible"/>
                                      </p:to>
                                    </p:set>
                                  </p:childTnLst>
                                </p:cTn>
                              </p:par>
                              <p:par>
                                <p:cTn id="1581" presetID="1" presetClass="entr" presetSubtype="0" fill="hold" nodeType="withEffect">
                                  <p:stCondLst>
                                    <p:cond delay="0"/>
                                  </p:stCondLst>
                                  <p:childTnLst>
                                    <p:set>
                                      <p:cBhvr>
                                        <p:cTn id="1582" dur="1" fill="hold">
                                          <p:stCondLst>
                                            <p:cond delay="0"/>
                                          </p:stCondLst>
                                        </p:cTn>
                                        <p:tgtEl>
                                          <p:spTgt spid="795"/>
                                        </p:tgtEl>
                                        <p:attrNameLst>
                                          <p:attrName>style.visibility</p:attrName>
                                        </p:attrNameLst>
                                      </p:cBhvr>
                                      <p:to>
                                        <p:strVal val="visible"/>
                                      </p:to>
                                    </p:set>
                                  </p:childTnLst>
                                </p:cTn>
                              </p:par>
                              <p:par>
                                <p:cTn id="1583" presetID="1" presetClass="entr" presetSubtype="0" fill="hold" nodeType="withEffect">
                                  <p:stCondLst>
                                    <p:cond delay="0"/>
                                  </p:stCondLst>
                                  <p:childTnLst>
                                    <p:set>
                                      <p:cBhvr>
                                        <p:cTn id="1584" dur="1" fill="hold">
                                          <p:stCondLst>
                                            <p:cond delay="0"/>
                                          </p:stCondLst>
                                        </p:cTn>
                                        <p:tgtEl>
                                          <p:spTgt spid="796"/>
                                        </p:tgtEl>
                                        <p:attrNameLst>
                                          <p:attrName>style.visibility</p:attrName>
                                        </p:attrNameLst>
                                      </p:cBhvr>
                                      <p:to>
                                        <p:strVal val="visible"/>
                                      </p:to>
                                    </p:set>
                                  </p:childTnLst>
                                </p:cTn>
                              </p:par>
                              <p:par>
                                <p:cTn id="1585" presetID="1" presetClass="entr" presetSubtype="0" fill="hold" nodeType="withEffect">
                                  <p:stCondLst>
                                    <p:cond delay="0"/>
                                  </p:stCondLst>
                                  <p:childTnLst>
                                    <p:set>
                                      <p:cBhvr>
                                        <p:cTn id="1586" dur="1" fill="hold">
                                          <p:stCondLst>
                                            <p:cond delay="0"/>
                                          </p:stCondLst>
                                        </p:cTn>
                                        <p:tgtEl>
                                          <p:spTgt spid="797"/>
                                        </p:tgtEl>
                                        <p:attrNameLst>
                                          <p:attrName>style.visibility</p:attrName>
                                        </p:attrNameLst>
                                      </p:cBhvr>
                                      <p:to>
                                        <p:strVal val="visible"/>
                                      </p:to>
                                    </p:set>
                                  </p:childTnLst>
                                </p:cTn>
                              </p:par>
                              <p:par>
                                <p:cTn id="1587" presetID="1" presetClass="entr" presetSubtype="0" fill="hold" nodeType="withEffect">
                                  <p:stCondLst>
                                    <p:cond delay="0"/>
                                  </p:stCondLst>
                                  <p:childTnLst>
                                    <p:set>
                                      <p:cBhvr>
                                        <p:cTn id="1588" dur="1" fill="hold">
                                          <p:stCondLst>
                                            <p:cond delay="0"/>
                                          </p:stCondLst>
                                        </p:cTn>
                                        <p:tgtEl>
                                          <p:spTgt spid="798"/>
                                        </p:tgtEl>
                                        <p:attrNameLst>
                                          <p:attrName>style.visibility</p:attrName>
                                        </p:attrNameLst>
                                      </p:cBhvr>
                                      <p:to>
                                        <p:strVal val="visible"/>
                                      </p:to>
                                    </p:set>
                                  </p:childTnLst>
                                </p:cTn>
                              </p:par>
                              <p:par>
                                <p:cTn id="1589" presetID="1" presetClass="entr" presetSubtype="0" fill="hold" nodeType="withEffect">
                                  <p:stCondLst>
                                    <p:cond delay="0"/>
                                  </p:stCondLst>
                                  <p:childTnLst>
                                    <p:set>
                                      <p:cBhvr>
                                        <p:cTn id="1590" dur="1" fill="hold">
                                          <p:stCondLst>
                                            <p:cond delay="0"/>
                                          </p:stCondLst>
                                        </p:cTn>
                                        <p:tgtEl>
                                          <p:spTgt spid="799"/>
                                        </p:tgtEl>
                                        <p:attrNameLst>
                                          <p:attrName>style.visibility</p:attrName>
                                        </p:attrNameLst>
                                      </p:cBhvr>
                                      <p:to>
                                        <p:strVal val="visible"/>
                                      </p:to>
                                    </p:set>
                                  </p:childTnLst>
                                </p:cTn>
                              </p:par>
                              <p:par>
                                <p:cTn id="1591" presetID="1" presetClass="entr" presetSubtype="0" fill="hold" nodeType="withEffect">
                                  <p:stCondLst>
                                    <p:cond delay="0"/>
                                  </p:stCondLst>
                                  <p:childTnLst>
                                    <p:set>
                                      <p:cBhvr>
                                        <p:cTn id="1592" dur="1" fill="hold">
                                          <p:stCondLst>
                                            <p:cond delay="0"/>
                                          </p:stCondLst>
                                        </p:cTn>
                                        <p:tgtEl>
                                          <p:spTgt spid="800"/>
                                        </p:tgtEl>
                                        <p:attrNameLst>
                                          <p:attrName>style.visibility</p:attrName>
                                        </p:attrNameLst>
                                      </p:cBhvr>
                                      <p:to>
                                        <p:strVal val="visible"/>
                                      </p:to>
                                    </p:set>
                                  </p:childTnLst>
                                </p:cTn>
                              </p:par>
                              <p:par>
                                <p:cTn id="1593" presetID="1" presetClass="entr" presetSubtype="0" fill="hold" nodeType="withEffect">
                                  <p:stCondLst>
                                    <p:cond delay="0"/>
                                  </p:stCondLst>
                                  <p:childTnLst>
                                    <p:set>
                                      <p:cBhvr>
                                        <p:cTn id="1594" dur="1" fill="hold">
                                          <p:stCondLst>
                                            <p:cond delay="0"/>
                                          </p:stCondLst>
                                        </p:cTn>
                                        <p:tgtEl>
                                          <p:spTgt spid="801"/>
                                        </p:tgtEl>
                                        <p:attrNameLst>
                                          <p:attrName>style.visibility</p:attrName>
                                        </p:attrNameLst>
                                      </p:cBhvr>
                                      <p:to>
                                        <p:strVal val="visible"/>
                                      </p:to>
                                    </p:set>
                                  </p:childTnLst>
                                </p:cTn>
                              </p:par>
                              <p:par>
                                <p:cTn id="1595" presetID="1" presetClass="entr" presetSubtype="0" fill="hold" nodeType="withEffect">
                                  <p:stCondLst>
                                    <p:cond delay="0"/>
                                  </p:stCondLst>
                                  <p:childTnLst>
                                    <p:set>
                                      <p:cBhvr>
                                        <p:cTn id="1596" dur="1" fill="hold">
                                          <p:stCondLst>
                                            <p:cond delay="0"/>
                                          </p:stCondLst>
                                        </p:cTn>
                                        <p:tgtEl>
                                          <p:spTgt spid="802"/>
                                        </p:tgtEl>
                                        <p:attrNameLst>
                                          <p:attrName>style.visibility</p:attrName>
                                        </p:attrNameLst>
                                      </p:cBhvr>
                                      <p:to>
                                        <p:strVal val="visible"/>
                                      </p:to>
                                    </p:set>
                                  </p:childTnLst>
                                </p:cTn>
                              </p:par>
                              <p:par>
                                <p:cTn id="1597" presetID="1" presetClass="entr" presetSubtype="0" fill="hold" nodeType="withEffect">
                                  <p:stCondLst>
                                    <p:cond delay="0"/>
                                  </p:stCondLst>
                                  <p:childTnLst>
                                    <p:set>
                                      <p:cBhvr>
                                        <p:cTn id="1598" dur="1" fill="hold">
                                          <p:stCondLst>
                                            <p:cond delay="0"/>
                                          </p:stCondLst>
                                        </p:cTn>
                                        <p:tgtEl>
                                          <p:spTgt spid="803"/>
                                        </p:tgtEl>
                                        <p:attrNameLst>
                                          <p:attrName>style.visibility</p:attrName>
                                        </p:attrNameLst>
                                      </p:cBhvr>
                                      <p:to>
                                        <p:strVal val="visible"/>
                                      </p:to>
                                    </p:set>
                                  </p:childTnLst>
                                </p:cTn>
                              </p:par>
                              <p:par>
                                <p:cTn id="1599" presetID="1" presetClass="entr" presetSubtype="0" fill="hold" nodeType="withEffect">
                                  <p:stCondLst>
                                    <p:cond delay="0"/>
                                  </p:stCondLst>
                                  <p:childTnLst>
                                    <p:set>
                                      <p:cBhvr>
                                        <p:cTn id="1600" dur="1" fill="hold">
                                          <p:stCondLst>
                                            <p:cond delay="0"/>
                                          </p:stCondLst>
                                        </p:cTn>
                                        <p:tgtEl>
                                          <p:spTgt spid="804"/>
                                        </p:tgtEl>
                                        <p:attrNameLst>
                                          <p:attrName>style.visibility</p:attrName>
                                        </p:attrNameLst>
                                      </p:cBhvr>
                                      <p:to>
                                        <p:strVal val="visible"/>
                                      </p:to>
                                    </p:set>
                                  </p:childTnLst>
                                </p:cTn>
                              </p:par>
                              <p:par>
                                <p:cTn id="1601" presetID="1" presetClass="entr" presetSubtype="0" fill="hold" nodeType="withEffect">
                                  <p:stCondLst>
                                    <p:cond delay="0"/>
                                  </p:stCondLst>
                                  <p:childTnLst>
                                    <p:set>
                                      <p:cBhvr>
                                        <p:cTn id="1602" dur="1" fill="hold">
                                          <p:stCondLst>
                                            <p:cond delay="0"/>
                                          </p:stCondLst>
                                        </p:cTn>
                                        <p:tgtEl>
                                          <p:spTgt spid="805"/>
                                        </p:tgtEl>
                                        <p:attrNameLst>
                                          <p:attrName>style.visibility</p:attrName>
                                        </p:attrNameLst>
                                      </p:cBhvr>
                                      <p:to>
                                        <p:strVal val="visible"/>
                                      </p:to>
                                    </p:set>
                                  </p:childTnLst>
                                </p:cTn>
                              </p:par>
                              <p:par>
                                <p:cTn id="1603" presetID="1" presetClass="entr" presetSubtype="0" fill="hold" nodeType="withEffect">
                                  <p:stCondLst>
                                    <p:cond delay="0"/>
                                  </p:stCondLst>
                                  <p:childTnLst>
                                    <p:set>
                                      <p:cBhvr>
                                        <p:cTn id="1604" dur="1" fill="hold">
                                          <p:stCondLst>
                                            <p:cond delay="0"/>
                                          </p:stCondLst>
                                        </p:cTn>
                                        <p:tgtEl>
                                          <p:spTgt spid="806"/>
                                        </p:tgtEl>
                                        <p:attrNameLst>
                                          <p:attrName>style.visibility</p:attrName>
                                        </p:attrNameLst>
                                      </p:cBhvr>
                                      <p:to>
                                        <p:strVal val="visible"/>
                                      </p:to>
                                    </p:set>
                                  </p:childTnLst>
                                </p:cTn>
                              </p:par>
                              <p:par>
                                <p:cTn id="1605" presetID="1" presetClass="entr" presetSubtype="0" fill="hold" nodeType="withEffect">
                                  <p:stCondLst>
                                    <p:cond delay="0"/>
                                  </p:stCondLst>
                                  <p:childTnLst>
                                    <p:set>
                                      <p:cBhvr>
                                        <p:cTn id="1606" dur="1" fill="hold">
                                          <p:stCondLst>
                                            <p:cond delay="0"/>
                                          </p:stCondLst>
                                        </p:cTn>
                                        <p:tgtEl>
                                          <p:spTgt spid="807"/>
                                        </p:tgtEl>
                                        <p:attrNameLst>
                                          <p:attrName>style.visibility</p:attrName>
                                        </p:attrNameLst>
                                      </p:cBhvr>
                                      <p:to>
                                        <p:strVal val="visible"/>
                                      </p:to>
                                    </p:set>
                                  </p:childTnLst>
                                </p:cTn>
                              </p:par>
                              <p:par>
                                <p:cTn id="1607" presetID="1" presetClass="entr" presetSubtype="0" fill="hold" nodeType="withEffect">
                                  <p:stCondLst>
                                    <p:cond delay="0"/>
                                  </p:stCondLst>
                                  <p:childTnLst>
                                    <p:set>
                                      <p:cBhvr>
                                        <p:cTn id="1608" dur="1" fill="hold">
                                          <p:stCondLst>
                                            <p:cond delay="0"/>
                                          </p:stCondLst>
                                        </p:cTn>
                                        <p:tgtEl>
                                          <p:spTgt spid="808"/>
                                        </p:tgtEl>
                                        <p:attrNameLst>
                                          <p:attrName>style.visibility</p:attrName>
                                        </p:attrNameLst>
                                      </p:cBhvr>
                                      <p:to>
                                        <p:strVal val="visible"/>
                                      </p:to>
                                    </p:set>
                                  </p:childTnLst>
                                </p:cTn>
                              </p:par>
                              <p:par>
                                <p:cTn id="1609" presetID="1" presetClass="entr" presetSubtype="0" fill="hold" nodeType="withEffect">
                                  <p:stCondLst>
                                    <p:cond delay="0"/>
                                  </p:stCondLst>
                                  <p:childTnLst>
                                    <p:set>
                                      <p:cBhvr>
                                        <p:cTn id="1610" dur="1" fill="hold">
                                          <p:stCondLst>
                                            <p:cond delay="0"/>
                                          </p:stCondLst>
                                        </p:cTn>
                                        <p:tgtEl>
                                          <p:spTgt spid="809"/>
                                        </p:tgtEl>
                                        <p:attrNameLst>
                                          <p:attrName>style.visibility</p:attrName>
                                        </p:attrNameLst>
                                      </p:cBhvr>
                                      <p:to>
                                        <p:strVal val="visible"/>
                                      </p:to>
                                    </p:set>
                                  </p:childTnLst>
                                </p:cTn>
                              </p:par>
                              <p:par>
                                <p:cTn id="1611" presetID="1" presetClass="entr" presetSubtype="0" fill="hold" nodeType="withEffect">
                                  <p:stCondLst>
                                    <p:cond delay="0"/>
                                  </p:stCondLst>
                                  <p:childTnLst>
                                    <p:set>
                                      <p:cBhvr>
                                        <p:cTn id="1612" dur="1" fill="hold">
                                          <p:stCondLst>
                                            <p:cond delay="0"/>
                                          </p:stCondLst>
                                        </p:cTn>
                                        <p:tgtEl>
                                          <p:spTgt spid="810"/>
                                        </p:tgtEl>
                                        <p:attrNameLst>
                                          <p:attrName>style.visibility</p:attrName>
                                        </p:attrNameLst>
                                      </p:cBhvr>
                                      <p:to>
                                        <p:strVal val="visible"/>
                                      </p:to>
                                    </p:set>
                                  </p:childTnLst>
                                </p:cTn>
                              </p:par>
                              <p:par>
                                <p:cTn id="1613" presetID="1" presetClass="entr" presetSubtype="0" fill="hold" nodeType="withEffect">
                                  <p:stCondLst>
                                    <p:cond delay="0"/>
                                  </p:stCondLst>
                                  <p:childTnLst>
                                    <p:set>
                                      <p:cBhvr>
                                        <p:cTn id="1614" dur="1" fill="hold">
                                          <p:stCondLst>
                                            <p:cond delay="0"/>
                                          </p:stCondLst>
                                        </p:cTn>
                                        <p:tgtEl>
                                          <p:spTgt spid="811"/>
                                        </p:tgtEl>
                                        <p:attrNameLst>
                                          <p:attrName>style.visibility</p:attrName>
                                        </p:attrNameLst>
                                      </p:cBhvr>
                                      <p:to>
                                        <p:strVal val="visible"/>
                                      </p:to>
                                    </p:set>
                                  </p:childTnLst>
                                </p:cTn>
                              </p:par>
                              <p:par>
                                <p:cTn id="1615" presetID="1" presetClass="entr" presetSubtype="0" fill="hold" nodeType="withEffect">
                                  <p:stCondLst>
                                    <p:cond delay="0"/>
                                  </p:stCondLst>
                                  <p:childTnLst>
                                    <p:set>
                                      <p:cBhvr>
                                        <p:cTn id="1616" dur="1" fill="hold">
                                          <p:stCondLst>
                                            <p:cond delay="0"/>
                                          </p:stCondLst>
                                        </p:cTn>
                                        <p:tgtEl>
                                          <p:spTgt spid="812"/>
                                        </p:tgtEl>
                                        <p:attrNameLst>
                                          <p:attrName>style.visibility</p:attrName>
                                        </p:attrNameLst>
                                      </p:cBhvr>
                                      <p:to>
                                        <p:strVal val="visible"/>
                                      </p:to>
                                    </p:set>
                                  </p:childTnLst>
                                </p:cTn>
                              </p:par>
                              <p:par>
                                <p:cTn id="1617" presetID="1" presetClass="entr" presetSubtype="0" fill="hold" nodeType="withEffect">
                                  <p:stCondLst>
                                    <p:cond delay="0"/>
                                  </p:stCondLst>
                                  <p:childTnLst>
                                    <p:set>
                                      <p:cBhvr>
                                        <p:cTn id="1618" dur="1" fill="hold">
                                          <p:stCondLst>
                                            <p:cond delay="0"/>
                                          </p:stCondLst>
                                        </p:cTn>
                                        <p:tgtEl>
                                          <p:spTgt spid="813"/>
                                        </p:tgtEl>
                                        <p:attrNameLst>
                                          <p:attrName>style.visibility</p:attrName>
                                        </p:attrNameLst>
                                      </p:cBhvr>
                                      <p:to>
                                        <p:strVal val="visible"/>
                                      </p:to>
                                    </p:set>
                                  </p:childTnLst>
                                </p:cTn>
                              </p:par>
                              <p:par>
                                <p:cTn id="1619" presetID="1" presetClass="entr" presetSubtype="0" fill="hold" nodeType="withEffect">
                                  <p:stCondLst>
                                    <p:cond delay="0"/>
                                  </p:stCondLst>
                                  <p:childTnLst>
                                    <p:set>
                                      <p:cBhvr>
                                        <p:cTn id="1620" dur="1" fill="hold">
                                          <p:stCondLst>
                                            <p:cond delay="0"/>
                                          </p:stCondLst>
                                        </p:cTn>
                                        <p:tgtEl>
                                          <p:spTgt spid="814"/>
                                        </p:tgtEl>
                                        <p:attrNameLst>
                                          <p:attrName>style.visibility</p:attrName>
                                        </p:attrNameLst>
                                      </p:cBhvr>
                                      <p:to>
                                        <p:strVal val="visible"/>
                                      </p:to>
                                    </p:set>
                                  </p:childTnLst>
                                </p:cTn>
                              </p:par>
                              <p:par>
                                <p:cTn id="1621" presetID="1" presetClass="entr" presetSubtype="0" fill="hold" nodeType="withEffect">
                                  <p:stCondLst>
                                    <p:cond delay="0"/>
                                  </p:stCondLst>
                                  <p:childTnLst>
                                    <p:set>
                                      <p:cBhvr>
                                        <p:cTn id="1622" dur="1" fill="hold">
                                          <p:stCondLst>
                                            <p:cond delay="0"/>
                                          </p:stCondLst>
                                        </p:cTn>
                                        <p:tgtEl>
                                          <p:spTgt spid="815"/>
                                        </p:tgtEl>
                                        <p:attrNameLst>
                                          <p:attrName>style.visibility</p:attrName>
                                        </p:attrNameLst>
                                      </p:cBhvr>
                                      <p:to>
                                        <p:strVal val="visible"/>
                                      </p:to>
                                    </p:set>
                                  </p:childTnLst>
                                </p:cTn>
                              </p:par>
                              <p:par>
                                <p:cTn id="1623" presetID="1" presetClass="entr" presetSubtype="0" fill="hold" nodeType="withEffect">
                                  <p:stCondLst>
                                    <p:cond delay="0"/>
                                  </p:stCondLst>
                                  <p:childTnLst>
                                    <p:set>
                                      <p:cBhvr>
                                        <p:cTn id="1624" dur="1" fill="hold">
                                          <p:stCondLst>
                                            <p:cond delay="0"/>
                                          </p:stCondLst>
                                        </p:cTn>
                                        <p:tgtEl>
                                          <p:spTgt spid="816"/>
                                        </p:tgtEl>
                                        <p:attrNameLst>
                                          <p:attrName>style.visibility</p:attrName>
                                        </p:attrNameLst>
                                      </p:cBhvr>
                                      <p:to>
                                        <p:strVal val="visible"/>
                                      </p:to>
                                    </p:set>
                                  </p:childTnLst>
                                </p:cTn>
                              </p:par>
                              <p:par>
                                <p:cTn id="1625" presetID="1" presetClass="entr" presetSubtype="0" fill="hold" nodeType="withEffect">
                                  <p:stCondLst>
                                    <p:cond delay="0"/>
                                  </p:stCondLst>
                                  <p:childTnLst>
                                    <p:set>
                                      <p:cBhvr>
                                        <p:cTn id="1626" dur="1" fill="hold">
                                          <p:stCondLst>
                                            <p:cond delay="0"/>
                                          </p:stCondLst>
                                        </p:cTn>
                                        <p:tgtEl>
                                          <p:spTgt spid="817"/>
                                        </p:tgtEl>
                                        <p:attrNameLst>
                                          <p:attrName>style.visibility</p:attrName>
                                        </p:attrNameLst>
                                      </p:cBhvr>
                                      <p:to>
                                        <p:strVal val="visible"/>
                                      </p:to>
                                    </p:set>
                                  </p:childTnLst>
                                </p:cTn>
                              </p:par>
                              <p:par>
                                <p:cTn id="1627" presetID="1" presetClass="entr" presetSubtype="0" fill="hold" nodeType="withEffect">
                                  <p:stCondLst>
                                    <p:cond delay="0"/>
                                  </p:stCondLst>
                                  <p:childTnLst>
                                    <p:set>
                                      <p:cBhvr>
                                        <p:cTn id="1628" dur="1" fill="hold">
                                          <p:stCondLst>
                                            <p:cond delay="0"/>
                                          </p:stCondLst>
                                        </p:cTn>
                                        <p:tgtEl>
                                          <p:spTgt spid="818"/>
                                        </p:tgtEl>
                                        <p:attrNameLst>
                                          <p:attrName>style.visibility</p:attrName>
                                        </p:attrNameLst>
                                      </p:cBhvr>
                                      <p:to>
                                        <p:strVal val="visible"/>
                                      </p:to>
                                    </p:set>
                                  </p:childTnLst>
                                </p:cTn>
                              </p:par>
                              <p:par>
                                <p:cTn id="1629" presetID="1" presetClass="entr" presetSubtype="0" fill="hold" nodeType="withEffect">
                                  <p:stCondLst>
                                    <p:cond delay="0"/>
                                  </p:stCondLst>
                                  <p:childTnLst>
                                    <p:set>
                                      <p:cBhvr>
                                        <p:cTn id="1630" dur="1" fill="hold">
                                          <p:stCondLst>
                                            <p:cond delay="0"/>
                                          </p:stCondLst>
                                        </p:cTn>
                                        <p:tgtEl>
                                          <p:spTgt spid="819"/>
                                        </p:tgtEl>
                                        <p:attrNameLst>
                                          <p:attrName>style.visibility</p:attrName>
                                        </p:attrNameLst>
                                      </p:cBhvr>
                                      <p:to>
                                        <p:strVal val="visible"/>
                                      </p:to>
                                    </p:set>
                                  </p:childTnLst>
                                </p:cTn>
                              </p:par>
                              <p:par>
                                <p:cTn id="1631" presetID="1" presetClass="entr" presetSubtype="0" fill="hold" nodeType="withEffect">
                                  <p:stCondLst>
                                    <p:cond delay="0"/>
                                  </p:stCondLst>
                                  <p:childTnLst>
                                    <p:set>
                                      <p:cBhvr>
                                        <p:cTn id="1632" dur="1" fill="hold">
                                          <p:stCondLst>
                                            <p:cond delay="0"/>
                                          </p:stCondLst>
                                        </p:cTn>
                                        <p:tgtEl>
                                          <p:spTgt spid="820"/>
                                        </p:tgtEl>
                                        <p:attrNameLst>
                                          <p:attrName>style.visibility</p:attrName>
                                        </p:attrNameLst>
                                      </p:cBhvr>
                                      <p:to>
                                        <p:strVal val="visible"/>
                                      </p:to>
                                    </p:set>
                                  </p:childTnLst>
                                </p:cTn>
                              </p:par>
                              <p:par>
                                <p:cTn id="1633" presetID="1" presetClass="entr" presetSubtype="0" fill="hold" nodeType="withEffect">
                                  <p:stCondLst>
                                    <p:cond delay="0"/>
                                  </p:stCondLst>
                                  <p:childTnLst>
                                    <p:set>
                                      <p:cBhvr>
                                        <p:cTn id="1634" dur="1" fill="hold">
                                          <p:stCondLst>
                                            <p:cond delay="0"/>
                                          </p:stCondLst>
                                        </p:cTn>
                                        <p:tgtEl>
                                          <p:spTgt spid="821"/>
                                        </p:tgtEl>
                                        <p:attrNameLst>
                                          <p:attrName>style.visibility</p:attrName>
                                        </p:attrNameLst>
                                      </p:cBhvr>
                                      <p:to>
                                        <p:strVal val="visible"/>
                                      </p:to>
                                    </p:set>
                                  </p:childTnLst>
                                </p:cTn>
                              </p:par>
                              <p:par>
                                <p:cTn id="1635" presetID="1" presetClass="entr" presetSubtype="0" fill="hold" nodeType="withEffect">
                                  <p:stCondLst>
                                    <p:cond delay="0"/>
                                  </p:stCondLst>
                                  <p:childTnLst>
                                    <p:set>
                                      <p:cBhvr>
                                        <p:cTn id="1636" dur="1" fill="hold">
                                          <p:stCondLst>
                                            <p:cond delay="0"/>
                                          </p:stCondLst>
                                        </p:cTn>
                                        <p:tgtEl>
                                          <p:spTgt spid="822"/>
                                        </p:tgtEl>
                                        <p:attrNameLst>
                                          <p:attrName>style.visibility</p:attrName>
                                        </p:attrNameLst>
                                      </p:cBhvr>
                                      <p:to>
                                        <p:strVal val="visible"/>
                                      </p:to>
                                    </p:set>
                                  </p:childTnLst>
                                </p:cTn>
                              </p:par>
                              <p:par>
                                <p:cTn id="1637" presetID="1" presetClass="entr" presetSubtype="0" fill="hold" nodeType="withEffect">
                                  <p:stCondLst>
                                    <p:cond delay="0"/>
                                  </p:stCondLst>
                                  <p:childTnLst>
                                    <p:set>
                                      <p:cBhvr>
                                        <p:cTn id="1638" dur="1" fill="hold">
                                          <p:stCondLst>
                                            <p:cond delay="0"/>
                                          </p:stCondLst>
                                        </p:cTn>
                                        <p:tgtEl>
                                          <p:spTgt spid="823"/>
                                        </p:tgtEl>
                                        <p:attrNameLst>
                                          <p:attrName>style.visibility</p:attrName>
                                        </p:attrNameLst>
                                      </p:cBhvr>
                                      <p:to>
                                        <p:strVal val="visible"/>
                                      </p:to>
                                    </p:set>
                                  </p:childTnLst>
                                </p:cTn>
                              </p:par>
                              <p:par>
                                <p:cTn id="1639" presetID="1" presetClass="entr" presetSubtype="0" fill="hold" nodeType="withEffect">
                                  <p:stCondLst>
                                    <p:cond delay="0"/>
                                  </p:stCondLst>
                                  <p:childTnLst>
                                    <p:set>
                                      <p:cBhvr>
                                        <p:cTn id="1640" dur="1" fill="hold">
                                          <p:stCondLst>
                                            <p:cond delay="0"/>
                                          </p:stCondLst>
                                        </p:cTn>
                                        <p:tgtEl>
                                          <p:spTgt spid="824"/>
                                        </p:tgtEl>
                                        <p:attrNameLst>
                                          <p:attrName>style.visibility</p:attrName>
                                        </p:attrNameLst>
                                      </p:cBhvr>
                                      <p:to>
                                        <p:strVal val="visible"/>
                                      </p:to>
                                    </p:set>
                                  </p:childTnLst>
                                </p:cTn>
                              </p:par>
                              <p:par>
                                <p:cTn id="1641" presetID="1" presetClass="entr" presetSubtype="0" fill="hold" nodeType="withEffect">
                                  <p:stCondLst>
                                    <p:cond delay="0"/>
                                  </p:stCondLst>
                                  <p:childTnLst>
                                    <p:set>
                                      <p:cBhvr>
                                        <p:cTn id="1642" dur="1" fill="hold">
                                          <p:stCondLst>
                                            <p:cond delay="0"/>
                                          </p:stCondLst>
                                        </p:cTn>
                                        <p:tgtEl>
                                          <p:spTgt spid="825"/>
                                        </p:tgtEl>
                                        <p:attrNameLst>
                                          <p:attrName>style.visibility</p:attrName>
                                        </p:attrNameLst>
                                      </p:cBhvr>
                                      <p:to>
                                        <p:strVal val="visible"/>
                                      </p:to>
                                    </p:set>
                                  </p:childTnLst>
                                </p:cTn>
                              </p:par>
                              <p:par>
                                <p:cTn id="1643" presetID="1" presetClass="entr" presetSubtype="0" fill="hold" nodeType="withEffect">
                                  <p:stCondLst>
                                    <p:cond delay="0"/>
                                  </p:stCondLst>
                                  <p:childTnLst>
                                    <p:set>
                                      <p:cBhvr>
                                        <p:cTn id="1644" dur="1" fill="hold">
                                          <p:stCondLst>
                                            <p:cond delay="0"/>
                                          </p:stCondLst>
                                        </p:cTn>
                                        <p:tgtEl>
                                          <p:spTgt spid="826"/>
                                        </p:tgtEl>
                                        <p:attrNameLst>
                                          <p:attrName>style.visibility</p:attrName>
                                        </p:attrNameLst>
                                      </p:cBhvr>
                                      <p:to>
                                        <p:strVal val="visible"/>
                                      </p:to>
                                    </p:set>
                                  </p:childTnLst>
                                </p:cTn>
                              </p:par>
                              <p:par>
                                <p:cTn id="1645" presetID="1" presetClass="entr" presetSubtype="0" fill="hold" nodeType="withEffect">
                                  <p:stCondLst>
                                    <p:cond delay="0"/>
                                  </p:stCondLst>
                                  <p:childTnLst>
                                    <p:set>
                                      <p:cBhvr>
                                        <p:cTn id="1646" dur="1" fill="hold">
                                          <p:stCondLst>
                                            <p:cond delay="0"/>
                                          </p:stCondLst>
                                        </p:cTn>
                                        <p:tgtEl>
                                          <p:spTgt spid="827"/>
                                        </p:tgtEl>
                                        <p:attrNameLst>
                                          <p:attrName>style.visibility</p:attrName>
                                        </p:attrNameLst>
                                      </p:cBhvr>
                                      <p:to>
                                        <p:strVal val="visible"/>
                                      </p:to>
                                    </p:set>
                                  </p:childTnLst>
                                </p:cTn>
                              </p:par>
                              <p:par>
                                <p:cTn id="1647" presetID="1" presetClass="entr" presetSubtype="0" fill="hold" nodeType="withEffect">
                                  <p:stCondLst>
                                    <p:cond delay="0"/>
                                  </p:stCondLst>
                                  <p:childTnLst>
                                    <p:set>
                                      <p:cBhvr>
                                        <p:cTn id="1648" dur="1" fill="hold">
                                          <p:stCondLst>
                                            <p:cond delay="0"/>
                                          </p:stCondLst>
                                        </p:cTn>
                                        <p:tgtEl>
                                          <p:spTgt spid="828"/>
                                        </p:tgtEl>
                                        <p:attrNameLst>
                                          <p:attrName>style.visibility</p:attrName>
                                        </p:attrNameLst>
                                      </p:cBhvr>
                                      <p:to>
                                        <p:strVal val="visible"/>
                                      </p:to>
                                    </p:set>
                                  </p:childTnLst>
                                </p:cTn>
                              </p:par>
                              <p:par>
                                <p:cTn id="1649" presetID="1" presetClass="entr" presetSubtype="0" fill="hold" nodeType="withEffect">
                                  <p:stCondLst>
                                    <p:cond delay="0"/>
                                  </p:stCondLst>
                                  <p:childTnLst>
                                    <p:set>
                                      <p:cBhvr>
                                        <p:cTn id="1650" dur="1" fill="hold">
                                          <p:stCondLst>
                                            <p:cond delay="0"/>
                                          </p:stCondLst>
                                        </p:cTn>
                                        <p:tgtEl>
                                          <p:spTgt spid="829"/>
                                        </p:tgtEl>
                                        <p:attrNameLst>
                                          <p:attrName>style.visibility</p:attrName>
                                        </p:attrNameLst>
                                      </p:cBhvr>
                                      <p:to>
                                        <p:strVal val="visible"/>
                                      </p:to>
                                    </p:set>
                                  </p:childTnLst>
                                </p:cTn>
                              </p:par>
                              <p:par>
                                <p:cTn id="1651" presetID="1" presetClass="entr" presetSubtype="0" fill="hold" nodeType="withEffect">
                                  <p:stCondLst>
                                    <p:cond delay="0"/>
                                  </p:stCondLst>
                                  <p:childTnLst>
                                    <p:set>
                                      <p:cBhvr>
                                        <p:cTn id="1652" dur="1" fill="hold">
                                          <p:stCondLst>
                                            <p:cond delay="0"/>
                                          </p:stCondLst>
                                        </p:cTn>
                                        <p:tgtEl>
                                          <p:spTgt spid="830"/>
                                        </p:tgtEl>
                                        <p:attrNameLst>
                                          <p:attrName>style.visibility</p:attrName>
                                        </p:attrNameLst>
                                      </p:cBhvr>
                                      <p:to>
                                        <p:strVal val="visible"/>
                                      </p:to>
                                    </p:set>
                                  </p:childTnLst>
                                </p:cTn>
                              </p:par>
                              <p:par>
                                <p:cTn id="1653" presetID="1" presetClass="entr" presetSubtype="0" fill="hold" nodeType="withEffect">
                                  <p:stCondLst>
                                    <p:cond delay="0"/>
                                  </p:stCondLst>
                                  <p:childTnLst>
                                    <p:set>
                                      <p:cBhvr>
                                        <p:cTn id="1654" dur="1" fill="hold">
                                          <p:stCondLst>
                                            <p:cond delay="0"/>
                                          </p:stCondLst>
                                        </p:cTn>
                                        <p:tgtEl>
                                          <p:spTgt spid="831"/>
                                        </p:tgtEl>
                                        <p:attrNameLst>
                                          <p:attrName>style.visibility</p:attrName>
                                        </p:attrNameLst>
                                      </p:cBhvr>
                                      <p:to>
                                        <p:strVal val="visible"/>
                                      </p:to>
                                    </p:set>
                                  </p:childTnLst>
                                </p:cTn>
                              </p:par>
                              <p:par>
                                <p:cTn id="1655" presetID="1" presetClass="entr" presetSubtype="0" fill="hold" nodeType="withEffect">
                                  <p:stCondLst>
                                    <p:cond delay="0"/>
                                  </p:stCondLst>
                                  <p:childTnLst>
                                    <p:set>
                                      <p:cBhvr>
                                        <p:cTn id="1656" dur="1" fill="hold">
                                          <p:stCondLst>
                                            <p:cond delay="0"/>
                                          </p:stCondLst>
                                        </p:cTn>
                                        <p:tgtEl>
                                          <p:spTgt spid="832"/>
                                        </p:tgtEl>
                                        <p:attrNameLst>
                                          <p:attrName>style.visibility</p:attrName>
                                        </p:attrNameLst>
                                      </p:cBhvr>
                                      <p:to>
                                        <p:strVal val="visible"/>
                                      </p:to>
                                    </p:set>
                                  </p:childTnLst>
                                </p:cTn>
                              </p:par>
                              <p:par>
                                <p:cTn id="1657" presetID="1" presetClass="entr" presetSubtype="0" fill="hold" nodeType="withEffect">
                                  <p:stCondLst>
                                    <p:cond delay="0"/>
                                  </p:stCondLst>
                                  <p:childTnLst>
                                    <p:set>
                                      <p:cBhvr>
                                        <p:cTn id="1658" dur="1" fill="hold">
                                          <p:stCondLst>
                                            <p:cond delay="0"/>
                                          </p:stCondLst>
                                        </p:cTn>
                                        <p:tgtEl>
                                          <p:spTgt spid="833"/>
                                        </p:tgtEl>
                                        <p:attrNameLst>
                                          <p:attrName>style.visibility</p:attrName>
                                        </p:attrNameLst>
                                      </p:cBhvr>
                                      <p:to>
                                        <p:strVal val="visible"/>
                                      </p:to>
                                    </p:set>
                                  </p:childTnLst>
                                </p:cTn>
                              </p:par>
                              <p:par>
                                <p:cTn id="1659" presetID="1" presetClass="entr" presetSubtype="0" fill="hold" nodeType="withEffect">
                                  <p:stCondLst>
                                    <p:cond delay="0"/>
                                  </p:stCondLst>
                                  <p:childTnLst>
                                    <p:set>
                                      <p:cBhvr>
                                        <p:cTn id="1660" dur="1" fill="hold">
                                          <p:stCondLst>
                                            <p:cond delay="0"/>
                                          </p:stCondLst>
                                        </p:cTn>
                                        <p:tgtEl>
                                          <p:spTgt spid="834"/>
                                        </p:tgtEl>
                                        <p:attrNameLst>
                                          <p:attrName>style.visibility</p:attrName>
                                        </p:attrNameLst>
                                      </p:cBhvr>
                                      <p:to>
                                        <p:strVal val="visible"/>
                                      </p:to>
                                    </p:set>
                                  </p:childTnLst>
                                </p:cTn>
                              </p:par>
                              <p:par>
                                <p:cTn id="1661" presetID="1" presetClass="entr" presetSubtype="0" fill="hold" nodeType="withEffect">
                                  <p:stCondLst>
                                    <p:cond delay="0"/>
                                  </p:stCondLst>
                                  <p:childTnLst>
                                    <p:set>
                                      <p:cBhvr>
                                        <p:cTn id="1662" dur="1" fill="hold">
                                          <p:stCondLst>
                                            <p:cond delay="0"/>
                                          </p:stCondLst>
                                        </p:cTn>
                                        <p:tgtEl>
                                          <p:spTgt spid="835"/>
                                        </p:tgtEl>
                                        <p:attrNameLst>
                                          <p:attrName>style.visibility</p:attrName>
                                        </p:attrNameLst>
                                      </p:cBhvr>
                                      <p:to>
                                        <p:strVal val="visible"/>
                                      </p:to>
                                    </p:set>
                                  </p:childTnLst>
                                </p:cTn>
                              </p:par>
                              <p:par>
                                <p:cTn id="1663" presetID="1" presetClass="entr" presetSubtype="0" fill="hold" nodeType="withEffect">
                                  <p:stCondLst>
                                    <p:cond delay="0"/>
                                  </p:stCondLst>
                                  <p:childTnLst>
                                    <p:set>
                                      <p:cBhvr>
                                        <p:cTn id="1664" dur="1" fill="hold">
                                          <p:stCondLst>
                                            <p:cond delay="0"/>
                                          </p:stCondLst>
                                        </p:cTn>
                                        <p:tgtEl>
                                          <p:spTgt spid="836"/>
                                        </p:tgtEl>
                                        <p:attrNameLst>
                                          <p:attrName>style.visibility</p:attrName>
                                        </p:attrNameLst>
                                      </p:cBhvr>
                                      <p:to>
                                        <p:strVal val="visible"/>
                                      </p:to>
                                    </p:set>
                                  </p:childTnLst>
                                </p:cTn>
                              </p:par>
                              <p:par>
                                <p:cTn id="1665" presetID="1" presetClass="entr" presetSubtype="0" fill="hold" nodeType="withEffect">
                                  <p:stCondLst>
                                    <p:cond delay="0"/>
                                  </p:stCondLst>
                                  <p:childTnLst>
                                    <p:set>
                                      <p:cBhvr>
                                        <p:cTn id="1666" dur="1" fill="hold">
                                          <p:stCondLst>
                                            <p:cond delay="0"/>
                                          </p:stCondLst>
                                        </p:cTn>
                                        <p:tgtEl>
                                          <p:spTgt spid="837"/>
                                        </p:tgtEl>
                                        <p:attrNameLst>
                                          <p:attrName>style.visibility</p:attrName>
                                        </p:attrNameLst>
                                      </p:cBhvr>
                                      <p:to>
                                        <p:strVal val="visible"/>
                                      </p:to>
                                    </p:set>
                                  </p:childTnLst>
                                </p:cTn>
                              </p:par>
                              <p:par>
                                <p:cTn id="1667" presetID="1" presetClass="entr" presetSubtype="0" fill="hold" nodeType="withEffect">
                                  <p:stCondLst>
                                    <p:cond delay="0"/>
                                  </p:stCondLst>
                                  <p:childTnLst>
                                    <p:set>
                                      <p:cBhvr>
                                        <p:cTn id="1668" dur="1" fill="hold">
                                          <p:stCondLst>
                                            <p:cond delay="0"/>
                                          </p:stCondLst>
                                        </p:cTn>
                                        <p:tgtEl>
                                          <p:spTgt spid="838"/>
                                        </p:tgtEl>
                                        <p:attrNameLst>
                                          <p:attrName>style.visibility</p:attrName>
                                        </p:attrNameLst>
                                      </p:cBhvr>
                                      <p:to>
                                        <p:strVal val="visible"/>
                                      </p:to>
                                    </p:set>
                                  </p:childTnLst>
                                </p:cTn>
                              </p:par>
                              <p:par>
                                <p:cTn id="1669" presetID="1" presetClass="entr" presetSubtype="0" fill="hold" nodeType="withEffect">
                                  <p:stCondLst>
                                    <p:cond delay="0"/>
                                  </p:stCondLst>
                                  <p:childTnLst>
                                    <p:set>
                                      <p:cBhvr>
                                        <p:cTn id="1670" dur="1" fill="hold">
                                          <p:stCondLst>
                                            <p:cond delay="0"/>
                                          </p:stCondLst>
                                        </p:cTn>
                                        <p:tgtEl>
                                          <p:spTgt spid="839"/>
                                        </p:tgtEl>
                                        <p:attrNameLst>
                                          <p:attrName>style.visibility</p:attrName>
                                        </p:attrNameLst>
                                      </p:cBhvr>
                                      <p:to>
                                        <p:strVal val="visible"/>
                                      </p:to>
                                    </p:set>
                                  </p:childTnLst>
                                </p:cTn>
                              </p:par>
                              <p:par>
                                <p:cTn id="1671" presetID="1" presetClass="entr" presetSubtype="0" fill="hold" nodeType="withEffect">
                                  <p:stCondLst>
                                    <p:cond delay="0"/>
                                  </p:stCondLst>
                                  <p:childTnLst>
                                    <p:set>
                                      <p:cBhvr>
                                        <p:cTn id="1672" dur="1" fill="hold">
                                          <p:stCondLst>
                                            <p:cond delay="0"/>
                                          </p:stCondLst>
                                        </p:cTn>
                                        <p:tgtEl>
                                          <p:spTgt spid="840"/>
                                        </p:tgtEl>
                                        <p:attrNameLst>
                                          <p:attrName>style.visibility</p:attrName>
                                        </p:attrNameLst>
                                      </p:cBhvr>
                                      <p:to>
                                        <p:strVal val="visible"/>
                                      </p:to>
                                    </p:set>
                                  </p:childTnLst>
                                </p:cTn>
                              </p:par>
                              <p:par>
                                <p:cTn id="1673" presetID="1" presetClass="entr" presetSubtype="0" fill="hold" nodeType="withEffect">
                                  <p:stCondLst>
                                    <p:cond delay="0"/>
                                  </p:stCondLst>
                                  <p:childTnLst>
                                    <p:set>
                                      <p:cBhvr>
                                        <p:cTn id="1674" dur="1" fill="hold">
                                          <p:stCondLst>
                                            <p:cond delay="0"/>
                                          </p:stCondLst>
                                        </p:cTn>
                                        <p:tgtEl>
                                          <p:spTgt spid="841"/>
                                        </p:tgtEl>
                                        <p:attrNameLst>
                                          <p:attrName>style.visibility</p:attrName>
                                        </p:attrNameLst>
                                      </p:cBhvr>
                                      <p:to>
                                        <p:strVal val="visible"/>
                                      </p:to>
                                    </p:set>
                                  </p:childTnLst>
                                </p:cTn>
                              </p:par>
                              <p:par>
                                <p:cTn id="1675" presetID="1" presetClass="entr" presetSubtype="0" fill="hold" nodeType="withEffect">
                                  <p:stCondLst>
                                    <p:cond delay="0"/>
                                  </p:stCondLst>
                                  <p:childTnLst>
                                    <p:set>
                                      <p:cBhvr>
                                        <p:cTn id="1676" dur="1" fill="hold">
                                          <p:stCondLst>
                                            <p:cond delay="0"/>
                                          </p:stCondLst>
                                        </p:cTn>
                                        <p:tgtEl>
                                          <p:spTgt spid="842"/>
                                        </p:tgtEl>
                                        <p:attrNameLst>
                                          <p:attrName>style.visibility</p:attrName>
                                        </p:attrNameLst>
                                      </p:cBhvr>
                                      <p:to>
                                        <p:strVal val="visible"/>
                                      </p:to>
                                    </p:set>
                                  </p:childTnLst>
                                </p:cTn>
                              </p:par>
                              <p:par>
                                <p:cTn id="1677" presetID="1" presetClass="entr" presetSubtype="0" fill="hold" nodeType="withEffect">
                                  <p:stCondLst>
                                    <p:cond delay="0"/>
                                  </p:stCondLst>
                                  <p:childTnLst>
                                    <p:set>
                                      <p:cBhvr>
                                        <p:cTn id="1678" dur="1" fill="hold">
                                          <p:stCondLst>
                                            <p:cond delay="0"/>
                                          </p:stCondLst>
                                        </p:cTn>
                                        <p:tgtEl>
                                          <p:spTgt spid="843"/>
                                        </p:tgtEl>
                                        <p:attrNameLst>
                                          <p:attrName>style.visibility</p:attrName>
                                        </p:attrNameLst>
                                      </p:cBhvr>
                                      <p:to>
                                        <p:strVal val="visible"/>
                                      </p:to>
                                    </p:set>
                                  </p:childTnLst>
                                </p:cTn>
                              </p:par>
                              <p:par>
                                <p:cTn id="1679" presetID="1" presetClass="entr" presetSubtype="0" fill="hold" nodeType="withEffect">
                                  <p:stCondLst>
                                    <p:cond delay="0"/>
                                  </p:stCondLst>
                                  <p:childTnLst>
                                    <p:set>
                                      <p:cBhvr>
                                        <p:cTn id="1680" dur="1" fill="hold">
                                          <p:stCondLst>
                                            <p:cond delay="0"/>
                                          </p:stCondLst>
                                        </p:cTn>
                                        <p:tgtEl>
                                          <p:spTgt spid="844"/>
                                        </p:tgtEl>
                                        <p:attrNameLst>
                                          <p:attrName>style.visibility</p:attrName>
                                        </p:attrNameLst>
                                      </p:cBhvr>
                                      <p:to>
                                        <p:strVal val="visible"/>
                                      </p:to>
                                    </p:set>
                                  </p:childTnLst>
                                </p:cTn>
                              </p:par>
                              <p:par>
                                <p:cTn id="1681" presetID="1" presetClass="entr" presetSubtype="0" fill="hold" nodeType="withEffect">
                                  <p:stCondLst>
                                    <p:cond delay="0"/>
                                  </p:stCondLst>
                                  <p:childTnLst>
                                    <p:set>
                                      <p:cBhvr>
                                        <p:cTn id="1682" dur="1" fill="hold">
                                          <p:stCondLst>
                                            <p:cond delay="0"/>
                                          </p:stCondLst>
                                        </p:cTn>
                                        <p:tgtEl>
                                          <p:spTgt spid="845"/>
                                        </p:tgtEl>
                                        <p:attrNameLst>
                                          <p:attrName>style.visibility</p:attrName>
                                        </p:attrNameLst>
                                      </p:cBhvr>
                                      <p:to>
                                        <p:strVal val="visible"/>
                                      </p:to>
                                    </p:set>
                                  </p:childTnLst>
                                </p:cTn>
                              </p:par>
                              <p:par>
                                <p:cTn id="1683" presetID="1" presetClass="entr" presetSubtype="0" fill="hold" nodeType="withEffect">
                                  <p:stCondLst>
                                    <p:cond delay="0"/>
                                  </p:stCondLst>
                                  <p:childTnLst>
                                    <p:set>
                                      <p:cBhvr>
                                        <p:cTn id="1684" dur="1" fill="hold">
                                          <p:stCondLst>
                                            <p:cond delay="0"/>
                                          </p:stCondLst>
                                        </p:cTn>
                                        <p:tgtEl>
                                          <p:spTgt spid="846"/>
                                        </p:tgtEl>
                                        <p:attrNameLst>
                                          <p:attrName>style.visibility</p:attrName>
                                        </p:attrNameLst>
                                      </p:cBhvr>
                                      <p:to>
                                        <p:strVal val="visible"/>
                                      </p:to>
                                    </p:set>
                                  </p:childTnLst>
                                </p:cTn>
                              </p:par>
                              <p:par>
                                <p:cTn id="1685" presetID="1" presetClass="entr" presetSubtype="0" fill="hold" nodeType="withEffect">
                                  <p:stCondLst>
                                    <p:cond delay="0"/>
                                  </p:stCondLst>
                                  <p:childTnLst>
                                    <p:set>
                                      <p:cBhvr>
                                        <p:cTn id="1686" dur="1" fill="hold">
                                          <p:stCondLst>
                                            <p:cond delay="0"/>
                                          </p:stCondLst>
                                        </p:cTn>
                                        <p:tgtEl>
                                          <p:spTgt spid="847"/>
                                        </p:tgtEl>
                                        <p:attrNameLst>
                                          <p:attrName>style.visibility</p:attrName>
                                        </p:attrNameLst>
                                      </p:cBhvr>
                                      <p:to>
                                        <p:strVal val="visible"/>
                                      </p:to>
                                    </p:set>
                                  </p:childTnLst>
                                </p:cTn>
                              </p:par>
                              <p:par>
                                <p:cTn id="1687" presetID="1" presetClass="entr" presetSubtype="0" fill="hold" nodeType="withEffect">
                                  <p:stCondLst>
                                    <p:cond delay="0"/>
                                  </p:stCondLst>
                                  <p:childTnLst>
                                    <p:set>
                                      <p:cBhvr>
                                        <p:cTn id="1688" dur="1" fill="hold">
                                          <p:stCondLst>
                                            <p:cond delay="0"/>
                                          </p:stCondLst>
                                        </p:cTn>
                                        <p:tgtEl>
                                          <p:spTgt spid="848"/>
                                        </p:tgtEl>
                                        <p:attrNameLst>
                                          <p:attrName>style.visibility</p:attrName>
                                        </p:attrNameLst>
                                      </p:cBhvr>
                                      <p:to>
                                        <p:strVal val="visible"/>
                                      </p:to>
                                    </p:set>
                                  </p:childTnLst>
                                </p:cTn>
                              </p:par>
                              <p:par>
                                <p:cTn id="1689" presetID="1" presetClass="entr" presetSubtype="0" fill="hold" nodeType="withEffect">
                                  <p:stCondLst>
                                    <p:cond delay="0"/>
                                  </p:stCondLst>
                                  <p:childTnLst>
                                    <p:set>
                                      <p:cBhvr>
                                        <p:cTn id="1690" dur="1" fill="hold">
                                          <p:stCondLst>
                                            <p:cond delay="0"/>
                                          </p:stCondLst>
                                        </p:cTn>
                                        <p:tgtEl>
                                          <p:spTgt spid="849"/>
                                        </p:tgtEl>
                                        <p:attrNameLst>
                                          <p:attrName>style.visibility</p:attrName>
                                        </p:attrNameLst>
                                      </p:cBhvr>
                                      <p:to>
                                        <p:strVal val="visible"/>
                                      </p:to>
                                    </p:set>
                                  </p:childTnLst>
                                </p:cTn>
                              </p:par>
                              <p:par>
                                <p:cTn id="1691" presetID="1" presetClass="entr" presetSubtype="0" fill="hold" nodeType="withEffect">
                                  <p:stCondLst>
                                    <p:cond delay="0"/>
                                  </p:stCondLst>
                                  <p:childTnLst>
                                    <p:set>
                                      <p:cBhvr>
                                        <p:cTn id="1692" dur="1" fill="hold">
                                          <p:stCondLst>
                                            <p:cond delay="0"/>
                                          </p:stCondLst>
                                        </p:cTn>
                                        <p:tgtEl>
                                          <p:spTgt spid="850"/>
                                        </p:tgtEl>
                                        <p:attrNameLst>
                                          <p:attrName>style.visibility</p:attrName>
                                        </p:attrNameLst>
                                      </p:cBhvr>
                                      <p:to>
                                        <p:strVal val="visible"/>
                                      </p:to>
                                    </p:set>
                                  </p:childTnLst>
                                </p:cTn>
                              </p:par>
                              <p:par>
                                <p:cTn id="1693" presetID="1" presetClass="entr" presetSubtype="0" fill="hold" nodeType="withEffect">
                                  <p:stCondLst>
                                    <p:cond delay="0"/>
                                  </p:stCondLst>
                                  <p:childTnLst>
                                    <p:set>
                                      <p:cBhvr>
                                        <p:cTn id="1694" dur="1" fill="hold">
                                          <p:stCondLst>
                                            <p:cond delay="0"/>
                                          </p:stCondLst>
                                        </p:cTn>
                                        <p:tgtEl>
                                          <p:spTgt spid="851"/>
                                        </p:tgtEl>
                                        <p:attrNameLst>
                                          <p:attrName>style.visibility</p:attrName>
                                        </p:attrNameLst>
                                      </p:cBhvr>
                                      <p:to>
                                        <p:strVal val="visible"/>
                                      </p:to>
                                    </p:set>
                                  </p:childTnLst>
                                </p:cTn>
                              </p:par>
                              <p:par>
                                <p:cTn id="1695" presetID="1" presetClass="entr" presetSubtype="0" fill="hold" nodeType="withEffect">
                                  <p:stCondLst>
                                    <p:cond delay="0"/>
                                  </p:stCondLst>
                                  <p:childTnLst>
                                    <p:set>
                                      <p:cBhvr>
                                        <p:cTn id="1696" dur="1" fill="hold">
                                          <p:stCondLst>
                                            <p:cond delay="0"/>
                                          </p:stCondLst>
                                        </p:cTn>
                                        <p:tgtEl>
                                          <p:spTgt spid="852"/>
                                        </p:tgtEl>
                                        <p:attrNameLst>
                                          <p:attrName>style.visibility</p:attrName>
                                        </p:attrNameLst>
                                      </p:cBhvr>
                                      <p:to>
                                        <p:strVal val="visible"/>
                                      </p:to>
                                    </p:set>
                                  </p:childTnLst>
                                </p:cTn>
                              </p:par>
                              <p:par>
                                <p:cTn id="1697" presetID="1" presetClass="entr" presetSubtype="0" fill="hold" nodeType="withEffect">
                                  <p:stCondLst>
                                    <p:cond delay="0"/>
                                  </p:stCondLst>
                                  <p:childTnLst>
                                    <p:set>
                                      <p:cBhvr>
                                        <p:cTn id="1698" dur="1" fill="hold">
                                          <p:stCondLst>
                                            <p:cond delay="0"/>
                                          </p:stCondLst>
                                        </p:cTn>
                                        <p:tgtEl>
                                          <p:spTgt spid="853"/>
                                        </p:tgtEl>
                                        <p:attrNameLst>
                                          <p:attrName>style.visibility</p:attrName>
                                        </p:attrNameLst>
                                      </p:cBhvr>
                                      <p:to>
                                        <p:strVal val="visible"/>
                                      </p:to>
                                    </p:set>
                                  </p:childTnLst>
                                </p:cTn>
                              </p:par>
                              <p:par>
                                <p:cTn id="1699" presetID="1" presetClass="entr" presetSubtype="0" fill="hold" nodeType="withEffect">
                                  <p:stCondLst>
                                    <p:cond delay="0"/>
                                  </p:stCondLst>
                                  <p:childTnLst>
                                    <p:set>
                                      <p:cBhvr>
                                        <p:cTn id="1700" dur="1" fill="hold">
                                          <p:stCondLst>
                                            <p:cond delay="0"/>
                                          </p:stCondLst>
                                        </p:cTn>
                                        <p:tgtEl>
                                          <p:spTgt spid="854"/>
                                        </p:tgtEl>
                                        <p:attrNameLst>
                                          <p:attrName>style.visibility</p:attrName>
                                        </p:attrNameLst>
                                      </p:cBhvr>
                                      <p:to>
                                        <p:strVal val="visible"/>
                                      </p:to>
                                    </p:set>
                                  </p:childTnLst>
                                </p:cTn>
                              </p:par>
                              <p:par>
                                <p:cTn id="1701" presetID="1" presetClass="entr" presetSubtype="0" fill="hold" nodeType="withEffect">
                                  <p:stCondLst>
                                    <p:cond delay="0"/>
                                  </p:stCondLst>
                                  <p:childTnLst>
                                    <p:set>
                                      <p:cBhvr>
                                        <p:cTn id="1702" dur="1" fill="hold">
                                          <p:stCondLst>
                                            <p:cond delay="0"/>
                                          </p:stCondLst>
                                        </p:cTn>
                                        <p:tgtEl>
                                          <p:spTgt spid="855"/>
                                        </p:tgtEl>
                                        <p:attrNameLst>
                                          <p:attrName>style.visibility</p:attrName>
                                        </p:attrNameLst>
                                      </p:cBhvr>
                                      <p:to>
                                        <p:strVal val="visible"/>
                                      </p:to>
                                    </p:set>
                                  </p:childTnLst>
                                </p:cTn>
                              </p:par>
                              <p:par>
                                <p:cTn id="1703" presetID="1" presetClass="entr" presetSubtype="0" fill="hold" nodeType="withEffect">
                                  <p:stCondLst>
                                    <p:cond delay="0"/>
                                  </p:stCondLst>
                                  <p:childTnLst>
                                    <p:set>
                                      <p:cBhvr>
                                        <p:cTn id="1704" dur="1" fill="hold">
                                          <p:stCondLst>
                                            <p:cond delay="0"/>
                                          </p:stCondLst>
                                        </p:cTn>
                                        <p:tgtEl>
                                          <p:spTgt spid="856"/>
                                        </p:tgtEl>
                                        <p:attrNameLst>
                                          <p:attrName>style.visibility</p:attrName>
                                        </p:attrNameLst>
                                      </p:cBhvr>
                                      <p:to>
                                        <p:strVal val="visible"/>
                                      </p:to>
                                    </p:set>
                                  </p:childTnLst>
                                </p:cTn>
                              </p:par>
                              <p:par>
                                <p:cTn id="1705" presetID="1" presetClass="entr" presetSubtype="0" fill="hold" nodeType="withEffect">
                                  <p:stCondLst>
                                    <p:cond delay="0"/>
                                  </p:stCondLst>
                                  <p:childTnLst>
                                    <p:set>
                                      <p:cBhvr>
                                        <p:cTn id="1706" dur="1" fill="hold">
                                          <p:stCondLst>
                                            <p:cond delay="0"/>
                                          </p:stCondLst>
                                        </p:cTn>
                                        <p:tgtEl>
                                          <p:spTgt spid="857"/>
                                        </p:tgtEl>
                                        <p:attrNameLst>
                                          <p:attrName>style.visibility</p:attrName>
                                        </p:attrNameLst>
                                      </p:cBhvr>
                                      <p:to>
                                        <p:strVal val="visible"/>
                                      </p:to>
                                    </p:set>
                                  </p:childTnLst>
                                </p:cTn>
                              </p:par>
                              <p:par>
                                <p:cTn id="1707" presetID="1" presetClass="entr" presetSubtype="0" fill="hold" nodeType="withEffect">
                                  <p:stCondLst>
                                    <p:cond delay="0"/>
                                  </p:stCondLst>
                                  <p:childTnLst>
                                    <p:set>
                                      <p:cBhvr>
                                        <p:cTn id="1708" dur="1" fill="hold">
                                          <p:stCondLst>
                                            <p:cond delay="0"/>
                                          </p:stCondLst>
                                        </p:cTn>
                                        <p:tgtEl>
                                          <p:spTgt spid="858"/>
                                        </p:tgtEl>
                                        <p:attrNameLst>
                                          <p:attrName>style.visibility</p:attrName>
                                        </p:attrNameLst>
                                      </p:cBhvr>
                                      <p:to>
                                        <p:strVal val="visible"/>
                                      </p:to>
                                    </p:set>
                                  </p:childTnLst>
                                </p:cTn>
                              </p:par>
                              <p:par>
                                <p:cTn id="1709" presetID="1" presetClass="entr" presetSubtype="0" fill="hold" nodeType="withEffect">
                                  <p:stCondLst>
                                    <p:cond delay="0"/>
                                  </p:stCondLst>
                                  <p:childTnLst>
                                    <p:set>
                                      <p:cBhvr>
                                        <p:cTn id="1710" dur="1" fill="hold">
                                          <p:stCondLst>
                                            <p:cond delay="0"/>
                                          </p:stCondLst>
                                        </p:cTn>
                                        <p:tgtEl>
                                          <p:spTgt spid="859"/>
                                        </p:tgtEl>
                                        <p:attrNameLst>
                                          <p:attrName>style.visibility</p:attrName>
                                        </p:attrNameLst>
                                      </p:cBhvr>
                                      <p:to>
                                        <p:strVal val="visible"/>
                                      </p:to>
                                    </p:set>
                                  </p:childTnLst>
                                </p:cTn>
                              </p:par>
                              <p:par>
                                <p:cTn id="1711" presetID="1" presetClass="entr" presetSubtype="0" fill="hold" nodeType="withEffect">
                                  <p:stCondLst>
                                    <p:cond delay="0"/>
                                  </p:stCondLst>
                                  <p:childTnLst>
                                    <p:set>
                                      <p:cBhvr>
                                        <p:cTn id="1712" dur="1" fill="hold">
                                          <p:stCondLst>
                                            <p:cond delay="0"/>
                                          </p:stCondLst>
                                        </p:cTn>
                                        <p:tgtEl>
                                          <p:spTgt spid="860"/>
                                        </p:tgtEl>
                                        <p:attrNameLst>
                                          <p:attrName>style.visibility</p:attrName>
                                        </p:attrNameLst>
                                      </p:cBhvr>
                                      <p:to>
                                        <p:strVal val="visible"/>
                                      </p:to>
                                    </p:set>
                                  </p:childTnLst>
                                </p:cTn>
                              </p:par>
                              <p:par>
                                <p:cTn id="1713" presetID="1" presetClass="entr" presetSubtype="0" fill="hold" nodeType="withEffect">
                                  <p:stCondLst>
                                    <p:cond delay="0"/>
                                  </p:stCondLst>
                                  <p:childTnLst>
                                    <p:set>
                                      <p:cBhvr>
                                        <p:cTn id="1714" dur="1" fill="hold">
                                          <p:stCondLst>
                                            <p:cond delay="0"/>
                                          </p:stCondLst>
                                        </p:cTn>
                                        <p:tgtEl>
                                          <p:spTgt spid="861"/>
                                        </p:tgtEl>
                                        <p:attrNameLst>
                                          <p:attrName>style.visibility</p:attrName>
                                        </p:attrNameLst>
                                      </p:cBhvr>
                                      <p:to>
                                        <p:strVal val="visible"/>
                                      </p:to>
                                    </p:set>
                                  </p:childTnLst>
                                </p:cTn>
                              </p:par>
                              <p:par>
                                <p:cTn id="1715" presetID="1" presetClass="entr" presetSubtype="0" fill="hold" nodeType="withEffect">
                                  <p:stCondLst>
                                    <p:cond delay="0"/>
                                  </p:stCondLst>
                                  <p:childTnLst>
                                    <p:set>
                                      <p:cBhvr>
                                        <p:cTn id="1716" dur="1" fill="hold">
                                          <p:stCondLst>
                                            <p:cond delay="0"/>
                                          </p:stCondLst>
                                        </p:cTn>
                                        <p:tgtEl>
                                          <p:spTgt spid="862"/>
                                        </p:tgtEl>
                                        <p:attrNameLst>
                                          <p:attrName>style.visibility</p:attrName>
                                        </p:attrNameLst>
                                      </p:cBhvr>
                                      <p:to>
                                        <p:strVal val="visible"/>
                                      </p:to>
                                    </p:set>
                                  </p:childTnLst>
                                </p:cTn>
                              </p:par>
                              <p:par>
                                <p:cTn id="1717" presetID="1" presetClass="entr" presetSubtype="0" fill="hold" nodeType="withEffect">
                                  <p:stCondLst>
                                    <p:cond delay="0"/>
                                  </p:stCondLst>
                                  <p:childTnLst>
                                    <p:set>
                                      <p:cBhvr>
                                        <p:cTn id="1718" dur="1" fill="hold">
                                          <p:stCondLst>
                                            <p:cond delay="0"/>
                                          </p:stCondLst>
                                        </p:cTn>
                                        <p:tgtEl>
                                          <p:spTgt spid="863"/>
                                        </p:tgtEl>
                                        <p:attrNameLst>
                                          <p:attrName>style.visibility</p:attrName>
                                        </p:attrNameLst>
                                      </p:cBhvr>
                                      <p:to>
                                        <p:strVal val="visible"/>
                                      </p:to>
                                    </p:set>
                                  </p:childTnLst>
                                </p:cTn>
                              </p:par>
                              <p:par>
                                <p:cTn id="1719" presetID="1" presetClass="entr" presetSubtype="0" fill="hold" nodeType="withEffect">
                                  <p:stCondLst>
                                    <p:cond delay="0"/>
                                  </p:stCondLst>
                                  <p:childTnLst>
                                    <p:set>
                                      <p:cBhvr>
                                        <p:cTn id="1720" dur="1" fill="hold">
                                          <p:stCondLst>
                                            <p:cond delay="0"/>
                                          </p:stCondLst>
                                        </p:cTn>
                                        <p:tgtEl>
                                          <p:spTgt spid="864"/>
                                        </p:tgtEl>
                                        <p:attrNameLst>
                                          <p:attrName>style.visibility</p:attrName>
                                        </p:attrNameLst>
                                      </p:cBhvr>
                                      <p:to>
                                        <p:strVal val="visible"/>
                                      </p:to>
                                    </p:set>
                                  </p:childTnLst>
                                </p:cTn>
                              </p:par>
                              <p:par>
                                <p:cTn id="1721" presetID="1" presetClass="entr" presetSubtype="0" fill="hold" nodeType="withEffect">
                                  <p:stCondLst>
                                    <p:cond delay="0"/>
                                  </p:stCondLst>
                                  <p:childTnLst>
                                    <p:set>
                                      <p:cBhvr>
                                        <p:cTn id="1722" dur="1" fill="hold">
                                          <p:stCondLst>
                                            <p:cond delay="0"/>
                                          </p:stCondLst>
                                        </p:cTn>
                                        <p:tgtEl>
                                          <p:spTgt spid="865"/>
                                        </p:tgtEl>
                                        <p:attrNameLst>
                                          <p:attrName>style.visibility</p:attrName>
                                        </p:attrNameLst>
                                      </p:cBhvr>
                                      <p:to>
                                        <p:strVal val="visible"/>
                                      </p:to>
                                    </p:set>
                                  </p:childTnLst>
                                </p:cTn>
                              </p:par>
                              <p:par>
                                <p:cTn id="1723" presetID="1" presetClass="entr" presetSubtype="0" fill="hold" nodeType="withEffect">
                                  <p:stCondLst>
                                    <p:cond delay="0"/>
                                  </p:stCondLst>
                                  <p:childTnLst>
                                    <p:set>
                                      <p:cBhvr>
                                        <p:cTn id="1724" dur="1" fill="hold">
                                          <p:stCondLst>
                                            <p:cond delay="0"/>
                                          </p:stCondLst>
                                        </p:cTn>
                                        <p:tgtEl>
                                          <p:spTgt spid="866"/>
                                        </p:tgtEl>
                                        <p:attrNameLst>
                                          <p:attrName>style.visibility</p:attrName>
                                        </p:attrNameLst>
                                      </p:cBhvr>
                                      <p:to>
                                        <p:strVal val="visible"/>
                                      </p:to>
                                    </p:set>
                                  </p:childTnLst>
                                </p:cTn>
                              </p:par>
                              <p:par>
                                <p:cTn id="1725" presetID="1" presetClass="entr" presetSubtype="0" fill="hold" nodeType="withEffect">
                                  <p:stCondLst>
                                    <p:cond delay="0"/>
                                  </p:stCondLst>
                                  <p:childTnLst>
                                    <p:set>
                                      <p:cBhvr>
                                        <p:cTn id="1726" dur="1" fill="hold">
                                          <p:stCondLst>
                                            <p:cond delay="0"/>
                                          </p:stCondLst>
                                        </p:cTn>
                                        <p:tgtEl>
                                          <p:spTgt spid="867"/>
                                        </p:tgtEl>
                                        <p:attrNameLst>
                                          <p:attrName>style.visibility</p:attrName>
                                        </p:attrNameLst>
                                      </p:cBhvr>
                                      <p:to>
                                        <p:strVal val="visible"/>
                                      </p:to>
                                    </p:set>
                                  </p:childTnLst>
                                </p:cTn>
                              </p:par>
                              <p:par>
                                <p:cTn id="1727" presetID="1" presetClass="entr" presetSubtype="0" fill="hold" nodeType="withEffect">
                                  <p:stCondLst>
                                    <p:cond delay="0"/>
                                  </p:stCondLst>
                                  <p:childTnLst>
                                    <p:set>
                                      <p:cBhvr>
                                        <p:cTn id="1728" dur="1" fill="hold">
                                          <p:stCondLst>
                                            <p:cond delay="0"/>
                                          </p:stCondLst>
                                        </p:cTn>
                                        <p:tgtEl>
                                          <p:spTgt spid="868"/>
                                        </p:tgtEl>
                                        <p:attrNameLst>
                                          <p:attrName>style.visibility</p:attrName>
                                        </p:attrNameLst>
                                      </p:cBhvr>
                                      <p:to>
                                        <p:strVal val="visible"/>
                                      </p:to>
                                    </p:set>
                                  </p:childTnLst>
                                </p:cTn>
                              </p:par>
                              <p:par>
                                <p:cTn id="1729" presetID="1" presetClass="entr" presetSubtype="0" fill="hold" nodeType="withEffect">
                                  <p:stCondLst>
                                    <p:cond delay="0"/>
                                  </p:stCondLst>
                                  <p:childTnLst>
                                    <p:set>
                                      <p:cBhvr>
                                        <p:cTn id="1730" dur="1" fill="hold">
                                          <p:stCondLst>
                                            <p:cond delay="0"/>
                                          </p:stCondLst>
                                        </p:cTn>
                                        <p:tgtEl>
                                          <p:spTgt spid="869"/>
                                        </p:tgtEl>
                                        <p:attrNameLst>
                                          <p:attrName>style.visibility</p:attrName>
                                        </p:attrNameLst>
                                      </p:cBhvr>
                                      <p:to>
                                        <p:strVal val="visible"/>
                                      </p:to>
                                    </p:set>
                                  </p:childTnLst>
                                </p:cTn>
                              </p:par>
                              <p:par>
                                <p:cTn id="1731" presetID="1" presetClass="entr" presetSubtype="0" fill="hold" nodeType="withEffect">
                                  <p:stCondLst>
                                    <p:cond delay="0"/>
                                  </p:stCondLst>
                                  <p:childTnLst>
                                    <p:set>
                                      <p:cBhvr>
                                        <p:cTn id="1732" dur="1" fill="hold">
                                          <p:stCondLst>
                                            <p:cond delay="0"/>
                                          </p:stCondLst>
                                        </p:cTn>
                                        <p:tgtEl>
                                          <p:spTgt spid="870"/>
                                        </p:tgtEl>
                                        <p:attrNameLst>
                                          <p:attrName>style.visibility</p:attrName>
                                        </p:attrNameLst>
                                      </p:cBhvr>
                                      <p:to>
                                        <p:strVal val="visible"/>
                                      </p:to>
                                    </p:set>
                                  </p:childTnLst>
                                </p:cTn>
                              </p:par>
                              <p:par>
                                <p:cTn id="1733" presetID="1" presetClass="entr" presetSubtype="0" fill="hold" nodeType="withEffect">
                                  <p:stCondLst>
                                    <p:cond delay="0"/>
                                  </p:stCondLst>
                                  <p:childTnLst>
                                    <p:set>
                                      <p:cBhvr>
                                        <p:cTn id="1734" dur="1" fill="hold">
                                          <p:stCondLst>
                                            <p:cond delay="0"/>
                                          </p:stCondLst>
                                        </p:cTn>
                                        <p:tgtEl>
                                          <p:spTgt spid="871"/>
                                        </p:tgtEl>
                                        <p:attrNameLst>
                                          <p:attrName>style.visibility</p:attrName>
                                        </p:attrNameLst>
                                      </p:cBhvr>
                                      <p:to>
                                        <p:strVal val="visible"/>
                                      </p:to>
                                    </p:set>
                                  </p:childTnLst>
                                </p:cTn>
                              </p:par>
                              <p:par>
                                <p:cTn id="1735" presetID="1" presetClass="entr" presetSubtype="0" fill="hold" nodeType="withEffect">
                                  <p:stCondLst>
                                    <p:cond delay="0"/>
                                  </p:stCondLst>
                                  <p:childTnLst>
                                    <p:set>
                                      <p:cBhvr>
                                        <p:cTn id="1736" dur="1" fill="hold">
                                          <p:stCondLst>
                                            <p:cond delay="0"/>
                                          </p:stCondLst>
                                        </p:cTn>
                                        <p:tgtEl>
                                          <p:spTgt spid="872"/>
                                        </p:tgtEl>
                                        <p:attrNameLst>
                                          <p:attrName>style.visibility</p:attrName>
                                        </p:attrNameLst>
                                      </p:cBhvr>
                                      <p:to>
                                        <p:strVal val="visible"/>
                                      </p:to>
                                    </p:set>
                                  </p:childTnLst>
                                </p:cTn>
                              </p:par>
                              <p:par>
                                <p:cTn id="1737" presetID="1" presetClass="entr" presetSubtype="0" fill="hold" nodeType="withEffect">
                                  <p:stCondLst>
                                    <p:cond delay="0"/>
                                  </p:stCondLst>
                                  <p:childTnLst>
                                    <p:set>
                                      <p:cBhvr>
                                        <p:cTn id="1738" dur="1" fill="hold">
                                          <p:stCondLst>
                                            <p:cond delay="0"/>
                                          </p:stCondLst>
                                        </p:cTn>
                                        <p:tgtEl>
                                          <p:spTgt spid="873"/>
                                        </p:tgtEl>
                                        <p:attrNameLst>
                                          <p:attrName>style.visibility</p:attrName>
                                        </p:attrNameLst>
                                      </p:cBhvr>
                                      <p:to>
                                        <p:strVal val="visible"/>
                                      </p:to>
                                    </p:set>
                                  </p:childTnLst>
                                </p:cTn>
                              </p:par>
                              <p:par>
                                <p:cTn id="1739" presetID="1" presetClass="entr" presetSubtype="0" fill="hold" nodeType="withEffect">
                                  <p:stCondLst>
                                    <p:cond delay="0"/>
                                  </p:stCondLst>
                                  <p:childTnLst>
                                    <p:set>
                                      <p:cBhvr>
                                        <p:cTn id="1740" dur="1" fill="hold">
                                          <p:stCondLst>
                                            <p:cond delay="0"/>
                                          </p:stCondLst>
                                        </p:cTn>
                                        <p:tgtEl>
                                          <p:spTgt spid="874"/>
                                        </p:tgtEl>
                                        <p:attrNameLst>
                                          <p:attrName>style.visibility</p:attrName>
                                        </p:attrNameLst>
                                      </p:cBhvr>
                                      <p:to>
                                        <p:strVal val="visible"/>
                                      </p:to>
                                    </p:set>
                                  </p:childTnLst>
                                </p:cTn>
                              </p:par>
                              <p:par>
                                <p:cTn id="1741" presetID="1" presetClass="entr" presetSubtype="0" fill="hold" nodeType="withEffect">
                                  <p:stCondLst>
                                    <p:cond delay="0"/>
                                  </p:stCondLst>
                                  <p:childTnLst>
                                    <p:set>
                                      <p:cBhvr>
                                        <p:cTn id="1742" dur="1" fill="hold">
                                          <p:stCondLst>
                                            <p:cond delay="0"/>
                                          </p:stCondLst>
                                        </p:cTn>
                                        <p:tgtEl>
                                          <p:spTgt spid="875"/>
                                        </p:tgtEl>
                                        <p:attrNameLst>
                                          <p:attrName>style.visibility</p:attrName>
                                        </p:attrNameLst>
                                      </p:cBhvr>
                                      <p:to>
                                        <p:strVal val="visible"/>
                                      </p:to>
                                    </p:set>
                                  </p:childTnLst>
                                </p:cTn>
                              </p:par>
                              <p:par>
                                <p:cTn id="1743" presetID="1" presetClass="entr" presetSubtype="0" fill="hold" nodeType="withEffect">
                                  <p:stCondLst>
                                    <p:cond delay="0"/>
                                  </p:stCondLst>
                                  <p:childTnLst>
                                    <p:set>
                                      <p:cBhvr>
                                        <p:cTn id="1744" dur="1" fill="hold">
                                          <p:stCondLst>
                                            <p:cond delay="0"/>
                                          </p:stCondLst>
                                        </p:cTn>
                                        <p:tgtEl>
                                          <p:spTgt spid="876"/>
                                        </p:tgtEl>
                                        <p:attrNameLst>
                                          <p:attrName>style.visibility</p:attrName>
                                        </p:attrNameLst>
                                      </p:cBhvr>
                                      <p:to>
                                        <p:strVal val="visible"/>
                                      </p:to>
                                    </p:set>
                                  </p:childTnLst>
                                </p:cTn>
                              </p:par>
                              <p:par>
                                <p:cTn id="1745" presetID="1" presetClass="entr" presetSubtype="0" fill="hold" nodeType="withEffect">
                                  <p:stCondLst>
                                    <p:cond delay="0"/>
                                  </p:stCondLst>
                                  <p:childTnLst>
                                    <p:set>
                                      <p:cBhvr>
                                        <p:cTn id="1746" dur="1" fill="hold">
                                          <p:stCondLst>
                                            <p:cond delay="0"/>
                                          </p:stCondLst>
                                        </p:cTn>
                                        <p:tgtEl>
                                          <p:spTgt spid="877"/>
                                        </p:tgtEl>
                                        <p:attrNameLst>
                                          <p:attrName>style.visibility</p:attrName>
                                        </p:attrNameLst>
                                      </p:cBhvr>
                                      <p:to>
                                        <p:strVal val="visible"/>
                                      </p:to>
                                    </p:set>
                                  </p:childTnLst>
                                </p:cTn>
                              </p:par>
                              <p:par>
                                <p:cTn id="1747" presetID="1" presetClass="entr" presetSubtype="0" fill="hold" nodeType="withEffect">
                                  <p:stCondLst>
                                    <p:cond delay="0"/>
                                  </p:stCondLst>
                                  <p:childTnLst>
                                    <p:set>
                                      <p:cBhvr>
                                        <p:cTn id="1748" dur="1" fill="hold">
                                          <p:stCondLst>
                                            <p:cond delay="0"/>
                                          </p:stCondLst>
                                        </p:cTn>
                                        <p:tgtEl>
                                          <p:spTgt spid="878"/>
                                        </p:tgtEl>
                                        <p:attrNameLst>
                                          <p:attrName>style.visibility</p:attrName>
                                        </p:attrNameLst>
                                      </p:cBhvr>
                                      <p:to>
                                        <p:strVal val="visible"/>
                                      </p:to>
                                    </p:set>
                                  </p:childTnLst>
                                </p:cTn>
                              </p:par>
                              <p:par>
                                <p:cTn id="1749" presetID="1" presetClass="entr" presetSubtype="0" fill="hold" nodeType="withEffect">
                                  <p:stCondLst>
                                    <p:cond delay="0"/>
                                  </p:stCondLst>
                                  <p:childTnLst>
                                    <p:set>
                                      <p:cBhvr>
                                        <p:cTn id="1750" dur="1" fill="hold">
                                          <p:stCondLst>
                                            <p:cond delay="0"/>
                                          </p:stCondLst>
                                        </p:cTn>
                                        <p:tgtEl>
                                          <p:spTgt spid="879"/>
                                        </p:tgtEl>
                                        <p:attrNameLst>
                                          <p:attrName>style.visibility</p:attrName>
                                        </p:attrNameLst>
                                      </p:cBhvr>
                                      <p:to>
                                        <p:strVal val="visible"/>
                                      </p:to>
                                    </p:set>
                                  </p:childTnLst>
                                </p:cTn>
                              </p:par>
                              <p:par>
                                <p:cTn id="1751" presetID="1" presetClass="entr" presetSubtype="0" fill="hold" nodeType="withEffect">
                                  <p:stCondLst>
                                    <p:cond delay="0"/>
                                  </p:stCondLst>
                                  <p:childTnLst>
                                    <p:set>
                                      <p:cBhvr>
                                        <p:cTn id="1752" dur="1" fill="hold">
                                          <p:stCondLst>
                                            <p:cond delay="0"/>
                                          </p:stCondLst>
                                        </p:cTn>
                                        <p:tgtEl>
                                          <p:spTgt spid="880"/>
                                        </p:tgtEl>
                                        <p:attrNameLst>
                                          <p:attrName>style.visibility</p:attrName>
                                        </p:attrNameLst>
                                      </p:cBhvr>
                                      <p:to>
                                        <p:strVal val="visible"/>
                                      </p:to>
                                    </p:set>
                                  </p:childTnLst>
                                </p:cTn>
                              </p:par>
                              <p:par>
                                <p:cTn id="1753" presetID="1" presetClass="entr" presetSubtype="0" fill="hold" nodeType="withEffect">
                                  <p:stCondLst>
                                    <p:cond delay="0"/>
                                  </p:stCondLst>
                                  <p:childTnLst>
                                    <p:set>
                                      <p:cBhvr>
                                        <p:cTn id="1754" dur="1" fill="hold">
                                          <p:stCondLst>
                                            <p:cond delay="0"/>
                                          </p:stCondLst>
                                        </p:cTn>
                                        <p:tgtEl>
                                          <p:spTgt spid="881"/>
                                        </p:tgtEl>
                                        <p:attrNameLst>
                                          <p:attrName>style.visibility</p:attrName>
                                        </p:attrNameLst>
                                      </p:cBhvr>
                                      <p:to>
                                        <p:strVal val="visible"/>
                                      </p:to>
                                    </p:set>
                                  </p:childTnLst>
                                </p:cTn>
                              </p:par>
                              <p:par>
                                <p:cTn id="1755" presetID="1" presetClass="entr" presetSubtype="0" fill="hold" nodeType="withEffect">
                                  <p:stCondLst>
                                    <p:cond delay="0"/>
                                  </p:stCondLst>
                                  <p:childTnLst>
                                    <p:set>
                                      <p:cBhvr>
                                        <p:cTn id="1756" dur="1" fill="hold">
                                          <p:stCondLst>
                                            <p:cond delay="0"/>
                                          </p:stCondLst>
                                        </p:cTn>
                                        <p:tgtEl>
                                          <p:spTgt spid="882"/>
                                        </p:tgtEl>
                                        <p:attrNameLst>
                                          <p:attrName>style.visibility</p:attrName>
                                        </p:attrNameLst>
                                      </p:cBhvr>
                                      <p:to>
                                        <p:strVal val="visible"/>
                                      </p:to>
                                    </p:set>
                                  </p:childTnLst>
                                </p:cTn>
                              </p:par>
                              <p:par>
                                <p:cTn id="1757" presetID="1" presetClass="entr" presetSubtype="0" fill="hold" nodeType="withEffect">
                                  <p:stCondLst>
                                    <p:cond delay="0"/>
                                  </p:stCondLst>
                                  <p:childTnLst>
                                    <p:set>
                                      <p:cBhvr>
                                        <p:cTn id="1758" dur="1" fill="hold">
                                          <p:stCondLst>
                                            <p:cond delay="0"/>
                                          </p:stCondLst>
                                        </p:cTn>
                                        <p:tgtEl>
                                          <p:spTgt spid="883"/>
                                        </p:tgtEl>
                                        <p:attrNameLst>
                                          <p:attrName>style.visibility</p:attrName>
                                        </p:attrNameLst>
                                      </p:cBhvr>
                                      <p:to>
                                        <p:strVal val="visible"/>
                                      </p:to>
                                    </p:set>
                                  </p:childTnLst>
                                </p:cTn>
                              </p:par>
                              <p:par>
                                <p:cTn id="1759" presetID="1" presetClass="entr" presetSubtype="0" fill="hold" nodeType="withEffect">
                                  <p:stCondLst>
                                    <p:cond delay="0"/>
                                  </p:stCondLst>
                                  <p:childTnLst>
                                    <p:set>
                                      <p:cBhvr>
                                        <p:cTn id="1760" dur="1" fill="hold">
                                          <p:stCondLst>
                                            <p:cond delay="0"/>
                                          </p:stCondLst>
                                        </p:cTn>
                                        <p:tgtEl>
                                          <p:spTgt spid="884"/>
                                        </p:tgtEl>
                                        <p:attrNameLst>
                                          <p:attrName>style.visibility</p:attrName>
                                        </p:attrNameLst>
                                      </p:cBhvr>
                                      <p:to>
                                        <p:strVal val="visible"/>
                                      </p:to>
                                    </p:set>
                                  </p:childTnLst>
                                </p:cTn>
                              </p:par>
                              <p:par>
                                <p:cTn id="1761" presetID="1" presetClass="entr" presetSubtype="0" fill="hold" nodeType="withEffect">
                                  <p:stCondLst>
                                    <p:cond delay="0"/>
                                  </p:stCondLst>
                                  <p:childTnLst>
                                    <p:set>
                                      <p:cBhvr>
                                        <p:cTn id="1762" dur="1" fill="hold">
                                          <p:stCondLst>
                                            <p:cond delay="0"/>
                                          </p:stCondLst>
                                        </p:cTn>
                                        <p:tgtEl>
                                          <p:spTgt spid="885"/>
                                        </p:tgtEl>
                                        <p:attrNameLst>
                                          <p:attrName>style.visibility</p:attrName>
                                        </p:attrNameLst>
                                      </p:cBhvr>
                                      <p:to>
                                        <p:strVal val="visible"/>
                                      </p:to>
                                    </p:set>
                                  </p:childTnLst>
                                </p:cTn>
                              </p:par>
                              <p:par>
                                <p:cTn id="1763" presetID="1" presetClass="entr" presetSubtype="0" fill="hold" nodeType="withEffect">
                                  <p:stCondLst>
                                    <p:cond delay="0"/>
                                  </p:stCondLst>
                                  <p:childTnLst>
                                    <p:set>
                                      <p:cBhvr>
                                        <p:cTn id="1764" dur="1" fill="hold">
                                          <p:stCondLst>
                                            <p:cond delay="0"/>
                                          </p:stCondLst>
                                        </p:cTn>
                                        <p:tgtEl>
                                          <p:spTgt spid="886"/>
                                        </p:tgtEl>
                                        <p:attrNameLst>
                                          <p:attrName>style.visibility</p:attrName>
                                        </p:attrNameLst>
                                      </p:cBhvr>
                                      <p:to>
                                        <p:strVal val="visible"/>
                                      </p:to>
                                    </p:set>
                                  </p:childTnLst>
                                </p:cTn>
                              </p:par>
                              <p:par>
                                <p:cTn id="1765" presetID="1" presetClass="entr" presetSubtype="0" fill="hold" nodeType="withEffect">
                                  <p:stCondLst>
                                    <p:cond delay="0"/>
                                  </p:stCondLst>
                                  <p:childTnLst>
                                    <p:set>
                                      <p:cBhvr>
                                        <p:cTn id="1766" dur="1" fill="hold">
                                          <p:stCondLst>
                                            <p:cond delay="0"/>
                                          </p:stCondLst>
                                        </p:cTn>
                                        <p:tgtEl>
                                          <p:spTgt spid="887"/>
                                        </p:tgtEl>
                                        <p:attrNameLst>
                                          <p:attrName>style.visibility</p:attrName>
                                        </p:attrNameLst>
                                      </p:cBhvr>
                                      <p:to>
                                        <p:strVal val="visible"/>
                                      </p:to>
                                    </p:set>
                                  </p:childTnLst>
                                </p:cTn>
                              </p:par>
                              <p:par>
                                <p:cTn id="1767" presetID="1" presetClass="entr" presetSubtype="0" fill="hold" nodeType="withEffect">
                                  <p:stCondLst>
                                    <p:cond delay="0"/>
                                  </p:stCondLst>
                                  <p:childTnLst>
                                    <p:set>
                                      <p:cBhvr>
                                        <p:cTn id="1768" dur="1" fill="hold">
                                          <p:stCondLst>
                                            <p:cond delay="0"/>
                                          </p:stCondLst>
                                        </p:cTn>
                                        <p:tgtEl>
                                          <p:spTgt spid="888"/>
                                        </p:tgtEl>
                                        <p:attrNameLst>
                                          <p:attrName>style.visibility</p:attrName>
                                        </p:attrNameLst>
                                      </p:cBhvr>
                                      <p:to>
                                        <p:strVal val="visible"/>
                                      </p:to>
                                    </p:set>
                                  </p:childTnLst>
                                </p:cTn>
                              </p:par>
                              <p:par>
                                <p:cTn id="1769" presetID="1" presetClass="entr" presetSubtype="0" fill="hold" nodeType="withEffect">
                                  <p:stCondLst>
                                    <p:cond delay="0"/>
                                  </p:stCondLst>
                                  <p:childTnLst>
                                    <p:set>
                                      <p:cBhvr>
                                        <p:cTn id="1770" dur="1" fill="hold">
                                          <p:stCondLst>
                                            <p:cond delay="0"/>
                                          </p:stCondLst>
                                        </p:cTn>
                                        <p:tgtEl>
                                          <p:spTgt spid="889"/>
                                        </p:tgtEl>
                                        <p:attrNameLst>
                                          <p:attrName>style.visibility</p:attrName>
                                        </p:attrNameLst>
                                      </p:cBhvr>
                                      <p:to>
                                        <p:strVal val="visible"/>
                                      </p:to>
                                    </p:set>
                                  </p:childTnLst>
                                </p:cTn>
                              </p:par>
                              <p:par>
                                <p:cTn id="1771" presetID="1" presetClass="entr" presetSubtype="0" fill="hold" nodeType="withEffect">
                                  <p:stCondLst>
                                    <p:cond delay="0"/>
                                  </p:stCondLst>
                                  <p:childTnLst>
                                    <p:set>
                                      <p:cBhvr>
                                        <p:cTn id="1772" dur="1" fill="hold">
                                          <p:stCondLst>
                                            <p:cond delay="0"/>
                                          </p:stCondLst>
                                        </p:cTn>
                                        <p:tgtEl>
                                          <p:spTgt spid="890"/>
                                        </p:tgtEl>
                                        <p:attrNameLst>
                                          <p:attrName>style.visibility</p:attrName>
                                        </p:attrNameLst>
                                      </p:cBhvr>
                                      <p:to>
                                        <p:strVal val="visible"/>
                                      </p:to>
                                    </p:set>
                                  </p:childTnLst>
                                </p:cTn>
                              </p:par>
                              <p:par>
                                <p:cTn id="1773" presetID="1" presetClass="entr" presetSubtype="0" fill="hold" nodeType="withEffect">
                                  <p:stCondLst>
                                    <p:cond delay="0"/>
                                  </p:stCondLst>
                                  <p:childTnLst>
                                    <p:set>
                                      <p:cBhvr>
                                        <p:cTn id="1774" dur="1" fill="hold">
                                          <p:stCondLst>
                                            <p:cond delay="0"/>
                                          </p:stCondLst>
                                        </p:cTn>
                                        <p:tgtEl>
                                          <p:spTgt spid="891"/>
                                        </p:tgtEl>
                                        <p:attrNameLst>
                                          <p:attrName>style.visibility</p:attrName>
                                        </p:attrNameLst>
                                      </p:cBhvr>
                                      <p:to>
                                        <p:strVal val="visible"/>
                                      </p:to>
                                    </p:set>
                                  </p:childTnLst>
                                </p:cTn>
                              </p:par>
                              <p:par>
                                <p:cTn id="1775" presetID="1" presetClass="entr" presetSubtype="0" fill="hold" nodeType="withEffect">
                                  <p:stCondLst>
                                    <p:cond delay="0"/>
                                  </p:stCondLst>
                                  <p:childTnLst>
                                    <p:set>
                                      <p:cBhvr>
                                        <p:cTn id="1776" dur="1" fill="hold">
                                          <p:stCondLst>
                                            <p:cond delay="0"/>
                                          </p:stCondLst>
                                        </p:cTn>
                                        <p:tgtEl>
                                          <p:spTgt spid="892"/>
                                        </p:tgtEl>
                                        <p:attrNameLst>
                                          <p:attrName>style.visibility</p:attrName>
                                        </p:attrNameLst>
                                      </p:cBhvr>
                                      <p:to>
                                        <p:strVal val="visible"/>
                                      </p:to>
                                    </p:set>
                                  </p:childTnLst>
                                </p:cTn>
                              </p:par>
                              <p:par>
                                <p:cTn id="1777" presetID="1" presetClass="entr" presetSubtype="0" fill="hold" nodeType="withEffect">
                                  <p:stCondLst>
                                    <p:cond delay="0"/>
                                  </p:stCondLst>
                                  <p:childTnLst>
                                    <p:set>
                                      <p:cBhvr>
                                        <p:cTn id="1778" dur="1" fill="hold">
                                          <p:stCondLst>
                                            <p:cond delay="0"/>
                                          </p:stCondLst>
                                        </p:cTn>
                                        <p:tgtEl>
                                          <p:spTgt spid="893"/>
                                        </p:tgtEl>
                                        <p:attrNameLst>
                                          <p:attrName>style.visibility</p:attrName>
                                        </p:attrNameLst>
                                      </p:cBhvr>
                                      <p:to>
                                        <p:strVal val="visible"/>
                                      </p:to>
                                    </p:set>
                                  </p:childTnLst>
                                </p:cTn>
                              </p:par>
                              <p:par>
                                <p:cTn id="1779" presetID="1" presetClass="entr" presetSubtype="0" fill="hold" nodeType="withEffect">
                                  <p:stCondLst>
                                    <p:cond delay="0"/>
                                  </p:stCondLst>
                                  <p:childTnLst>
                                    <p:set>
                                      <p:cBhvr>
                                        <p:cTn id="1780" dur="1" fill="hold">
                                          <p:stCondLst>
                                            <p:cond delay="0"/>
                                          </p:stCondLst>
                                        </p:cTn>
                                        <p:tgtEl>
                                          <p:spTgt spid="894"/>
                                        </p:tgtEl>
                                        <p:attrNameLst>
                                          <p:attrName>style.visibility</p:attrName>
                                        </p:attrNameLst>
                                      </p:cBhvr>
                                      <p:to>
                                        <p:strVal val="visible"/>
                                      </p:to>
                                    </p:set>
                                  </p:childTnLst>
                                </p:cTn>
                              </p:par>
                              <p:par>
                                <p:cTn id="1781" presetID="1" presetClass="entr" presetSubtype="0" fill="hold" nodeType="withEffect">
                                  <p:stCondLst>
                                    <p:cond delay="0"/>
                                  </p:stCondLst>
                                  <p:childTnLst>
                                    <p:set>
                                      <p:cBhvr>
                                        <p:cTn id="1782" dur="1" fill="hold">
                                          <p:stCondLst>
                                            <p:cond delay="0"/>
                                          </p:stCondLst>
                                        </p:cTn>
                                        <p:tgtEl>
                                          <p:spTgt spid="895"/>
                                        </p:tgtEl>
                                        <p:attrNameLst>
                                          <p:attrName>style.visibility</p:attrName>
                                        </p:attrNameLst>
                                      </p:cBhvr>
                                      <p:to>
                                        <p:strVal val="visible"/>
                                      </p:to>
                                    </p:set>
                                  </p:childTnLst>
                                </p:cTn>
                              </p:par>
                              <p:par>
                                <p:cTn id="1783" presetID="1" presetClass="entr" presetSubtype="0" fill="hold" nodeType="withEffect">
                                  <p:stCondLst>
                                    <p:cond delay="0"/>
                                  </p:stCondLst>
                                  <p:childTnLst>
                                    <p:set>
                                      <p:cBhvr>
                                        <p:cTn id="1784" dur="1" fill="hold">
                                          <p:stCondLst>
                                            <p:cond delay="0"/>
                                          </p:stCondLst>
                                        </p:cTn>
                                        <p:tgtEl>
                                          <p:spTgt spid="896"/>
                                        </p:tgtEl>
                                        <p:attrNameLst>
                                          <p:attrName>style.visibility</p:attrName>
                                        </p:attrNameLst>
                                      </p:cBhvr>
                                      <p:to>
                                        <p:strVal val="visible"/>
                                      </p:to>
                                    </p:set>
                                  </p:childTnLst>
                                </p:cTn>
                              </p:par>
                              <p:par>
                                <p:cTn id="1785" presetID="1" presetClass="entr" presetSubtype="0" fill="hold" nodeType="withEffect">
                                  <p:stCondLst>
                                    <p:cond delay="0"/>
                                  </p:stCondLst>
                                  <p:childTnLst>
                                    <p:set>
                                      <p:cBhvr>
                                        <p:cTn id="1786" dur="1" fill="hold">
                                          <p:stCondLst>
                                            <p:cond delay="0"/>
                                          </p:stCondLst>
                                        </p:cTn>
                                        <p:tgtEl>
                                          <p:spTgt spid="897"/>
                                        </p:tgtEl>
                                        <p:attrNameLst>
                                          <p:attrName>style.visibility</p:attrName>
                                        </p:attrNameLst>
                                      </p:cBhvr>
                                      <p:to>
                                        <p:strVal val="visible"/>
                                      </p:to>
                                    </p:set>
                                  </p:childTnLst>
                                </p:cTn>
                              </p:par>
                              <p:par>
                                <p:cTn id="1787" presetID="1" presetClass="entr" presetSubtype="0" fill="hold" nodeType="withEffect">
                                  <p:stCondLst>
                                    <p:cond delay="0"/>
                                  </p:stCondLst>
                                  <p:childTnLst>
                                    <p:set>
                                      <p:cBhvr>
                                        <p:cTn id="1788" dur="1" fill="hold">
                                          <p:stCondLst>
                                            <p:cond delay="0"/>
                                          </p:stCondLst>
                                        </p:cTn>
                                        <p:tgtEl>
                                          <p:spTgt spid="898"/>
                                        </p:tgtEl>
                                        <p:attrNameLst>
                                          <p:attrName>style.visibility</p:attrName>
                                        </p:attrNameLst>
                                      </p:cBhvr>
                                      <p:to>
                                        <p:strVal val="visible"/>
                                      </p:to>
                                    </p:set>
                                  </p:childTnLst>
                                </p:cTn>
                              </p:par>
                              <p:par>
                                <p:cTn id="1789" presetID="1" presetClass="entr" presetSubtype="0" fill="hold" nodeType="withEffect">
                                  <p:stCondLst>
                                    <p:cond delay="0"/>
                                  </p:stCondLst>
                                  <p:childTnLst>
                                    <p:set>
                                      <p:cBhvr>
                                        <p:cTn id="1790" dur="1" fill="hold">
                                          <p:stCondLst>
                                            <p:cond delay="0"/>
                                          </p:stCondLst>
                                        </p:cTn>
                                        <p:tgtEl>
                                          <p:spTgt spid="899"/>
                                        </p:tgtEl>
                                        <p:attrNameLst>
                                          <p:attrName>style.visibility</p:attrName>
                                        </p:attrNameLst>
                                      </p:cBhvr>
                                      <p:to>
                                        <p:strVal val="visible"/>
                                      </p:to>
                                    </p:set>
                                  </p:childTnLst>
                                </p:cTn>
                              </p:par>
                              <p:par>
                                <p:cTn id="1791" presetID="1" presetClass="entr" presetSubtype="0" fill="hold" nodeType="withEffect">
                                  <p:stCondLst>
                                    <p:cond delay="0"/>
                                  </p:stCondLst>
                                  <p:childTnLst>
                                    <p:set>
                                      <p:cBhvr>
                                        <p:cTn id="1792" dur="1" fill="hold">
                                          <p:stCondLst>
                                            <p:cond delay="0"/>
                                          </p:stCondLst>
                                        </p:cTn>
                                        <p:tgtEl>
                                          <p:spTgt spid="900"/>
                                        </p:tgtEl>
                                        <p:attrNameLst>
                                          <p:attrName>style.visibility</p:attrName>
                                        </p:attrNameLst>
                                      </p:cBhvr>
                                      <p:to>
                                        <p:strVal val="visible"/>
                                      </p:to>
                                    </p:set>
                                  </p:childTnLst>
                                </p:cTn>
                              </p:par>
                              <p:par>
                                <p:cTn id="1793" presetID="1" presetClass="entr" presetSubtype="0" fill="hold" nodeType="withEffect">
                                  <p:stCondLst>
                                    <p:cond delay="0"/>
                                  </p:stCondLst>
                                  <p:childTnLst>
                                    <p:set>
                                      <p:cBhvr>
                                        <p:cTn id="1794" dur="1" fill="hold">
                                          <p:stCondLst>
                                            <p:cond delay="0"/>
                                          </p:stCondLst>
                                        </p:cTn>
                                        <p:tgtEl>
                                          <p:spTgt spid="901"/>
                                        </p:tgtEl>
                                        <p:attrNameLst>
                                          <p:attrName>style.visibility</p:attrName>
                                        </p:attrNameLst>
                                      </p:cBhvr>
                                      <p:to>
                                        <p:strVal val="visible"/>
                                      </p:to>
                                    </p:set>
                                  </p:childTnLst>
                                </p:cTn>
                              </p:par>
                              <p:par>
                                <p:cTn id="1795" presetID="1" presetClass="entr" presetSubtype="0" fill="hold" nodeType="withEffect">
                                  <p:stCondLst>
                                    <p:cond delay="0"/>
                                  </p:stCondLst>
                                  <p:childTnLst>
                                    <p:set>
                                      <p:cBhvr>
                                        <p:cTn id="1796" dur="1" fill="hold">
                                          <p:stCondLst>
                                            <p:cond delay="0"/>
                                          </p:stCondLst>
                                        </p:cTn>
                                        <p:tgtEl>
                                          <p:spTgt spid="902"/>
                                        </p:tgtEl>
                                        <p:attrNameLst>
                                          <p:attrName>style.visibility</p:attrName>
                                        </p:attrNameLst>
                                      </p:cBhvr>
                                      <p:to>
                                        <p:strVal val="visible"/>
                                      </p:to>
                                    </p:set>
                                  </p:childTnLst>
                                </p:cTn>
                              </p:par>
                              <p:par>
                                <p:cTn id="1797" presetID="1" presetClass="entr" presetSubtype="0" fill="hold" nodeType="withEffect">
                                  <p:stCondLst>
                                    <p:cond delay="0"/>
                                  </p:stCondLst>
                                  <p:childTnLst>
                                    <p:set>
                                      <p:cBhvr>
                                        <p:cTn id="1798" dur="1" fill="hold">
                                          <p:stCondLst>
                                            <p:cond delay="0"/>
                                          </p:stCondLst>
                                        </p:cTn>
                                        <p:tgtEl>
                                          <p:spTgt spid="903"/>
                                        </p:tgtEl>
                                        <p:attrNameLst>
                                          <p:attrName>style.visibility</p:attrName>
                                        </p:attrNameLst>
                                      </p:cBhvr>
                                      <p:to>
                                        <p:strVal val="visible"/>
                                      </p:to>
                                    </p:set>
                                  </p:childTnLst>
                                </p:cTn>
                              </p:par>
                              <p:par>
                                <p:cTn id="1799" presetID="1" presetClass="entr" presetSubtype="0" fill="hold" nodeType="withEffect">
                                  <p:stCondLst>
                                    <p:cond delay="0"/>
                                  </p:stCondLst>
                                  <p:childTnLst>
                                    <p:set>
                                      <p:cBhvr>
                                        <p:cTn id="1800" dur="1" fill="hold">
                                          <p:stCondLst>
                                            <p:cond delay="0"/>
                                          </p:stCondLst>
                                        </p:cTn>
                                        <p:tgtEl>
                                          <p:spTgt spid="904"/>
                                        </p:tgtEl>
                                        <p:attrNameLst>
                                          <p:attrName>style.visibility</p:attrName>
                                        </p:attrNameLst>
                                      </p:cBhvr>
                                      <p:to>
                                        <p:strVal val="visible"/>
                                      </p:to>
                                    </p:set>
                                  </p:childTnLst>
                                </p:cTn>
                              </p:par>
                              <p:par>
                                <p:cTn id="1801" presetID="1" presetClass="entr" presetSubtype="0" fill="hold" nodeType="withEffect">
                                  <p:stCondLst>
                                    <p:cond delay="0"/>
                                  </p:stCondLst>
                                  <p:childTnLst>
                                    <p:set>
                                      <p:cBhvr>
                                        <p:cTn id="1802" dur="1" fill="hold">
                                          <p:stCondLst>
                                            <p:cond delay="0"/>
                                          </p:stCondLst>
                                        </p:cTn>
                                        <p:tgtEl>
                                          <p:spTgt spid="905"/>
                                        </p:tgtEl>
                                        <p:attrNameLst>
                                          <p:attrName>style.visibility</p:attrName>
                                        </p:attrNameLst>
                                      </p:cBhvr>
                                      <p:to>
                                        <p:strVal val="visible"/>
                                      </p:to>
                                    </p:set>
                                  </p:childTnLst>
                                </p:cTn>
                              </p:par>
                              <p:par>
                                <p:cTn id="1803" presetID="1" presetClass="entr" presetSubtype="0" fill="hold" nodeType="withEffect">
                                  <p:stCondLst>
                                    <p:cond delay="0"/>
                                  </p:stCondLst>
                                  <p:childTnLst>
                                    <p:set>
                                      <p:cBhvr>
                                        <p:cTn id="1804" dur="1" fill="hold">
                                          <p:stCondLst>
                                            <p:cond delay="0"/>
                                          </p:stCondLst>
                                        </p:cTn>
                                        <p:tgtEl>
                                          <p:spTgt spid="906"/>
                                        </p:tgtEl>
                                        <p:attrNameLst>
                                          <p:attrName>style.visibility</p:attrName>
                                        </p:attrNameLst>
                                      </p:cBhvr>
                                      <p:to>
                                        <p:strVal val="visible"/>
                                      </p:to>
                                    </p:set>
                                  </p:childTnLst>
                                </p:cTn>
                              </p:par>
                              <p:par>
                                <p:cTn id="1805" presetID="1" presetClass="entr" presetSubtype="0" fill="hold" nodeType="withEffect">
                                  <p:stCondLst>
                                    <p:cond delay="0"/>
                                  </p:stCondLst>
                                  <p:childTnLst>
                                    <p:set>
                                      <p:cBhvr>
                                        <p:cTn id="1806" dur="1" fill="hold">
                                          <p:stCondLst>
                                            <p:cond delay="0"/>
                                          </p:stCondLst>
                                        </p:cTn>
                                        <p:tgtEl>
                                          <p:spTgt spid="907"/>
                                        </p:tgtEl>
                                        <p:attrNameLst>
                                          <p:attrName>style.visibility</p:attrName>
                                        </p:attrNameLst>
                                      </p:cBhvr>
                                      <p:to>
                                        <p:strVal val="visible"/>
                                      </p:to>
                                    </p:set>
                                  </p:childTnLst>
                                </p:cTn>
                              </p:par>
                              <p:par>
                                <p:cTn id="1807" presetID="1" presetClass="entr" presetSubtype="0" fill="hold" nodeType="withEffect">
                                  <p:stCondLst>
                                    <p:cond delay="0"/>
                                  </p:stCondLst>
                                  <p:childTnLst>
                                    <p:set>
                                      <p:cBhvr>
                                        <p:cTn id="1808" dur="1" fill="hold">
                                          <p:stCondLst>
                                            <p:cond delay="0"/>
                                          </p:stCondLst>
                                        </p:cTn>
                                        <p:tgtEl>
                                          <p:spTgt spid="908"/>
                                        </p:tgtEl>
                                        <p:attrNameLst>
                                          <p:attrName>style.visibility</p:attrName>
                                        </p:attrNameLst>
                                      </p:cBhvr>
                                      <p:to>
                                        <p:strVal val="visible"/>
                                      </p:to>
                                    </p:set>
                                  </p:childTnLst>
                                </p:cTn>
                              </p:par>
                              <p:par>
                                <p:cTn id="1809" presetID="1" presetClass="entr" presetSubtype="0" fill="hold" nodeType="withEffect">
                                  <p:stCondLst>
                                    <p:cond delay="0"/>
                                  </p:stCondLst>
                                  <p:childTnLst>
                                    <p:set>
                                      <p:cBhvr>
                                        <p:cTn id="1810" dur="1" fill="hold">
                                          <p:stCondLst>
                                            <p:cond delay="0"/>
                                          </p:stCondLst>
                                        </p:cTn>
                                        <p:tgtEl>
                                          <p:spTgt spid="909"/>
                                        </p:tgtEl>
                                        <p:attrNameLst>
                                          <p:attrName>style.visibility</p:attrName>
                                        </p:attrNameLst>
                                      </p:cBhvr>
                                      <p:to>
                                        <p:strVal val="visible"/>
                                      </p:to>
                                    </p:set>
                                  </p:childTnLst>
                                </p:cTn>
                              </p:par>
                              <p:par>
                                <p:cTn id="1811" presetID="1" presetClass="entr" presetSubtype="0" fill="hold" nodeType="withEffect">
                                  <p:stCondLst>
                                    <p:cond delay="0"/>
                                  </p:stCondLst>
                                  <p:childTnLst>
                                    <p:set>
                                      <p:cBhvr>
                                        <p:cTn id="1812" dur="1" fill="hold">
                                          <p:stCondLst>
                                            <p:cond delay="0"/>
                                          </p:stCondLst>
                                        </p:cTn>
                                        <p:tgtEl>
                                          <p:spTgt spid="910"/>
                                        </p:tgtEl>
                                        <p:attrNameLst>
                                          <p:attrName>style.visibility</p:attrName>
                                        </p:attrNameLst>
                                      </p:cBhvr>
                                      <p:to>
                                        <p:strVal val="visible"/>
                                      </p:to>
                                    </p:set>
                                  </p:childTnLst>
                                </p:cTn>
                              </p:par>
                              <p:par>
                                <p:cTn id="1813" presetID="1" presetClass="entr" presetSubtype="0" fill="hold" grpId="0" nodeType="withEffect">
                                  <p:stCondLst>
                                    <p:cond delay="0"/>
                                  </p:stCondLst>
                                  <p:childTnLst>
                                    <p:set>
                                      <p:cBhvr>
                                        <p:cTn id="1814" dur="1" fill="hold">
                                          <p:stCondLst>
                                            <p:cond delay="0"/>
                                          </p:stCondLst>
                                        </p:cTn>
                                        <p:tgtEl>
                                          <p:spTgt spid="911"/>
                                        </p:tgtEl>
                                        <p:attrNameLst>
                                          <p:attrName>style.visibility</p:attrName>
                                        </p:attrNameLst>
                                      </p:cBhvr>
                                      <p:to>
                                        <p:strVal val="visible"/>
                                      </p:to>
                                    </p:set>
                                  </p:childTnLst>
                                </p:cTn>
                              </p:par>
                            </p:childTnLst>
                          </p:cTn>
                        </p:par>
                      </p:childTnLst>
                    </p:cTn>
                  </p:par>
                  <p:par>
                    <p:cTn id="1815" fill="hold">
                      <p:stCondLst>
                        <p:cond delay="indefinite"/>
                      </p:stCondLst>
                      <p:childTnLst>
                        <p:par>
                          <p:cTn id="1816" fill="hold">
                            <p:stCondLst>
                              <p:cond delay="0"/>
                            </p:stCondLst>
                            <p:childTnLst>
                              <p:par>
                                <p:cTn id="1817" presetID="1" presetClass="entr" presetSubtype="0" fill="hold" grpId="0" nodeType="clickEffect">
                                  <p:stCondLst>
                                    <p:cond delay="0"/>
                                  </p:stCondLst>
                                  <p:childTnLst>
                                    <p:set>
                                      <p:cBhvr>
                                        <p:cTn id="1818" dur="1" fill="hold">
                                          <p:stCondLst>
                                            <p:cond delay="0"/>
                                          </p:stCondLst>
                                        </p:cTn>
                                        <p:tgtEl>
                                          <p:spTgt spid="9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 grpId="0"/>
      <p:bldP spid="609" grpId="0"/>
      <p:bldP spid="911" grpId="0"/>
      <p:bldP spid="91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14" name="object-1">
            <a:extLst>
              <a:ext uri="{FF2B5EF4-FFF2-40B4-BE49-F238E27FC236}">
                <a16:creationId xmlns:a16="http://schemas.microsoft.com/office/drawing/2014/main" id="{FF4A6BA6-84B8-4CFE-97D7-95CA477F852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CC89D4B-F181-414A-AD2C-213B6779B47D}"/>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B37CD1AE-4865-4991-9C26-66E1DD50B78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3.72, 37/10, 373% from smallest to greatest.</a:t>
            </a:r>
          </a:p>
        </p:txBody>
      </p:sp>
      <p:sp>
        <p:nvSpPr>
          <p:cNvPr id="4" name="object-4">
            <a:extLst>
              <a:ext uri="{FF2B5EF4-FFF2-40B4-BE49-F238E27FC236}">
                <a16:creationId xmlns:a16="http://schemas.microsoft.com/office/drawing/2014/main" id="{D493C4B1-6A5C-4B75-B95D-F68F8EAE60A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04EE9D7-B086-4DB0-B658-81E89D5E793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6" name="object-6">
            <a:extLst>
              <a:ext uri="{FF2B5EF4-FFF2-40B4-BE49-F238E27FC236}">
                <a16:creationId xmlns:a16="http://schemas.microsoft.com/office/drawing/2014/main" id="{9968EFE6-A1E7-4A09-8800-400CEFC68FB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CF3EB852-9BE4-43FC-B910-E02731A09099}"/>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3.72</a:t>
            </a:r>
          </a:p>
        </p:txBody>
      </p:sp>
      <p:sp>
        <p:nvSpPr>
          <p:cNvPr id="8" name="object-8">
            <a:extLst>
              <a:ext uri="{FF2B5EF4-FFF2-40B4-BE49-F238E27FC236}">
                <a16:creationId xmlns:a16="http://schemas.microsoft.com/office/drawing/2014/main" id="{989B68A9-E28A-4FDD-BBEE-DB449F74896A}"/>
              </a:ext>
            </a:extLst>
          </p:cNvPr>
          <p:cNvSpPr>
            <a:spLocks noGrp="1"/>
          </p:cNvSpPr>
          <p:nvPr/>
        </p:nvSpPr>
        <p:spPr>
          <a:xfrm>
            <a:off x="2976563" y="2857500"/>
            <a:ext cx="26194"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06404140-4646-4B0B-BBA1-013158593608}"/>
              </a:ext>
            </a:extLst>
          </p:cNvPr>
          <p:cNvSpPr>
            <a:spLocks noGrp="1"/>
          </p:cNvSpPr>
          <p:nvPr/>
        </p:nvSpPr>
        <p:spPr>
          <a:xfrm>
            <a:off x="3002756" y="2857500"/>
            <a:ext cx="26194"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F68AF3F4-2C56-4C59-8F15-7BE8BD7ED6A6}"/>
              </a:ext>
            </a:extLst>
          </p:cNvPr>
          <p:cNvSpPr>
            <a:spLocks noGrp="1"/>
          </p:cNvSpPr>
          <p:nvPr/>
        </p:nvSpPr>
        <p:spPr>
          <a:xfrm>
            <a:off x="3028950" y="2857500"/>
            <a:ext cx="26194"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955F28BC-1564-4E2A-9265-14C9E25F76F2}"/>
              </a:ext>
            </a:extLst>
          </p:cNvPr>
          <p:cNvSpPr>
            <a:spLocks noGrp="1"/>
          </p:cNvSpPr>
          <p:nvPr/>
        </p:nvSpPr>
        <p:spPr>
          <a:xfrm>
            <a:off x="3055144" y="2857500"/>
            <a:ext cx="26194"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33C4A5F4-EF6B-44DC-9086-07EFF582BC75}"/>
              </a:ext>
            </a:extLst>
          </p:cNvPr>
          <p:cNvSpPr>
            <a:spLocks noGrp="1"/>
          </p:cNvSpPr>
          <p:nvPr/>
        </p:nvSpPr>
        <p:spPr>
          <a:xfrm>
            <a:off x="3081338" y="2857500"/>
            <a:ext cx="26194"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70C807B0-6455-4903-9BD1-5BB52E626B5D}"/>
              </a:ext>
            </a:extLst>
          </p:cNvPr>
          <p:cNvSpPr>
            <a:spLocks noGrp="1"/>
          </p:cNvSpPr>
          <p:nvPr/>
        </p:nvSpPr>
        <p:spPr>
          <a:xfrm>
            <a:off x="3107531" y="2857500"/>
            <a:ext cx="26194"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29A973C3-745A-45DF-A876-2BE635373147}"/>
              </a:ext>
            </a:extLst>
          </p:cNvPr>
          <p:cNvSpPr>
            <a:spLocks noGrp="1"/>
          </p:cNvSpPr>
          <p:nvPr/>
        </p:nvSpPr>
        <p:spPr>
          <a:xfrm>
            <a:off x="3133725" y="2857500"/>
            <a:ext cx="26194"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5D133CFF-ADC3-44A6-99B5-776B4E3875B9}"/>
              </a:ext>
            </a:extLst>
          </p:cNvPr>
          <p:cNvSpPr>
            <a:spLocks noGrp="1"/>
          </p:cNvSpPr>
          <p:nvPr/>
        </p:nvSpPr>
        <p:spPr>
          <a:xfrm>
            <a:off x="3159919" y="2857500"/>
            <a:ext cx="26194"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05D74699-0EE4-47E1-9872-B774FBCD3B26}"/>
              </a:ext>
            </a:extLst>
          </p:cNvPr>
          <p:cNvSpPr>
            <a:spLocks noGrp="1"/>
          </p:cNvSpPr>
          <p:nvPr/>
        </p:nvSpPr>
        <p:spPr>
          <a:xfrm>
            <a:off x="3186113" y="2857500"/>
            <a:ext cx="26194"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FF15429F-9E90-43DB-8A6D-3D7925E92E3D}"/>
              </a:ext>
            </a:extLst>
          </p:cNvPr>
          <p:cNvSpPr>
            <a:spLocks noGrp="1"/>
          </p:cNvSpPr>
          <p:nvPr/>
        </p:nvSpPr>
        <p:spPr>
          <a:xfrm>
            <a:off x="3212306" y="2857500"/>
            <a:ext cx="26194"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DB17440B-D084-426A-91F6-C006C9A43890}"/>
              </a:ext>
            </a:extLst>
          </p:cNvPr>
          <p:cNvSpPr>
            <a:spLocks noGrp="1"/>
          </p:cNvSpPr>
          <p:nvPr/>
        </p:nvSpPr>
        <p:spPr>
          <a:xfrm>
            <a:off x="3238500" y="2857500"/>
            <a:ext cx="26194"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3F0B3C46-A1BE-41CA-A147-036E6134DB7E}"/>
              </a:ext>
            </a:extLst>
          </p:cNvPr>
          <p:cNvSpPr>
            <a:spLocks noGrp="1"/>
          </p:cNvSpPr>
          <p:nvPr/>
        </p:nvSpPr>
        <p:spPr>
          <a:xfrm>
            <a:off x="3264694" y="2857500"/>
            <a:ext cx="26194"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8B5F6FB1-23A1-4903-AE13-BE918745C005}"/>
              </a:ext>
            </a:extLst>
          </p:cNvPr>
          <p:cNvSpPr>
            <a:spLocks noGrp="1"/>
          </p:cNvSpPr>
          <p:nvPr/>
        </p:nvSpPr>
        <p:spPr>
          <a:xfrm>
            <a:off x="3290888" y="2857500"/>
            <a:ext cx="26194"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4850D9E2-04E4-4759-B710-0495E28DF3A4}"/>
              </a:ext>
            </a:extLst>
          </p:cNvPr>
          <p:cNvSpPr>
            <a:spLocks noGrp="1"/>
          </p:cNvSpPr>
          <p:nvPr/>
        </p:nvSpPr>
        <p:spPr>
          <a:xfrm>
            <a:off x="3317081" y="2857500"/>
            <a:ext cx="26194"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4078EAB3-5D18-47CC-A656-085A05B2293A}"/>
              </a:ext>
            </a:extLst>
          </p:cNvPr>
          <p:cNvSpPr>
            <a:spLocks noGrp="1"/>
          </p:cNvSpPr>
          <p:nvPr/>
        </p:nvSpPr>
        <p:spPr>
          <a:xfrm>
            <a:off x="3343275" y="2857500"/>
            <a:ext cx="26194"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8C5CEAB0-CCA4-431E-9289-3E3BE59F9ADA}"/>
              </a:ext>
            </a:extLst>
          </p:cNvPr>
          <p:cNvSpPr>
            <a:spLocks noGrp="1"/>
          </p:cNvSpPr>
          <p:nvPr/>
        </p:nvSpPr>
        <p:spPr>
          <a:xfrm>
            <a:off x="3369469" y="2857500"/>
            <a:ext cx="26194"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D18B4BF7-BD23-493F-A86D-7C345F687138}"/>
              </a:ext>
            </a:extLst>
          </p:cNvPr>
          <p:cNvSpPr>
            <a:spLocks noGrp="1"/>
          </p:cNvSpPr>
          <p:nvPr/>
        </p:nvSpPr>
        <p:spPr>
          <a:xfrm>
            <a:off x="3395663" y="2857500"/>
            <a:ext cx="26194"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038A938E-E451-4349-A8DC-956E4E789903}"/>
              </a:ext>
            </a:extLst>
          </p:cNvPr>
          <p:cNvSpPr>
            <a:spLocks noGrp="1"/>
          </p:cNvSpPr>
          <p:nvPr/>
        </p:nvSpPr>
        <p:spPr>
          <a:xfrm>
            <a:off x="3421856" y="2857500"/>
            <a:ext cx="26194"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3BF0601A-ADF8-4E51-998D-1CC6D7F8AE22}"/>
              </a:ext>
            </a:extLst>
          </p:cNvPr>
          <p:cNvSpPr>
            <a:spLocks noGrp="1"/>
          </p:cNvSpPr>
          <p:nvPr/>
        </p:nvSpPr>
        <p:spPr>
          <a:xfrm>
            <a:off x="3448050" y="2857500"/>
            <a:ext cx="26194"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8C5AB831-7BEC-4BBD-A14A-8417A4BB2BA1}"/>
              </a:ext>
            </a:extLst>
          </p:cNvPr>
          <p:cNvSpPr>
            <a:spLocks noGrp="1"/>
          </p:cNvSpPr>
          <p:nvPr/>
        </p:nvSpPr>
        <p:spPr>
          <a:xfrm>
            <a:off x="3474244" y="2857500"/>
            <a:ext cx="26194"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8C3DA686-FAE7-4ED1-A84B-1DF0F736EF47}"/>
              </a:ext>
            </a:extLst>
          </p:cNvPr>
          <p:cNvSpPr>
            <a:spLocks noGrp="1"/>
          </p:cNvSpPr>
          <p:nvPr/>
        </p:nvSpPr>
        <p:spPr>
          <a:xfrm>
            <a:off x="3500438" y="2857500"/>
            <a:ext cx="26194"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FC2D6AA2-CA9D-41FD-9927-B4D52F012384}"/>
              </a:ext>
            </a:extLst>
          </p:cNvPr>
          <p:cNvSpPr>
            <a:spLocks noGrp="1"/>
          </p:cNvSpPr>
          <p:nvPr/>
        </p:nvSpPr>
        <p:spPr>
          <a:xfrm>
            <a:off x="3526631" y="2857500"/>
            <a:ext cx="26194"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D83C596B-B2E3-4DD0-9705-B8B8D2393418}"/>
              </a:ext>
            </a:extLst>
          </p:cNvPr>
          <p:cNvSpPr>
            <a:spLocks noGrp="1"/>
          </p:cNvSpPr>
          <p:nvPr/>
        </p:nvSpPr>
        <p:spPr>
          <a:xfrm>
            <a:off x="3552825" y="2857500"/>
            <a:ext cx="26194"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854251DE-E885-4B0E-AFEB-C9463A8E5D54}"/>
              </a:ext>
            </a:extLst>
          </p:cNvPr>
          <p:cNvSpPr>
            <a:spLocks noGrp="1"/>
          </p:cNvSpPr>
          <p:nvPr/>
        </p:nvSpPr>
        <p:spPr>
          <a:xfrm>
            <a:off x="3579019" y="2857500"/>
            <a:ext cx="26194"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4FADB147-5F99-4EA9-9B90-73F7A8B87322}"/>
              </a:ext>
            </a:extLst>
          </p:cNvPr>
          <p:cNvSpPr>
            <a:spLocks noGrp="1"/>
          </p:cNvSpPr>
          <p:nvPr/>
        </p:nvSpPr>
        <p:spPr>
          <a:xfrm>
            <a:off x="3605213" y="2857500"/>
            <a:ext cx="26194"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F0BB9CAD-A65A-4D7B-9C13-48954A584C9C}"/>
              </a:ext>
            </a:extLst>
          </p:cNvPr>
          <p:cNvSpPr>
            <a:spLocks noGrp="1"/>
          </p:cNvSpPr>
          <p:nvPr/>
        </p:nvSpPr>
        <p:spPr>
          <a:xfrm>
            <a:off x="3631406" y="2857500"/>
            <a:ext cx="26194"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1042A8F6-D69B-4352-9380-465A4950796D}"/>
              </a:ext>
            </a:extLst>
          </p:cNvPr>
          <p:cNvSpPr>
            <a:spLocks noGrp="1"/>
          </p:cNvSpPr>
          <p:nvPr/>
        </p:nvSpPr>
        <p:spPr>
          <a:xfrm>
            <a:off x="3657600" y="2857500"/>
            <a:ext cx="26194"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423B29D5-354E-4843-9747-53898725C8F1}"/>
              </a:ext>
            </a:extLst>
          </p:cNvPr>
          <p:cNvSpPr>
            <a:spLocks noGrp="1"/>
          </p:cNvSpPr>
          <p:nvPr/>
        </p:nvSpPr>
        <p:spPr>
          <a:xfrm>
            <a:off x="3683794" y="2857500"/>
            <a:ext cx="26194"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E5BF36E6-3570-4EAF-B6D3-93EE5CDC9488}"/>
              </a:ext>
            </a:extLst>
          </p:cNvPr>
          <p:cNvSpPr>
            <a:spLocks noGrp="1"/>
          </p:cNvSpPr>
          <p:nvPr/>
        </p:nvSpPr>
        <p:spPr>
          <a:xfrm>
            <a:off x="3709988" y="2857500"/>
            <a:ext cx="26194"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DBEE3A27-AA4C-4AF4-8791-A7A4C6791BAD}"/>
              </a:ext>
            </a:extLst>
          </p:cNvPr>
          <p:cNvSpPr>
            <a:spLocks noGrp="1"/>
          </p:cNvSpPr>
          <p:nvPr/>
        </p:nvSpPr>
        <p:spPr>
          <a:xfrm>
            <a:off x="3736181" y="2857500"/>
            <a:ext cx="26194"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223AED42-3724-46FC-83F0-EC2979898AB3}"/>
              </a:ext>
            </a:extLst>
          </p:cNvPr>
          <p:cNvSpPr>
            <a:spLocks noGrp="1"/>
          </p:cNvSpPr>
          <p:nvPr/>
        </p:nvSpPr>
        <p:spPr>
          <a:xfrm>
            <a:off x="3762375" y="2857500"/>
            <a:ext cx="26194"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A13141A5-0693-4D85-8596-66B4B1255A24}"/>
              </a:ext>
            </a:extLst>
          </p:cNvPr>
          <p:cNvSpPr>
            <a:spLocks noGrp="1"/>
          </p:cNvSpPr>
          <p:nvPr/>
        </p:nvSpPr>
        <p:spPr>
          <a:xfrm>
            <a:off x="3788569" y="2857500"/>
            <a:ext cx="26194"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518929CF-1697-4BF8-9ECF-44D0803DA4A3}"/>
              </a:ext>
            </a:extLst>
          </p:cNvPr>
          <p:cNvSpPr>
            <a:spLocks noGrp="1"/>
          </p:cNvSpPr>
          <p:nvPr/>
        </p:nvSpPr>
        <p:spPr>
          <a:xfrm>
            <a:off x="3814763" y="2857500"/>
            <a:ext cx="26194"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5BEA5C8A-A73D-4A98-94A7-B887E0601CA4}"/>
              </a:ext>
            </a:extLst>
          </p:cNvPr>
          <p:cNvSpPr>
            <a:spLocks noGrp="1"/>
          </p:cNvSpPr>
          <p:nvPr/>
        </p:nvSpPr>
        <p:spPr>
          <a:xfrm>
            <a:off x="3840956" y="2857500"/>
            <a:ext cx="26194"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A8E1D9E6-EEF4-4E0D-9993-3014CC7C72D8}"/>
              </a:ext>
            </a:extLst>
          </p:cNvPr>
          <p:cNvSpPr>
            <a:spLocks noGrp="1"/>
          </p:cNvSpPr>
          <p:nvPr/>
        </p:nvSpPr>
        <p:spPr>
          <a:xfrm>
            <a:off x="3867150" y="2857500"/>
            <a:ext cx="26194"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FCBD7D23-4BCD-463C-81B2-899CCF5C5FFE}"/>
              </a:ext>
            </a:extLst>
          </p:cNvPr>
          <p:cNvSpPr>
            <a:spLocks noGrp="1"/>
          </p:cNvSpPr>
          <p:nvPr/>
        </p:nvSpPr>
        <p:spPr>
          <a:xfrm>
            <a:off x="3893344" y="2857500"/>
            <a:ext cx="26194"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013B9BDF-3317-4169-AC84-E8D9221AC1F8}"/>
              </a:ext>
            </a:extLst>
          </p:cNvPr>
          <p:cNvSpPr>
            <a:spLocks noGrp="1"/>
          </p:cNvSpPr>
          <p:nvPr/>
        </p:nvSpPr>
        <p:spPr>
          <a:xfrm>
            <a:off x="3919538" y="2857500"/>
            <a:ext cx="26194"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D2814A1E-381B-46E1-8AE1-5652CB3C108F}"/>
              </a:ext>
            </a:extLst>
          </p:cNvPr>
          <p:cNvSpPr>
            <a:spLocks noGrp="1"/>
          </p:cNvSpPr>
          <p:nvPr/>
        </p:nvSpPr>
        <p:spPr>
          <a:xfrm>
            <a:off x="3945731" y="2857500"/>
            <a:ext cx="26194"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4A011E7C-0AC9-410F-8531-DE679A005872}"/>
              </a:ext>
            </a:extLst>
          </p:cNvPr>
          <p:cNvSpPr>
            <a:spLocks noGrp="1"/>
          </p:cNvSpPr>
          <p:nvPr/>
        </p:nvSpPr>
        <p:spPr>
          <a:xfrm>
            <a:off x="3971925" y="2857500"/>
            <a:ext cx="26194"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06E06EE8-1E6F-4B6B-A3E7-97B610C154BF}"/>
              </a:ext>
            </a:extLst>
          </p:cNvPr>
          <p:cNvSpPr>
            <a:spLocks noGrp="1"/>
          </p:cNvSpPr>
          <p:nvPr/>
        </p:nvSpPr>
        <p:spPr>
          <a:xfrm>
            <a:off x="3998119" y="2857500"/>
            <a:ext cx="26194"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9ED2CA8B-7CCC-4550-A170-5076CD6FA783}"/>
              </a:ext>
            </a:extLst>
          </p:cNvPr>
          <p:cNvSpPr>
            <a:spLocks noGrp="1"/>
          </p:cNvSpPr>
          <p:nvPr/>
        </p:nvSpPr>
        <p:spPr>
          <a:xfrm>
            <a:off x="4024313" y="2857500"/>
            <a:ext cx="26194"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D99C3715-D6D8-457C-A35D-C24BBACBCCB4}"/>
              </a:ext>
            </a:extLst>
          </p:cNvPr>
          <p:cNvSpPr>
            <a:spLocks noGrp="1"/>
          </p:cNvSpPr>
          <p:nvPr/>
        </p:nvSpPr>
        <p:spPr>
          <a:xfrm>
            <a:off x="4050506" y="2857500"/>
            <a:ext cx="26194"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8BE64441-9E77-4190-AE27-9397091250B7}"/>
              </a:ext>
            </a:extLst>
          </p:cNvPr>
          <p:cNvSpPr>
            <a:spLocks noGrp="1"/>
          </p:cNvSpPr>
          <p:nvPr/>
        </p:nvSpPr>
        <p:spPr>
          <a:xfrm>
            <a:off x="4076700" y="2857500"/>
            <a:ext cx="26194"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8D66C2C5-92EA-4667-8815-00AFEE14E9CB}"/>
              </a:ext>
            </a:extLst>
          </p:cNvPr>
          <p:cNvSpPr>
            <a:spLocks noGrp="1"/>
          </p:cNvSpPr>
          <p:nvPr/>
        </p:nvSpPr>
        <p:spPr>
          <a:xfrm>
            <a:off x="4102894" y="2857500"/>
            <a:ext cx="26194"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27FA6B74-031E-427F-96A1-9718A486D5F3}"/>
              </a:ext>
            </a:extLst>
          </p:cNvPr>
          <p:cNvSpPr>
            <a:spLocks noGrp="1"/>
          </p:cNvSpPr>
          <p:nvPr/>
        </p:nvSpPr>
        <p:spPr>
          <a:xfrm>
            <a:off x="4129088" y="2857500"/>
            <a:ext cx="26194"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EF965C0B-09C8-4A9E-91C6-91028EF3D79E}"/>
              </a:ext>
            </a:extLst>
          </p:cNvPr>
          <p:cNvSpPr>
            <a:spLocks noGrp="1"/>
          </p:cNvSpPr>
          <p:nvPr/>
        </p:nvSpPr>
        <p:spPr>
          <a:xfrm>
            <a:off x="4155281" y="2857500"/>
            <a:ext cx="26194"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133607F9-7453-46DD-9FFB-891AE090E610}"/>
              </a:ext>
            </a:extLst>
          </p:cNvPr>
          <p:cNvSpPr>
            <a:spLocks noGrp="1"/>
          </p:cNvSpPr>
          <p:nvPr/>
        </p:nvSpPr>
        <p:spPr>
          <a:xfrm>
            <a:off x="4181475" y="2857500"/>
            <a:ext cx="26194"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6256A6B8-5895-4B8D-A838-94047E2F1A10}"/>
              </a:ext>
            </a:extLst>
          </p:cNvPr>
          <p:cNvSpPr>
            <a:spLocks noGrp="1"/>
          </p:cNvSpPr>
          <p:nvPr/>
        </p:nvSpPr>
        <p:spPr>
          <a:xfrm>
            <a:off x="4207669" y="2857500"/>
            <a:ext cx="26194"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11CBFA17-BC5F-4814-8B69-CCA7F93B3220}"/>
              </a:ext>
            </a:extLst>
          </p:cNvPr>
          <p:cNvSpPr>
            <a:spLocks noGrp="1"/>
          </p:cNvSpPr>
          <p:nvPr/>
        </p:nvSpPr>
        <p:spPr>
          <a:xfrm>
            <a:off x="4233863" y="2857500"/>
            <a:ext cx="26194"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032629DA-754B-4306-854E-0F26C6406C40}"/>
              </a:ext>
            </a:extLst>
          </p:cNvPr>
          <p:cNvSpPr>
            <a:spLocks noGrp="1"/>
          </p:cNvSpPr>
          <p:nvPr/>
        </p:nvSpPr>
        <p:spPr>
          <a:xfrm>
            <a:off x="4260056" y="2857500"/>
            <a:ext cx="26194"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7758F61C-F087-4ECB-9EF9-0F3AE7675AFC}"/>
              </a:ext>
            </a:extLst>
          </p:cNvPr>
          <p:cNvSpPr>
            <a:spLocks noGrp="1"/>
          </p:cNvSpPr>
          <p:nvPr/>
        </p:nvSpPr>
        <p:spPr>
          <a:xfrm>
            <a:off x="4286250" y="2857500"/>
            <a:ext cx="26194"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63C4D27B-DAC4-44C7-9F03-C02CF439D94E}"/>
              </a:ext>
            </a:extLst>
          </p:cNvPr>
          <p:cNvSpPr>
            <a:spLocks noGrp="1"/>
          </p:cNvSpPr>
          <p:nvPr/>
        </p:nvSpPr>
        <p:spPr>
          <a:xfrm>
            <a:off x="4312444" y="2857500"/>
            <a:ext cx="26194"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50E710BB-C485-4FF7-AF8E-4C3CF0BE4CCB}"/>
              </a:ext>
            </a:extLst>
          </p:cNvPr>
          <p:cNvSpPr>
            <a:spLocks noGrp="1"/>
          </p:cNvSpPr>
          <p:nvPr/>
        </p:nvSpPr>
        <p:spPr>
          <a:xfrm>
            <a:off x="4338638" y="2857500"/>
            <a:ext cx="26194"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4B4438C8-497F-450B-8932-3973A1ABAD98}"/>
              </a:ext>
            </a:extLst>
          </p:cNvPr>
          <p:cNvSpPr>
            <a:spLocks noGrp="1"/>
          </p:cNvSpPr>
          <p:nvPr/>
        </p:nvSpPr>
        <p:spPr>
          <a:xfrm>
            <a:off x="4364831" y="2857500"/>
            <a:ext cx="26194"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4A44350D-4F9B-4896-B261-9B82B13B160A}"/>
              </a:ext>
            </a:extLst>
          </p:cNvPr>
          <p:cNvSpPr>
            <a:spLocks noGrp="1"/>
          </p:cNvSpPr>
          <p:nvPr/>
        </p:nvSpPr>
        <p:spPr>
          <a:xfrm>
            <a:off x="4391025" y="2857500"/>
            <a:ext cx="26194"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869B1729-31C7-4DB9-9507-2BCA5F737204}"/>
              </a:ext>
            </a:extLst>
          </p:cNvPr>
          <p:cNvSpPr>
            <a:spLocks noGrp="1"/>
          </p:cNvSpPr>
          <p:nvPr/>
        </p:nvSpPr>
        <p:spPr>
          <a:xfrm>
            <a:off x="4417219" y="2857500"/>
            <a:ext cx="26194"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4A22C0E0-CD3C-4FC1-A929-8977A1120980}"/>
              </a:ext>
            </a:extLst>
          </p:cNvPr>
          <p:cNvSpPr>
            <a:spLocks noGrp="1"/>
          </p:cNvSpPr>
          <p:nvPr/>
        </p:nvSpPr>
        <p:spPr>
          <a:xfrm>
            <a:off x="4443413" y="2857500"/>
            <a:ext cx="26194"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89F747CB-CB43-424E-A2D4-73602E5FFE56}"/>
              </a:ext>
            </a:extLst>
          </p:cNvPr>
          <p:cNvSpPr>
            <a:spLocks noGrp="1"/>
          </p:cNvSpPr>
          <p:nvPr/>
        </p:nvSpPr>
        <p:spPr>
          <a:xfrm>
            <a:off x="4469606" y="2857500"/>
            <a:ext cx="26194"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0348482D-9AA7-403B-8E76-E5D473E92A5C}"/>
              </a:ext>
            </a:extLst>
          </p:cNvPr>
          <p:cNvSpPr>
            <a:spLocks noGrp="1"/>
          </p:cNvSpPr>
          <p:nvPr/>
        </p:nvSpPr>
        <p:spPr>
          <a:xfrm>
            <a:off x="4495800" y="2857500"/>
            <a:ext cx="26194"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974DF5F3-C856-411A-A9F9-8BE30B039635}"/>
              </a:ext>
            </a:extLst>
          </p:cNvPr>
          <p:cNvSpPr>
            <a:spLocks noGrp="1"/>
          </p:cNvSpPr>
          <p:nvPr/>
        </p:nvSpPr>
        <p:spPr>
          <a:xfrm>
            <a:off x="4521994" y="2857500"/>
            <a:ext cx="26194"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1B814077-A58B-4BAB-82CB-13EB5FC716FF}"/>
              </a:ext>
            </a:extLst>
          </p:cNvPr>
          <p:cNvSpPr>
            <a:spLocks noGrp="1"/>
          </p:cNvSpPr>
          <p:nvPr/>
        </p:nvSpPr>
        <p:spPr>
          <a:xfrm>
            <a:off x="4548188" y="2857500"/>
            <a:ext cx="26194"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BD995D9C-AE89-4462-A41D-F8EF53D59FA3}"/>
              </a:ext>
            </a:extLst>
          </p:cNvPr>
          <p:cNvSpPr>
            <a:spLocks noGrp="1"/>
          </p:cNvSpPr>
          <p:nvPr/>
        </p:nvSpPr>
        <p:spPr>
          <a:xfrm>
            <a:off x="4574381" y="2857500"/>
            <a:ext cx="26194"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2EB5E6C0-D47B-4DC6-98D9-B2C4CB45BB3B}"/>
              </a:ext>
            </a:extLst>
          </p:cNvPr>
          <p:cNvSpPr>
            <a:spLocks noGrp="1"/>
          </p:cNvSpPr>
          <p:nvPr/>
        </p:nvSpPr>
        <p:spPr>
          <a:xfrm>
            <a:off x="4600575" y="2857500"/>
            <a:ext cx="26194"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DB066C72-3419-4B4D-BD80-C988B6F53A70}"/>
              </a:ext>
            </a:extLst>
          </p:cNvPr>
          <p:cNvSpPr>
            <a:spLocks noGrp="1"/>
          </p:cNvSpPr>
          <p:nvPr/>
        </p:nvSpPr>
        <p:spPr>
          <a:xfrm>
            <a:off x="4626769" y="2857500"/>
            <a:ext cx="26194"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7148BF0E-EF29-49F5-B947-211D7CE10963}"/>
              </a:ext>
            </a:extLst>
          </p:cNvPr>
          <p:cNvSpPr>
            <a:spLocks noGrp="1"/>
          </p:cNvSpPr>
          <p:nvPr/>
        </p:nvSpPr>
        <p:spPr>
          <a:xfrm>
            <a:off x="4652963" y="2857500"/>
            <a:ext cx="26194"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91FEC7E9-9ADD-41E5-97BC-0ED9D03A8B15}"/>
              </a:ext>
            </a:extLst>
          </p:cNvPr>
          <p:cNvSpPr>
            <a:spLocks noGrp="1"/>
          </p:cNvSpPr>
          <p:nvPr/>
        </p:nvSpPr>
        <p:spPr>
          <a:xfrm>
            <a:off x="4679156" y="2857500"/>
            <a:ext cx="26194"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5E4CDB2B-E1D6-4053-A8AA-299A51AD4B99}"/>
              </a:ext>
            </a:extLst>
          </p:cNvPr>
          <p:cNvSpPr>
            <a:spLocks noGrp="1"/>
          </p:cNvSpPr>
          <p:nvPr/>
        </p:nvSpPr>
        <p:spPr>
          <a:xfrm>
            <a:off x="4705350" y="2857500"/>
            <a:ext cx="26194"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EAC022BF-5507-4AAC-B024-1DCE289FA547}"/>
              </a:ext>
            </a:extLst>
          </p:cNvPr>
          <p:cNvSpPr>
            <a:spLocks noGrp="1"/>
          </p:cNvSpPr>
          <p:nvPr/>
        </p:nvSpPr>
        <p:spPr>
          <a:xfrm>
            <a:off x="4731544" y="2857500"/>
            <a:ext cx="26194"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6CA89C32-9D53-42F9-9738-C98D0A99783D}"/>
              </a:ext>
            </a:extLst>
          </p:cNvPr>
          <p:cNvSpPr>
            <a:spLocks noGrp="1"/>
          </p:cNvSpPr>
          <p:nvPr/>
        </p:nvSpPr>
        <p:spPr>
          <a:xfrm>
            <a:off x="4757738" y="2857500"/>
            <a:ext cx="26194"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C9D6CB6F-C7CD-4E8C-B6D4-03C731D826FB}"/>
              </a:ext>
            </a:extLst>
          </p:cNvPr>
          <p:cNvSpPr>
            <a:spLocks noGrp="1"/>
          </p:cNvSpPr>
          <p:nvPr/>
        </p:nvSpPr>
        <p:spPr>
          <a:xfrm>
            <a:off x="4783931" y="2857500"/>
            <a:ext cx="26194"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EE03D08F-461A-40C0-8E8E-171FE601F14B}"/>
              </a:ext>
            </a:extLst>
          </p:cNvPr>
          <p:cNvSpPr>
            <a:spLocks noGrp="1"/>
          </p:cNvSpPr>
          <p:nvPr/>
        </p:nvSpPr>
        <p:spPr>
          <a:xfrm>
            <a:off x="4810125" y="2857500"/>
            <a:ext cx="26194"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CAE31423-A4D9-46EF-BFDE-0755AF7A628A}"/>
              </a:ext>
            </a:extLst>
          </p:cNvPr>
          <p:cNvSpPr>
            <a:spLocks noGrp="1"/>
          </p:cNvSpPr>
          <p:nvPr/>
        </p:nvSpPr>
        <p:spPr>
          <a:xfrm>
            <a:off x="4836319" y="2857500"/>
            <a:ext cx="26194" cy="547688"/>
          </a:xfrm>
          <a:prstGeom prst="rect">
            <a:avLst/>
          </a:prstGeom>
          <a:solidFill>
            <a:srgbClr val="1D4ED8"/>
          </a:solidFill>
          <a:ln w="13097">
            <a:solidFill>
              <a:srgbClr val="172B4D"/>
            </a:solidFill>
          </a:ln>
        </p:spPr>
      </p:sp>
      <p:sp>
        <p:nvSpPr>
          <p:cNvPr id="80" name="object-80">
            <a:extLst>
              <a:ext uri="{FF2B5EF4-FFF2-40B4-BE49-F238E27FC236}">
                <a16:creationId xmlns:a16="http://schemas.microsoft.com/office/drawing/2014/main" id="{9B1F4F99-1B87-4DB0-9825-26E101C8FC1A}"/>
              </a:ext>
            </a:extLst>
          </p:cNvPr>
          <p:cNvSpPr>
            <a:spLocks noGrp="1"/>
          </p:cNvSpPr>
          <p:nvPr/>
        </p:nvSpPr>
        <p:spPr>
          <a:xfrm>
            <a:off x="4862513" y="2857500"/>
            <a:ext cx="26194" cy="547688"/>
          </a:xfrm>
          <a:prstGeom prst="rect">
            <a:avLst/>
          </a:prstGeom>
          <a:solidFill>
            <a:srgbClr val="1D4ED8"/>
          </a:solidFill>
          <a:ln w="13097">
            <a:solidFill>
              <a:srgbClr val="172B4D"/>
            </a:solidFill>
          </a:ln>
        </p:spPr>
      </p:sp>
      <p:sp>
        <p:nvSpPr>
          <p:cNvPr id="81" name="object-81">
            <a:extLst>
              <a:ext uri="{FF2B5EF4-FFF2-40B4-BE49-F238E27FC236}">
                <a16:creationId xmlns:a16="http://schemas.microsoft.com/office/drawing/2014/main" id="{3CD95139-1522-4733-BD89-ADC721B9C68A}"/>
              </a:ext>
            </a:extLst>
          </p:cNvPr>
          <p:cNvSpPr>
            <a:spLocks noGrp="1"/>
          </p:cNvSpPr>
          <p:nvPr/>
        </p:nvSpPr>
        <p:spPr>
          <a:xfrm>
            <a:off x="4888706" y="2857500"/>
            <a:ext cx="26194" cy="547688"/>
          </a:xfrm>
          <a:prstGeom prst="rect">
            <a:avLst/>
          </a:prstGeom>
          <a:solidFill>
            <a:srgbClr val="1D4ED8"/>
          </a:solidFill>
          <a:ln w="13097">
            <a:solidFill>
              <a:srgbClr val="172B4D"/>
            </a:solidFill>
          </a:ln>
        </p:spPr>
      </p:sp>
      <p:sp>
        <p:nvSpPr>
          <p:cNvPr id="82" name="object-82">
            <a:extLst>
              <a:ext uri="{FF2B5EF4-FFF2-40B4-BE49-F238E27FC236}">
                <a16:creationId xmlns:a16="http://schemas.microsoft.com/office/drawing/2014/main" id="{03D4C77A-0971-4A11-AD1B-ABC4002C7D60}"/>
              </a:ext>
            </a:extLst>
          </p:cNvPr>
          <p:cNvSpPr>
            <a:spLocks noGrp="1"/>
          </p:cNvSpPr>
          <p:nvPr/>
        </p:nvSpPr>
        <p:spPr>
          <a:xfrm>
            <a:off x="4914900" y="2857500"/>
            <a:ext cx="26194" cy="547688"/>
          </a:xfrm>
          <a:prstGeom prst="rect">
            <a:avLst/>
          </a:prstGeom>
          <a:solidFill>
            <a:srgbClr val="1D4ED8"/>
          </a:solidFill>
          <a:ln w="13097">
            <a:solidFill>
              <a:srgbClr val="172B4D"/>
            </a:solidFill>
          </a:ln>
        </p:spPr>
      </p:sp>
      <p:sp>
        <p:nvSpPr>
          <p:cNvPr id="83" name="object-83">
            <a:extLst>
              <a:ext uri="{FF2B5EF4-FFF2-40B4-BE49-F238E27FC236}">
                <a16:creationId xmlns:a16="http://schemas.microsoft.com/office/drawing/2014/main" id="{331FEC58-17CF-4402-A139-01D735F437EA}"/>
              </a:ext>
            </a:extLst>
          </p:cNvPr>
          <p:cNvSpPr>
            <a:spLocks noGrp="1"/>
          </p:cNvSpPr>
          <p:nvPr/>
        </p:nvSpPr>
        <p:spPr>
          <a:xfrm>
            <a:off x="4941094" y="2857500"/>
            <a:ext cx="26194" cy="547688"/>
          </a:xfrm>
          <a:prstGeom prst="rect">
            <a:avLst/>
          </a:prstGeom>
          <a:solidFill>
            <a:srgbClr val="1D4ED8"/>
          </a:solidFill>
          <a:ln w="13097">
            <a:solidFill>
              <a:srgbClr val="172B4D"/>
            </a:solidFill>
          </a:ln>
        </p:spPr>
      </p:sp>
      <p:sp>
        <p:nvSpPr>
          <p:cNvPr id="84" name="object-84">
            <a:extLst>
              <a:ext uri="{FF2B5EF4-FFF2-40B4-BE49-F238E27FC236}">
                <a16:creationId xmlns:a16="http://schemas.microsoft.com/office/drawing/2014/main" id="{582D2DF8-018B-4BC0-B835-4635E9BA531A}"/>
              </a:ext>
            </a:extLst>
          </p:cNvPr>
          <p:cNvSpPr>
            <a:spLocks noGrp="1"/>
          </p:cNvSpPr>
          <p:nvPr/>
        </p:nvSpPr>
        <p:spPr>
          <a:xfrm>
            <a:off x="4967288" y="2857500"/>
            <a:ext cx="26194" cy="547688"/>
          </a:xfrm>
          <a:prstGeom prst="rect">
            <a:avLst/>
          </a:prstGeom>
          <a:solidFill>
            <a:srgbClr val="1D4ED8"/>
          </a:solidFill>
          <a:ln w="13097">
            <a:solidFill>
              <a:srgbClr val="172B4D"/>
            </a:solidFill>
          </a:ln>
        </p:spPr>
      </p:sp>
      <p:sp>
        <p:nvSpPr>
          <p:cNvPr id="85" name="object-85">
            <a:extLst>
              <a:ext uri="{FF2B5EF4-FFF2-40B4-BE49-F238E27FC236}">
                <a16:creationId xmlns:a16="http://schemas.microsoft.com/office/drawing/2014/main" id="{22E84DB5-2F06-4837-8836-C82E4E9ABC84}"/>
              </a:ext>
            </a:extLst>
          </p:cNvPr>
          <p:cNvSpPr>
            <a:spLocks noGrp="1"/>
          </p:cNvSpPr>
          <p:nvPr/>
        </p:nvSpPr>
        <p:spPr>
          <a:xfrm>
            <a:off x="4993481" y="2857500"/>
            <a:ext cx="26194" cy="547688"/>
          </a:xfrm>
          <a:prstGeom prst="rect">
            <a:avLst/>
          </a:prstGeom>
          <a:solidFill>
            <a:srgbClr val="1D4ED8"/>
          </a:solidFill>
          <a:ln w="13097">
            <a:solidFill>
              <a:srgbClr val="172B4D"/>
            </a:solidFill>
          </a:ln>
        </p:spPr>
      </p:sp>
      <p:sp>
        <p:nvSpPr>
          <p:cNvPr id="86" name="object-86">
            <a:extLst>
              <a:ext uri="{FF2B5EF4-FFF2-40B4-BE49-F238E27FC236}">
                <a16:creationId xmlns:a16="http://schemas.microsoft.com/office/drawing/2014/main" id="{50B22E8D-21ED-4BE5-AB0A-213E8FB9ADC6}"/>
              </a:ext>
            </a:extLst>
          </p:cNvPr>
          <p:cNvSpPr>
            <a:spLocks noGrp="1"/>
          </p:cNvSpPr>
          <p:nvPr/>
        </p:nvSpPr>
        <p:spPr>
          <a:xfrm>
            <a:off x="5019675" y="2857500"/>
            <a:ext cx="26194" cy="547688"/>
          </a:xfrm>
          <a:prstGeom prst="rect">
            <a:avLst/>
          </a:prstGeom>
          <a:solidFill>
            <a:srgbClr val="1D4ED8"/>
          </a:solidFill>
          <a:ln w="13097">
            <a:solidFill>
              <a:srgbClr val="172B4D"/>
            </a:solidFill>
          </a:ln>
        </p:spPr>
      </p:sp>
      <p:sp>
        <p:nvSpPr>
          <p:cNvPr id="87" name="object-87">
            <a:extLst>
              <a:ext uri="{FF2B5EF4-FFF2-40B4-BE49-F238E27FC236}">
                <a16:creationId xmlns:a16="http://schemas.microsoft.com/office/drawing/2014/main" id="{975F424F-C8D3-4962-90BE-A951ADFF4691}"/>
              </a:ext>
            </a:extLst>
          </p:cNvPr>
          <p:cNvSpPr>
            <a:spLocks noGrp="1"/>
          </p:cNvSpPr>
          <p:nvPr/>
        </p:nvSpPr>
        <p:spPr>
          <a:xfrm>
            <a:off x="5045869" y="2857500"/>
            <a:ext cx="26194" cy="547688"/>
          </a:xfrm>
          <a:prstGeom prst="rect">
            <a:avLst/>
          </a:prstGeom>
          <a:solidFill>
            <a:srgbClr val="1D4ED8"/>
          </a:solidFill>
          <a:ln w="13097">
            <a:solidFill>
              <a:srgbClr val="172B4D"/>
            </a:solidFill>
          </a:ln>
        </p:spPr>
      </p:sp>
      <p:sp>
        <p:nvSpPr>
          <p:cNvPr id="88" name="object-88">
            <a:extLst>
              <a:ext uri="{FF2B5EF4-FFF2-40B4-BE49-F238E27FC236}">
                <a16:creationId xmlns:a16="http://schemas.microsoft.com/office/drawing/2014/main" id="{9FBDF8B8-A2EC-423F-AE9A-BF546C32EB6B}"/>
              </a:ext>
            </a:extLst>
          </p:cNvPr>
          <p:cNvSpPr>
            <a:spLocks noGrp="1"/>
          </p:cNvSpPr>
          <p:nvPr/>
        </p:nvSpPr>
        <p:spPr>
          <a:xfrm>
            <a:off x="5072063" y="2857500"/>
            <a:ext cx="26194" cy="547688"/>
          </a:xfrm>
          <a:prstGeom prst="rect">
            <a:avLst/>
          </a:prstGeom>
          <a:solidFill>
            <a:srgbClr val="1D4ED8"/>
          </a:solidFill>
          <a:ln w="13097">
            <a:solidFill>
              <a:srgbClr val="172B4D"/>
            </a:solidFill>
          </a:ln>
        </p:spPr>
      </p:sp>
      <p:sp>
        <p:nvSpPr>
          <p:cNvPr id="89" name="object-89">
            <a:extLst>
              <a:ext uri="{FF2B5EF4-FFF2-40B4-BE49-F238E27FC236}">
                <a16:creationId xmlns:a16="http://schemas.microsoft.com/office/drawing/2014/main" id="{21950E26-5D5A-4AD9-A3C2-AADE41B6309C}"/>
              </a:ext>
            </a:extLst>
          </p:cNvPr>
          <p:cNvSpPr>
            <a:spLocks noGrp="1"/>
          </p:cNvSpPr>
          <p:nvPr/>
        </p:nvSpPr>
        <p:spPr>
          <a:xfrm>
            <a:off x="5098256" y="2857500"/>
            <a:ext cx="26194" cy="547688"/>
          </a:xfrm>
          <a:prstGeom prst="rect">
            <a:avLst/>
          </a:prstGeom>
          <a:solidFill>
            <a:srgbClr val="1D4ED8"/>
          </a:solidFill>
          <a:ln w="13097">
            <a:solidFill>
              <a:srgbClr val="172B4D"/>
            </a:solidFill>
          </a:ln>
        </p:spPr>
      </p:sp>
      <p:sp>
        <p:nvSpPr>
          <p:cNvPr id="90" name="object-90">
            <a:extLst>
              <a:ext uri="{FF2B5EF4-FFF2-40B4-BE49-F238E27FC236}">
                <a16:creationId xmlns:a16="http://schemas.microsoft.com/office/drawing/2014/main" id="{267D1EA1-9032-43E1-8EDE-49D4819A2749}"/>
              </a:ext>
            </a:extLst>
          </p:cNvPr>
          <p:cNvSpPr>
            <a:spLocks noGrp="1"/>
          </p:cNvSpPr>
          <p:nvPr/>
        </p:nvSpPr>
        <p:spPr>
          <a:xfrm>
            <a:off x="5124450" y="2857500"/>
            <a:ext cx="26194" cy="547688"/>
          </a:xfrm>
          <a:prstGeom prst="rect">
            <a:avLst/>
          </a:prstGeom>
          <a:solidFill>
            <a:srgbClr val="1D4ED8"/>
          </a:solidFill>
          <a:ln w="13097">
            <a:solidFill>
              <a:srgbClr val="172B4D"/>
            </a:solidFill>
          </a:ln>
        </p:spPr>
      </p:sp>
      <p:sp>
        <p:nvSpPr>
          <p:cNvPr id="91" name="object-91">
            <a:extLst>
              <a:ext uri="{FF2B5EF4-FFF2-40B4-BE49-F238E27FC236}">
                <a16:creationId xmlns:a16="http://schemas.microsoft.com/office/drawing/2014/main" id="{29AA0740-302D-4CED-92BA-059E9B7A9275}"/>
              </a:ext>
            </a:extLst>
          </p:cNvPr>
          <p:cNvSpPr>
            <a:spLocks noGrp="1"/>
          </p:cNvSpPr>
          <p:nvPr/>
        </p:nvSpPr>
        <p:spPr>
          <a:xfrm>
            <a:off x="5150644" y="2857500"/>
            <a:ext cx="26194" cy="547688"/>
          </a:xfrm>
          <a:prstGeom prst="rect">
            <a:avLst/>
          </a:prstGeom>
          <a:solidFill>
            <a:srgbClr val="1D4ED8"/>
          </a:solidFill>
          <a:ln w="13097">
            <a:solidFill>
              <a:srgbClr val="172B4D"/>
            </a:solidFill>
          </a:ln>
        </p:spPr>
      </p:sp>
      <p:sp>
        <p:nvSpPr>
          <p:cNvPr id="92" name="object-92">
            <a:extLst>
              <a:ext uri="{FF2B5EF4-FFF2-40B4-BE49-F238E27FC236}">
                <a16:creationId xmlns:a16="http://schemas.microsoft.com/office/drawing/2014/main" id="{8FDFBD49-CD2D-4A17-93D9-940F449B85D1}"/>
              </a:ext>
            </a:extLst>
          </p:cNvPr>
          <p:cNvSpPr>
            <a:spLocks noGrp="1"/>
          </p:cNvSpPr>
          <p:nvPr/>
        </p:nvSpPr>
        <p:spPr>
          <a:xfrm>
            <a:off x="5176838" y="2857500"/>
            <a:ext cx="26194" cy="547688"/>
          </a:xfrm>
          <a:prstGeom prst="rect">
            <a:avLst/>
          </a:prstGeom>
          <a:solidFill>
            <a:srgbClr val="1D4ED8"/>
          </a:solidFill>
          <a:ln w="13097">
            <a:solidFill>
              <a:srgbClr val="172B4D"/>
            </a:solidFill>
          </a:ln>
        </p:spPr>
      </p:sp>
      <p:sp>
        <p:nvSpPr>
          <p:cNvPr id="93" name="object-93">
            <a:extLst>
              <a:ext uri="{FF2B5EF4-FFF2-40B4-BE49-F238E27FC236}">
                <a16:creationId xmlns:a16="http://schemas.microsoft.com/office/drawing/2014/main" id="{3E6F77D3-2457-4FB4-9CCB-772A92C0666E}"/>
              </a:ext>
            </a:extLst>
          </p:cNvPr>
          <p:cNvSpPr>
            <a:spLocks noGrp="1"/>
          </p:cNvSpPr>
          <p:nvPr/>
        </p:nvSpPr>
        <p:spPr>
          <a:xfrm>
            <a:off x="5203031" y="2857500"/>
            <a:ext cx="26194" cy="547688"/>
          </a:xfrm>
          <a:prstGeom prst="rect">
            <a:avLst/>
          </a:prstGeom>
          <a:solidFill>
            <a:srgbClr val="1D4ED8"/>
          </a:solidFill>
          <a:ln w="13097">
            <a:solidFill>
              <a:srgbClr val="172B4D"/>
            </a:solidFill>
          </a:ln>
        </p:spPr>
      </p:sp>
      <p:sp>
        <p:nvSpPr>
          <p:cNvPr id="94" name="object-94">
            <a:extLst>
              <a:ext uri="{FF2B5EF4-FFF2-40B4-BE49-F238E27FC236}">
                <a16:creationId xmlns:a16="http://schemas.microsoft.com/office/drawing/2014/main" id="{D8AC958B-F44A-418F-A669-837F8C207C69}"/>
              </a:ext>
            </a:extLst>
          </p:cNvPr>
          <p:cNvSpPr>
            <a:spLocks noGrp="1"/>
          </p:cNvSpPr>
          <p:nvPr/>
        </p:nvSpPr>
        <p:spPr>
          <a:xfrm>
            <a:off x="5229225" y="2857500"/>
            <a:ext cx="26194" cy="547688"/>
          </a:xfrm>
          <a:prstGeom prst="rect">
            <a:avLst/>
          </a:prstGeom>
          <a:solidFill>
            <a:srgbClr val="1D4ED8"/>
          </a:solidFill>
          <a:ln w="13097">
            <a:solidFill>
              <a:srgbClr val="172B4D"/>
            </a:solidFill>
          </a:ln>
        </p:spPr>
      </p:sp>
      <p:sp>
        <p:nvSpPr>
          <p:cNvPr id="95" name="object-95">
            <a:extLst>
              <a:ext uri="{FF2B5EF4-FFF2-40B4-BE49-F238E27FC236}">
                <a16:creationId xmlns:a16="http://schemas.microsoft.com/office/drawing/2014/main" id="{5BC6E839-885F-4F52-9C55-7FE52933476E}"/>
              </a:ext>
            </a:extLst>
          </p:cNvPr>
          <p:cNvSpPr>
            <a:spLocks noGrp="1"/>
          </p:cNvSpPr>
          <p:nvPr/>
        </p:nvSpPr>
        <p:spPr>
          <a:xfrm>
            <a:off x="5255419" y="2857500"/>
            <a:ext cx="26194" cy="547688"/>
          </a:xfrm>
          <a:prstGeom prst="rect">
            <a:avLst/>
          </a:prstGeom>
          <a:solidFill>
            <a:srgbClr val="1D4ED8"/>
          </a:solidFill>
          <a:ln w="13097">
            <a:solidFill>
              <a:srgbClr val="172B4D"/>
            </a:solidFill>
          </a:ln>
        </p:spPr>
      </p:sp>
      <p:sp>
        <p:nvSpPr>
          <p:cNvPr id="96" name="object-96">
            <a:extLst>
              <a:ext uri="{FF2B5EF4-FFF2-40B4-BE49-F238E27FC236}">
                <a16:creationId xmlns:a16="http://schemas.microsoft.com/office/drawing/2014/main" id="{55ECB589-A5B3-49B6-A9EC-8BA873E47AF9}"/>
              </a:ext>
            </a:extLst>
          </p:cNvPr>
          <p:cNvSpPr>
            <a:spLocks noGrp="1"/>
          </p:cNvSpPr>
          <p:nvPr/>
        </p:nvSpPr>
        <p:spPr>
          <a:xfrm>
            <a:off x="5281613" y="2857500"/>
            <a:ext cx="26194" cy="547688"/>
          </a:xfrm>
          <a:prstGeom prst="rect">
            <a:avLst/>
          </a:prstGeom>
          <a:solidFill>
            <a:srgbClr val="1D4ED8"/>
          </a:solidFill>
          <a:ln w="13097">
            <a:solidFill>
              <a:srgbClr val="172B4D"/>
            </a:solidFill>
          </a:ln>
        </p:spPr>
      </p:sp>
      <p:sp>
        <p:nvSpPr>
          <p:cNvPr id="97" name="object-97">
            <a:extLst>
              <a:ext uri="{FF2B5EF4-FFF2-40B4-BE49-F238E27FC236}">
                <a16:creationId xmlns:a16="http://schemas.microsoft.com/office/drawing/2014/main" id="{C4E6344B-A386-40C9-AAC0-7D233A3C6C65}"/>
              </a:ext>
            </a:extLst>
          </p:cNvPr>
          <p:cNvSpPr>
            <a:spLocks noGrp="1"/>
          </p:cNvSpPr>
          <p:nvPr/>
        </p:nvSpPr>
        <p:spPr>
          <a:xfrm>
            <a:off x="5307806" y="2857500"/>
            <a:ext cx="26194" cy="547688"/>
          </a:xfrm>
          <a:prstGeom prst="rect">
            <a:avLst/>
          </a:prstGeom>
          <a:solidFill>
            <a:srgbClr val="1D4ED8"/>
          </a:solidFill>
          <a:ln w="13097">
            <a:solidFill>
              <a:srgbClr val="172B4D"/>
            </a:solidFill>
          </a:ln>
        </p:spPr>
      </p:sp>
      <p:sp>
        <p:nvSpPr>
          <p:cNvPr id="98" name="object-98">
            <a:extLst>
              <a:ext uri="{FF2B5EF4-FFF2-40B4-BE49-F238E27FC236}">
                <a16:creationId xmlns:a16="http://schemas.microsoft.com/office/drawing/2014/main" id="{B6F2065A-9395-4EF7-9177-FA193BE1CFC3}"/>
              </a:ext>
            </a:extLst>
          </p:cNvPr>
          <p:cNvSpPr>
            <a:spLocks noGrp="1"/>
          </p:cNvSpPr>
          <p:nvPr/>
        </p:nvSpPr>
        <p:spPr>
          <a:xfrm>
            <a:off x="5334000" y="2857500"/>
            <a:ext cx="26194" cy="547688"/>
          </a:xfrm>
          <a:prstGeom prst="rect">
            <a:avLst/>
          </a:prstGeom>
          <a:solidFill>
            <a:srgbClr val="1D4ED8"/>
          </a:solidFill>
          <a:ln w="13097">
            <a:solidFill>
              <a:srgbClr val="172B4D"/>
            </a:solidFill>
          </a:ln>
        </p:spPr>
      </p:sp>
      <p:sp>
        <p:nvSpPr>
          <p:cNvPr id="99" name="object-99">
            <a:extLst>
              <a:ext uri="{FF2B5EF4-FFF2-40B4-BE49-F238E27FC236}">
                <a16:creationId xmlns:a16="http://schemas.microsoft.com/office/drawing/2014/main" id="{5228A594-6FFE-4276-8CE6-7BB6E1B5D5D4}"/>
              </a:ext>
            </a:extLst>
          </p:cNvPr>
          <p:cNvSpPr>
            <a:spLocks noGrp="1"/>
          </p:cNvSpPr>
          <p:nvPr/>
        </p:nvSpPr>
        <p:spPr>
          <a:xfrm>
            <a:off x="5360194" y="2857500"/>
            <a:ext cx="26194" cy="547688"/>
          </a:xfrm>
          <a:prstGeom prst="rect">
            <a:avLst/>
          </a:prstGeom>
          <a:solidFill>
            <a:srgbClr val="1D4ED8"/>
          </a:solidFill>
          <a:ln w="13097">
            <a:solidFill>
              <a:srgbClr val="172B4D"/>
            </a:solidFill>
          </a:ln>
        </p:spPr>
      </p:sp>
      <p:sp>
        <p:nvSpPr>
          <p:cNvPr id="100" name="object-100">
            <a:extLst>
              <a:ext uri="{FF2B5EF4-FFF2-40B4-BE49-F238E27FC236}">
                <a16:creationId xmlns:a16="http://schemas.microsoft.com/office/drawing/2014/main" id="{DAC1DA12-BC9E-4D5A-931F-A6F22F4758C4}"/>
              </a:ext>
            </a:extLst>
          </p:cNvPr>
          <p:cNvSpPr>
            <a:spLocks noGrp="1"/>
          </p:cNvSpPr>
          <p:nvPr/>
        </p:nvSpPr>
        <p:spPr>
          <a:xfrm>
            <a:off x="5386388" y="2857500"/>
            <a:ext cx="26194" cy="547688"/>
          </a:xfrm>
          <a:prstGeom prst="rect">
            <a:avLst/>
          </a:prstGeom>
          <a:solidFill>
            <a:srgbClr val="1D4ED8"/>
          </a:solidFill>
          <a:ln w="13097">
            <a:solidFill>
              <a:srgbClr val="172B4D"/>
            </a:solidFill>
          </a:ln>
        </p:spPr>
      </p:sp>
      <p:sp>
        <p:nvSpPr>
          <p:cNvPr id="101" name="object-101">
            <a:extLst>
              <a:ext uri="{FF2B5EF4-FFF2-40B4-BE49-F238E27FC236}">
                <a16:creationId xmlns:a16="http://schemas.microsoft.com/office/drawing/2014/main" id="{63BD89ED-2AE9-42EB-AD32-269CD2964D7B}"/>
              </a:ext>
            </a:extLst>
          </p:cNvPr>
          <p:cNvSpPr>
            <a:spLocks noGrp="1"/>
          </p:cNvSpPr>
          <p:nvPr/>
        </p:nvSpPr>
        <p:spPr>
          <a:xfrm>
            <a:off x="5412581" y="2857500"/>
            <a:ext cx="26194" cy="547688"/>
          </a:xfrm>
          <a:prstGeom prst="rect">
            <a:avLst/>
          </a:prstGeom>
          <a:solidFill>
            <a:srgbClr val="1D4ED8"/>
          </a:solidFill>
          <a:ln w="13097">
            <a:solidFill>
              <a:srgbClr val="172B4D"/>
            </a:solidFill>
          </a:ln>
        </p:spPr>
      </p:sp>
      <p:sp>
        <p:nvSpPr>
          <p:cNvPr id="102" name="object-102">
            <a:extLst>
              <a:ext uri="{FF2B5EF4-FFF2-40B4-BE49-F238E27FC236}">
                <a16:creationId xmlns:a16="http://schemas.microsoft.com/office/drawing/2014/main" id="{8BE2494A-F6D6-4483-952B-416F75A16005}"/>
              </a:ext>
            </a:extLst>
          </p:cNvPr>
          <p:cNvSpPr>
            <a:spLocks noGrp="1"/>
          </p:cNvSpPr>
          <p:nvPr/>
        </p:nvSpPr>
        <p:spPr>
          <a:xfrm>
            <a:off x="5438775" y="2857500"/>
            <a:ext cx="26194" cy="547688"/>
          </a:xfrm>
          <a:prstGeom prst="rect">
            <a:avLst/>
          </a:prstGeom>
          <a:solidFill>
            <a:srgbClr val="1D4ED8"/>
          </a:solidFill>
          <a:ln w="13097">
            <a:solidFill>
              <a:srgbClr val="172B4D"/>
            </a:solidFill>
          </a:ln>
        </p:spPr>
      </p:sp>
      <p:sp>
        <p:nvSpPr>
          <p:cNvPr id="103" name="object-103">
            <a:extLst>
              <a:ext uri="{FF2B5EF4-FFF2-40B4-BE49-F238E27FC236}">
                <a16:creationId xmlns:a16="http://schemas.microsoft.com/office/drawing/2014/main" id="{34255898-B7C4-4E19-87C4-3F7427BEAC67}"/>
              </a:ext>
            </a:extLst>
          </p:cNvPr>
          <p:cNvSpPr>
            <a:spLocks noGrp="1"/>
          </p:cNvSpPr>
          <p:nvPr/>
        </p:nvSpPr>
        <p:spPr>
          <a:xfrm>
            <a:off x="5464969" y="2857500"/>
            <a:ext cx="26194" cy="547688"/>
          </a:xfrm>
          <a:prstGeom prst="rect">
            <a:avLst/>
          </a:prstGeom>
          <a:solidFill>
            <a:srgbClr val="1D4ED8"/>
          </a:solidFill>
          <a:ln w="13097">
            <a:solidFill>
              <a:srgbClr val="172B4D"/>
            </a:solidFill>
          </a:ln>
        </p:spPr>
      </p:sp>
      <p:sp>
        <p:nvSpPr>
          <p:cNvPr id="104" name="object-104">
            <a:extLst>
              <a:ext uri="{FF2B5EF4-FFF2-40B4-BE49-F238E27FC236}">
                <a16:creationId xmlns:a16="http://schemas.microsoft.com/office/drawing/2014/main" id="{EF26C99D-23A1-4D17-ABDE-4531D64ABF88}"/>
              </a:ext>
            </a:extLst>
          </p:cNvPr>
          <p:cNvSpPr>
            <a:spLocks noGrp="1"/>
          </p:cNvSpPr>
          <p:nvPr/>
        </p:nvSpPr>
        <p:spPr>
          <a:xfrm>
            <a:off x="5491163" y="2857500"/>
            <a:ext cx="26194" cy="547688"/>
          </a:xfrm>
          <a:prstGeom prst="rect">
            <a:avLst/>
          </a:prstGeom>
          <a:solidFill>
            <a:srgbClr val="1D4ED8"/>
          </a:solidFill>
          <a:ln w="13097">
            <a:solidFill>
              <a:srgbClr val="172B4D"/>
            </a:solidFill>
          </a:ln>
        </p:spPr>
      </p:sp>
      <p:sp>
        <p:nvSpPr>
          <p:cNvPr id="105" name="object-105">
            <a:extLst>
              <a:ext uri="{FF2B5EF4-FFF2-40B4-BE49-F238E27FC236}">
                <a16:creationId xmlns:a16="http://schemas.microsoft.com/office/drawing/2014/main" id="{769FC2C4-5323-499A-A751-C4A35D910EAC}"/>
              </a:ext>
            </a:extLst>
          </p:cNvPr>
          <p:cNvSpPr>
            <a:spLocks noGrp="1"/>
          </p:cNvSpPr>
          <p:nvPr/>
        </p:nvSpPr>
        <p:spPr>
          <a:xfrm>
            <a:off x="5517356" y="2857500"/>
            <a:ext cx="26194" cy="547688"/>
          </a:xfrm>
          <a:prstGeom prst="rect">
            <a:avLst/>
          </a:prstGeom>
          <a:solidFill>
            <a:srgbClr val="1D4ED8"/>
          </a:solidFill>
          <a:ln w="13097">
            <a:solidFill>
              <a:srgbClr val="172B4D"/>
            </a:solidFill>
          </a:ln>
        </p:spPr>
      </p:sp>
      <p:sp>
        <p:nvSpPr>
          <p:cNvPr id="106" name="object-106">
            <a:extLst>
              <a:ext uri="{FF2B5EF4-FFF2-40B4-BE49-F238E27FC236}">
                <a16:creationId xmlns:a16="http://schemas.microsoft.com/office/drawing/2014/main" id="{0C3B12A0-C3AE-4649-AD01-ABF635FED62C}"/>
              </a:ext>
            </a:extLst>
          </p:cNvPr>
          <p:cNvSpPr>
            <a:spLocks noGrp="1"/>
          </p:cNvSpPr>
          <p:nvPr/>
        </p:nvSpPr>
        <p:spPr>
          <a:xfrm>
            <a:off x="5543550" y="2857500"/>
            <a:ext cx="26194" cy="547688"/>
          </a:xfrm>
          <a:prstGeom prst="rect">
            <a:avLst/>
          </a:prstGeom>
          <a:solidFill>
            <a:srgbClr val="1D4ED8"/>
          </a:solidFill>
          <a:ln w="13097">
            <a:solidFill>
              <a:srgbClr val="172B4D"/>
            </a:solidFill>
          </a:ln>
        </p:spPr>
      </p:sp>
      <p:sp>
        <p:nvSpPr>
          <p:cNvPr id="107" name="object-107">
            <a:extLst>
              <a:ext uri="{FF2B5EF4-FFF2-40B4-BE49-F238E27FC236}">
                <a16:creationId xmlns:a16="http://schemas.microsoft.com/office/drawing/2014/main" id="{38320A7C-09FE-4EED-9F5B-AFE56A137C88}"/>
              </a:ext>
            </a:extLst>
          </p:cNvPr>
          <p:cNvSpPr>
            <a:spLocks noGrp="1"/>
          </p:cNvSpPr>
          <p:nvPr/>
        </p:nvSpPr>
        <p:spPr>
          <a:xfrm>
            <a:off x="5569744" y="2857500"/>
            <a:ext cx="26194" cy="547688"/>
          </a:xfrm>
          <a:prstGeom prst="rect">
            <a:avLst/>
          </a:prstGeom>
          <a:solidFill>
            <a:srgbClr val="1D4ED8"/>
          </a:solidFill>
          <a:ln w="13097">
            <a:solidFill>
              <a:srgbClr val="172B4D"/>
            </a:solidFill>
          </a:ln>
        </p:spPr>
      </p:sp>
      <p:sp>
        <p:nvSpPr>
          <p:cNvPr id="108" name="object-108">
            <a:extLst>
              <a:ext uri="{FF2B5EF4-FFF2-40B4-BE49-F238E27FC236}">
                <a16:creationId xmlns:a16="http://schemas.microsoft.com/office/drawing/2014/main" id="{1F81CF00-DCBC-49B5-A62C-3C7780063589}"/>
              </a:ext>
            </a:extLst>
          </p:cNvPr>
          <p:cNvSpPr>
            <a:spLocks noGrp="1"/>
          </p:cNvSpPr>
          <p:nvPr/>
        </p:nvSpPr>
        <p:spPr>
          <a:xfrm>
            <a:off x="5595938" y="2857500"/>
            <a:ext cx="26194" cy="547688"/>
          </a:xfrm>
          <a:prstGeom prst="rect">
            <a:avLst/>
          </a:prstGeom>
          <a:solidFill>
            <a:srgbClr val="1D4ED8"/>
          </a:solidFill>
          <a:ln w="13097">
            <a:solidFill>
              <a:srgbClr val="172B4D"/>
            </a:solidFill>
          </a:ln>
        </p:spPr>
      </p:sp>
      <p:sp>
        <p:nvSpPr>
          <p:cNvPr id="109" name="object-109">
            <a:extLst>
              <a:ext uri="{FF2B5EF4-FFF2-40B4-BE49-F238E27FC236}">
                <a16:creationId xmlns:a16="http://schemas.microsoft.com/office/drawing/2014/main" id="{B0DFB0F4-8A80-493B-9324-70B3D4F276C0}"/>
              </a:ext>
            </a:extLst>
          </p:cNvPr>
          <p:cNvSpPr>
            <a:spLocks noGrp="1"/>
          </p:cNvSpPr>
          <p:nvPr/>
        </p:nvSpPr>
        <p:spPr>
          <a:xfrm>
            <a:off x="5622131" y="2857500"/>
            <a:ext cx="26194"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E999E148-013A-4066-87B7-9617F278015F}"/>
              </a:ext>
            </a:extLst>
          </p:cNvPr>
          <p:cNvSpPr>
            <a:spLocks noGrp="1"/>
          </p:cNvSpPr>
          <p:nvPr/>
        </p:nvSpPr>
        <p:spPr>
          <a:xfrm>
            <a:off x="5648325" y="2857500"/>
            <a:ext cx="26194"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91498A97-8141-488E-A4BD-FC29CD3EEC9E}"/>
              </a:ext>
            </a:extLst>
          </p:cNvPr>
          <p:cNvSpPr>
            <a:spLocks noGrp="1"/>
          </p:cNvSpPr>
          <p:nvPr/>
        </p:nvSpPr>
        <p:spPr>
          <a:xfrm>
            <a:off x="5674519" y="2857500"/>
            <a:ext cx="26194"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22DF28EC-673E-48D8-BF9B-F0FCC71DBD89}"/>
              </a:ext>
            </a:extLst>
          </p:cNvPr>
          <p:cNvSpPr>
            <a:spLocks noGrp="1"/>
          </p:cNvSpPr>
          <p:nvPr/>
        </p:nvSpPr>
        <p:spPr>
          <a:xfrm>
            <a:off x="5700713" y="2857500"/>
            <a:ext cx="26194"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5A7F8B53-D84F-4818-85CF-94419950927B}"/>
              </a:ext>
            </a:extLst>
          </p:cNvPr>
          <p:cNvSpPr>
            <a:spLocks noGrp="1"/>
          </p:cNvSpPr>
          <p:nvPr/>
        </p:nvSpPr>
        <p:spPr>
          <a:xfrm>
            <a:off x="5726906" y="2857500"/>
            <a:ext cx="26194"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11D940A2-0398-411D-8E95-AE5962FC207B}"/>
              </a:ext>
            </a:extLst>
          </p:cNvPr>
          <p:cNvSpPr>
            <a:spLocks noGrp="1"/>
          </p:cNvSpPr>
          <p:nvPr/>
        </p:nvSpPr>
        <p:spPr>
          <a:xfrm>
            <a:off x="5753100" y="2857500"/>
            <a:ext cx="26194"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7BA29756-7EEE-4A65-B2E7-A7326CF76DA6}"/>
              </a:ext>
            </a:extLst>
          </p:cNvPr>
          <p:cNvSpPr>
            <a:spLocks noGrp="1"/>
          </p:cNvSpPr>
          <p:nvPr/>
        </p:nvSpPr>
        <p:spPr>
          <a:xfrm>
            <a:off x="5779294" y="2857500"/>
            <a:ext cx="26194"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5D7914D0-EDCE-4A3F-ACCD-CD323321FA3E}"/>
              </a:ext>
            </a:extLst>
          </p:cNvPr>
          <p:cNvSpPr>
            <a:spLocks noGrp="1"/>
          </p:cNvSpPr>
          <p:nvPr/>
        </p:nvSpPr>
        <p:spPr>
          <a:xfrm>
            <a:off x="5805488" y="2857500"/>
            <a:ext cx="26194"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3A0AE169-55D4-46EC-A2BC-672A44C817D3}"/>
              </a:ext>
            </a:extLst>
          </p:cNvPr>
          <p:cNvSpPr>
            <a:spLocks noGrp="1"/>
          </p:cNvSpPr>
          <p:nvPr/>
        </p:nvSpPr>
        <p:spPr>
          <a:xfrm>
            <a:off x="5831681" y="2857500"/>
            <a:ext cx="26194"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2E16DB99-073A-450F-874B-1BB89904D89B}"/>
              </a:ext>
            </a:extLst>
          </p:cNvPr>
          <p:cNvSpPr>
            <a:spLocks noGrp="1"/>
          </p:cNvSpPr>
          <p:nvPr/>
        </p:nvSpPr>
        <p:spPr>
          <a:xfrm>
            <a:off x="5857875" y="2857500"/>
            <a:ext cx="26194"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98BAE69C-CEE4-4E0E-80F1-443D032366DA}"/>
              </a:ext>
            </a:extLst>
          </p:cNvPr>
          <p:cNvSpPr>
            <a:spLocks noGrp="1"/>
          </p:cNvSpPr>
          <p:nvPr/>
        </p:nvSpPr>
        <p:spPr>
          <a:xfrm>
            <a:off x="5884069" y="2857500"/>
            <a:ext cx="26194"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E7CD3E44-E29E-46FD-8CC1-CCC52B14E7BD}"/>
              </a:ext>
            </a:extLst>
          </p:cNvPr>
          <p:cNvSpPr>
            <a:spLocks noGrp="1"/>
          </p:cNvSpPr>
          <p:nvPr/>
        </p:nvSpPr>
        <p:spPr>
          <a:xfrm>
            <a:off x="5910263" y="2857500"/>
            <a:ext cx="26194"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D1ED3C7F-837C-4D8F-BD3F-16F61CE99C21}"/>
              </a:ext>
            </a:extLst>
          </p:cNvPr>
          <p:cNvSpPr>
            <a:spLocks noGrp="1"/>
          </p:cNvSpPr>
          <p:nvPr/>
        </p:nvSpPr>
        <p:spPr>
          <a:xfrm>
            <a:off x="5936456" y="2857500"/>
            <a:ext cx="26194"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F30B61E6-E9CC-4F6C-9999-DD1BC43E1061}"/>
              </a:ext>
            </a:extLst>
          </p:cNvPr>
          <p:cNvSpPr>
            <a:spLocks noGrp="1"/>
          </p:cNvSpPr>
          <p:nvPr/>
        </p:nvSpPr>
        <p:spPr>
          <a:xfrm>
            <a:off x="5962650" y="2857500"/>
            <a:ext cx="26194"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2E891E50-C310-4D73-BE4E-E013C1C4A13D}"/>
              </a:ext>
            </a:extLst>
          </p:cNvPr>
          <p:cNvSpPr>
            <a:spLocks noGrp="1"/>
          </p:cNvSpPr>
          <p:nvPr/>
        </p:nvSpPr>
        <p:spPr>
          <a:xfrm>
            <a:off x="5988844" y="2857500"/>
            <a:ext cx="26194"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A245835A-DF32-4CA7-8B5D-EADC350340E7}"/>
              </a:ext>
            </a:extLst>
          </p:cNvPr>
          <p:cNvSpPr>
            <a:spLocks noGrp="1"/>
          </p:cNvSpPr>
          <p:nvPr/>
        </p:nvSpPr>
        <p:spPr>
          <a:xfrm>
            <a:off x="6015038" y="2857500"/>
            <a:ext cx="26194"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4ADA3DC8-B39E-41DB-AB7C-3BFE494F4D93}"/>
              </a:ext>
            </a:extLst>
          </p:cNvPr>
          <p:cNvSpPr>
            <a:spLocks noGrp="1"/>
          </p:cNvSpPr>
          <p:nvPr/>
        </p:nvSpPr>
        <p:spPr>
          <a:xfrm>
            <a:off x="6041231" y="2857500"/>
            <a:ext cx="26194"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39EDE487-E967-47A9-97B5-DB51E164CC90}"/>
              </a:ext>
            </a:extLst>
          </p:cNvPr>
          <p:cNvSpPr>
            <a:spLocks noGrp="1"/>
          </p:cNvSpPr>
          <p:nvPr/>
        </p:nvSpPr>
        <p:spPr>
          <a:xfrm>
            <a:off x="6067425" y="2857500"/>
            <a:ext cx="26194"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BDF78E44-D3FE-4D54-A4CF-A2394FC7586A}"/>
              </a:ext>
            </a:extLst>
          </p:cNvPr>
          <p:cNvSpPr>
            <a:spLocks noGrp="1"/>
          </p:cNvSpPr>
          <p:nvPr/>
        </p:nvSpPr>
        <p:spPr>
          <a:xfrm>
            <a:off x="6093619" y="2857500"/>
            <a:ext cx="26194"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06DEB8CB-A511-4AB6-891E-D8FFE7824EE1}"/>
              </a:ext>
            </a:extLst>
          </p:cNvPr>
          <p:cNvSpPr>
            <a:spLocks noGrp="1"/>
          </p:cNvSpPr>
          <p:nvPr/>
        </p:nvSpPr>
        <p:spPr>
          <a:xfrm>
            <a:off x="6119813" y="2857500"/>
            <a:ext cx="26194"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455C88F9-FD54-4231-81AE-289DC109E3DB}"/>
              </a:ext>
            </a:extLst>
          </p:cNvPr>
          <p:cNvSpPr>
            <a:spLocks noGrp="1"/>
          </p:cNvSpPr>
          <p:nvPr/>
        </p:nvSpPr>
        <p:spPr>
          <a:xfrm>
            <a:off x="6146006" y="2857500"/>
            <a:ext cx="26194"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AB985FF6-6AB6-48A7-82EA-9ED230E04688}"/>
              </a:ext>
            </a:extLst>
          </p:cNvPr>
          <p:cNvSpPr>
            <a:spLocks noGrp="1"/>
          </p:cNvSpPr>
          <p:nvPr/>
        </p:nvSpPr>
        <p:spPr>
          <a:xfrm>
            <a:off x="6172200" y="2857500"/>
            <a:ext cx="26194"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AA0D433B-0281-4187-B0EA-0F5C848F7F68}"/>
              </a:ext>
            </a:extLst>
          </p:cNvPr>
          <p:cNvSpPr>
            <a:spLocks noGrp="1"/>
          </p:cNvSpPr>
          <p:nvPr/>
        </p:nvSpPr>
        <p:spPr>
          <a:xfrm>
            <a:off x="6198394" y="2857500"/>
            <a:ext cx="26194"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1AD9B530-CFCC-4BF8-B1C3-8C25C72CD47A}"/>
              </a:ext>
            </a:extLst>
          </p:cNvPr>
          <p:cNvSpPr>
            <a:spLocks noGrp="1"/>
          </p:cNvSpPr>
          <p:nvPr/>
        </p:nvSpPr>
        <p:spPr>
          <a:xfrm>
            <a:off x="6224588" y="2857500"/>
            <a:ext cx="26194"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11F5EEF3-1E69-4DB3-AB22-530CCAC6C3DA}"/>
              </a:ext>
            </a:extLst>
          </p:cNvPr>
          <p:cNvSpPr>
            <a:spLocks noGrp="1"/>
          </p:cNvSpPr>
          <p:nvPr/>
        </p:nvSpPr>
        <p:spPr>
          <a:xfrm>
            <a:off x="6250781" y="2857500"/>
            <a:ext cx="26194"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9C73790B-4E51-4D82-A851-71582D3DFB92}"/>
              </a:ext>
            </a:extLst>
          </p:cNvPr>
          <p:cNvSpPr>
            <a:spLocks noGrp="1"/>
          </p:cNvSpPr>
          <p:nvPr/>
        </p:nvSpPr>
        <p:spPr>
          <a:xfrm>
            <a:off x="6276975" y="2857500"/>
            <a:ext cx="26194"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0D4B5DC6-5701-40D8-8D5A-96AD3AD71A93}"/>
              </a:ext>
            </a:extLst>
          </p:cNvPr>
          <p:cNvSpPr>
            <a:spLocks noGrp="1"/>
          </p:cNvSpPr>
          <p:nvPr/>
        </p:nvSpPr>
        <p:spPr>
          <a:xfrm>
            <a:off x="6303169" y="2857500"/>
            <a:ext cx="26194"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A15D7E1D-A83C-45F3-BA28-A639CE6ABFFC}"/>
              </a:ext>
            </a:extLst>
          </p:cNvPr>
          <p:cNvSpPr>
            <a:spLocks noGrp="1"/>
          </p:cNvSpPr>
          <p:nvPr/>
        </p:nvSpPr>
        <p:spPr>
          <a:xfrm>
            <a:off x="6329363" y="2857500"/>
            <a:ext cx="26194"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03E84E1D-10D9-4E71-9317-CF5BAC4BCF99}"/>
              </a:ext>
            </a:extLst>
          </p:cNvPr>
          <p:cNvSpPr>
            <a:spLocks noGrp="1"/>
          </p:cNvSpPr>
          <p:nvPr/>
        </p:nvSpPr>
        <p:spPr>
          <a:xfrm>
            <a:off x="6355556" y="2857500"/>
            <a:ext cx="26194"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F5DDE719-2AA7-48F3-8B2C-6EF5054721E8}"/>
              </a:ext>
            </a:extLst>
          </p:cNvPr>
          <p:cNvSpPr>
            <a:spLocks noGrp="1"/>
          </p:cNvSpPr>
          <p:nvPr/>
        </p:nvSpPr>
        <p:spPr>
          <a:xfrm>
            <a:off x="6381750" y="2857500"/>
            <a:ext cx="26194"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15CAE2F0-7ECA-4712-9CF2-9F28FD1DC467}"/>
              </a:ext>
            </a:extLst>
          </p:cNvPr>
          <p:cNvSpPr>
            <a:spLocks noGrp="1"/>
          </p:cNvSpPr>
          <p:nvPr/>
        </p:nvSpPr>
        <p:spPr>
          <a:xfrm>
            <a:off x="6407944" y="2857500"/>
            <a:ext cx="26194"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2335145E-FB83-4683-8282-6B35FD9E830D}"/>
              </a:ext>
            </a:extLst>
          </p:cNvPr>
          <p:cNvSpPr>
            <a:spLocks noGrp="1"/>
          </p:cNvSpPr>
          <p:nvPr/>
        </p:nvSpPr>
        <p:spPr>
          <a:xfrm>
            <a:off x="6434138" y="2857500"/>
            <a:ext cx="26194"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EA292DEE-E2C8-4A80-9BE0-69CC5D725B8C}"/>
              </a:ext>
            </a:extLst>
          </p:cNvPr>
          <p:cNvSpPr>
            <a:spLocks noGrp="1"/>
          </p:cNvSpPr>
          <p:nvPr/>
        </p:nvSpPr>
        <p:spPr>
          <a:xfrm>
            <a:off x="6460331" y="2857500"/>
            <a:ext cx="26194"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FBCD40D3-B057-498F-B520-9766D19527AB}"/>
              </a:ext>
            </a:extLst>
          </p:cNvPr>
          <p:cNvSpPr>
            <a:spLocks noGrp="1"/>
          </p:cNvSpPr>
          <p:nvPr/>
        </p:nvSpPr>
        <p:spPr>
          <a:xfrm>
            <a:off x="6486525" y="2857500"/>
            <a:ext cx="26194"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BEBB8999-9DEC-40B7-8CC2-24C9F4F5B15B}"/>
              </a:ext>
            </a:extLst>
          </p:cNvPr>
          <p:cNvSpPr>
            <a:spLocks noGrp="1"/>
          </p:cNvSpPr>
          <p:nvPr/>
        </p:nvSpPr>
        <p:spPr>
          <a:xfrm>
            <a:off x="6512719" y="2857500"/>
            <a:ext cx="26194"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777CEDB1-4C6D-4D63-9393-700E80E0C654}"/>
              </a:ext>
            </a:extLst>
          </p:cNvPr>
          <p:cNvSpPr>
            <a:spLocks noGrp="1"/>
          </p:cNvSpPr>
          <p:nvPr/>
        </p:nvSpPr>
        <p:spPr>
          <a:xfrm>
            <a:off x="6538913" y="2857500"/>
            <a:ext cx="26194"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8F5BEB2D-6416-47E0-8F48-EEACE8C17D29}"/>
              </a:ext>
            </a:extLst>
          </p:cNvPr>
          <p:cNvSpPr>
            <a:spLocks noGrp="1"/>
          </p:cNvSpPr>
          <p:nvPr/>
        </p:nvSpPr>
        <p:spPr>
          <a:xfrm>
            <a:off x="6565106" y="2857500"/>
            <a:ext cx="26194"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39C443CA-4FD4-4EAB-B408-AE97047CAC4C}"/>
              </a:ext>
            </a:extLst>
          </p:cNvPr>
          <p:cNvSpPr>
            <a:spLocks noGrp="1"/>
          </p:cNvSpPr>
          <p:nvPr/>
        </p:nvSpPr>
        <p:spPr>
          <a:xfrm>
            <a:off x="6591300" y="2857500"/>
            <a:ext cx="26194"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A0112B47-33C9-4397-8D40-8FDE2AADAC94}"/>
              </a:ext>
            </a:extLst>
          </p:cNvPr>
          <p:cNvSpPr>
            <a:spLocks noGrp="1"/>
          </p:cNvSpPr>
          <p:nvPr/>
        </p:nvSpPr>
        <p:spPr>
          <a:xfrm>
            <a:off x="6617494" y="2857500"/>
            <a:ext cx="26194"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A267AC5A-44FB-404E-B2A7-39A085DF1075}"/>
              </a:ext>
            </a:extLst>
          </p:cNvPr>
          <p:cNvSpPr>
            <a:spLocks noGrp="1"/>
          </p:cNvSpPr>
          <p:nvPr/>
        </p:nvSpPr>
        <p:spPr>
          <a:xfrm>
            <a:off x="6643688" y="2857500"/>
            <a:ext cx="26194"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B79EE325-501F-4C24-A654-D7428A6C4DF2}"/>
              </a:ext>
            </a:extLst>
          </p:cNvPr>
          <p:cNvSpPr>
            <a:spLocks noGrp="1"/>
          </p:cNvSpPr>
          <p:nvPr/>
        </p:nvSpPr>
        <p:spPr>
          <a:xfrm>
            <a:off x="6669881" y="2857500"/>
            <a:ext cx="26194"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6DBBEDAC-9EBA-44DE-80D9-BA52075F3A3C}"/>
              </a:ext>
            </a:extLst>
          </p:cNvPr>
          <p:cNvSpPr>
            <a:spLocks noGrp="1"/>
          </p:cNvSpPr>
          <p:nvPr/>
        </p:nvSpPr>
        <p:spPr>
          <a:xfrm>
            <a:off x="6696075" y="2857500"/>
            <a:ext cx="26194"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7B667EBB-5C2B-4D35-BE81-ADBF390CBEF9}"/>
              </a:ext>
            </a:extLst>
          </p:cNvPr>
          <p:cNvSpPr>
            <a:spLocks noGrp="1"/>
          </p:cNvSpPr>
          <p:nvPr/>
        </p:nvSpPr>
        <p:spPr>
          <a:xfrm>
            <a:off x="6722269" y="2857500"/>
            <a:ext cx="26194"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10AF86A2-2158-4B96-AD82-3E1F9D31CA7A}"/>
              </a:ext>
            </a:extLst>
          </p:cNvPr>
          <p:cNvSpPr>
            <a:spLocks noGrp="1"/>
          </p:cNvSpPr>
          <p:nvPr/>
        </p:nvSpPr>
        <p:spPr>
          <a:xfrm>
            <a:off x="6748463" y="2857500"/>
            <a:ext cx="26194"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25BED810-031E-4242-BFDF-2F6D7328F904}"/>
              </a:ext>
            </a:extLst>
          </p:cNvPr>
          <p:cNvSpPr>
            <a:spLocks noGrp="1"/>
          </p:cNvSpPr>
          <p:nvPr/>
        </p:nvSpPr>
        <p:spPr>
          <a:xfrm>
            <a:off x="6774656" y="2857500"/>
            <a:ext cx="26194"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13DA90E1-8443-4DF4-8BCC-E2C7106A44FA}"/>
              </a:ext>
            </a:extLst>
          </p:cNvPr>
          <p:cNvSpPr>
            <a:spLocks noGrp="1"/>
          </p:cNvSpPr>
          <p:nvPr/>
        </p:nvSpPr>
        <p:spPr>
          <a:xfrm>
            <a:off x="6800850" y="2857500"/>
            <a:ext cx="26194"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CE24228E-BB5F-4307-9622-407F6FED5E43}"/>
              </a:ext>
            </a:extLst>
          </p:cNvPr>
          <p:cNvSpPr>
            <a:spLocks noGrp="1"/>
          </p:cNvSpPr>
          <p:nvPr/>
        </p:nvSpPr>
        <p:spPr>
          <a:xfrm>
            <a:off x="6827044" y="2857500"/>
            <a:ext cx="26194"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B6F6099C-F548-4E36-B359-1A0429003EA1}"/>
              </a:ext>
            </a:extLst>
          </p:cNvPr>
          <p:cNvSpPr>
            <a:spLocks noGrp="1"/>
          </p:cNvSpPr>
          <p:nvPr/>
        </p:nvSpPr>
        <p:spPr>
          <a:xfrm>
            <a:off x="6853238" y="2857500"/>
            <a:ext cx="26194"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83666C99-8621-4BAC-9D2B-7082BFF9B351}"/>
              </a:ext>
            </a:extLst>
          </p:cNvPr>
          <p:cNvSpPr>
            <a:spLocks noGrp="1"/>
          </p:cNvSpPr>
          <p:nvPr/>
        </p:nvSpPr>
        <p:spPr>
          <a:xfrm>
            <a:off x="6879431" y="2857500"/>
            <a:ext cx="26194"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8E5FB7CB-76C7-4D06-8955-0039D0922468}"/>
              </a:ext>
            </a:extLst>
          </p:cNvPr>
          <p:cNvSpPr>
            <a:spLocks noGrp="1"/>
          </p:cNvSpPr>
          <p:nvPr/>
        </p:nvSpPr>
        <p:spPr>
          <a:xfrm>
            <a:off x="6905625" y="2857500"/>
            <a:ext cx="26194"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30A08E36-C459-4796-A06F-587624236233}"/>
              </a:ext>
            </a:extLst>
          </p:cNvPr>
          <p:cNvSpPr>
            <a:spLocks noGrp="1"/>
          </p:cNvSpPr>
          <p:nvPr/>
        </p:nvSpPr>
        <p:spPr>
          <a:xfrm>
            <a:off x="6931819" y="2857500"/>
            <a:ext cx="26194"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04A656A3-7A96-4FE2-8FDC-4DAE33EDA47F}"/>
              </a:ext>
            </a:extLst>
          </p:cNvPr>
          <p:cNvSpPr>
            <a:spLocks noGrp="1"/>
          </p:cNvSpPr>
          <p:nvPr/>
        </p:nvSpPr>
        <p:spPr>
          <a:xfrm>
            <a:off x="6958013" y="2857500"/>
            <a:ext cx="26194"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AE58872C-6980-4DDA-AEDB-D943494924E4}"/>
              </a:ext>
            </a:extLst>
          </p:cNvPr>
          <p:cNvSpPr>
            <a:spLocks noGrp="1"/>
          </p:cNvSpPr>
          <p:nvPr/>
        </p:nvSpPr>
        <p:spPr>
          <a:xfrm>
            <a:off x="6984206" y="2857500"/>
            <a:ext cx="26194"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5C6C4CE9-2979-44D5-B8D9-14BFCB930F7C}"/>
              </a:ext>
            </a:extLst>
          </p:cNvPr>
          <p:cNvSpPr>
            <a:spLocks noGrp="1"/>
          </p:cNvSpPr>
          <p:nvPr/>
        </p:nvSpPr>
        <p:spPr>
          <a:xfrm>
            <a:off x="7010400" y="2857500"/>
            <a:ext cx="26194"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E71829F6-7159-4A0E-8CC6-83BD4B943AD2}"/>
              </a:ext>
            </a:extLst>
          </p:cNvPr>
          <p:cNvSpPr>
            <a:spLocks noGrp="1"/>
          </p:cNvSpPr>
          <p:nvPr/>
        </p:nvSpPr>
        <p:spPr>
          <a:xfrm>
            <a:off x="7036594" y="2857500"/>
            <a:ext cx="26194"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5A0511D9-B48F-473C-AD06-09624D7D01B0}"/>
              </a:ext>
            </a:extLst>
          </p:cNvPr>
          <p:cNvSpPr>
            <a:spLocks noGrp="1"/>
          </p:cNvSpPr>
          <p:nvPr/>
        </p:nvSpPr>
        <p:spPr>
          <a:xfrm>
            <a:off x="7062788" y="2857500"/>
            <a:ext cx="26194"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FBECD4A8-2743-4C89-BA4C-F6B3548B7B70}"/>
              </a:ext>
            </a:extLst>
          </p:cNvPr>
          <p:cNvSpPr>
            <a:spLocks noGrp="1"/>
          </p:cNvSpPr>
          <p:nvPr/>
        </p:nvSpPr>
        <p:spPr>
          <a:xfrm>
            <a:off x="7088981" y="2857500"/>
            <a:ext cx="26194"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D5117D2F-7EBA-448A-B9EF-143DC4A740E7}"/>
              </a:ext>
            </a:extLst>
          </p:cNvPr>
          <p:cNvSpPr>
            <a:spLocks noGrp="1"/>
          </p:cNvSpPr>
          <p:nvPr/>
        </p:nvSpPr>
        <p:spPr>
          <a:xfrm>
            <a:off x="7115175" y="2857500"/>
            <a:ext cx="26194"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FC61EBEE-8C38-4D24-AF17-C76C0BFAB52A}"/>
              </a:ext>
            </a:extLst>
          </p:cNvPr>
          <p:cNvSpPr>
            <a:spLocks noGrp="1"/>
          </p:cNvSpPr>
          <p:nvPr/>
        </p:nvSpPr>
        <p:spPr>
          <a:xfrm>
            <a:off x="7141369" y="2857500"/>
            <a:ext cx="26194"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E635D07F-555E-47E9-BDBA-C498DF2A6799}"/>
              </a:ext>
            </a:extLst>
          </p:cNvPr>
          <p:cNvSpPr>
            <a:spLocks noGrp="1"/>
          </p:cNvSpPr>
          <p:nvPr/>
        </p:nvSpPr>
        <p:spPr>
          <a:xfrm>
            <a:off x="7167563" y="2857500"/>
            <a:ext cx="26194" cy="547688"/>
          </a:xfrm>
          <a:prstGeom prst="rect">
            <a:avLst/>
          </a:prstGeom>
          <a:solidFill>
            <a:srgbClr val="1D4ED8"/>
          </a:solidFill>
          <a:ln w="13097">
            <a:solidFill>
              <a:srgbClr val="172B4D"/>
            </a:solidFill>
          </a:ln>
        </p:spPr>
      </p:sp>
      <p:sp>
        <p:nvSpPr>
          <p:cNvPr id="169" name="object-169">
            <a:extLst>
              <a:ext uri="{FF2B5EF4-FFF2-40B4-BE49-F238E27FC236}">
                <a16:creationId xmlns:a16="http://schemas.microsoft.com/office/drawing/2014/main" id="{A6A66C52-C5EB-45C5-A9C5-C6A642293DA5}"/>
              </a:ext>
            </a:extLst>
          </p:cNvPr>
          <p:cNvSpPr>
            <a:spLocks noGrp="1"/>
          </p:cNvSpPr>
          <p:nvPr/>
        </p:nvSpPr>
        <p:spPr>
          <a:xfrm>
            <a:off x="7193756" y="2857500"/>
            <a:ext cx="26194" cy="547688"/>
          </a:xfrm>
          <a:prstGeom prst="rect">
            <a:avLst/>
          </a:prstGeom>
          <a:solidFill>
            <a:srgbClr val="1D4ED8"/>
          </a:solidFill>
          <a:ln w="13097">
            <a:solidFill>
              <a:srgbClr val="172B4D"/>
            </a:solidFill>
          </a:ln>
        </p:spPr>
      </p:sp>
      <p:sp>
        <p:nvSpPr>
          <p:cNvPr id="170" name="object-170">
            <a:extLst>
              <a:ext uri="{FF2B5EF4-FFF2-40B4-BE49-F238E27FC236}">
                <a16:creationId xmlns:a16="http://schemas.microsoft.com/office/drawing/2014/main" id="{B14E2E6D-BCF0-435D-B601-0B9A8A80F8EF}"/>
              </a:ext>
            </a:extLst>
          </p:cNvPr>
          <p:cNvSpPr>
            <a:spLocks noGrp="1"/>
          </p:cNvSpPr>
          <p:nvPr/>
        </p:nvSpPr>
        <p:spPr>
          <a:xfrm>
            <a:off x="7219950" y="2857500"/>
            <a:ext cx="26194" cy="547688"/>
          </a:xfrm>
          <a:prstGeom prst="rect">
            <a:avLst/>
          </a:prstGeom>
          <a:solidFill>
            <a:srgbClr val="1D4ED8"/>
          </a:solidFill>
          <a:ln w="13097">
            <a:solidFill>
              <a:srgbClr val="172B4D"/>
            </a:solidFill>
          </a:ln>
        </p:spPr>
      </p:sp>
      <p:sp>
        <p:nvSpPr>
          <p:cNvPr id="171" name="object-171">
            <a:extLst>
              <a:ext uri="{FF2B5EF4-FFF2-40B4-BE49-F238E27FC236}">
                <a16:creationId xmlns:a16="http://schemas.microsoft.com/office/drawing/2014/main" id="{C497F7EA-6289-4F6A-B7BD-FAC295068DF6}"/>
              </a:ext>
            </a:extLst>
          </p:cNvPr>
          <p:cNvSpPr>
            <a:spLocks noGrp="1"/>
          </p:cNvSpPr>
          <p:nvPr/>
        </p:nvSpPr>
        <p:spPr>
          <a:xfrm>
            <a:off x="7246144" y="2857500"/>
            <a:ext cx="26194" cy="547688"/>
          </a:xfrm>
          <a:prstGeom prst="rect">
            <a:avLst/>
          </a:prstGeom>
          <a:solidFill>
            <a:srgbClr val="1D4ED8"/>
          </a:solidFill>
          <a:ln w="13097">
            <a:solidFill>
              <a:srgbClr val="172B4D"/>
            </a:solidFill>
          </a:ln>
        </p:spPr>
      </p:sp>
      <p:sp>
        <p:nvSpPr>
          <p:cNvPr id="172" name="object-172">
            <a:extLst>
              <a:ext uri="{FF2B5EF4-FFF2-40B4-BE49-F238E27FC236}">
                <a16:creationId xmlns:a16="http://schemas.microsoft.com/office/drawing/2014/main" id="{12EC35D5-57E5-4B67-99D0-CDAE2C3B6DE6}"/>
              </a:ext>
            </a:extLst>
          </p:cNvPr>
          <p:cNvSpPr>
            <a:spLocks noGrp="1"/>
          </p:cNvSpPr>
          <p:nvPr/>
        </p:nvSpPr>
        <p:spPr>
          <a:xfrm>
            <a:off x="7272338" y="2857500"/>
            <a:ext cx="26194" cy="547688"/>
          </a:xfrm>
          <a:prstGeom prst="rect">
            <a:avLst/>
          </a:prstGeom>
          <a:solidFill>
            <a:srgbClr val="1D4ED8"/>
          </a:solidFill>
          <a:ln w="13097">
            <a:solidFill>
              <a:srgbClr val="172B4D"/>
            </a:solidFill>
          </a:ln>
        </p:spPr>
      </p:sp>
      <p:sp>
        <p:nvSpPr>
          <p:cNvPr id="173" name="object-173">
            <a:extLst>
              <a:ext uri="{FF2B5EF4-FFF2-40B4-BE49-F238E27FC236}">
                <a16:creationId xmlns:a16="http://schemas.microsoft.com/office/drawing/2014/main" id="{BC7FC44F-8BBD-4281-941A-660E6DD7996C}"/>
              </a:ext>
            </a:extLst>
          </p:cNvPr>
          <p:cNvSpPr>
            <a:spLocks noGrp="1"/>
          </p:cNvSpPr>
          <p:nvPr/>
        </p:nvSpPr>
        <p:spPr>
          <a:xfrm>
            <a:off x="7298531" y="2857500"/>
            <a:ext cx="26194" cy="547688"/>
          </a:xfrm>
          <a:prstGeom prst="rect">
            <a:avLst/>
          </a:prstGeom>
          <a:solidFill>
            <a:srgbClr val="1D4ED8"/>
          </a:solidFill>
          <a:ln w="13097">
            <a:solidFill>
              <a:srgbClr val="172B4D"/>
            </a:solidFill>
          </a:ln>
        </p:spPr>
      </p:sp>
      <p:sp>
        <p:nvSpPr>
          <p:cNvPr id="174" name="object-174">
            <a:extLst>
              <a:ext uri="{FF2B5EF4-FFF2-40B4-BE49-F238E27FC236}">
                <a16:creationId xmlns:a16="http://schemas.microsoft.com/office/drawing/2014/main" id="{64C17391-DBD5-4A13-BBA7-08EF7A4CF24F}"/>
              </a:ext>
            </a:extLst>
          </p:cNvPr>
          <p:cNvSpPr>
            <a:spLocks noGrp="1"/>
          </p:cNvSpPr>
          <p:nvPr/>
        </p:nvSpPr>
        <p:spPr>
          <a:xfrm>
            <a:off x="7324725" y="2857500"/>
            <a:ext cx="26194" cy="547688"/>
          </a:xfrm>
          <a:prstGeom prst="rect">
            <a:avLst/>
          </a:prstGeom>
          <a:solidFill>
            <a:srgbClr val="1D4ED8"/>
          </a:solidFill>
          <a:ln w="13097">
            <a:solidFill>
              <a:srgbClr val="172B4D"/>
            </a:solidFill>
          </a:ln>
        </p:spPr>
      </p:sp>
      <p:sp>
        <p:nvSpPr>
          <p:cNvPr id="175" name="object-175">
            <a:extLst>
              <a:ext uri="{FF2B5EF4-FFF2-40B4-BE49-F238E27FC236}">
                <a16:creationId xmlns:a16="http://schemas.microsoft.com/office/drawing/2014/main" id="{4D24BDD8-AE4C-4EF6-A3D8-6F1E538B3CFF}"/>
              </a:ext>
            </a:extLst>
          </p:cNvPr>
          <p:cNvSpPr>
            <a:spLocks noGrp="1"/>
          </p:cNvSpPr>
          <p:nvPr/>
        </p:nvSpPr>
        <p:spPr>
          <a:xfrm>
            <a:off x="7350919" y="2857500"/>
            <a:ext cx="26194" cy="547688"/>
          </a:xfrm>
          <a:prstGeom prst="rect">
            <a:avLst/>
          </a:prstGeom>
          <a:solidFill>
            <a:srgbClr val="1D4ED8"/>
          </a:solidFill>
          <a:ln w="13097">
            <a:solidFill>
              <a:srgbClr val="172B4D"/>
            </a:solidFill>
          </a:ln>
        </p:spPr>
      </p:sp>
      <p:sp>
        <p:nvSpPr>
          <p:cNvPr id="176" name="object-176">
            <a:extLst>
              <a:ext uri="{FF2B5EF4-FFF2-40B4-BE49-F238E27FC236}">
                <a16:creationId xmlns:a16="http://schemas.microsoft.com/office/drawing/2014/main" id="{FF04D42D-37F7-409F-B80A-24B5C7854202}"/>
              </a:ext>
            </a:extLst>
          </p:cNvPr>
          <p:cNvSpPr>
            <a:spLocks noGrp="1"/>
          </p:cNvSpPr>
          <p:nvPr/>
        </p:nvSpPr>
        <p:spPr>
          <a:xfrm>
            <a:off x="7377113" y="2857500"/>
            <a:ext cx="26194" cy="547688"/>
          </a:xfrm>
          <a:prstGeom prst="rect">
            <a:avLst/>
          </a:prstGeom>
          <a:solidFill>
            <a:srgbClr val="1D4ED8"/>
          </a:solidFill>
          <a:ln w="13097">
            <a:solidFill>
              <a:srgbClr val="172B4D"/>
            </a:solidFill>
          </a:ln>
        </p:spPr>
      </p:sp>
      <p:sp>
        <p:nvSpPr>
          <p:cNvPr id="177" name="object-177">
            <a:extLst>
              <a:ext uri="{FF2B5EF4-FFF2-40B4-BE49-F238E27FC236}">
                <a16:creationId xmlns:a16="http://schemas.microsoft.com/office/drawing/2014/main" id="{EEAA4D7C-ED29-411C-8515-D4781BAC5B31}"/>
              </a:ext>
            </a:extLst>
          </p:cNvPr>
          <p:cNvSpPr>
            <a:spLocks noGrp="1"/>
          </p:cNvSpPr>
          <p:nvPr/>
        </p:nvSpPr>
        <p:spPr>
          <a:xfrm>
            <a:off x="7403306" y="2857500"/>
            <a:ext cx="26194" cy="547688"/>
          </a:xfrm>
          <a:prstGeom prst="rect">
            <a:avLst/>
          </a:prstGeom>
          <a:solidFill>
            <a:srgbClr val="1D4ED8"/>
          </a:solidFill>
          <a:ln w="13097">
            <a:solidFill>
              <a:srgbClr val="172B4D"/>
            </a:solidFill>
          </a:ln>
        </p:spPr>
      </p:sp>
      <p:sp>
        <p:nvSpPr>
          <p:cNvPr id="178" name="object-178">
            <a:extLst>
              <a:ext uri="{FF2B5EF4-FFF2-40B4-BE49-F238E27FC236}">
                <a16:creationId xmlns:a16="http://schemas.microsoft.com/office/drawing/2014/main" id="{AE0B5FFD-3387-4317-8B7F-08A113F124CB}"/>
              </a:ext>
            </a:extLst>
          </p:cNvPr>
          <p:cNvSpPr>
            <a:spLocks noGrp="1"/>
          </p:cNvSpPr>
          <p:nvPr/>
        </p:nvSpPr>
        <p:spPr>
          <a:xfrm>
            <a:off x="7429500" y="2857500"/>
            <a:ext cx="26194" cy="547688"/>
          </a:xfrm>
          <a:prstGeom prst="rect">
            <a:avLst/>
          </a:prstGeom>
          <a:solidFill>
            <a:srgbClr val="1D4ED8"/>
          </a:solidFill>
          <a:ln w="13097">
            <a:solidFill>
              <a:srgbClr val="172B4D"/>
            </a:solidFill>
          </a:ln>
        </p:spPr>
      </p:sp>
      <p:sp>
        <p:nvSpPr>
          <p:cNvPr id="179" name="object-179">
            <a:extLst>
              <a:ext uri="{FF2B5EF4-FFF2-40B4-BE49-F238E27FC236}">
                <a16:creationId xmlns:a16="http://schemas.microsoft.com/office/drawing/2014/main" id="{272F2412-A0BA-437E-80FC-6CCDADB94A9D}"/>
              </a:ext>
            </a:extLst>
          </p:cNvPr>
          <p:cNvSpPr>
            <a:spLocks noGrp="1"/>
          </p:cNvSpPr>
          <p:nvPr/>
        </p:nvSpPr>
        <p:spPr>
          <a:xfrm>
            <a:off x="7455694" y="2857500"/>
            <a:ext cx="26194" cy="547688"/>
          </a:xfrm>
          <a:prstGeom prst="rect">
            <a:avLst/>
          </a:prstGeom>
          <a:solidFill>
            <a:srgbClr val="1D4ED8"/>
          </a:solidFill>
          <a:ln w="13097">
            <a:solidFill>
              <a:srgbClr val="172B4D"/>
            </a:solidFill>
          </a:ln>
        </p:spPr>
      </p:sp>
      <p:sp>
        <p:nvSpPr>
          <p:cNvPr id="180" name="object-180">
            <a:extLst>
              <a:ext uri="{FF2B5EF4-FFF2-40B4-BE49-F238E27FC236}">
                <a16:creationId xmlns:a16="http://schemas.microsoft.com/office/drawing/2014/main" id="{35E13099-583B-428D-A39E-A488A4D38258}"/>
              </a:ext>
            </a:extLst>
          </p:cNvPr>
          <p:cNvSpPr>
            <a:spLocks noGrp="1"/>
          </p:cNvSpPr>
          <p:nvPr/>
        </p:nvSpPr>
        <p:spPr>
          <a:xfrm>
            <a:off x="7481888" y="2857500"/>
            <a:ext cx="26194" cy="547688"/>
          </a:xfrm>
          <a:prstGeom prst="rect">
            <a:avLst/>
          </a:prstGeom>
          <a:solidFill>
            <a:srgbClr val="1D4ED8"/>
          </a:solidFill>
          <a:ln w="13097">
            <a:solidFill>
              <a:srgbClr val="172B4D"/>
            </a:solidFill>
          </a:ln>
        </p:spPr>
      </p:sp>
      <p:sp>
        <p:nvSpPr>
          <p:cNvPr id="181" name="object-181">
            <a:extLst>
              <a:ext uri="{FF2B5EF4-FFF2-40B4-BE49-F238E27FC236}">
                <a16:creationId xmlns:a16="http://schemas.microsoft.com/office/drawing/2014/main" id="{291E9CDC-CDC4-4700-8796-4E322D73AD76}"/>
              </a:ext>
            </a:extLst>
          </p:cNvPr>
          <p:cNvSpPr>
            <a:spLocks noGrp="1"/>
          </p:cNvSpPr>
          <p:nvPr/>
        </p:nvSpPr>
        <p:spPr>
          <a:xfrm>
            <a:off x="7508081" y="2857500"/>
            <a:ext cx="26194" cy="547688"/>
          </a:xfrm>
          <a:prstGeom prst="rect">
            <a:avLst/>
          </a:prstGeom>
          <a:solidFill>
            <a:srgbClr val="1D4ED8"/>
          </a:solidFill>
          <a:ln w="13097">
            <a:solidFill>
              <a:srgbClr val="172B4D"/>
            </a:solidFill>
          </a:ln>
        </p:spPr>
      </p:sp>
      <p:sp>
        <p:nvSpPr>
          <p:cNvPr id="182" name="object-182">
            <a:extLst>
              <a:ext uri="{FF2B5EF4-FFF2-40B4-BE49-F238E27FC236}">
                <a16:creationId xmlns:a16="http://schemas.microsoft.com/office/drawing/2014/main" id="{605AF971-AD35-4157-B4B5-DE49CD2DB938}"/>
              </a:ext>
            </a:extLst>
          </p:cNvPr>
          <p:cNvSpPr>
            <a:spLocks noGrp="1"/>
          </p:cNvSpPr>
          <p:nvPr/>
        </p:nvSpPr>
        <p:spPr>
          <a:xfrm>
            <a:off x="7534275" y="2857500"/>
            <a:ext cx="26194" cy="547688"/>
          </a:xfrm>
          <a:prstGeom prst="rect">
            <a:avLst/>
          </a:prstGeom>
          <a:solidFill>
            <a:srgbClr val="1D4ED8"/>
          </a:solidFill>
          <a:ln w="13097">
            <a:solidFill>
              <a:srgbClr val="172B4D"/>
            </a:solidFill>
          </a:ln>
        </p:spPr>
      </p:sp>
      <p:sp>
        <p:nvSpPr>
          <p:cNvPr id="183" name="object-183">
            <a:extLst>
              <a:ext uri="{FF2B5EF4-FFF2-40B4-BE49-F238E27FC236}">
                <a16:creationId xmlns:a16="http://schemas.microsoft.com/office/drawing/2014/main" id="{B5FBC7B3-2056-4730-B649-44D87525A11F}"/>
              </a:ext>
            </a:extLst>
          </p:cNvPr>
          <p:cNvSpPr>
            <a:spLocks noGrp="1"/>
          </p:cNvSpPr>
          <p:nvPr/>
        </p:nvSpPr>
        <p:spPr>
          <a:xfrm>
            <a:off x="7560469" y="2857500"/>
            <a:ext cx="26194" cy="547688"/>
          </a:xfrm>
          <a:prstGeom prst="rect">
            <a:avLst/>
          </a:prstGeom>
          <a:solidFill>
            <a:srgbClr val="1D4ED8"/>
          </a:solidFill>
          <a:ln w="13097">
            <a:solidFill>
              <a:srgbClr val="172B4D"/>
            </a:solidFill>
          </a:ln>
        </p:spPr>
      </p:sp>
      <p:sp>
        <p:nvSpPr>
          <p:cNvPr id="184" name="object-184">
            <a:extLst>
              <a:ext uri="{FF2B5EF4-FFF2-40B4-BE49-F238E27FC236}">
                <a16:creationId xmlns:a16="http://schemas.microsoft.com/office/drawing/2014/main" id="{2B566FE2-1C11-4E7F-8FD3-393FF23C4899}"/>
              </a:ext>
            </a:extLst>
          </p:cNvPr>
          <p:cNvSpPr>
            <a:spLocks noGrp="1"/>
          </p:cNvSpPr>
          <p:nvPr/>
        </p:nvSpPr>
        <p:spPr>
          <a:xfrm>
            <a:off x="7586663" y="2857500"/>
            <a:ext cx="26194" cy="547688"/>
          </a:xfrm>
          <a:prstGeom prst="rect">
            <a:avLst/>
          </a:prstGeom>
          <a:solidFill>
            <a:srgbClr val="1D4ED8"/>
          </a:solidFill>
          <a:ln w="13097">
            <a:solidFill>
              <a:srgbClr val="172B4D"/>
            </a:solidFill>
          </a:ln>
        </p:spPr>
      </p:sp>
      <p:sp>
        <p:nvSpPr>
          <p:cNvPr id="185" name="object-185">
            <a:extLst>
              <a:ext uri="{FF2B5EF4-FFF2-40B4-BE49-F238E27FC236}">
                <a16:creationId xmlns:a16="http://schemas.microsoft.com/office/drawing/2014/main" id="{6281E65B-6191-4943-89C6-39246AF1A0EC}"/>
              </a:ext>
            </a:extLst>
          </p:cNvPr>
          <p:cNvSpPr>
            <a:spLocks noGrp="1"/>
          </p:cNvSpPr>
          <p:nvPr/>
        </p:nvSpPr>
        <p:spPr>
          <a:xfrm>
            <a:off x="7612856" y="2857500"/>
            <a:ext cx="26194" cy="547688"/>
          </a:xfrm>
          <a:prstGeom prst="rect">
            <a:avLst/>
          </a:prstGeom>
          <a:solidFill>
            <a:srgbClr val="1D4ED8"/>
          </a:solidFill>
          <a:ln w="13097">
            <a:solidFill>
              <a:srgbClr val="172B4D"/>
            </a:solidFill>
          </a:ln>
        </p:spPr>
      </p:sp>
      <p:sp>
        <p:nvSpPr>
          <p:cNvPr id="186" name="object-186">
            <a:extLst>
              <a:ext uri="{FF2B5EF4-FFF2-40B4-BE49-F238E27FC236}">
                <a16:creationId xmlns:a16="http://schemas.microsoft.com/office/drawing/2014/main" id="{75B6DF44-2E2D-4348-AEE2-EFDA6A2ED48E}"/>
              </a:ext>
            </a:extLst>
          </p:cNvPr>
          <p:cNvSpPr>
            <a:spLocks noGrp="1"/>
          </p:cNvSpPr>
          <p:nvPr/>
        </p:nvSpPr>
        <p:spPr>
          <a:xfrm>
            <a:off x="7639050" y="2857500"/>
            <a:ext cx="26194" cy="547688"/>
          </a:xfrm>
          <a:prstGeom prst="rect">
            <a:avLst/>
          </a:prstGeom>
          <a:solidFill>
            <a:srgbClr val="1D4ED8"/>
          </a:solidFill>
          <a:ln w="13097">
            <a:solidFill>
              <a:srgbClr val="172B4D"/>
            </a:solidFill>
          </a:ln>
        </p:spPr>
      </p:sp>
      <p:sp>
        <p:nvSpPr>
          <p:cNvPr id="187" name="object-187">
            <a:extLst>
              <a:ext uri="{FF2B5EF4-FFF2-40B4-BE49-F238E27FC236}">
                <a16:creationId xmlns:a16="http://schemas.microsoft.com/office/drawing/2014/main" id="{8E338E87-2A92-43E5-ACB8-BF2DC4466910}"/>
              </a:ext>
            </a:extLst>
          </p:cNvPr>
          <p:cNvSpPr>
            <a:spLocks noGrp="1"/>
          </p:cNvSpPr>
          <p:nvPr/>
        </p:nvSpPr>
        <p:spPr>
          <a:xfrm>
            <a:off x="7665244" y="2857500"/>
            <a:ext cx="26194" cy="547688"/>
          </a:xfrm>
          <a:prstGeom prst="rect">
            <a:avLst/>
          </a:prstGeom>
          <a:solidFill>
            <a:srgbClr val="1D4ED8"/>
          </a:solidFill>
          <a:ln w="13097">
            <a:solidFill>
              <a:srgbClr val="172B4D"/>
            </a:solidFill>
          </a:ln>
        </p:spPr>
      </p:sp>
      <p:sp>
        <p:nvSpPr>
          <p:cNvPr id="188" name="object-188">
            <a:extLst>
              <a:ext uri="{FF2B5EF4-FFF2-40B4-BE49-F238E27FC236}">
                <a16:creationId xmlns:a16="http://schemas.microsoft.com/office/drawing/2014/main" id="{D8F0AF40-69EF-4AE4-A130-9B840E0795E5}"/>
              </a:ext>
            </a:extLst>
          </p:cNvPr>
          <p:cNvSpPr>
            <a:spLocks noGrp="1"/>
          </p:cNvSpPr>
          <p:nvPr/>
        </p:nvSpPr>
        <p:spPr>
          <a:xfrm>
            <a:off x="7691438" y="2857500"/>
            <a:ext cx="26194" cy="547688"/>
          </a:xfrm>
          <a:prstGeom prst="rect">
            <a:avLst/>
          </a:prstGeom>
          <a:solidFill>
            <a:srgbClr val="1D4ED8"/>
          </a:solidFill>
          <a:ln w="13097">
            <a:solidFill>
              <a:srgbClr val="172B4D"/>
            </a:solidFill>
          </a:ln>
        </p:spPr>
      </p:sp>
      <p:sp>
        <p:nvSpPr>
          <p:cNvPr id="189" name="object-189">
            <a:extLst>
              <a:ext uri="{FF2B5EF4-FFF2-40B4-BE49-F238E27FC236}">
                <a16:creationId xmlns:a16="http://schemas.microsoft.com/office/drawing/2014/main" id="{91E423E9-9597-4521-9B5B-842F19FE1A85}"/>
              </a:ext>
            </a:extLst>
          </p:cNvPr>
          <p:cNvSpPr>
            <a:spLocks noGrp="1"/>
          </p:cNvSpPr>
          <p:nvPr/>
        </p:nvSpPr>
        <p:spPr>
          <a:xfrm>
            <a:off x="7717631" y="2857500"/>
            <a:ext cx="26194" cy="547688"/>
          </a:xfrm>
          <a:prstGeom prst="rect">
            <a:avLst/>
          </a:prstGeom>
          <a:solidFill>
            <a:srgbClr val="1D4ED8"/>
          </a:solidFill>
          <a:ln w="13097">
            <a:solidFill>
              <a:srgbClr val="172B4D"/>
            </a:solidFill>
          </a:ln>
        </p:spPr>
      </p:sp>
      <p:sp>
        <p:nvSpPr>
          <p:cNvPr id="190" name="object-190">
            <a:extLst>
              <a:ext uri="{FF2B5EF4-FFF2-40B4-BE49-F238E27FC236}">
                <a16:creationId xmlns:a16="http://schemas.microsoft.com/office/drawing/2014/main" id="{5AF74640-E173-49A6-BC6D-64DF967C3443}"/>
              </a:ext>
            </a:extLst>
          </p:cNvPr>
          <p:cNvSpPr>
            <a:spLocks noGrp="1"/>
          </p:cNvSpPr>
          <p:nvPr/>
        </p:nvSpPr>
        <p:spPr>
          <a:xfrm>
            <a:off x="7743825" y="2857500"/>
            <a:ext cx="26194" cy="547688"/>
          </a:xfrm>
          <a:prstGeom prst="rect">
            <a:avLst/>
          </a:prstGeom>
          <a:solidFill>
            <a:srgbClr val="1D4ED8"/>
          </a:solidFill>
          <a:ln w="13097">
            <a:solidFill>
              <a:srgbClr val="172B4D"/>
            </a:solidFill>
          </a:ln>
        </p:spPr>
      </p:sp>
      <p:sp>
        <p:nvSpPr>
          <p:cNvPr id="191" name="object-191">
            <a:extLst>
              <a:ext uri="{FF2B5EF4-FFF2-40B4-BE49-F238E27FC236}">
                <a16:creationId xmlns:a16="http://schemas.microsoft.com/office/drawing/2014/main" id="{97CACE30-7F1D-4E90-B423-06598CEFD8A8}"/>
              </a:ext>
            </a:extLst>
          </p:cNvPr>
          <p:cNvSpPr>
            <a:spLocks noGrp="1"/>
          </p:cNvSpPr>
          <p:nvPr/>
        </p:nvSpPr>
        <p:spPr>
          <a:xfrm>
            <a:off x="7770019" y="2857500"/>
            <a:ext cx="26194" cy="547688"/>
          </a:xfrm>
          <a:prstGeom prst="rect">
            <a:avLst/>
          </a:prstGeom>
          <a:solidFill>
            <a:srgbClr val="1D4ED8"/>
          </a:solidFill>
          <a:ln w="13097">
            <a:solidFill>
              <a:srgbClr val="172B4D"/>
            </a:solidFill>
          </a:ln>
        </p:spPr>
      </p:sp>
      <p:sp>
        <p:nvSpPr>
          <p:cNvPr id="192" name="object-192">
            <a:extLst>
              <a:ext uri="{FF2B5EF4-FFF2-40B4-BE49-F238E27FC236}">
                <a16:creationId xmlns:a16="http://schemas.microsoft.com/office/drawing/2014/main" id="{A1B09855-9FE1-420C-BA6E-FEBA53891385}"/>
              </a:ext>
            </a:extLst>
          </p:cNvPr>
          <p:cNvSpPr>
            <a:spLocks noGrp="1"/>
          </p:cNvSpPr>
          <p:nvPr/>
        </p:nvSpPr>
        <p:spPr>
          <a:xfrm>
            <a:off x="7796213" y="2857500"/>
            <a:ext cx="26194" cy="547688"/>
          </a:xfrm>
          <a:prstGeom prst="rect">
            <a:avLst/>
          </a:prstGeom>
          <a:solidFill>
            <a:srgbClr val="1D4ED8"/>
          </a:solidFill>
          <a:ln w="13097">
            <a:solidFill>
              <a:srgbClr val="172B4D"/>
            </a:solidFill>
          </a:ln>
        </p:spPr>
      </p:sp>
      <p:sp>
        <p:nvSpPr>
          <p:cNvPr id="193" name="object-193">
            <a:extLst>
              <a:ext uri="{FF2B5EF4-FFF2-40B4-BE49-F238E27FC236}">
                <a16:creationId xmlns:a16="http://schemas.microsoft.com/office/drawing/2014/main" id="{E702392A-089E-499E-AF4E-D210293B51D2}"/>
              </a:ext>
            </a:extLst>
          </p:cNvPr>
          <p:cNvSpPr>
            <a:spLocks noGrp="1"/>
          </p:cNvSpPr>
          <p:nvPr/>
        </p:nvSpPr>
        <p:spPr>
          <a:xfrm>
            <a:off x="7822406" y="2857500"/>
            <a:ext cx="26194" cy="547688"/>
          </a:xfrm>
          <a:prstGeom prst="rect">
            <a:avLst/>
          </a:prstGeom>
          <a:solidFill>
            <a:srgbClr val="1D4ED8"/>
          </a:solidFill>
          <a:ln w="13097">
            <a:solidFill>
              <a:srgbClr val="172B4D"/>
            </a:solidFill>
          </a:ln>
        </p:spPr>
      </p:sp>
      <p:sp>
        <p:nvSpPr>
          <p:cNvPr id="194" name="object-194">
            <a:extLst>
              <a:ext uri="{FF2B5EF4-FFF2-40B4-BE49-F238E27FC236}">
                <a16:creationId xmlns:a16="http://schemas.microsoft.com/office/drawing/2014/main" id="{F7953497-74BC-4937-BFBF-6AB6476A981A}"/>
              </a:ext>
            </a:extLst>
          </p:cNvPr>
          <p:cNvSpPr>
            <a:spLocks noGrp="1"/>
          </p:cNvSpPr>
          <p:nvPr/>
        </p:nvSpPr>
        <p:spPr>
          <a:xfrm>
            <a:off x="7848600" y="2857500"/>
            <a:ext cx="26194" cy="547688"/>
          </a:xfrm>
          <a:prstGeom prst="rect">
            <a:avLst/>
          </a:prstGeom>
          <a:solidFill>
            <a:srgbClr val="1D4ED8"/>
          </a:solidFill>
          <a:ln w="13097">
            <a:solidFill>
              <a:srgbClr val="172B4D"/>
            </a:solidFill>
          </a:ln>
        </p:spPr>
      </p:sp>
      <p:sp>
        <p:nvSpPr>
          <p:cNvPr id="195" name="object-195">
            <a:extLst>
              <a:ext uri="{FF2B5EF4-FFF2-40B4-BE49-F238E27FC236}">
                <a16:creationId xmlns:a16="http://schemas.microsoft.com/office/drawing/2014/main" id="{9C5A6678-7DEB-4065-8D56-C5CF5C053D1A}"/>
              </a:ext>
            </a:extLst>
          </p:cNvPr>
          <p:cNvSpPr>
            <a:spLocks noGrp="1"/>
          </p:cNvSpPr>
          <p:nvPr/>
        </p:nvSpPr>
        <p:spPr>
          <a:xfrm>
            <a:off x="7874794" y="2857500"/>
            <a:ext cx="26194" cy="547688"/>
          </a:xfrm>
          <a:prstGeom prst="rect">
            <a:avLst/>
          </a:prstGeom>
          <a:solidFill>
            <a:srgbClr val="1D4ED8"/>
          </a:solidFill>
          <a:ln w="13097">
            <a:solidFill>
              <a:srgbClr val="172B4D"/>
            </a:solidFill>
          </a:ln>
        </p:spPr>
      </p:sp>
      <p:sp>
        <p:nvSpPr>
          <p:cNvPr id="196" name="object-196">
            <a:extLst>
              <a:ext uri="{FF2B5EF4-FFF2-40B4-BE49-F238E27FC236}">
                <a16:creationId xmlns:a16="http://schemas.microsoft.com/office/drawing/2014/main" id="{8DA1C793-94A6-4FE3-8903-28D221063176}"/>
              </a:ext>
            </a:extLst>
          </p:cNvPr>
          <p:cNvSpPr>
            <a:spLocks noGrp="1"/>
          </p:cNvSpPr>
          <p:nvPr/>
        </p:nvSpPr>
        <p:spPr>
          <a:xfrm>
            <a:off x="7900988" y="2857500"/>
            <a:ext cx="26194" cy="547688"/>
          </a:xfrm>
          <a:prstGeom prst="rect">
            <a:avLst/>
          </a:prstGeom>
          <a:solidFill>
            <a:srgbClr val="1D4ED8"/>
          </a:solidFill>
          <a:ln w="13097">
            <a:solidFill>
              <a:srgbClr val="172B4D"/>
            </a:solidFill>
          </a:ln>
        </p:spPr>
      </p:sp>
      <p:sp>
        <p:nvSpPr>
          <p:cNvPr id="197" name="object-197">
            <a:extLst>
              <a:ext uri="{FF2B5EF4-FFF2-40B4-BE49-F238E27FC236}">
                <a16:creationId xmlns:a16="http://schemas.microsoft.com/office/drawing/2014/main" id="{4EC99602-9E72-4DD4-ADFC-F23B23BE1275}"/>
              </a:ext>
            </a:extLst>
          </p:cNvPr>
          <p:cNvSpPr>
            <a:spLocks noGrp="1"/>
          </p:cNvSpPr>
          <p:nvPr/>
        </p:nvSpPr>
        <p:spPr>
          <a:xfrm>
            <a:off x="7927181" y="2857500"/>
            <a:ext cx="26194" cy="547688"/>
          </a:xfrm>
          <a:prstGeom prst="rect">
            <a:avLst/>
          </a:prstGeom>
          <a:solidFill>
            <a:srgbClr val="1D4ED8"/>
          </a:solidFill>
          <a:ln w="13097">
            <a:solidFill>
              <a:srgbClr val="172B4D"/>
            </a:solidFill>
          </a:ln>
        </p:spPr>
      </p:sp>
      <p:sp>
        <p:nvSpPr>
          <p:cNvPr id="198" name="object-198">
            <a:extLst>
              <a:ext uri="{FF2B5EF4-FFF2-40B4-BE49-F238E27FC236}">
                <a16:creationId xmlns:a16="http://schemas.microsoft.com/office/drawing/2014/main" id="{8BB51A68-97EE-4A30-AEBF-B3FCDB5EC7D4}"/>
              </a:ext>
            </a:extLst>
          </p:cNvPr>
          <p:cNvSpPr>
            <a:spLocks noGrp="1"/>
          </p:cNvSpPr>
          <p:nvPr/>
        </p:nvSpPr>
        <p:spPr>
          <a:xfrm>
            <a:off x="7953375" y="2857500"/>
            <a:ext cx="26194" cy="547688"/>
          </a:xfrm>
          <a:prstGeom prst="rect">
            <a:avLst/>
          </a:prstGeom>
          <a:solidFill>
            <a:srgbClr val="1D4ED8"/>
          </a:solidFill>
          <a:ln w="13097">
            <a:solidFill>
              <a:srgbClr val="172B4D"/>
            </a:solidFill>
          </a:ln>
        </p:spPr>
      </p:sp>
      <p:sp>
        <p:nvSpPr>
          <p:cNvPr id="199" name="object-199">
            <a:extLst>
              <a:ext uri="{FF2B5EF4-FFF2-40B4-BE49-F238E27FC236}">
                <a16:creationId xmlns:a16="http://schemas.microsoft.com/office/drawing/2014/main" id="{3727AB31-7B57-44AD-B8E4-DB0557C606F0}"/>
              </a:ext>
            </a:extLst>
          </p:cNvPr>
          <p:cNvSpPr>
            <a:spLocks noGrp="1"/>
          </p:cNvSpPr>
          <p:nvPr/>
        </p:nvSpPr>
        <p:spPr>
          <a:xfrm>
            <a:off x="7979569" y="2857500"/>
            <a:ext cx="26194" cy="547688"/>
          </a:xfrm>
          <a:prstGeom prst="rect">
            <a:avLst/>
          </a:prstGeom>
          <a:solidFill>
            <a:srgbClr val="1D4ED8"/>
          </a:solidFill>
          <a:ln w="13097">
            <a:solidFill>
              <a:srgbClr val="172B4D"/>
            </a:solidFill>
          </a:ln>
        </p:spPr>
      </p:sp>
      <p:sp>
        <p:nvSpPr>
          <p:cNvPr id="200" name="object-200">
            <a:extLst>
              <a:ext uri="{FF2B5EF4-FFF2-40B4-BE49-F238E27FC236}">
                <a16:creationId xmlns:a16="http://schemas.microsoft.com/office/drawing/2014/main" id="{C2704939-A9B9-4884-BC25-851CB70078E0}"/>
              </a:ext>
            </a:extLst>
          </p:cNvPr>
          <p:cNvSpPr>
            <a:spLocks noGrp="1"/>
          </p:cNvSpPr>
          <p:nvPr/>
        </p:nvSpPr>
        <p:spPr>
          <a:xfrm>
            <a:off x="8005763" y="2857500"/>
            <a:ext cx="26194" cy="547688"/>
          </a:xfrm>
          <a:prstGeom prst="rect">
            <a:avLst/>
          </a:prstGeom>
          <a:solidFill>
            <a:srgbClr val="1D4ED8"/>
          </a:solidFill>
          <a:ln w="13097">
            <a:solidFill>
              <a:srgbClr val="172B4D"/>
            </a:solidFill>
          </a:ln>
        </p:spPr>
      </p:sp>
      <p:sp>
        <p:nvSpPr>
          <p:cNvPr id="201" name="object-201">
            <a:extLst>
              <a:ext uri="{FF2B5EF4-FFF2-40B4-BE49-F238E27FC236}">
                <a16:creationId xmlns:a16="http://schemas.microsoft.com/office/drawing/2014/main" id="{0DA34665-7E0D-44E4-BD13-73337AB661A1}"/>
              </a:ext>
            </a:extLst>
          </p:cNvPr>
          <p:cNvSpPr>
            <a:spLocks noGrp="1"/>
          </p:cNvSpPr>
          <p:nvPr/>
        </p:nvSpPr>
        <p:spPr>
          <a:xfrm>
            <a:off x="8031956" y="2857500"/>
            <a:ext cx="26194" cy="547688"/>
          </a:xfrm>
          <a:prstGeom prst="rect">
            <a:avLst/>
          </a:prstGeom>
          <a:solidFill>
            <a:srgbClr val="1D4ED8"/>
          </a:solidFill>
          <a:ln w="13097">
            <a:solidFill>
              <a:srgbClr val="172B4D"/>
            </a:solidFill>
          </a:ln>
        </p:spPr>
      </p:sp>
      <p:sp>
        <p:nvSpPr>
          <p:cNvPr id="202" name="object-202">
            <a:extLst>
              <a:ext uri="{FF2B5EF4-FFF2-40B4-BE49-F238E27FC236}">
                <a16:creationId xmlns:a16="http://schemas.microsoft.com/office/drawing/2014/main" id="{07D22B68-E6BB-4D60-BF3C-F332C44FAEAB}"/>
              </a:ext>
            </a:extLst>
          </p:cNvPr>
          <p:cNvSpPr>
            <a:spLocks noGrp="1"/>
          </p:cNvSpPr>
          <p:nvPr/>
        </p:nvSpPr>
        <p:spPr>
          <a:xfrm>
            <a:off x="8058150" y="2857500"/>
            <a:ext cx="26194" cy="547688"/>
          </a:xfrm>
          <a:prstGeom prst="rect">
            <a:avLst/>
          </a:prstGeom>
          <a:solidFill>
            <a:srgbClr val="1D4ED8"/>
          </a:solidFill>
          <a:ln w="13097">
            <a:solidFill>
              <a:srgbClr val="172B4D"/>
            </a:solidFill>
          </a:ln>
        </p:spPr>
      </p:sp>
      <p:sp>
        <p:nvSpPr>
          <p:cNvPr id="203" name="object-203">
            <a:extLst>
              <a:ext uri="{FF2B5EF4-FFF2-40B4-BE49-F238E27FC236}">
                <a16:creationId xmlns:a16="http://schemas.microsoft.com/office/drawing/2014/main" id="{5980E7AF-6255-4BA9-988F-DFD0CEC56BB2}"/>
              </a:ext>
            </a:extLst>
          </p:cNvPr>
          <p:cNvSpPr>
            <a:spLocks noGrp="1"/>
          </p:cNvSpPr>
          <p:nvPr/>
        </p:nvSpPr>
        <p:spPr>
          <a:xfrm>
            <a:off x="8084344" y="2857500"/>
            <a:ext cx="26194" cy="547688"/>
          </a:xfrm>
          <a:prstGeom prst="rect">
            <a:avLst/>
          </a:prstGeom>
          <a:solidFill>
            <a:srgbClr val="1D4ED8"/>
          </a:solidFill>
          <a:ln w="13097">
            <a:solidFill>
              <a:srgbClr val="172B4D"/>
            </a:solidFill>
          </a:ln>
        </p:spPr>
      </p:sp>
      <p:sp>
        <p:nvSpPr>
          <p:cNvPr id="204" name="object-204">
            <a:extLst>
              <a:ext uri="{FF2B5EF4-FFF2-40B4-BE49-F238E27FC236}">
                <a16:creationId xmlns:a16="http://schemas.microsoft.com/office/drawing/2014/main" id="{266ACD5F-E097-4841-8B6E-6F752828BCA5}"/>
              </a:ext>
            </a:extLst>
          </p:cNvPr>
          <p:cNvSpPr>
            <a:spLocks noGrp="1"/>
          </p:cNvSpPr>
          <p:nvPr/>
        </p:nvSpPr>
        <p:spPr>
          <a:xfrm>
            <a:off x="8110538" y="2857500"/>
            <a:ext cx="26194" cy="547688"/>
          </a:xfrm>
          <a:prstGeom prst="rect">
            <a:avLst/>
          </a:prstGeom>
          <a:solidFill>
            <a:srgbClr val="1D4ED8"/>
          </a:solidFill>
          <a:ln w="13097">
            <a:solidFill>
              <a:srgbClr val="172B4D"/>
            </a:solidFill>
          </a:ln>
        </p:spPr>
      </p:sp>
      <p:sp>
        <p:nvSpPr>
          <p:cNvPr id="205" name="object-205">
            <a:extLst>
              <a:ext uri="{FF2B5EF4-FFF2-40B4-BE49-F238E27FC236}">
                <a16:creationId xmlns:a16="http://schemas.microsoft.com/office/drawing/2014/main" id="{F7611489-023B-40E1-AC54-5B59794D57F7}"/>
              </a:ext>
            </a:extLst>
          </p:cNvPr>
          <p:cNvSpPr>
            <a:spLocks noGrp="1"/>
          </p:cNvSpPr>
          <p:nvPr/>
        </p:nvSpPr>
        <p:spPr>
          <a:xfrm>
            <a:off x="8136731" y="2857500"/>
            <a:ext cx="26194" cy="547688"/>
          </a:xfrm>
          <a:prstGeom prst="rect">
            <a:avLst/>
          </a:prstGeom>
          <a:solidFill>
            <a:srgbClr val="1D4ED8"/>
          </a:solidFill>
          <a:ln w="13097">
            <a:solidFill>
              <a:srgbClr val="172B4D"/>
            </a:solidFill>
          </a:ln>
        </p:spPr>
      </p:sp>
      <p:sp>
        <p:nvSpPr>
          <p:cNvPr id="206" name="object-206">
            <a:extLst>
              <a:ext uri="{FF2B5EF4-FFF2-40B4-BE49-F238E27FC236}">
                <a16:creationId xmlns:a16="http://schemas.microsoft.com/office/drawing/2014/main" id="{8D3AF07D-CC7E-4BF8-AE6D-FB23A755589A}"/>
              </a:ext>
            </a:extLst>
          </p:cNvPr>
          <p:cNvSpPr>
            <a:spLocks noGrp="1"/>
          </p:cNvSpPr>
          <p:nvPr/>
        </p:nvSpPr>
        <p:spPr>
          <a:xfrm>
            <a:off x="8162925" y="2857500"/>
            <a:ext cx="26194" cy="547688"/>
          </a:xfrm>
          <a:prstGeom prst="rect">
            <a:avLst/>
          </a:prstGeom>
          <a:solidFill>
            <a:srgbClr val="1D4ED8"/>
          </a:solidFill>
          <a:ln w="13097">
            <a:solidFill>
              <a:srgbClr val="172B4D"/>
            </a:solidFill>
          </a:ln>
        </p:spPr>
      </p:sp>
      <p:sp>
        <p:nvSpPr>
          <p:cNvPr id="207" name="object-207">
            <a:extLst>
              <a:ext uri="{FF2B5EF4-FFF2-40B4-BE49-F238E27FC236}">
                <a16:creationId xmlns:a16="http://schemas.microsoft.com/office/drawing/2014/main" id="{33A1E804-EFF4-4B8B-A40C-95ADE6D4A083}"/>
              </a:ext>
            </a:extLst>
          </p:cNvPr>
          <p:cNvSpPr>
            <a:spLocks noGrp="1"/>
          </p:cNvSpPr>
          <p:nvPr/>
        </p:nvSpPr>
        <p:spPr>
          <a:xfrm>
            <a:off x="8189119" y="2857500"/>
            <a:ext cx="26194" cy="547688"/>
          </a:xfrm>
          <a:prstGeom prst="rect">
            <a:avLst/>
          </a:prstGeom>
          <a:solidFill>
            <a:srgbClr val="1D4ED8"/>
          </a:solidFill>
          <a:ln w="13097">
            <a:solidFill>
              <a:srgbClr val="172B4D"/>
            </a:solidFill>
          </a:ln>
        </p:spPr>
      </p:sp>
      <p:sp>
        <p:nvSpPr>
          <p:cNvPr id="208" name="object-208">
            <a:extLst>
              <a:ext uri="{FF2B5EF4-FFF2-40B4-BE49-F238E27FC236}">
                <a16:creationId xmlns:a16="http://schemas.microsoft.com/office/drawing/2014/main" id="{003DAEBA-7A0E-4CD0-A8C2-0F533F6EFDCF}"/>
              </a:ext>
            </a:extLst>
          </p:cNvPr>
          <p:cNvSpPr>
            <a:spLocks noGrp="1"/>
          </p:cNvSpPr>
          <p:nvPr/>
        </p:nvSpPr>
        <p:spPr>
          <a:xfrm>
            <a:off x="8215313" y="2857500"/>
            <a:ext cx="26194" cy="547688"/>
          </a:xfrm>
          <a:prstGeom prst="rect">
            <a:avLst/>
          </a:prstGeom>
          <a:solidFill>
            <a:srgbClr val="1D4ED8"/>
          </a:solidFill>
          <a:ln w="13097">
            <a:solidFill>
              <a:srgbClr val="172B4D"/>
            </a:solidFill>
          </a:ln>
        </p:spPr>
      </p:sp>
      <p:sp>
        <p:nvSpPr>
          <p:cNvPr id="209" name="object-209">
            <a:extLst>
              <a:ext uri="{FF2B5EF4-FFF2-40B4-BE49-F238E27FC236}">
                <a16:creationId xmlns:a16="http://schemas.microsoft.com/office/drawing/2014/main" id="{4201BFD9-F5EA-4BC1-8A1B-F6CCBB0AEED2}"/>
              </a:ext>
            </a:extLst>
          </p:cNvPr>
          <p:cNvSpPr>
            <a:spLocks noGrp="1"/>
          </p:cNvSpPr>
          <p:nvPr/>
        </p:nvSpPr>
        <p:spPr>
          <a:xfrm>
            <a:off x="8241506" y="2857500"/>
            <a:ext cx="26194" cy="547688"/>
          </a:xfrm>
          <a:prstGeom prst="rect">
            <a:avLst/>
          </a:prstGeom>
          <a:solidFill>
            <a:srgbClr val="1D4ED8"/>
          </a:solidFill>
          <a:ln w="13097">
            <a:solidFill>
              <a:srgbClr val="172B4D"/>
            </a:solidFill>
          </a:ln>
        </p:spPr>
      </p:sp>
      <p:sp>
        <p:nvSpPr>
          <p:cNvPr id="210" name="object-210">
            <a:extLst>
              <a:ext uri="{FF2B5EF4-FFF2-40B4-BE49-F238E27FC236}">
                <a16:creationId xmlns:a16="http://schemas.microsoft.com/office/drawing/2014/main" id="{B99BC25D-1060-4E80-BC48-ED5A4C45B9EA}"/>
              </a:ext>
            </a:extLst>
          </p:cNvPr>
          <p:cNvSpPr>
            <a:spLocks noGrp="1"/>
          </p:cNvSpPr>
          <p:nvPr/>
        </p:nvSpPr>
        <p:spPr>
          <a:xfrm>
            <a:off x="8267700" y="2857500"/>
            <a:ext cx="26194" cy="547688"/>
          </a:xfrm>
          <a:prstGeom prst="rect">
            <a:avLst/>
          </a:prstGeom>
          <a:solidFill>
            <a:srgbClr val="1D4ED8"/>
          </a:solidFill>
          <a:ln w="13097">
            <a:solidFill>
              <a:srgbClr val="172B4D"/>
            </a:solidFill>
          </a:ln>
        </p:spPr>
      </p:sp>
      <p:sp>
        <p:nvSpPr>
          <p:cNvPr id="211" name="object-211">
            <a:extLst>
              <a:ext uri="{FF2B5EF4-FFF2-40B4-BE49-F238E27FC236}">
                <a16:creationId xmlns:a16="http://schemas.microsoft.com/office/drawing/2014/main" id="{C00A6A15-BCD8-401A-BDD9-94319ACE91B0}"/>
              </a:ext>
            </a:extLst>
          </p:cNvPr>
          <p:cNvSpPr>
            <a:spLocks noGrp="1"/>
          </p:cNvSpPr>
          <p:nvPr/>
        </p:nvSpPr>
        <p:spPr>
          <a:xfrm>
            <a:off x="8293894" y="2857500"/>
            <a:ext cx="26194"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70F81CD2-76B6-456C-A776-491EB4CA6065}"/>
              </a:ext>
            </a:extLst>
          </p:cNvPr>
          <p:cNvSpPr>
            <a:spLocks noGrp="1"/>
          </p:cNvSpPr>
          <p:nvPr/>
        </p:nvSpPr>
        <p:spPr>
          <a:xfrm>
            <a:off x="8320088" y="2857500"/>
            <a:ext cx="26194"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E5A25068-F670-4F68-AD71-E6BC36D45D02}"/>
              </a:ext>
            </a:extLst>
          </p:cNvPr>
          <p:cNvSpPr>
            <a:spLocks noGrp="1"/>
          </p:cNvSpPr>
          <p:nvPr/>
        </p:nvSpPr>
        <p:spPr>
          <a:xfrm>
            <a:off x="8346281" y="2857500"/>
            <a:ext cx="26194"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7C9C9D69-9A98-4D52-9152-FC114311A72E}"/>
              </a:ext>
            </a:extLst>
          </p:cNvPr>
          <p:cNvSpPr>
            <a:spLocks noGrp="1"/>
          </p:cNvSpPr>
          <p:nvPr/>
        </p:nvSpPr>
        <p:spPr>
          <a:xfrm>
            <a:off x="8372475" y="2857500"/>
            <a:ext cx="26194"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B2439517-755F-47E3-85AA-74810E39C1F3}"/>
              </a:ext>
            </a:extLst>
          </p:cNvPr>
          <p:cNvSpPr>
            <a:spLocks noGrp="1"/>
          </p:cNvSpPr>
          <p:nvPr/>
        </p:nvSpPr>
        <p:spPr>
          <a:xfrm>
            <a:off x="8398669" y="2857500"/>
            <a:ext cx="26194"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5F432FC0-75DB-470C-8824-B6FF45DEC381}"/>
              </a:ext>
            </a:extLst>
          </p:cNvPr>
          <p:cNvSpPr>
            <a:spLocks noGrp="1"/>
          </p:cNvSpPr>
          <p:nvPr/>
        </p:nvSpPr>
        <p:spPr>
          <a:xfrm>
            <a:off x="8424863" y="2857500"/>
            <a:ext cx="26194"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DA68D7A3-542F-40F4-B4B1-7182772A1E87}"/>
              </a:ext>
            </a:extLst>
          </p:cNvPr>
          <p:cNvSpPr>
            <a:spLocks noGrp="1"/>
          </p:cNvSpPr>
          <p:nvPr/>
        </p:nvSpPr>
        <p:spPr>
          <a:xfrm>
            <a:off x="8451056" y="2857500"/>
            <a:ext cx="26194"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727C57B6-35F0-44D8-95C5-2C68CB62919A}"/>
              </a:ext>
            </a:extLst>
          </p:cNvPr>
          <p:cNvSpPr>
            <a:spLocks noGrp="1"/>
          </p:cNvSpPr>
          <p:nvPr/>
        </p:nvSpPr>
        <p:spPr>
          <a:xfrm>
            <a:off x="8477250" y="2857500"/>
            <a:ext cx="26194"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263F5F43-D7E5-4446-ADBE-1A39027D0D11}"/>
              </a:ext>
            </a:extLst>
          </p:cNvPr>
          <p:cNvSpPr>
            <a:spLocks noGrp="1"/>
          </p:cNvSpPr>
          <p:nvPr/>
        </p:nvSpPr>
        <p:spPr>
          <a:xfrm>
            <a:off x="8503444" y="2857500"/>
            <a:ext cx="26194"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BCFDC94E-FF0E-4437-930E-B0C100BA56E9}"/>
              </a:ext>
            </a:extLst>
          </p:cNvPr>
          <p:cNvSpPr>
            <a:spLocks noGrp="1"/>
          </p:cNvSpPr>
          <p:nvPr/>
        </p:nvSpPr>
        <p:spPr>
          <a:xfrm>
            <a:off x="8529638" y="2857500"/>
            <a:ext cx="26194"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9EDC313B-CA59-4772-A2B4-42EA13C1D5E5}"/>
              </a:ext>
            </a:extLst>
          </p:cNvPr>
          <p:cNvSpPr>
            <a:spLocks noGrp="1"/>
          </p:cNvSpPr>
          <p:nvPr/>
        </p:nvSpPr>
        <p:spPr>
          <a:xfrm>
            <a:off x="8555831" y="2857500"/>
            <a:ext cx="26194"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1C39A620-0148-4EDB-98DD-2ED0BBA1EBA0}"/>
              </a:ext>
            </a:extLst>
          </p:cNvPr>
          <p:cNvSpPr>
            <a:spLocks noGrp="1"/>
          </p:cNvSpPr>
          <p:nvPr/>
        </p:nvSpPr>
        <p:spPr>
          <a:xfrm>
            <a:off x="8582025" y="2857500"/>
            <a:ext cx="26194"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E8C9042C-4BA7-4FE5-B9F1-7ED5F4A6C701}"/>
              </a:ext>
            </a:extLst>
          </p:cNvPr>
          <p:cNvSpPr>
            <a:spLocks noGrp="1"/>
          </p:cNvSpPr>
          <p:nvPr/>
        </p:nvSpPr>
        <p:spPr>
          <a:xfrm>
            <a:off x="8608219" y="2857500"/>
            <a:ext cx="26194"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F60854A0-49B4-4B1A-87DD-2131EA1E7C53}"/>
              </a:ext>
            </a:extLst>
          </p:cNvPr>
          <p:cNvSpPr>
            <a:spLocks noGrp="1"/>
          </p:cNvSpPr>
          <p:nvPr/>
        </p:nvSpPr>
        <p:spPr>
          <a:xfrm>
            <a:off x="8634413" y="2857500"/>
            <a:ext cx="26194"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13B83F6B-20F7-4C71-B188-EB9F7000BC93}"/>
              </a:ext>
            </a:extLst>
          </p:cNvPr>
          <p:cNvSpPr>
            <a:spLocks noGrp="1"/>
          </p:cNvSpPr>
          <p:nvPr/>
        </p:nvSpPr>
        <p:spPr>
          <a:xfrm>
            <a:off x="8660606" y="2857500"/>
            <a:ext cx="26194"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825981EB-733B-4CC4-88C9-3088F8F5D190}"/>
              </a:ext>
            </a:extLst>
          </p:cNvPr>
          <p:cNvSpPr>
            <a:spLocks noGrp="1"/>
          </p:cNvSpPr>
          <p:nvPr/>
        </p:nvSpPr>
        <p:spPr>
          <a:xfrm>
            <a:off x="8686800" y="2857500"/>
            <a:ext cx="26194"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33EF044D-C43B-48FA-A4F6-7A48E76FE012}"/>
              </a:ext>
            </a:extLst>
          </p:cNvPr>
          <p:cNvSpPr>
            <a:spLocks noGrp="1"/>
          </p:cNvSpPr>
          <p:nvPr/>
        </p:nvSpPr>
        <p:spPr>
          <a:xfrm>
            <a:off x="8712994" y="2857500"/>
            <a:ext cx="26194"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7E991A4A-7EED-404F-93FC-AC4CE45AB04F}"/>
              </a:ext>
            </a:extLst>
          </p:cNvPr>
          <p:cNvSpPr>
            <a:spLocks noGrp="1"/>
          </p:cNvSpPr>
          <p:nvPr/>
        </p:nvSpPr>
        <p:spPr>
          <a:xfrm>
            <a:off x="8739188" y="2857500"/>
            <a:ext cx="26194"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C1419C97-6B6F-475E-9FDF-FA7D34D2F180}"/>
              </a:ext>
            </a:extLst>
          </p:cNvPr>
          <p:cNvSpPr>
            <a:spLocks noGrp="1"/>
          </p:cNvSpPr>
          <p:nvPr/>
        </p:nvSpPr>
        <p:spPr>
          <a:xfrm>
            <a:off x="8765381" y="2857500"/>
            <a:ext cx="26194"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F9A31884-DBD5-4C19-85A3-DBD236AFE08C}"/>
              </a:ext>
            </a:extLst>
          </p:cNvPr>
          <p:cNvSpPr>
            <a:spLocks noGrp="1"/>
          </p:cNvSpPr>
          <p:nvPr/>
        </p:nvSpPr>
        <p:spPr>
          <a:xfrm>
            <a:off x="8791575" y="2857500"/>
            <a:ext cx="26194"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8A072308-2F9A-4356-A014-16C9D390A635}"/>
              </a:ext>
            </a:extLst>
          </p:cNvPr>
          <p:cNvSpPr>
            <a:spLocks noGrp="1"/>
          </p:cNvSpPr>
          <p:nvPr/>
        </p:nvSpPr>
        <p:spPr>
          <a:xfrm>
            <a:off x="8817769" y="2857500"/>
            <a:ext cx="26194"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CED7E228-74BE-40FE-824E-B548399CDBE3}"/>
              </a:ext>
            </a:extLst>
          </p:cNvPr>
          <p:cNvSpPr>
            <a:spLocks noGrp="1"/>
          </p:cNvSpPr>
          <p:nvPr/>
        </p:nvSpPr>
        <p:spPr>
          <a:xfrm>
            <a:off x="8843963" y="2857500"/>
            <a:ext cx="26194"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40381BA3-9275-4506-A0E2-BF48DCC604E9}"/>
              </a:ext>
            </a:extLst>
          </p:cNvPr>
          <p:cNvSpPr>
            <a:spLocks noGrp="1"/>
          </p:cNvSpPr>
          <p:nvPr/>
        </p:nvSpPr>
        <p:spPr>
          <a:xfrm>
            <a:off x="8870156" y="2857500"/>
            <a:ext cx="26194"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64FD7319-5164-4399-BE11-CB67A1BE7234}"/>
              </a:ext>
            </a:extLst>
          </p:cNvPr>
          <p:cNvSpPr>
            <a:spLocks noGrp="1"/>
          </p:cNvSpPr>
          <p:nvPr/>
        </p:nvSpPr>
        <p:spPr>
          <a:xfrm>
            <a:off x="8896350" y="2857500"/>
            <a:ext cx="26194"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06A43878-5BE8-43AB-9A7B-C48C5731A0C9}"/>
              </a:ext>
            </a:extLst>
          </p:cNvPr>
          <p:cNvSpPr>
            <a:spLocks noGrp="1"/>
          </p:cNvSpPr>
          <p:nvPr/>
        </p:nvSpPr>
        <p:spPr>
          <a:xfrm>
            <a:off x="8922544" y="2857500"/>
            <a:ext cx="26194"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907AA6BE-3E75-451C-AE44-9BA893D29810}"/>
              </a:ext>
            </a:extLst>
          </p:cNvPr>
          <p:cNvSpPr>
            <a:spLocks noGrp="1"/>
          </p:cNvSpPr>
          <p:nvPr/>
        </p:nvSpPr>
        <p:spPr>
          <a:xfrm>
            <a:off x="8948738" y="2857500"/>
            <a:ext cx="26194"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5C078E18-2F19-4D7D-9285-408CA9B9FC86}"/>
              </a:ext>
            </a:extLst>
          </p:cNvPr>
          <p:cNvSpPr>
            <a:spLocks noGrp="1"/>
          </p:cNvSpPr>
          <p:nvPr/>
        </p:nvSpPr>
        <p:spPr>
          <a:xfrm>
            <a:off x="8974931" y="2857500"/>
            <a:ext cx="26194"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359A615F-513B-48F4-B663-ABC94860E852}"/>
              </a:ext>
            </a:extLst>
          </p:cNvPr>
          <p:cNvSpPr>
            <a:spLocks noGrp="1"/>
          </p:cNvSpPr>
          <p:nvPr/>
        </p:nvSpPr>
        <p:spPr>
          <a:xfrm>
            <a:off x="9001125" y="2857500"/>
            <a:ext cx="26194"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CD1612C6-27A3-47A8-A59B-90CDA1DCCE0C}"/>
              </a:ext>
            </a:extLst>
          </p:cNvPr>
          <p:cNvSpPr>
            <a:spLocks noGrp="1"/>
          </p:cNvSpPr>
          <p:nvPr/>
        </p:nvSpPr>
        <p:spPr>
          <a:xfrm>
            <a:off x="9027319" y="2857500"/>
            <a:ext cx="26194"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E7417294-9166-42F2-BFCA-CA2E19D0A1F4}"/>
              </a:ext>
            </a:extLst>
          </p:cNvPr>
          <p:cNvSpPr>
            <a:spLocks noGrp="1"/>
          </p:cNvSpPr>
          <p:nvPr/>
        </p:nvSpPr>
        <p:spPr>
          <a:xfrm>
            <a:off x="9053513" y="2857500"/>
            <a:ext cx="26194"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1349EDDA-FD71-4112-97CA-8C522CAA5DB3}"/>
              </a:ext>
            </a:extLst>
          </p:cNvPr>
          <p:cNvSpPr>
            <a:spLocks noGrp="1"/>
          </p:cNvSpPr>
          <p:nvPr/>
        </p:nvSpPr>
        <p:spPr>
          <a:xfrm>
            <a:off x="9079706" y="2857500"/>
            <a:ext cx="26194"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7FDCD4F1-C51D-4EBB-B8C4-F491ECEA3C37}"/>
              </a:ext>
            </a:extLst>
          </p:cNvPr>
          <p:cNvSpPr>
            <a:spLocks noGrp="1"/>
          </p:cNvSpPr>
          <p:nvPr/>
        </p:nvSpPr>
        <p:spPr>
          <a:xfrm>
            <a:off x="9105900" y="2857500"/>
            <a:ext cx="26194"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822BB538-2C17-49A4-BAC4-0E9076AB01C8}"/>
              </a:ext>
            </a:extLst>
          </p:cNvPr>
          <p:cNvSpPr>
            <a:spLocks noGrp="1"/>
          </p:cNvSpPr>
          <p:nvPr/>
        </p:nvSpPr>
        <p:spPr>
          <a:xfrm>
            <a:off x="9132094" y="2857500"/>
            <a:ext cx="26194"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D03FADB9-ACFF-4C8D-8493-F09611E0C83E}"/>
              </a:ext>
            </a:extLst>
          </p:cNvPr>
          <p:cNvSpPr>
            <a:spLocks noGrp="1"/>
          </p:cNvSpPr>
          <p:nvPr/>
        </p:nvSpPr>
        <p:spPr>
          <a:xfrm>
            <a:off x="9158288" y="2857500"/>
            <a:ext cx="26194"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88A2DBD8-B1F1-4A09-9E9D-49B26F24911D}"/>
              </a:ext>
            </a:extLst>
          </p:cNvPr>
          <p:cNvSpPr>
            <a:spLocks noGrp="1"/>
          </p:cNvSpPr>
          <p:nvPr/>
        </p:nvSpPr>
        <p:spPr>
          <a:xfrm>
            <a:off x="9184481" y="2857500"/>
            <a:ext cx="26194"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DF150E58-3694-419A-8E66-A9C620D2D60C}"/>
              </a:ext>
            </a:extLst>
          </p:cNvPr>
          <p:cNvSpPr>
            <a:spLocks noGrp="1"/>
          </p:cNvSpPr>
          <p:nvPr/>
        </p:nvSpPr>
        <p:spPr>
          <a:xfrm>
            <a:off x="9210675" y="2857500"/>
            <a:ext cx="26194"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425F92C6-6AFD-4BD1-BFD9-989102AF4454}"/>
              </a:ext>
            </a:extLst>
          </p:cNvPr>
          <p:cNvSpPr>
            <a:spLocks noGrp="1"/>
          </p:cNvSpPr>
          <p:nvPr/>
        </p:nvSpPr>
        <p:spPr>
          <a:xfrm>
            <a:off x="9236869" y="2857500"/>
            <a:ext cx="26194"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AB9CB4D9-1E27-420E-AAE0-B43427350EA5}"/>
              </a:ext>
            </a:extLst>
          </p:cNvPr>
          <p:cNvSpPr>
            <a:spLocks noGrp="1"/>
          </p:cNvSpPr>
          <p:nvPr/>
        </p:nvSpPr>
        <p:spPr>
          <a:xfrm>
            <a:off x="9263063" y="2857500"/>
            <a:ext cx="26194"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2A766C5B-4575-449E-919B-AC73EDD4D196}"/>
              </a:ext>
            </a:extLst>
          </p:cNvPr>
          <p:cNvSpPr>
            <a:spLocks noGrp="1"/>
          </p:cNvSpPr>
          <p:nvPr/>
        </p:nvSpPr>
        <p:spPr>
          <a:xfrm>
            <a:off x="9289256" y="2857500"/>
            <a:ext cx="26194"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54C23BBC-E946-4629-99F1-41F8C82F3B28}"/>
              </a:ext>
            </a:extLst>
          </p:cNvPr>
          <p:cNvSpPr>
            <a:spLocks noGrp="1"/>
          </p:cNvSpPr>
          <p:nvPr/>
        </p:nvSpPr>
        <p:spPr>
          <a:xfrm>
            <a:off x="9315450" y="2857500"/>
            <a:ext cx="26194"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F11F073B-D706-4284-8EF9-9B03120BFF7D}"/>
              </a:ext>
            </a:extLst>
          </p:cNvPr>
          <p:cNvSpPr>
            <a:spLocks noGrp="1"/>
          </p:cNvSpPr>
          <p:nvPr/>
        </p:nvSpPr>
        <p:spPr>
          <a:xfrm>
            <a:off x="9341644" y="2857500"/>
            <a:ext cx="26194"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790AF158-6CB1-4F8F-B985-D07C9B853AA0}"/>
              </a:ext>
            </a:extLst>
          </p:cNvPr>
          <p:cNvSpPr>
            <a:spLocks noGrp="1"/>
          </p:cNvSpPr>
          <p:nvPr/>
        </p:nvSpPr>
        <p:spPr>
          <a:xfrm>
            <a:off x="9367838" y="2857500"/>
            <a:ext cx="26194"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7FA93EB6-2964-4B01-9B15-2B859438539F}"/>
              </a:ext>
            </a:extLst>
          </p:cNvPr>
          <p:cNvSpPr>
            <a:spLocks noGrp="1"/>
          </p:cNvSpPr>
          <p:nvPr/>
        </p:nvSpPr>
        <p:spPr>
          <a:xfrm>
            <a:off x="9394031" y="2857500"/>
            <a:ext cx="26194"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AE2F1A34-5557-4730-9AB0-A891A3A4C9C9}"/>
              </a:ext>
            </a:extLst>
          </p:cNvPr>
          <p:cNvSpPr>
            <a:spLocks noGrp="1"/>
          </p:cNvSpPr>
          <p:nvPr/>
        </p:nvSpPr>
        <p:spPr>
          <a:xfrm>
            <a:off x="9420225" y="2857500"/>
            <a:ext cx="26194"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C5E5A67E-882C-43B7-81AB-E35ECF683284}"/>
              </a:ext>
            </a:extLst>
          </p:cNvPr>
          <p:cNvSpPr>
            <a:spLocks noGrp="1"/>
          </p:cNvSpPr>
          <p:nvPr/>
        </p:nvSpPr>
        <p:spPr>
          <a:xfrm>
            <a:off x="9446419" y="2857500"/>
            <a:ext cx="26194"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CFDE868C-7BBB-4959-BB7D-F0FD58FDC451}"/>
              </a:ext>
            </a:extLst>
          </p:cNvPr>
          <p:cNvSpPr>
            <a:spLocks noGrp="1"/>
          </p:cNvSpPr>
          <p:nvPr/>
        </p:nvSpPr>
        <p:spPr>
          <a:xfrm>
            <a:off x="9472613" y="2857500"/>
            <a:ext cx="26194"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5E80383D-9726-4914-BB41-53FDBA44DEAB}"/>
              </a:ext>
            </a:extLst>
          </p:cNvPr>
          <p:cNvSpPr>
            <a:spLocks noGrp="1"/>
          </p:cNvSpPr>
          <p:nvPr/>
        </p:nvSpPr>
        <p:spPr>
          <a:xfrm>
            <a:off x="9498806" y="2857500"/>
            <a:ext cx="26194"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FC4DBFE8-9D21-447B-AD96-E343E71C1788}"/>
              </a:ext>
            </a:extLst>
          </p:cNvPr>
          <p:cNvSpPr>
            <a:spLocks noGrp="1"/>
          </p:cNvSpPr>
          <p:nvPr/>
        </p:nvSpPr>
        <p:spPr>
          <a:xfrm>
            <a:off x="9525000" y="2857500"/>
            <a:ext cx="26194"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23F88028-08B8-44C5-8B25-C7E849AC84BB}"/>
              </a:ext>
            </a:extLst>
          </p:cNvPr>
          <p:cNvSpPr>
            <a:spLocks noGrp="1"/>
          </p:cNvSpPr>
          <p:nvPr/>
        </p:nvSpPr>
        <p:spPr>
          <a:xfrm>
            <a:off x="9551194" y="2857500"/>
            <a:ext cx="26194"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5C14F499-8C0E-47FE-8A44-A24078975D31}"/>
              </a:ext>
            </a:extLst>
          </p:cNvPr>
          <p:cNvSpPr>
            <a:spLocks noGrp="1"/>
          </p:cNvSpPr>
          <p:nvPr/>
        </p:nvSpPr>
        <p:spPr>
          <a:xfrm>
            <a:off x="9577388" y="2857500"/>
            <a:ext cx="26194"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B1824BBE-C4B1-491D-895B-224602DD654E}"/>
              </a:ext>
            </a:extLst>
          </p:cNvPr>
          <p:cNvSpPr>
            <a:spLocks noGrp="1"/>
          </p:cNvSpPr>
          <p:nvPr/>
        </p:nvSpPr>
        <p:spPr>
          <a:xfrm>
            <a:off x="9603581" y="2857500"/>
            <a:ext cx="26194"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4AE7D525-D0F2-414F-AA07-8E6663FAF36D}"/>
              </a:ext>
            </a:extLst>
          </p:cNvPr>
          <p:cNvSpPr>
            <a:spLocks noGrp="1"/>
          </p:cNvSpPr>
          <p:nvPr/>
        </p:nvSpPr>
        <p:spPr>
          <a:xfrm>
            <a:off x="9629775" y="2857500"/>
            <a:ext cx="26194"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613FAC4C-6FFC-4F6E-9C74-055EEC417EAA}"/>
              </a:ext>
            </a:extLst>
          </p:cNvPr>
          <p:cNvSpPr>
            <a:spLocks noGrp="1"/>
          </p:cNvSpPr>
          <p:nvPr/>
        </p:nvSpPr>
        <p:spPr>
          <a:xfrm>
            <a:off x="9655969" y="2857500"/>
            <a:ext cx="26194"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DBA31DFA-AC36-40EF-BFA5-AB4220346C5C}"/>
              </a:ext>
            </a:extLst>
          </p:cNvPr>
          <p:cNvSpPr>
            <a:spLocks noGrp="1"/>
          </p:cNvSpPr>
          <p:nvPr/>
        </p:nvSpPr>
        <p:spPr>
          <a:xfrm>
            <a:off x="9682163" y="2857500"/>
            <a:ext cx="26194"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58E578B9-FA6F-4F6B-86B4-0325077D866A}"/>
              </a:ext>
            </a:extLst>
          </p:cNvPr>
          <p:cNvSpPr>
            <a:spLocks noGrp="1"/>
          </p:cNvSpPr>
          <p:nvPr/>
        </p:nvSpPr>
        <p:spPr>
          <a:xfrm>
            <a:off x="9708356" y="2857500"/>
            <a:ext cx="26194"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2E5DED38-4090-46AD-AE34-207312C288A5}"/>
              </a:ext>
            </a:extLst>
          </p:cNvPr>
          <p:cNvSpPr>
            <a:spLocks noGrp="1"/>
          </p:cNvSpPr>
          <p:nvPr/>
        </p:nvSpPr>
        <p:spPr>
          <a:xfrm>
            <a:off x="9734550" y="2857500"/>
            <a:ext cx="26194"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728B9299-5AD0-4EDC-8A3A-D5BE851FB651}"/>
              </a:ext>
            </a:extLst>
          </p:cNvPr>
          <p:cNvSpPr>
            <a:spLocks noGrp="1"/>
          </p:cNvSpPr>
          <p:nvPr/>
        </p:nvSpPr>
        <p:spPr>
          <a:xfrm>
            <a:off x="9760744" y="2857500"/>
            <a:ext cx="26194"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A9732C2C-125D-49BF-A69F-1DDCFA57ED0E}"/>
              </a:ext>
            </a:extLst>
          </p:cNvPr>
          <p:cNvSpPr>
            <a:spLocks noGrp="1"/>
          </p:cNvSpPr>
          <p:nvPr/>
        </p:nvSpPr>
        <p:spPr>
          <a:xfrm>
            <a:off x="9786938" y="2857500"/>
            <a:ext cx="26194"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EBF0CD9D-66AC-46D5-A36C-1DAFCE828F4D}"/>
              </a:ext>
            </a:extLst>
          </p:cNvPr>
          <p:cNvSpPr>
            <a:spLocks noGrp="1"/>
          </p:cNvSpPr>
          <p:nvPr/>
        </p:nvSpPr>
        <p:spPr>
          <a:xfrm>
            <a:off x="9813131" y="2857500"/>
            <a:ext cx="26194"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6C791768-86DA-47BA-8B1F-BECA6E10BB5F}"/>
              </a:ext>
            </a:extLst>
          </p:cNvPr>
          <p:cNvSpPr>
            <a:spLocks noGrp="1"/>
          </p:cNvSpPr>
          <p:nvPr/>
        </p:nvSpPr>
        <p:spPr>
          <a:xfrm>
            <a:off x="9839325" y="2857500"/>
            <a:ext cx="26194"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EBB1DB89-2549-4EC9-83C9-BA0CBA6ACCF1}"/>
              </a:ext>
            </a:extLst>
          </p:cNvPr>
          <p:cNvSpPr>
            <a:spLocks noGrp="1"/>
          </p:cNvSpPr>
          <p:nvPr/>
        </p:nvSpPr>
        <p:spPr>
          <a:xfrm>
            <a:off x="9865519" y="2857500"/>
            <a:ext cx="26194"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603550DC-B0A4-4DC8-9667-466CC56FE2D9}"/>
              </a:ext>
            </a:extLst>
          </p:cNvPr>
          <p:cNvSpPr>
            <a:spLocks noGrp="1"/>
          </p:cNvSpPr>
          <p:nvPr/>
        </p:nvSpPr>
        <p:spPr>
          <a:xfrm>
            <a:off x="9891713" y="2857500"/>
            <a:ext cx="26194"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D2E46413-43B1-44D8-9DD6-BF853BBCA20D}"/>
              </a:ext>
            </a:extLst>
          </p:cNvPr>
          <p:cNvSpPr>
            <a:spLocks noGrp="1"/>
          </p:cNvSpPr>
          <p:nvPr/>
        </p:nvSpPr>
        <p:spPr>
          <a:xfrm>
            <a:off x="9917906" y="2857500"/>
            <a:ext cx="26194" cy="547688"/>
          </a:xfrm>
          <a:prstGeom prst="rect">
            <a:avLst/>
          </a:prstGeom>
          <a:solidFill>
            <a:srgbClr val="1D4ED8"/>
          </a:solidFill>
          <a:ln w="13097">
            <a:solidFill>
              <a:srgbClr val="172B4D"/>
            </a:solidFill>
          </a:ln>
        </p:spPr>
      </p:sp>
      <p:sp>
        <p:nvSpPr>
          <p:cNvPr id="274" name="object-274">
            <a:extLst>
              <a:ext uri="{FF2B5EF4-FFF2-40B4-BE49-F238E27FC236}">
                <a16:creationId xmlns:a16="http://schemas.microsoft.com/office/drawing/2014/main" id="{C204AEAF-7D96-451B-A82E-C548479D709A}"/>
              </a:ext>
            </a:extLst>
          </p:cNvPr>
          <p:cNvSpPr>
            <a:spLocks noGrp="1"/>
          </p:cNvSpPr>
          <p:nvPr/>
        </p:nvSpPr>
        <p:spPr>
          <a:xfrm>
            <a:off x="9944100" y="2857500"/>
            <a:ext cx="26194" cy="547688"/>
          </a:xfrm>
          <a:prstGeom prst="rect">
            <a:avLst/>
          </a:prstGeom>
          <a:solidFill>
            <a:srgbClr val="1D4ED8"/>
          </a:solidFill>
          <a:ln w="13097">
            <a:solidFill>
              <a:srgbClr val="172B4D"/>
            </a:solidFill>
          </a:ln>
        </p:spPr>
      </p:sp>
      <p:sp>
        <p:nvSpPr>
          <p:cNvPr id="275" name="object-275">
            <a:extLst>
              <a:ext uri="{FF2B5EF4-FFF2-40B4-BE49-F238E27FC236}">
                <a16:creationId xmlns:a16="http://schemas.microsoft.com/office/drawing/2014/main" id="{2FC363AF-90CC-433A-8891-6AD8C9C9DDEA}"/>
              </a:ext>
            </a:extLst>
          </p:cNvPr>
          <p:cNvSpPr>
            <a:spLocks noGrp="1"/>
          </p:cNvSpPr>
          <p:nvPr/>
        </p:nvSpPr>
        <p:spPr>
          <a:xfrm>
            <a:off x="9970294" y="2857500"/>
            <a:ext cx="26194" cy="547688"/>
          </a:xfrm>
          <a:prstGeom prst="rect">
            <a:avLst/>
          </a:prstGeom>
          <a:solidFill>
            <a:srgbClr val="1D4ED8"/>
          </a:solidFill>
          <a:ln w="13097">
            <a:solidFill>
              <a:srgbClr val="172B4D"/>
            </a:solidFill>
          </a:ln>
        </p:spPr>
      </p:sp>
      <p:sp>
        <p:nvSpPr>
          <p:cNvPr id="276" name="object-276">
            <a:extLst>
              <a:ext uri="{FF2B5EF4-FFF2-40B4-BE49-F238E27FC236}">
                <a16:creationId xmlns:a16="http://schemas.microsoft.com/office/drawing/2014/main" id="{70BF8E7B-9841-4114-A8F6-29A9AC3B15E7}"/>
              </a:ext>
            </a:extLst>
          </p:cNvPr>
          <p:cNvSpPr>
            <a:spLocks noGrp="1"/>
          </p:cNvSpPr>
          <p:nvPr/>
        </p:nvSpPr>
        <p:spPr>
          <a:xfrm>
            <a:off x="9996488" y="2857500"/>
            <a:ext cx="26194" cy="547688"/>
          </a:xfrm>
          <a:prstGeom prst="rect">
            <a:avLst/>
          </a:prstGeom>
          <a:solidFill>
            <a:srgbClr val="1D4ED8"/>
          </a:solidFill>
          <a:ln w="13097">
            <a:solidFill>
              <a:srgbClr val="172B4D"/>
            </a:solidFill>
          </a:ln>
        </p:spPr>
      </p:sp>
      <p:sp>
        <p:nvSpPr>
          <p:cNvPr id="277" name="object-277">
            <a:extLst>
              <a:ext uri="{FF2B5EF4-FFF2-40B4-BE49-F238E27FC236}">
                <a16:creationId xmlns:a16="http://schemas.microsoft.com/office/drawing/2014/main" id="{9BEEDEA4-0E1B-48D6-BE4D-B18FB650B830}"/>
              </a:ext>
            </a:extLst>
          </p:cNvPr>
          <p:cNvSpPr>
            <a:spLocks noGrp="1"/>
          </p:cNvSpPr>
          <p:nvPr/>
        </p:nvSpPr>
        <p:spPr>
          <a:xfrm>
            <a:off x="10022681" y="2857500"/>
            <a:ext cx="26194" cy="547688"/>
          </a:xfrm>
          <a:prstGeom prst="rect">
            <a:avLst/>
          </a:prstGeom>
          <a:solidFill>
            <a:srgbClr val="1D4ED8"/>
          </a:solidFill>
          <a:ln w="13097">
            <a:solidFill>
              <a:srgbClr val="172B4D"/>
            </a:solidFill>
          </a:ln>
        </p:spPr>
      </p:sp>
      <p:sp>
        <p:nvSpPr>
          <p:cNvPr id="278" name="object-278">
            <a:extLst>
              <a:ext uri="{FF2B5EF4-FFF2-40B4-BE49-F238E27FC236}">
                <a16:creationId xmlns:a16="http://schemas.microsoft.com/office/drawing/2014/main" id="{C844DB73-E493-4318-9BE3-C45C31ADBCE8}"/>
              </a:ext>
            </a:extLst>
          </p:cNvPr>
          <p:cNvSpPr>
            <a:spLocks noGrp="1"/>
          </p:cNvSpPr>
          <p:nvPr/>
        </p:nvSpPr>
        <p:spPr>
          <a:xfrm>
            <a:off x="10048875" y="2857500"/>
            <a:ext cx="26194" cy="547688"/>
          </a:xfrm>
          <a:prstGeom prst="rect">
            <a:avLst/>
          </a:prstGeom>
          <a:solidFill>
            <a:srgbClr val="1D4ED8"/>
          </a:solidFill>
          <a:ln w="13097">
            <a:solidFill>
              <a:srgbClr val="172B4D"/>
            </a:solidFill>
          </a:ln>
        </p:spPr>
      </p:sp>
      <p:sp>
        <p:nvSpPr>
          <p:cNvPr id="279" name="object-279">
            <a:extLst>
              <a:ext uri="{FF2B5EF4-FFF2-40B4-BE49-F238E27FC236}">
                <a16:creationId xmlns:a16="http://schemas.microsoft.com/office/drawing/2014/main" id="{CCCF440E-3014-4850-9A06-9F844899753A}"/>
              </a:ext>
            </a:extLst>
          </p:cNvPr>
          <p:cNvSpPr>
            <a:spLocks noGrp="1"/>
          </p:cNvSpPr>
          <p:nvPr/>
        </p:nvSpPr>
        <p:spPr>
          <a:xfrm>
            <a:off x="10075069" y="2857500"/>
            <a:ext cx="26194" cy="547688"/>
          </a:xfrm>
          <a:prstGeom prst="rect">
            <a:avLst/>
          </a:prstGeom>
          <a:solidFill>
            <a:srgbClr val="1D4ED8"/>
          </a:solidFill>
          <a:ln w="13097">
            <a:solidFill>
              <a:srgbClr val="172B4D"/>
            </a:solidFill>
          </a:ln>
        </p:spPr>
      </p:sp>
      <p:sp>
        <p:nvSpPr>
          <p:cNvPr id="280" name="object-280">
            <a:extLst>
              <a:ext uri="{FF2B5EF4-FFF2-40B4-BE49-F238E27FC236}">
                <a16:creationId xmlns:a16="http://schemas.microsoft.com/office/drawing/2014/main" id="{E30F70A2-4F3B-4FA6-A04B-7B5CEF59515E}"/>
              </a:ext>
            </a:extLst>
          </p:cNvPr>
          <p:cNvSpPr>
            <a:spLocks noGrp="1"/>
          </p:cNvSpPr>
          <p:nvPr/>
        </p:nvSpPr>
        <p:spPr>
          <a:xfrm>
            <a:off x="10101263" y="2857500"/>
            <a:ext cx="26194" cy="547688"/>
          </a:xfrm>
          <a:prstGeom prst="rect">
            <a:avLst/>
          </a:prstGeom>
          <a:solidFill>
            <a:srgbClr val="1D4ED8"/>
          </a:solidFill>
          <a:ln w="13097">
            <a:solidFill>
              <a:srgbClr val="172B4D"/>
            </a:solidFill>
          </a:ln>
        </p:spPr>
      </p:sp>
      <p:sp>
        <p:nvSpPr>
          <p:cNvPr id="281" name="object-281">
            <a:extLst>
              <a:ext uri="{FF2B5EF4-FFF2-40B4-BE49-F238E27FC236}">
                <a16:creationId xmlns:a16="http://schemas.microsoft.com/office/drawing/2014/main" id="{3DAE47F5-680A-44D2-BBA7-8478799665F8}"/>
              </a:ext>
            </a:extLst>
          </p:cNvPr>
          <p:cNvSpPr>
            <a:spLocks noGrp="1"/>
          </p:cNvSpPr>
          <p:nvPr/>
        </p:nvSpPr>
        <p:spPr>
          <a:xfrm>
            <a:off x="10127456" y="2857500"/>
            <a:ext cx="26194" cy="547688"/>
          </a:xfrm>
          <a:prstGeom prst="rect">
            <a:avLst/>
          </a:prstGeom>
          <a:solidFill>
            <a:srgbClr val="1D4ED8"/>
          </a:solidFill>
          <a:ln w="13097">
            <a:solidFill>
              <a:srgbClr val="172B4D"/>
            </a:solidFill>
          </a:ln>
        </p:spPr>
      </p:sp>
      <p:sp>
        <p:nvSpPr>
          <p:cNvPr id="282" name="object-282">
            <a:extLst>
              <a:ext uri="{FF2B5EF4-FFF2-40B4-BE49-F238E27FC236}">
                <a16:creationId xmlns:a16="http://schemas.microsoft.com/office/drawing/2014/main" id="{F1E23047-8584-48DE-B172-579F7AD6A3B7}"/>
              </a:ext>
            </a:extLst>
          </p:cNvPr>
          <p:cNvSpPr>
            <a:spLocks noGrp="1"/>
          </p:cNvSpPr>
          <p:nvPr/>
        </p:nvSpPr>
        <p:spPr>
          <a:xfrm>
            <a:off x="10153650" y="2857500"/>
            <a:ext cx="26194" cy="547688"/>
          </a:xfrm>
          <a:prstGeom prst="rect">
            <a:avLst/>
          </a:prstGeom>
          <a:solidFill>
            <a:srgbClr val="1D4ED8"/>
          </a:solidFill>
          <a:ln w="13097">
            <a:solidFill>
              <a:srgbClr val="172B4D"/>
            </a:solidFill>
          </a:ln>
        </p:spPr>
      </p:sp>
      <p:sp>
        <p:nvSpPr>
          <p:cNvPr id="283" name="object-283">
            <a:extLst>
              <a:ext uri="{FF2B5EF4-FFF2-40B4-BE49-F238E27FC236}">
                <a16:creationId xmlns:a16="http://schemas.microsoft.com/office/drawing/2014/main" id="{E8136DAD-F701-4E29-B961-BFB091029510}"/>
              </a:ext>
            </a:extLst>
          </p:cNvPr>
          <p:cNvSpPr>
            <a:spLocks noGrp="1"/>
          </p:cNvSpPr>
          <p:nvPr/>
        </p:nvSpPr>
        <p:spPr>
          <a:xfrm>
            <a:off x="10179844" y="2857500"/>
            <a:ext cx="26194" cy="547688"/>
          </a:xfrm>
          <a:prstGeom prst="rect">
            <a:avLst/>
          </a:prstGeom>
          <a:solidFill>
            <a:srgbClr val="1D4ED8"/>
          </a:solidFill>
          <a:ln w="13097">
            <a:solidFill>
              <a:srgbClr val="172B4D"/>
            </a:solidFill>
          </a:ln>
        </p:spPr>
      </p:sp>
      <p:sp>
        <p:nvSpPr>
          <p:cNvPr id="284" name="object-284">
            <a:extLst>
              <a:ext uri="{FF2B5EF4-FFF2-40B4-BE49-F238E27FC236}">
                <a16:creationId xmlns:a16="http://schemas.microsoft.com/office/drawing/2014/main" id="{C3A8C325-2428-4F41-9183-24E50659C2F5}"/>
              </a:ext>
            </a:extLst>
          </p:cNvPr>
          <p:cNvSpPr>
            <a:spLocks noGrp="1"/>
          </p:cNvSpPr>
          <p:nvPr/>
        </p:nvSpPr>
        <p:spPr>
          <a:xfrm>
            <a:off x="10206038" y="2857500"/>
            <a:ext cx="26194" cy="547688"/>
          </a:xfrm>
          <a:prstGeom prst="rect">
            <a:avLst/>
          </a:prstGeom>
          <a:solidFill>
            <a:srgbClr val="1D4ED8"/>
          </a:solidFill>
          <a:ln w="13097">
            <a:solidFill>
              <a:srgbClr val="172B4D"/>
            </a:solidFill>
          </a:ln>
        </p:spPr>
      </p:sp>
      <p:sp>
        <p:nvSpPr>
          <p:cNvPr id="285" name="object-285">
            <a:extLst>
              <a:ext uri="{FF2B5EF4-FFF2-40B4-BE49-F238E27FC236}">
                <a16:creationId xmlns:a16="http://schemas.microsoft.com/office/drawing/2014/main" id="{D1343754-F3E3-4607-B0F5-18FB66188944}"/>
              </a:ext>
            </a:extLst>
          </p:cNvPr>
          <p:cNvSpPr>
            <a:spLocks noGrp="1"/>
          </p:cNvSpPr>
          <p:nvPr/>
        </p:nvSpPr>
        <p:spPr>
          <a:xfrm>
            <a:off x="10232231" y="2857500"/>
            <a:ext cx="26194" cy="547688"/>
          </a:xfrm>
          <a:prstGeom prst="rect">
            <a:avLst/>
          </a:prstGeom>
          <a:solidFill>
            <a:srgbClr val="1D4ED8"/>
          </a:solidFill>
          <a:ln w="13097">
            <a:solidFill>
              <a:srgbClr val="172B4D"/>
            </a:solidFill>
          </a:ln>
        </p:spPr>
      </p:sp>
      <p:sp>
        <p:nvSpPr>
          <p:cNvPr id="286" name="object-286">
            <a:extLst>
              <a:ext uri="{FF2B5EF4-FFF2-40B4-BE49-F238E27FC236}">
                <a16:creationId xmlns:a16="http://schemas.microsoft.com/office/drawing/2014/main" id="{36A4B44D-73C3-4924-9F9A-442804108DE0}"/>
              </a:ext>
            </a:extLst>
          </p:cNvPr>
          <p:cNvSpPr>
            <a:spLocks noGrp="1"/>
          </p:cNvSpPr>
          <p:nvPr/>
        </p:nvSpPr>
        <p:spPr>
          <a:xfrm>
            <a:off x="10258425" y="2857500"/>
            <a:ext cx="26194" cy="547688"/>
          </a:xfrm>
          <a:prstGeom prst="rect">
            <a:avLst/>
          </a:prstGeom>
          <a:solidFill>
            <a:srgbClr val="1D4ED8"/>
          </a:solidFill>
          <a:ln w="13097">
            <a:solidFill>
              <a:srgbClr val="172B4D"/>
            </a:solidFill>
          </a:ln>
        </p:spPr>
      </p:sp>
      <p:sp>
        <p:nvSpPr>
          <p:cNvPr id="287" name="object-287">
            <a:extLst>
              <a:ext uri="{FF2B5EF4-FFF2-40B4-BE49-F238E27FC236}">
                <a16:creationId xmlns:a16="http://schemas.microsoft.com/office/drawing/2014/main" id="{708EAE22-B872-4B41-80A8-FEB831612DB5}"/>
              </a:ext>
            </a:extLst>
          </p:cNvPr>
          <p:cNvSpPr>
            <a:spLocks noGrp="1"/>
          </p:cNvSpPr>
          <p:nvPr/>
        </p:nvSpPr>
        <p:spPr>
          <a:xfrm>
            <a:off x="10284619" y="2857500"/>
            <a:ext cx="26194" cy="547688"/>
          </a:xfrm>
          <a:prstGeom prst="rect">
            <a:avLst/>
          </a:prstGeom>
          <a:solidFill>
            <a:srgbClr val="1D4ED8"/>
          </a:solidFill>
          <a:ln w="13097">
            <a:solidFill>
              <a:srgbClr val="172B4D"/>
            </a:solidFill>
          </a:ln>
        </p:spPr>
      </p:sp>
      <p:sp>
        <p:nvSpPr>
          <p:cNvPr id="288" name="object-288">
            <a:extLst>
              <a:ext uri="{FF2B5EF4-FFF2-40B4-BE49-F238E27FC236}">
                <a16:creationId xmlns:a16="http://schemas.microsoft.com/office/drawing/2014/main" id="{C9197283-726F-4429-A3D6-AF0C9B4FC5CC}"/>
              </a:ext>
            </a:extLst>
          </p:cNvPr>
          <p:cNvSpPr>
            <a:spLocks noGrp="1"/>
          </p:cNvSpPr>
          <p:nvPr/>
        </p:nvSpPr>
        <p:spPr>
          <a:xfrm>
            <a:off x="10310813" y="2857500"/>
            <a:ext cx="26194" cy="547688"/>
          </a:xfrm>
          <a:prstGeom prst="rect">
            <a:avLst/>
          </a:prstGeom>
          <a:solidFill>
            <a:srgbClr val="1D4ED8"/>
          </a:solidFill>
          <a:ln w="13097">
            <a:solidFill>
              <a:srgbClr val="172B4D"/>
            </a:solidFill>
          </a:ln>
        </p:spPr>
      </p:sp>
      <p:sp>
        <p:nvSpPr>
          <p:cNvPr id="289" name="object-289">
            <a:extLst>
              <a:ext uri="{FF2B5EF4-FFF2-40B4-BE49-F238E27FC236}">
                <a16:creationId xmlns:a16="http://schemas.microsoft.com/office/drawing/2014/main" id="{A1DB9FBE-9C20-43D3-B066-5FD4EDF7C89F}"/>
              </a:ext>
            </a:extLst>
          </p:cNvPr>
          <p:cNvSpPr>
            <a:spLocks noGrp="1"/>
          </p:cNvSpPr>
          <p:nvPr/>
        </p:nvSpPr>
        <p:spPr>
          <a:xfrm>
            <a:off x="10337006" y="2857500"/>
            <a:ext cx="26194" cy="547688"/>
          </a:xfrm>
          <a:prstGeom prst="rect">
            <a:avLst/>
          </a:prstGeom>
          <a:solidFill>
            <a:srgbClr val="1D4ED8"/>
          </a:solidFill>
          <a:ln w="13097">
            <a:solidFill>
              <a:srgbClr val="172B4D"/>
            </a:solidFill>
          </a:ln>
        </p:spPr>
      </p:sp>
      <p:sp>
        <p:nvSpPr>
          <p:cNvPr id="290" name="object-290">
            <a:extLst>
              <a:ext uri="{FF2B5EF4-FFF2-40B4-BE49-F238E27FC236}">
                <a16:creationId xmlns:a16="http://schemas.microsoft.com/office/drawing/2014/main" id="{15A6C8C9-0605-481C-B489-0006F1E82C66}"/>
              </a:ext>
            </a:extLst>
          </p:cNvPr>
          <p:cNvSpPr>
            <a:spLocks noGrp="1"/>
          </p:cNvSpPr>
          <p:nvPr/>
        </p:nvSpPr>
        <p:spPr>
          <a:xfrm>
            <a:off x="10363200" y="2857500"/>
            <a:ext cx="26194" cy="547688"/>
          </a:xfrm>
          <a:prstGeom prst="rect">
            <a:avLst/>
          </a:prstGeom>
          <a:solidFill>
            <a:srgbClr val="1D4ED8"/>
          </a:solidFill>
          <a:ln w="13097">
            <a:solidFill>
              <a:srgbClr val="172B4D"/>
            </a:solidFill>
          </a:ln>
        </p:spPr>
      </p:sp>
      <p:sp>
        <p:nvSpPr>
          <p:cNvPr id="291" name="object-291">
            <a:extLst>
              <a:ext uri="{FF2B5EF4-FFF2-40B4-BE49-F238E27FC236}">
                <a16:creationId xmlns:a16="http://schemas.microsoft.com/office/drawing/2014/main" id="{AC3B4DED-9356-437D-B8C6-7EACE1BFB272}"/>
              </a:ext>
            </a:extLst>
          </p:cNvPr>
          <p:cNvSpPr>
            <a:spLocks noGrp="1"/>
          </p:cNvSpPr>
          <p:nvPr/>
        </p:nvSpPr>
        <p:spPr>
          <a:xfrm>
            <a:off x="10389394" y="2857500"/>
            <a:ext cx="26194" cy="547688"/>
          </a:xfrm>
          <a:prstGeom prst="rect">
            <a:avLst/>
          </a:prstGeom>
          <a:solidFill>
            <a:srgbClr val="1D4ED8"/>
          </a:solidFill>
          <a:ln w="13097">
            <a:solidFill>
              <a:srgbClr val="172B4D"/>
            </a:solidFill>
          </a:ln>
        </p:spPr>
      </p:sp>
      <p:sp>
        <p:nvSpPr>
          <p:cNvPr id="292" name="object-292">
            <a:extLst>
              <a:ext uri="{FF2B5EF4-FFF2-40B4-BE49-F238E27FC236}">
                <a16:creationId xmlns:a16="http://schemas.microsoft.com/office/drawing/2014/main" id="{0A0BA37D-7DB1-4533-8570-104BF262653E}"/>
              </a:ext>
            </a:extLst>
          </p:cNvPr>
          <p:cNvSpPr>
            <a:spLocks noGrp="1"/>
          </p:cNvSpPr>
          <p:nvPr/>
        </p:nvSpPr>
        <p:spPr>
          <a:xfrm>
            <a:off x="10415588" y="2857500"/>
            <a:ext cx="26194" cy="547688"/>
          </a:xfrm>
          <a:prstGeom prst="rect">
            <a:avLst/>
          </a:prstGeom>
          <a:solidFill>
            <a:srgbClr val="1D4ED8"/>
          </a:solidFill>
          <a:ln w="13097">
            <a:solidFill>
              <a:srgbClr val="172B4D"/>
            </a:solidFill>
          </a:ln>
        </p:spPr>
      </p:sp>
      <p:sp>
        <p:nvSpPr>
          <p:cNvPr id="293" name="object-293">
            <a:extLst>
              <a:ext uri="{FF2B5EF4-FFF2-40B4-BE49-F238E27FC236}">
                <a16:creationId xmlns:a16="http://schemas.microsoft.com/office/drawing/2014/main" id="{4448F49F-CFF2-4394-B565-789F3A70A481}"/>
              </a:ext>
            </a:extLst>
          </p:cNvPr>
          <p:cNvSpPr>
            <a:spLocks noGrp="1"/>
          </p:cNvSpPr>
          <p:nvPr/>
        </p:nvSpPr>
        <p:spPr>
          <a:xfrm>
            <a:off x="10441781" y="2857500"/>
            <a:ext cx="26194" cy="547688"/>
          </a:xfrm>
          <a:prstGeom prst="rect">
            <a:avLst/>
          </a:prstGeom>
          <a:solidFill>
            <a:srgbClr val="1D4ED8"/>
          </a:solidFill>
          <a:ln w="13097">
            <a:solidFill>
              <a:srgbClr val="172B4D"/>
            </a:solidFill>
          </a:ln>
        </p:spPr>
      </p:sp>
      <p:sp>
        <p:nvSpPr>
          <p:cNvPr id="294" name="object-294">
            <a:extLst>
              <a:ext uri="{FF2B5EF4-FFF2-40B4-BE49-F238E27FC236}">
                <a16:creationId xmlns:a16="http://schemas.microsoft.com/office/drawing/2014/main" id="{4A7F0040-F2B2-47A1-95F9-51FCCE7F7837}"/>
              </a:ext>
            </a:extLst>
          </p:cNvPr>
          <p:cNvSpPr>
            <a:spLocks noGrp="1"/>
          </p:cNvSpPr>
          <p:nvPr/>
        </p:nvSpPr>
        <p:spPr>
          <a:xfrm>
            <a:off x="10467975" y="2857500"/>
            <a:ext cx="26194" cy="547688"/>
          </a:xfrm>
          <a:prstGeom prst="rect">
            <a:avLst/>
          </a:prstGeom>
          <a:solidFill>
            <a:srgbClr val="1D4ED8"/>
          </a:solidFill>
          <a:ln w="13097">
            <a:solidFill>
              <a:srgbClr val="172B4D"/>
            </a:solidFill>
          </a:ln>
        </p:spPr>
      </p:sp>
      <p:sp>
        <p:nvSpPr>
          <p:cNvPr id="295" name="object-295">
            <a:extLst>
              <a:ext uri="{FF2B5EF4-FFF2-40B4-BE49-F238E27FC236}">
                <a16:creationId xmlns:a16="http://schemas.microsoft.com/office/drawing/2014/main" id="{7B078221-8A44-431E-8E22-15A51923D062}"/>
              </a:ext>
            </a:extLst>
          </p:cNvPr>
          <p:cNvSpPr>
            <a:spLocks noGrp="1"/>
          </p:cNvSpPr>
          <p:nvPr/>
        </p:nvSpPr>
        <p:spPr>
          <a:xfrm>
            <a:off x="10494169" y="2857500"/>
            <a:ext cx="26194" cy="547688"/>
          </a:xfrm>
          <a:prstGeom prst="rect">
            <a:avLst/>
          </a:prstGeom>
          <a:solidFill>
            <a:srgbClr val="1D4ED8"/>
          </a:solidFill>
          <a:ln w="13097">
            <a:solidFill>
              <a:srgbClr val="172B4D"/>
            </a:solidFill>
          </a:ln>
        </p:spPr>
      </p:sp>
      <p:sp>
        <p:nvSpPr>
          <p:cNvPr id="296" name="object-296">
            <a:extLst>
              <a:ext uri="{FF2B5EF4-FFF2-40B4-BE49-F238E27FC236}">
                <a16:creationId xmlns:a16="http://schemas.microsoft.com/office/drawing/2014/main" id="{E5FB1BBE-0182-47F4-972C-FBDC6456BB17}"/>
              </a:ext>
            </a:extLst>
          </p:cNvPr>
          <p:cNvSpPr>
            <a:spLocks noGrp="1"/>
          </p:cNvSpPr>
          <p:nvPr/>
        </p:nvSpPr>
        <p:spPr>
          <a:xfrm>
            <a:off x="10520363" y="2857500"/>
            <a:ext cx="26194" cy="547688"/>
          </a:xfrm>
          <a:prstGeom prst="rect">
            <a:avLst/>
          </a:prstGeom>
          <a:solidFill>
            <a:srgbClr val="1D4ED8"/>
          </a:solidFill>
          <a:ln w="13097">
            <a:solidFill>
              <a:srgbClr val="172B4D"/>
            </a:solidFill>
          </a:ln>
        </p:spPr>
      </p:sp>
      <p:sp>
        <p:nvSpPr>
          <p:cNvPr id="297" name="object-297">
            <a:extLst>
              <a:ext uri="{FF2B5EF4-FFF2-40B4-BE49-F238E27FC236}">
                <a16:creationId xmlns:a16="http://schemas.microsoft.com/office/drawing/2014/main" id="{C69099CD-011C-4039-AB8D-A302FC4E2BF2}"/>
              </a:ext>
            </a:extLst>
          </p:cNvPr>
          <p:cNvSpPr>
            <a:spLocks noGrp="1"/>
          </p:cNvSpPr>
          <p:nvPr/>
        </p:nvSpPr>
        <p:spPr>
          <a:xfrm>
            <a:off x="10546556" y="2857500"/>
            <a:ext cx="26194" cy="547688"/>
          </a:xfrm>
          <a:prstGeom prst="rect">
            <a:avLst/>
          </a:prstGeom>
          <a:solidFill>
            <a:srgbClr val="1D4ED8"/>
          </a:solidFill>
          <a:ln w="13097">
            <a:solidFill>
              <a:srgbClr val="172B4D"/>
            </a:solidFill>
          </a:ln>
        </p:spPr>
      </p:sp>
      <p:sp>
        <p:nvSpPr>
          <p:cNvPr id="298" name="object-298">
            <a:extLst>
              <a:ext uri="{FF2B5EF4-FFF2-40B4-BE49-F238E27FC236}">
                <a16:creationId xmlns:a16="http://schemas.microsoft.com/office/drawing/2014/main" id="{C990C095-99A2-4256-9773-CAE45238633F}"/>
              </a:ext>
            </a:extLst>
          </p:cNvPr>
          <p:cNvSpPr>
            <a:spLocks noGrp="1"/>
          </p:cNvSpPr>
          <p:nvPr/>
        </p:nvSpPr>
        <p:spPr>
          <a:xfrm>
            <a:off x="10572750" y="2857500"/>
            <a:ext cx="26194" cy="547688"/>
          </a:xfrm>
          <a:prstGeom prst="rect">
            <a:avLst/>
          </a:prstGeom>
          <a:solidFill>
            <a:srgbClr val="1D4ED8"/>
          </a:solidFill>
          <a:ln w="13097">
            <a:solidFill>
              <a:srgbClr val="172B4D"/>
            </a:solidFill>
          </a:ln>
        </p:spPr>
      </p:sp>
      <p:sp>
        <p:nvSpPr>
          <p:cNvPr id="299" name="object-299">
            <a:extLst>
              <a:ext uri="{FF2B5EF4-FFF2-40B4-BE49-F238E27FC236}">
                <a16:creationId xmlns:a16="http://schemas.microsoft.com/office/drawing/2014/main" id="{F6DD0F90-A318-4F25-8A36-8552D9B411C1}"/>
              </a:ext>
            </a:extLst>
          </p:cNvPr>
          <p:cNvSpPr>
            <a:spLocks noGrp="1"/>
          </p:cNvSpPr>
          <p:nvPr/>
        </p:nvSpPr>
        <p:spPr>
          <a:xfrm>
            <a:off x="10598944" y="2857500"/>
            <a:ext cx="26194" cy="547688"/>
          </a:xfrm>
          <a:prstGeom prst="rect">
            <a:avLst/>
          </a:prstGeom>
          <a:solidFill>
            <a:srgbClr val="1D4ED8"/>
          </a:solidFill>
          <a:ln w="13097">
            <a:solidFill>
              <a:srgbClr val="172B4D"/>
            </a:solidFill>
          </a:ln>
        </p:spPr>
      </p:sp>
      <p:sp>
        <p:nvSpPr>
          <p:cNvPr id="300" name="object-300">
            <a:extLst>
              <a:ext uri="{FF2B5EF4-FFF2-40B4-BE49-F238E27FC236}">
                <a16:creationId xmlns:a16="http://schemas.microsoft.com/office/drawing/2014/main" id="{F0D0153B-602B-4252-BE38-98C3265C9CF2}"/>
              </a:ext>
            </a:extLst>
          </p:cNvPr>
          <p:cNvSpPr>
            <a:spLocks noGrp="1"/>
          </p:cNvSpPr>
          <p:nvPr/>
        </p:nvSpPr>
        <p:spPr>
          <a:xfrm>
            <a:off x="10625138" y="2857500"/>
            <a:ext cx="26194" cy="547688"/>
          </a:xfrm>
          <a:prstGeom prst="rect">
            <a:avLst/>
          </a:prstGeom>
          <a:solidFill>
            <a:srgbClr val="1D4ED8"/>
          </a:solidFill>
          <a:ln w="13097">
            <a:solidFill>
              <a:srgbClr val="172B4D"/>
            </a:solidFill>
          </a:ln>
        </p:spPr>
      </p:sp>
      <p:sp>
        <p:nvSpPr>
          <p:cNvPr id="301" name="object-301">
            <a:extLst>
              <a:ext uri="{FF2B5EF4-FFF2-40B4-BE49-F238E27FC236}">
                <a16:creationId xmlns:a16="http://schemas.microsoft.com/office/drawing/2014/main" id="{C42A1608-D091-41C4-BBA5-85F3348C001A}"/>
              </a:ext>
            </a:extLst>
          </p:cNvPr>
          <p:cNvSpPr>
            <a:spLocks noGrp="1"/>
          </p:cNvSpPr>
          <p:nvPr/>
        </p:nvSpPr>
        <p:spPr>
          <a:xfrm>
            <a:off x="10651331" y="2857500"/>
            <a:ext cx="26194" cy="547688"/>
          </a:xfrm>
          <a:prstGeom prst="rect">
            <a:avLst/>
          </a:prstGeom>
          <a:solidFill>
            <a:srgbClr val="1D4ED8"/>
          </a:solidFill>
          <a:ln w="13097">
            <a:solidFill>
              <a:srgbClr val="172B4D"/>
            </a:solidFill>
          </a:ln>
        </p:spPr>
      </p:sp>
      <p:sp>
        <p:nvSpPr>
          <p:cNvPr id="302" name="object-302">
            <a:extLst>
              <a:ext uri="{FF2B5EF4-FFF2-40B4-BE49-F238E27FC236}">
                <a16:creationId xmlns:a16="http://schemas.microsoft.com/office/drawing/2014/main" id="{1159B6E9-EA89-4602-9B5E-30224E3C3602}"/>
              </a:ext>
            </a:extLst>
          </p:cNvPr>
          <p:cNvSpPr>
            <a:spLocks noGrp="1"/>
          </p:cNvSpPr>
          <p:nvPr/>
        </p:nvSpPr>
        <p:spPr>
          <a:xfrm>
            <a:off x="10677525" y="2857500"/>
            <a:ext cx="26194" cy="547688"/>
          </a:xfrm>
          <a:prstGeom prst="rect">
            <a:avLst/>
          </a:prstGeom>
          <a:solidFill>
            <a:srgbClr val="1D4ED8"/>
          </a:solidFill>
          <a:ln w="13097">
            <a:solidFill>
              <a:srgbClr val="172B4D"/>
            </a:solidFill>
          </a:ln>
        </p:spPr>
      </p:sp>
      <p:sp>
        <p:nvSpPr>
          <p:cNvPr id="303" name="object-303">
            <a:extLst>
              <a:ext uri="{FF2B5EF4-FFF2-40B4-BE49-F238E27FC236}">
                <a16:creationId xmlns:a16="http://schemas.microsoft.com/office/drawing/2014/main" id="{7EBAB4F2-38B9-4BFD-971D-C76C2E1F46E6}"/>
              </a:ext>
            </a:extLst>
          </p:cNvPr>
          <p:cNvSpPr>
            <a:spLocks noGrp="1"/>
          </p:cNvSpPr>
          <p:nvPr/>
        </p:nvSpPr>
        <p:spPr>
          <a:xfrm>
            <a:off x="10703719" y="2857500"/>
            <a:ext cx="26194" cy="547688"/>
          </a:xfrm>
          <a:prstGeom prst="rect">
            <a:avLst/>
          </a:prstGeom>
          <a:solidFill>
            <a:srgbClr val="1D4ED8"/>
          </a:solidFill>
          <a:ln w="13097">
            <a:solidFill>
              <a:srgbClr val="172B4D"/>
            </a:solidFill>
          </a:ln>
        </p:spPr>
      </p:sp>
      <p:sp>
        <p:nvSpPr>
          <p:cNvPr id="304" name="object-304">
            <a:extLst>
              <a:ext uri="{FF2B5EF4-FFF2-40B4-BE49-F238E27FC236}">
                <a16:creationId xmlns:a16="http://schemas.microsoft.com/office/drawing/2014/main" id="{782B4E3D-E1D3-4723-AC70-E9756084D18E}"/>
              </a:ext>
            </a:extLst>
          </p:cNvPr>
          <p:cNvSpPr>
            <a:spLocks noGrp="1"/>
          </p:cNvSpPr>
          <p:nvPr/>
        </p:nvSpPr>
        <p:spPr>
          <a:xfrm>
            <a:off x="10729913" y="2857500"/>
            <a:ext cx="26194" cy="547688"/>
          </a:xfrm>
          <a:prstGeom prst="rect">
            <a:avLst/>
          </a:prstGeom>
          <a:solidFill>
            <a:srgbClr val="1D4ED8"/>
          </a:solidFill>
          <a:ln w="13097">
            <a:solidFill>
              <a:srgbClr val="172B4D"/>
            </a:solidFill>
          </a:ln>
        </p:spPr>
      </p:sp>
      <p:sp>
        <p:nvSpPr>
          <p:cNvPr id="305" name="object-305">
            <a:extLst>
              <a:ext uri="{FF2B5EF4-FFF2-40B4-BE49-F238E27FC236}">
                <a16:creationId xmlns:a16="http://schemas.microsoft.com/office/drawing/2014/main" id="{A3120BC4-7F76-4EC3-B3D6-DF0E30B95AF5}"/>
              </a:ext>
            </a:extLst>
          </p:cNvPr>
          <p:cNvSpPr>
            <a:spLocks noGrp="1"/>
          </p:cNvSpPr>
          <p:nvPr/>
        </p:nvSpPr>
        <p:spPr>
          <a:xfrm>
            <a:off x="10756106" y="2857500"/>
            <a:ext cx="26194" cy="547688"/>
          </a:xfrm>
          <a:prstGeom prst="rect">
            <a:avLst/>
          </a:prstGeom>
          <a:solidFill>
            <a:srgbClr val="1D4ED8"/>
          </a:solidFill>
          <a:ln w="13097">
            <a:solidFill>
              <a:srgbClr val="172B4D"/>
            </a:solidFill>
          </a:ln>
        </p:spPr>
      </p:sp>
      <p:sp>
        <p:nvSpPr>
          <p:cNvPr id="306" name="object-306">
            <a:extLst>
              <a:ext uri="{FF2B5EF4-FFF2-40B4-BE49-F238E27FC236}">
                <a16:creationId xmlns:a16="http://schemas.microsoft.com/office/drawing/2014/main" id="{4A2B4A67-AD0E-4703-A06F-EDCA339A941E}"/>
              </a:ext>
            </a:extLst>
          </p:cNvPr>
          <p:cNvSpPr>
            <a:spLocks noGrp="1"/>
          </p:cNvSpPr>
          <p:nvPr/>
        </p:nvSpPr>
        <p:spPr>
          <a:xfrm>
            <a:off x="10782300" y="2857500"/>
            <a:ext cx="26194" cy="547688"/>
          </a:xfrm>
          <a:prstGeom prst="rect">
            <a:avLst/>
          </a:prstGeom>
          <a:solidFill>
            <a:srgbClr val="1D4ED8"/>
          </a:solidFill>
          <a:ln w="13097">
            <a:solidFill>
              <a:srgbClr val="172B4D"/>
            </a:solidFill>
          </a:ln>
        </p:spPr>
      </p:sp>
      <p:sp>
        <p:nvSpPr>
          <p:cNvPr id="307" name="object-307">
            <a:extLst>
              <a:ext uri="{FF2B5EF4-FFF2-40B4-BE49-F238E27FC236}">
                <a16:creationId xmlns:a16="http://schemas.microsoft.com/office/drawing/2014/main" id="{BA091D00-6BFE-4CA1-A35E-28F6CAC5A6E8}"/>
              </a:ext>
            </a:extLst>
          </p:cNvPr>
          <p:cNvSpPr>
            <a:spLocks noGrp="1"/>
          </p:cNvSpPr>
          <p:nvPr/>
        </p:nvSpPr>
        <p:spPr>
          <a:xfrm>
            <a:off x="10808494" y="2857500"/>
            <a:ext cx="26194" cy="547688"/>
          </a:xfrm>
          <a:prstGeom prst="rect">
            <a:avLst/>
          </a:prstGeom>
          <a:solidFill>
            <a:srgbClr val="1D4ED8"/>
          </a:solidFill>
          <a:ln w="13097">
            <a:solidFill>
              <a:srgbClr val="172B4D"/>
            </a:solidFill>
          </a:ln>
        </p:spPr>
      </p:sp>
      <p:sp>
        <p:nvSpPr>
          <p:cNvPr id="308" name="object-308">
            <a:extLst>
              <a:ext uri="{FF2B5EF4-FFF2-40B4-BE49-F238E27FC236}">
                <a16:creationId xmlns:a16="http://schemas.microsoft.com/office/drawing/2014/main" id="{6EC91994-1858-4FEF-9356-6FC99631E1F0}"/>
              </a:ext>
            </a:extLst>
          </p:cNvPr>
          <p:cNvSpPr>
            <a:spLocks noGrp="1"/>
          </p:cNvSpPr>
          <p:nvPr/>
        </p:nvSpPr>
        <p:spPr>
          <a:xfrm>
            <a:off x="10834688" y="2857500"/>
            <a:ext cx="26194" cy="547688"/>
          </a:xfrm>
          <a:prstGeom prst="rect">
            <a:avLst/>
          </a:prstGeom>
          <a:solidFill>
            <a:srgbClr val="1D4ED8"/>
          </a:solidFill>
          <a:ln w="13097">
            <a:solidFill>
              <a:srgbClr val="172B4D"/>
            </a:solidFill>
          </a:ln>
        </p:spPr>
      </p:sp>
      <p:sp>
        <p:nvSpPr>
          <p:cNvPr id="309" name="object-309">
            <a:extLst>
              <a:ext uri="{FF2B5EF4-FFF2-40B4-BE49-F238E27FC236}">
                <a16:creationId xmlns:a16="http://schemas.microsoft.com/office/drawing/2014/main" id="{E7E77435-00A6-4C05-AAB7-A1A015B52E04}"/>
              </a:ext>
            </a:extLst>
          </p:cNvPr>
          <p:cNvSpPr>
            <a:spLocks noGrp="1"/>
          </p:cNvSpPr>
          <p:nvPr/>
        </p:nvSpPr>
        <p:spPr>
          <a:xfrm>
            <a:off x="10860881" y="2857500"/>
            <a:ext cx="26194" cy="547688"/>
          </a:xfrm>
          <a:prstGeom prst="rect">
            <a:avLst/>
          </a:prstGeom>
          <a:solidFill>
            <a:srgbClr val="1D4ED8"/>
          </a:solidFill>
          <a:ln w="13097">
            <a:solidFill>
              <a:srgbClr val="172B4D"/>
            </a:solidFill>
          </a:ln>
        </p:spPr>
      </p:sp>
      <p:sp>
        <p:nvSpPr>
          <p:cNvPr id="310" name="object-310">
            <a:extLst>
              <a:ext uri="{FF2B5EF4-FFF2-40B4-BE49-F238E27FC236}">
                <a16:creationId xmlns:a16="http://schemas.microsoft.com/office/drawing/2014/main" id="{1C07296E-66E5-43DD-8057-703341DE1837}"/>
              </a:ext>
            </a:extLst>
          </p:cNvPr>
          <p:cNvSpPr>
            <a:spLocks noGrp="1"/>
          </p:cNvSpPr>
          <p:nvPr/>
        </p:nvSpPr>
        <p:spPr>
          <a:xfrm>
            <a:off x="10887075" y="2857500"/>
            <a:ext cx="26194" cy="547688"/>
          </a:xfrm>
          <a:prstGeom prst="rect">
            <a:avLst/>
          </a:prstGeom>
          <a:solidFill>
            <a:srgbClr val="1D4ED8"/>
          </a:solidFill>
          <a:ln w="13097">
            <a:solidFill>
              <a:srgbClr val="172B4D"/>
            </a:solidFill>
          </a:ln>
        </p:spPr>
      </p:sp>
      <p:sp>
        <p:nvSpPr>
          <p:cNvPr id="311" name="object-311">
            <a:extLst>
              <a:ext uri="{FF2B5EF4-FFF2-40B4-BE49-F238E27FC236}">
                <a16:creationId xmlns:a16="http://schemas.microsoft.com/office/drawing/2014/main" id="{EB822A52-76EA-4495-9499-56E58CE9D049}"/>
              </a:ext>
            </a:extLst>
          </p:cNvPr>
          <p:cNvSpPr>
            <a:spLocks noGrp="1"/>
          </p:cNvSpPr>
          <p:nvPr/>
        </p:nvSpPr>
        <p:spPr>
          <a:xfrm>
            <a:off x="10913269" y="2857500"/>
            <a:ext cx="26194" cy="547688"/>
          </a:xfrm>
          <a:prstGeom prst="rect">
            <a:avLst/>
          </a:prstGeom>
          <a:solidFill>
            <a:srgbClr val="1D4ED8"/>
          </a:solidFill>
          <a:ln w="13097">
            <a:solidFill>
              <a:srgbClr val="172B4D"/>
            </a:solidFill>
          </a:ln>
        </p:spPr>
      </p:sp>
      <p:sp>
        <p:nvSpPr>
          <p:cNvPr id="312" name="object-312">
            <a:extLst>
              <a:ext uri="{FF2B5EF4-FFF2-40B4-BE49-F238E27FC236}">
                <a16:creationId xmlns:a16="http://schemas.microsoft.com/office/drawing/2014/main" id="{55759681-7E3C-4920-BF3A-EF2018CE4EDE}"/>
              </a:ext>
            </a:extLst>
          </p:cNvPr>
          <p:cNvSpPr>
            <a:spLocks noGrp="1"/>
          </p:cNvSpPr>
          <p:nvPr/>
        </p:nvSpPr>
        <p:spPr>
          <a:xfrm>
            <a:off x="10939463" y="2857500"/>
            <a:ext cx="26194" cy="547688"/>
          </a:xfrm>
          <a:prstGeom prst="rect">
            <a:avLst/>
          </a:prstGeom>
          <a:solidFill>
            <a:srgbClr val="1D4ED8"/>
          </a:solidFill>
          <a:ln w="13097">
            <a:solidFill>
              <a:srgbClr val="172B4D"/>
            </a:solidFill>
          </a:ln>
        </p:spPr>
      </p:sp>
      <p:sp>
        <p:nvSpPr>
          <p:cNvPr id="313" name="object-313">
            <a:extLst>
              <a:ext uri="{FF2B5EF4-FFF2-40B4-BE49-F238E27FC236}">
                <a16:creationId xmlns:a16="http://schemas.microsoft.com/office/drawing/2014/main" id="{734DF9D5-1B1D-4E60-A9D7-1C61A80AB653}"/>
              </a:ext>
            </a:extLst>
          </p:cNvPr>
          <p:cNvSpPr>
            <a:spLocks noGrp="1"/>
          </p:cNvSpPr>
          <p:nvPr/>
        </p:nvSpPr>
        <p:spPr>
          <a:xfrm>
            <a:off x="10965656" y="2857500"/>
            <a:ext cx="26194" cy="547688"/>
          </a:xfrm>
          <a:prstGeom prst="rect">
            <a:avLst/>
          </a:prstGeom>
          <a:solidFill>
            <a:srgbClr val="1D4ED8"/>
          </a:solidFill>
          <a:ln w="13097">
            <a:solidFill>
              <a:srgbClr val="172B4D"/>
            </a:solidFill>
          </a:ln>
        </p:spPr>
      </p:sp>
      <p:sp>
        <p:nvSpPr>
          <p:cNvPr id="314" name="object-314">
            <a:extLst>
              <a:ext uri="{FF2B5EF4-FFF2-40B4-BE49-F238E27FC236}">
                <a16:creationId xmlns:a16="http://schemas.microsoft.com/office/drawing/2014/main" id="{04C746D5-0737-4A69-9730-5CA8D34F9D81}"/>
              </a:ext>
            </a:extLst>
          </p:cNvPr>
          <p:cNvSpPr>
            <a:spLocks noGrp="1"/>
          </p:cNvSpPr>
          <p:nvPr/>
        </p:nvSpPr>
        <p:spPr>
          <a:xfrm>
            <a:off x="10991850" y="2857500"/>
            <a:ext cx="26194" cy="547688"/>
          </a:xfrm>
          <a:prstGeom prst="rect">
            <a:avLst/>
          </a:prstGeom>
          <a:solidFill>
            <a:srgbClr val="1D4ED8"/>
          </a:solidFill>
          <a:ln w="13097">
            <a:solidFill>
              <a:srgbClr val="172B4D"/>
            </a:solidFill>
          </a:ln>
        </p:spPr>
      </p:sp>
      <p:sp>
        <p:nvSpPr>
          <p:cNvPr id="315" name="object-315">
            <a:extLst>
              <a:ext uri="{FF2B5EF4-FFF2-40B4-BE49-F238E27FC236}">
                <a16:creationId xmlns:a16="http://schemas.microsoft.com/office/drawing/2014/main" id="{6C35C243-44A5-4191-B37E-7F6A453AA9C0}"/>
              </a:ext>
            </a:extLst>
          </p:cNvPr>
          <p:cNvSpPr>
            <a:spLocks noGrp="1"/>
          </p:cNvSpPr>
          <p:nvPr/>
        </p:nvSpPr>
        <p:spPr>
          <a:xfrm>
            <a:off x="11018044" y="2857500"/>
            <a:ext cx="26194" cy="547688"/>
          </a:xfrm>
          <a:prstGeom prst="rect">
            <a:avLst/>
          </a:prstGeom>
          <a:solidFill>
            <a:srgbClr val="1D4ED8"/>
          </a:solidFill>
          <a:ln w="13097">
            <a:solidFill>
              <a:srgbClr val="172B4D"/>
            </a:solidFill>
          </a:ln>
        </p:spPr>
      </p:sp>
      <p:sp>
        <p:nvSpPr>
          <p:cNvPr id="316" name="object-316">
            <a:extLst>
              <a:ext uri="{FF2B5EF4-FFF2-40B4-BE49-F238E27FC236}">
                <a16:creationId xmlns:a16="http://schemas.microsoft.com/office/drawing/2014/main" id="{82F6A56C-BB6D-47AA-9CE4-47E236CC60CE}"/>
              </a:ext>
            </a:extLst>
          </p:cNvPr>
          <p:cNvSpPr>
            <a:spLocks noGrp="1"/>
          </p:cNvSpPr>
          <p:nvPr/>
        </p:nvSpPr>
        <p:spPr>
          <a:xfrm>
            <a:off x="11044238" y="2857500"/>
            <a:ext cx="26194" cy="547688"/>
          </a:xfrm>
          <a:prstGeom prst="rect">
            <a:avLst/>
          </a:prstGeom>
          <a:solidFill>
            <a:srgbClr val="1D4ED8"/>
          </a:solidFill>
          <a:ln w="13097">
            <a:solidFill>
              <a:srgbClr val="172B4D"/>
            </a:solidFill>
          </a:ln>
        </p:spPr>
      </p:sp>
      <p:sp>
        <p:nvSpPr>
          <p:cNvPr id="317" name="object-317">
            <a:extLst>
              <a:ext uri="{FF2B5EF4-FFF2-40B4-BE49-F238E27FC236}">
                <a16:creationId xmlns:a16="http://schemas.microsoft.com/office/drawing/2014/main" id="{CE3992FB-0FC4-4F0F-9A7C-9BFDB0B56057}"/>
              </a:ext>
            </a:extLst>
          </p:cNvPr>
          <p:cNvSpPr>
            <a:spLocks noGrp="1"/>
          </p:cNvSpPr>
          <p:nvPr/>
        </p:nvSpPr>
        <p:spPr>
          <a:xfrm>
            <a:off x="11070431" y="2857500"/>
            <a:ext cx="26194" cy="547688"/>
          </a:xfrm>
          <a:prstGeom prst="rect">
            <a:avLst/>
          </a:prstGeom>
          <a:solidFill>
            <a:srgbClr val="1D4ED8"/>
          </a:solidFill>
          <a:ln w="13097">
            <a:solidFill>
              <a:srgbClr val="172B4D"/>
            </a:solidFill>
          </a:ln>
        </p:spPr>
      </p:sp>
      <p:sp>
        <p:nvSpPr>
          <p:cNvPr id="318" name="object-318">
            <a:extLst>
              <a:ext uri="{FF2B5EF4-FFF2-40B4-BE49-F238E27FC236}">
                <a16:creationId xmlns:a16="http://schemas.microsoft.com/office/drawing/2014/main" id="{88EC7EFC-2813-4ECC-A4DA-0EAB30E7CE8B}"/>
              </a:ext>
            </a:extLst>
          </p:cNvPr>
          <p:cNvSpPr>
            <a:spLocks noGrp="1"/>
          </p:cNvSpPr>
          <p:nvPr/>
        </p:nvSpPr>
        <p:spPr>
          <a:xfrm>
            <a:off x="11096625" y="2857500"/>
            <a:ext cx="26194" cy="547688"/>
          </a:xfrm>
          <a:prstGeom prst="rect">
            <a:avLst/>
          </a:prstGeom>
          <a:solidFill>
            <a:srgbClr val="1D4ED8"/>
          </a:solidFill>
          <a:ln w="13097">
            <a:solidFill>
              <a:srgbClr val="172B4D"/>
            </a:solidFill>
          </a:ln>
        </p:spPr>
      </p:sp>
      <p:sp>
        <p:nvSpPr>
          <p:cNvPr id="319" name="object-319">
            <a:extLst>
              <a:ext uri="{FF2B5EF4-FFF2-40B4-BE49-F238E27FC236}">
                <a16:creationId xmlns:a16="http://schemas.microsoft.com/office/drawing/2014/main" id="{C9901C4E-D4C9-45AC-986A-06C74AB6521A}"/>
              </a:ext>
            </a:extLst>
          </p:cNvPr>
          <p:cNvSpPr>
            <a:spLocks noGrp="1"/>
          </p:cNvSpPr>
          <p:nvPr/>
        </p:nvSpPr>
        <p:spPr>
          <a:xfrm>
            <a:off x="11122819" y="2857500"/>
            <a:ext cx="26194" cy="547688"/>
          </a:xfrm>
          <a:prstGeom prst="rect">
            <a:avLst/>
          </a:prstGeom>
          <a:solidFill>
            <a:srgbClr val="1D4ED8"/>
          </a:solidFill>
          <a:ln w="13097">
            <a:solidFill>
              <a:srgbClr val="172B4D"/>
            </a:solidFill>
          </a:ln>
        </p:spPr>
      </p:sp>
      <p:sp>
        <p:nvSpPr>
          <p:cNvPr id="320" name="object-320">
            <a:extLst>
              <a:ext uri="{FF2B5EF4-FFF2-40B4-BE49-F238E27FC236}">
                <a16:creationId xmlns:a16="http://schemas.microsoft.com/office/drawing/2014/main" id="{390FF910-F5CF-4E07-B0B0-2C8BD5235188}"/>
              </a:ext>
            </a:extLst>
          </p:cNvPr>
          <p:cNvSpPr>
            <a:spLocks noGrp="1"/>
          </p:cNvSpPr>
          <p:nvPr/>
        </p:nvSpPr>
        <p:spPr>
          <a:xfrm>
            <a:off x="11149013" y="2857500"/>
            <a:ext cx="26194" cy="547688"/>
          </a:xfrm>
          <a:prstGeom prst="rect">
            <a:avLst/>
          </a:prstGeom>
          <a:solidFill>
            <a:srgbClr val="1D4ED8"/>
          </a:solidFill>
          <a:ln w="13097">
            <a:solidFill>
              <a:srgbClr val="172B4D"/>
            </a:solidFill>
          </a:ln>
        </p:spPr>
      </p:sp>
      <p:sp>
        <p:nvSpPr>
          <p:cNvPr id="321" name="object-321">
            <a:extLst>
              <a:ext uri="{FF2B5EF4-FFF2-40B4-BE49-F238E27FC236}">
                <a16:creationId xmlns:a16="http://schemas.microsoft.com/office/drawing/2014/main" id="{2504DD45-6407-4B72-A07B-9E2B4DFA22C0}"/>
              </a:ext>
            </a:extLst>
          </p:cNvPr>
          <p:cNvSpPr>
            <a:spLocks noGrp="1"/>
          </p:cNvSpPr>
          <p:nvPr/>
        </p:nvSpPr>
        <p:spPr>
          <a:xfrm>
            <a:off x="11175206" y="2857500"/>
            <a:ext cx="26194" cy="547688"/>
          </a:xfrm>
          <a:prstGeom prst="rect">
            <a:avLst/>
          </a:prstGeom>
          <a:solidFill>
            <a:srgbClr val="1D4ED8"/>
          </a:solidFill>
          <a:ln w="13097">
            <a:solidFill>
              <a:srgbClr val="172B4D"/>
            </a:solidFill>
          </a:ln>
        </p:spPr>
      </p:sp>
      <p:sp>
        <p:nvSpPr>
          <p:cNvPr id="322" name="object-322">
            <a:extLst>
              <a:ext uri="{FF2B5EF4-FFF2-40B4-BE49-F238E27FC236}">
                <a16:creationId xmlns:a16="http://schemas.microsoft.com/office/drawing/2014/main" id="{3CC8589C-D575-4D78-AC44-7D727E761718}"/>
              </a:ext>
            </a:extLst>
          </p:cNvPr>
          <p:cNvSpPr>
            <a:spLocks noGrp="1"/>
          </p:cNvSpPr>
          <p:nvPr/>
        </p:nvSpPr>
        <p:spPr>
          <a:xfrm>
            <a:off x="11201400" y="2857500"/>
            <a:ext cx="26194" cy="547688"/>
          </a:xfrm>
          <a:prstGeom prst="rect">
            <a:avLst/>
          </a:prstGeom>
          <a:solidFill>
            <a:srgbClr val="1D4ED8"/>
          </a:solidFill>
          <a:ln w="13097">
            <a:solidFill>
              <a:srgbClr val="172B4D"/>
            </a:solidFill>
          </a:ln>
        </p:spPr>
      </p:sp>
      <p:sp>
        <p:nvSpPr>
          <p:cNvPr id="323" name="object-323">
            <a:extLst>
              <a:ext uri="{FF2B5EF4-FFF2-40B4-BE49-F238E27FC236}">
                <a16:creationId xmlns:a16="http://schemas.microsoft.com/office/drawing/2014/main" id="{9484D0F8-7559-4C39-B0D4-AA7EA8A1BF96}"/>
              </a:ext>
            </a:extLst>
          </p:cNvPr>
          <p:cNvSpPr>
            <a:spLocks noGrp="1"/>
          </p:cNvSpPr>
          <p:nvPr/>
        </p:nvSpPr>
        <p:spPr>
          <a:xfrm>
            <a:off x="11227594" y="2857500"/>
            <a:ext cx="26194" cy="547688"/>
          </a:xfrm>
          <a:prstGeom prst="rect">
            <a:avLst/>
          </a:prstGeom>
          <a:solidFill>
            <a:srgbClr val="1D4ED8"/>
          </a:solidFill>
          <a:ln w="13097">
            <a:solidFill>
              <a:srgbClr val="172B4D"/>
            </a:solidFill>
          </a:ln>
        </p:spPr>
      </p:sp>
      <p:sp>
        <p:nvSpPr>
          <p:cNvPr id="324" name="object-324">
            <a:extLst>
              <a:ext uri="{FF2B5EF4-FFF2-40B4-BE49-F238E27FC236}">
                <a16:creationId xmlns:a16="http://schemas.microsoft.com/office/drawing/2014/main" id="{33F7627B-8B59-49C5-885A-18D06910EC94}"/>
              </a:ext>
            </a:extLst>
          </p:cNvPr>
          <p:cNvSpPr>
            <a:spLocks noGrp="1"/>
          </p:cNvSpPr>
          <p:nvPr/>
        </p:nvSpPr>
        <p:spPr>
          <a:xfrm>
            <a:off x="11253788" y="2857500"/>
            <a:ext cx="26194" cy="547688"/>
          </a:xfrm>
          <a:prstGeom prst="rect">
            <a:avLst/>
          </a:prstGeom>
          <a:solidFill>
            <a:srgbClr val="1D4ED8"/>
          </a:solidFill>
          <a:ln w="13097">
            <a:solidFill>
              <a:srgbClr val="172B4D"/>
            </a:solidFill>
          </a:ln>
        </p:spPr>
      </p:sp>
      <p:sp>
        <p:nvSpPr>
          <p:cNvPr id="325" name="object-325">
            <a:extLst>
              <a:ext uri="{FF2B5EF4-FFF2-40B4-BE49-F238E27FC236}">
                <a16:creationId xmlns:a16="http://schemas.microsoft.com/office/drawing/2014/main" id="{45E77C3D-E119-4107-954D-5A6B4890F9A1}"/>
              </a:ext>
            </a:extLst>
          </p:cNvPr>
          <p:cNvSpPr>
            <a:spLocks noGrp="1"/>
          </p:cNvSpPr>
          <p:nvPr/>
        </p:nvSpPr>
        <p:spPr>
          <a:xfrm>
            <a:off x="11279981" y="2857500"/>
            <a:ext cx="26194" cy="547688"/>
          </a:xfrm>
          <a:prstGeom prst="rect">
            <a:avLst/>
          </a:prstGeom>
          <a:solidFill>
            <a:srgbClr val="1D4ED8"/>
          </a:solidFill>
          <a:ln w="13097">
            <a:solidFill>
              <a:srgbClr val="172B4D"/>
            </a:solidFill>
          </a:ln>
        </p:spPr>
      </p:sp>
      <p:sp>
        <p:nvSpPr>
          <p:cNvPr id="326" name="object-326">
            <a:extLst>
              <a:ext uri="{FF2B5EF4-FFF2-40B4-BE49-F238E27FC236}">
                <a16:creationId xmlns:a16="http://schemas.microsoft.com/office/drawing/2014/main" id="{31BE1E14-F5B7-4C15-99FE-11DFD1295894}"/>
              </a:ext>
            </a:extLst>
          </p:cNvPr>
          <p:cNvSpPr>
            <a:spLocks noGrp="1"/>
          </p:cNvSpPr>
          <p:nvPr/>
        </p:nvSpPr>
        <p:spPr>
          <a:xfrm>
            <a:off x="11306175" y="2857500"/>
            <a:ext cx="26194" cy="547688"/>
          </a:xfrm>
          <a:prstGeom prst="rect">
            <a:avLst/>
          </a:prstGeom>
          <a:solidFill>
            <a:srgbClr val="1D4ED8"/>
          </a:solidFill>
          <a:ln w="13097">
            <a:solidFill>
              <a:srgbClr val="172B4D"/>
            </a:solidFill>
          </a:ln>
        </p:spPr>
      </p:sp>
      <p:sp>
        <p:nvSpPr>
          <p:cNvPr id="327" name="object-327">
            <a:extLst>
              <a:ext uri="{FF2B5EF4-FFF2-40B4-BE49-F238E27FC236}">
                <a16:creationId xmlns:a16="http://schemas.microsoft.com/office/drawing/2014/main" id="{71F557A9-0898-481A-A6A9-6DD4447972AE}"/>
              </a:ext>
            </a:extLst>
          </p:cNvPr>
          <p:cNvSpPr>
            <a:spLocks noGrp="1"/>
          </p:cNvSpPr>
          <p:nvPr/>
        </p:nvSpPr>
        <p:spPr>
          <a:xfrm>
            <a:off x="11332369" y="2857500"/>
            <a:ext cx="26194" cy="547688"/>
          </a:xfrm>
          <a:prstGeom prst="rect">
            <a:avLst/>
          </a:prstGeom>
          <a:solidFill>
            <a:srgbClr val="1D4ED8"/>
          </a:solidFill>
          <a:ln w="13097">
            <a:solidFill>
              <a:srgbClr val="172B4D"/>
            </a:solidFill>
          </a:ln>
        </p:spPr>
      </p:sp>
      <p:sp>
        <p:nvSpPr>
          <p:cNvPr id="328" name="object-328">
            <a:extLst>
              <a:ext uri="{FF2B5EF4-FFF2-40B4-BE49-F238E27FC236}">
                <a16:creationId xmlns:a16="http://schemas.microsoft.com/office/drawing/2014/main" id="{EAC75E23-9453-44F4-B342-80EF1E63DDAD}"/>
              </a:ext>
            </a:extLst>
          </p:cNvPr>
          <p:cNvSpPr>
            <a:spLocks noGrp="1"/>
          </p:cNvSpPr>
          <p:nvPr/>
        </p:nvSpPr>
        <p:spPr>
          <a:xfrm>
            <a:off x="11358563" y="2857500"/>
            <a:ext cx="26194" cy="547688"/>
          </a:xfrm>
          <a:prstGeom prst="rect">
            <a:avLst/>
          </a:prstGeom>
          <a:solidFill>
            <a:srgbClr val="1D4ED8"/>
          </a:solidFill>
          <a:ln w="13097">
            <a:solidFill>
              <a:srgbClr val="172B4D"/>
            </a:solidFill>
          </a:ln>
        </p:spPr>
      </p:sp>
      <p:sp>
        <p:nvSpPr>
          <p:cNvPr id="329" name="object-329">
            <a:extLst>
              <a:ext uri="{FF2B5EF4-FFF2-40B4-BE49-F238E27FC236}">
                <a16:creationId xmlns:a16="http://schemas.microsoft.com/office/drawing/2014/main" id="{3D74C6F1-341F-49A4-820F-44F7985E29DA}"/>
              </a:ext>
            </a:extLst>
          </p:cNvPr>
          <p:cNvSpPr>
            <a:spLocks noGrp="1"/>
          </p:cNvSpPr>
          <p:nvPr/>
        </p:nvSpPr>
        <p:spPr>
          <a:xfrm>
            <a:off x="11384756" y="2857500"/>
            <a:ext cx="26194" cy="547688"/>
          </a:xfrm>
          <a:prstGeom prst="rect">
            <a:avLst/>
          </a:prstGeom>
          <a:solidFill>
            <a:srgbClr val="1D4ED8"/>
          </a:solidFill>
          <a:ln w="13097">
            <a:solidFill>
              <a:srgbClr val="172B4D"/>
            </a:solidFill>
          </a:ln>
        </p:spPr>
      </p:sp>
      <p:sp>
        <p:nvSpPr>
          <p:cNvPr id="330" name="object-330">
            <a:extLst>
              <a:ext uri="{FF2B5EF4-FFF2-40B4-BE49-F238E27FC236}">
                <a16:creationId xmlns:a16="http://schemas.microsoft.com/office/drawing/2014/main" id="{46C5A65F-3060-44F2-BF38-D32A7FC1581F}"/>
              </a:ext>
            </a:extLst>
          </p:cNvPr>
          <p:cNvSpPr>
            <a:spLocks noGrp="1"/>
          </p:cNvSpPr>
          <p:nvPr/>
        </p:nvSpPr>
        <p:spPr>
          <a:xfrm>
            <a:off x="11410950" y="2857500"/>
            <a:ext cx="26194" cy="547688"/>
          </a:xfrm>
          <a:prstGeom prst="rect">
            <a:avLst/>
          </a:prstGeom>
          <a:solidFill>
            <a:srgbClr val="1D4ED8"/>
          </a:solidFill>
          <a:ln w="13097">
            <a:solidFill>
              <a:srgbClr val="172B4D"/>
            </a:solidFill>
          </a:ln>
        </p:spPr>
      </p:sp>
      <p:sp>
        <p:nvSpPr>
          <p:cNvPr id="331" name="object-331">
            <a:extLst>
              <a:ext uri="{FF2B5EF4-FFF2-40B4-BE49-F238E27FC236}">
                <a16:creationId xmlns:a16="http://schemas.microsoft.com/office/drawing/2014/main" id="{01BC3AF0-635B-4F4C-B987-16ADF5E69070}"/>
              </a:ext>
            </a:extLst>
          </p:cNvPr>
          <p:cNvSpPr>
            <a:spLocks noGrp="1"/>
          </p:cNvSpPr>
          <p:nvPr/>
        </p:nvSpPr>
        <p:spPr>
          <a:xfrm>
            <a:off x="11437144" y="2857500"/>
            <a:ext cx="26194" cy="547688"/>
          </a:xfrm>
          <a:prstGeom prst="rect">
            <a:avLst/>
          </a:prstGeom>
          <a:solidFill>
            <a:srgbClr val="1D4ED8"/>
          </a:solidFill>
          <a:ln w="13097">
            <a:solidFill>
              <a:srgbClr val="172B4D"/>
            </a:solidFill>
          </a:ln>
        </p:spPr>
      </p:sp>
      <p:sp>
        <p:nvSpPr>
          <p:cNvPr id="332" name="object-332">
            <a:extLst>
              <a:ext uri="{FF2B5EF4-FFF2-40B4-BE49-F238E27FC236}">
                <a16:creationId xmlns:a16="http://schemas.microsoft.com/office/drawing/2014/main" id="{6AA19617-4F7C-4519-B7AA-1370FFB166AD}"/>
              </a:ext>
            </a:extLst>
          </p:cNvPr>
          <p:cNvSpPr>
            <a:spLocks noGrp="1"/>
          </p:cNvSpPr>
          <p:nvPr/>
        </p:nvSpPr>
        <p:spPr>
          <a:xfrm>
            <a:off x="11463338" y="2857500"/>
            <a:ext cx="26194" cy="547688"/>
          </a:xfrm>
          <a:prstGeom prst="rect">
            <a:avLst/>
          </a:prstGeom>
          <a:solidFill>
            <a:srgbClr val="1D4ED8"/>
          </a:solidFill>
          <a:ln w="13097">
            <a:solidFill>
              <a:srgbClr val="172B4D"/>
            </a:solidFill>
          </a:ln>
        </p:spPr>
      </p:sp>
      <p:sp>
        <p:nvSpPr>
          <p:cNvPr id="333" name="object-333">
            <a:extLst>
              <a:ext uri="{FF2B5EF4-FFF2-40B4-BE49-F238E27FC236}">
                <a16:creationId xmlns:a16="http://schemas.microsoft.com/office/drawing/2014/main" id="{8E16F97B-5B8F-4E8C-ABB2-76BF27DCE2E6}"/>
              </a:ext>
            </a:extLst>
          </p:cNvPr>
          <p:cNvSpPr>
            <a:spLocks noGrp="1"/>
          </p:cNvSpPr>
          <p:nvPr/>
        </p:nvSpPr>
        <p:spPr>
          <a:xfrm>
            <a:off x="11489531" y="2857500"/>
            <a:ext cx="26194" cy="547688"/>
          </a:xfrm>
          <a:prstGeom prst="rect">
            <a:avLst/>
          </a:prstGeom>
          <a:solidFill>
            <a:srgbClr val="1D4ED8"/>
          </a:solidFill>
          <a:ln w="13097">
            <a:solidFill>
              <a:srgbClr val="172B4D"/>
            </a:solidFill>
          </a:ln>
        </p:spPr>
      </p:sp>
      <p:sp>
        <p:nvSpPr>
          <p:cNvPr id="334" name="object-334">
            <a:extLst>
              <a:ext uri="{FF2B5EF4-FFF2-40B4-BE49-F238E27FC236}">
                <a16:creationId xmlns:a16="http://schemas.microsoft.com/office/drawing/2014/main" id="{FAF50D22-E649-4F85-B072-FAAAAFD8575A}"/>
              </a:ext>
            </a:extLst>
          </p:cNvPr>
          <p:cNvSpPr>
            <a:spLocks noGrp="1"/>
          </p:cNvSpPr>
          <p:nvPr/>
        </p:nvSpPr>
        <p:spPr>
          <a:xfrm>
            <a:off x="11515725" y="2857500"/>
            <a:ext cx="26194" cy="547688"/>
          </a:xfrm>
          <a:prstGeom prst="rect">
            <a:avLst/>
          </a:prstGeom>
          <a:solidFill>
            <a:srgbClr val="1D4ED8"/>
          </a:solidFill>
          <a:ln w="13097">
            <a:solidFill>
              <a:srgbClr val="172B4D"/>
            </a:solidFill>
          </a:ln>
        </p:spPr>
      </p:sp>
      <p:sp>
        <p:nvSpPr>
          <p:cNvPr id="335" name="object-335">
            <a:extLst>
              <a:ext uri="{FF2B5EF4-FFF2-40B4-BE49-F238E27FC236}">
                <a16:creationId xmlns:a16="http://schemas.microsoft.com/office/drawing/2014/main" id="{D2B24AD2-5FDB-4B12-911C-D6AF6839C75A}"/>
              </a:ext>
            </a:extLst>
          </p:cNvPr>
          <p:cNvSpPr>
            <a:spLocks noGrp="1"/>
          </p:cNvSpPr>
          <p:nvPr/>
        </p:nvSpPr>
        <p:spPr>
          <a:xfrm>
            <a:off x="11541919" y="2857500"/>
            <a:ext cx="26194" cy="547688"/>
          </a:xfrm>
          <a:prstGeom prst="rect">
            <a:avLst/>
          </a:prstGeom>
          <a:solidFill>
            <a:srgbClr val="1D4ED8"/>
          </a:solidFill>
          <a:ln w="13097">
            <a:solidFill>
              <a:srgbClr val="172B4D"/>
            </a:solidFill>
          </a:ln>
        </p:spPr>
      </p:sp>
      <p:sp>
        <p:nvSpPr>
          <p:cNvPr id="336" name="object-336">
            <a:extLst>
              <a:ext uri="{FF2B5EF4-FFF2-40B4-BE49-F238E27FC236}">
                <a16:creationId xmlns:a16="http://schemas.microsoft.com/office/drawing/2014/main" id="{EF42EA1B-0D1C-431F-800C-C7A4114DCB90}"/>
              </a:ext>
            </a:extLst>
          </p:cNvPr>
          <p:cNvSpPr>
            <a:spLocks noGrp="1"/>
          </p:cNvSpPr>
          <p:nvPr/>
        </p:nvSpPr>
        <p:spPr>
          <a:xfrm>
            <a:off x="11568113" y="2857500"/>
            <a:ext cx="26194" cy="547688"/>
          </a:xfrm>
          <a:prstGeom prst="rect">
            <a:avLst/>
          </a:prstGeom>
          <a:solidFill>
            <a:srgbClr val="1D4ED8"/>
          </a:solidFill>
          <a:ln w="13097">
            <a:solidFill>
              <a:srgbClr val="172B4D"/>
            </a:solidFill>
          </a:ln>
        </p:spPr>
      </p:sp>
      <p:sp>
        <p:nvSpPr>
          <p:cNvPr id="337" name="object-337">
            <a:extLst>
              <a:ext uri="{FF2B5EF4-FFF2-40B4-BE49-F238E27FC236}">
                <a16:creationId xmlns:a16="http://schemas.microsoft.com/office/drawing/2014/main" id="{D1D59C4F-0C2D-442D-845A-E51184D4DE1C}"/>
              </a:ext>
            </a:extLst>
          </p:cNvPr>
          <p:cNvSpPr>
            <a:spLocks noGrp="1"/>
          </p:cNvSpPr>
          <p:nvPr/>
        </p:nvSpPr>
        <p:spPr>
          <a:xfrm>
            <a:off x="11594306" y="2857500"/>
            <a:ext cx="26194" cy="547688"/>
          </a:xfrm>
          <a:prstGeom prst="rect">
            <a:avLst/>
          </a:prstGeom>
          <a:solidFill>
            <a:srgbClr val="1D4ED8"/>
          </a:solidFill>
          <a:ln w="13097">
            <a:solidFill>
              <a:srgbClr val="172B4D"/>
            </a:solidFill>
          </a:ln>
        </p:spPr>
      </p:sp>
      <p:sp>
        <p:nvSpPr>
          <p:cNvPr id="338" name="object-338">
            <a:extLst>
              <a:ext uri="{FF2B5EF4-FFF2-40B4-BE49-F238E27FC236}">
                <a16:creationId xmlns:a16="http://schemas.microsoft.com/office/drawing/2014/main" id="{5BE8377D-3CEE-4769-A444-04009DC56F68}"/>
              </a:ext>
            </a:extLst>
          </p:cNvPr>
          <p:cNvSpPr>
            <a:spLocks noGrp="1"/>
          </p:cNvSpPr>
          <p:nvPr/>
        </p:nvSpPr>
        <p:spPr>
          <a:xfrm>
            <a:off x="11620500" y="2857500"/>
            <a:ext cx="26194" cy="547688"/>
          </a:xfrm>
          <a:prstGeom prst="rect">
            <a:avLst/>
          </a:prstGeom>
          <a:solidFill>
            <a:srgbClr val="1D4ED8"/>
          </a:solidFill>
          <a:ln w="13097">
            <a:solidFill>
              <a:srgbClr val="172B4D"/>
            </a:solidFill>
          </a:ln>
        </p:spPr>
      </p:sp>
      <p:sp>
        <p:nvSpPr>
          <p:cNvPr id="339" name="object-339">
            <a:extLst>
              <a:ext uri="{FF2B5EF4-FFF2-40B4-BE49-F238E27FC236}">
                <a16:creationId xmlns:a16="http://schemas.microsoft.com/office/drawing/2014/main" id="{18ED31A4-F90B-4545-BE25-F1DBE646D59B}"/>
              </a:ext>
            </a:extLst>
          </p:cNvPr>
          <p:cNvSpPr>
            <a:spLocks noGrp="1"/>
          </p:cNvSpPr>
          <p:nvPr/>
        </p:nvSpPr>
        <p:spPr>
          <a:xfrm>
            <a:off x="11646694" y="2857500"/>
            <a:ext cx="26194" cy="547688"/>
          </a:xfrm>
          <a:prstGeom prst="rect">
            <a:avLst/>
          </a:prstGeom>
          <a:solidFill>
            <a:srgbClr val="1D4ED8"/>
          </a:solidFill>
          <a:ln w="13097">
            <a:solidFill>
              <a:srgbClr val="172B4D"/>
            </a:solidFill>
          </a:ln>
        </p:spPr>
      </p:sp>
      <p:sp>
        <p:nvSpPr>
          <p:cNvPr id="340" name="object-340">
            <a:extLst>
              <a:ext uri="{FF2B5EF4-FFF2-40B4-BE49-F238E27FC236}">
                <a16:creationId xmlns:a16="http://schemas.microsoft.com/office/drawing/2014/main" id="{96F92196-E40A-4B85-872F-D4BD82833C4E}"/>
              </a:ext>
            </a:extLst>
          </p:cNvPr>
          <p:cNvSpPr>
            <a:spLocks noGrp="1"/>
          </p:cNvSpPr>
          <p:nvPr/>
        </p:nvSpPr>
        <p:spPr>
          <a:xfrm>
            <a:off x="11672888" y="2857500"/>
            <a:ext cx="26194" cy="547688"/>
          </a:xfrm>
          <a:prstGeom prst="rect">
            <a:avLst/>
          </a:prstGeom>
          <a:solidFill>
            <a:srgbClr val="1D4ED8"/>
          </a:solidFill>
          <a:ln w="13097">
            <a:solidFill>
              <a:srgbClr val="172B4D"/>
            </a:solidFill>
          </a:ln>
        </p:spPr>
      </p:sp>
      <p:sp>
        <p:nvSpPr>
          <p:cNvPr id="341" name="object-341">
            <a:extLst>
              <a:ext uri="{FF2B5EF4-FFF2-40B4-BE49-F238E27FC236}">
                <a16:creationId xmlns:a16="http://schemas.microsoft.com/office/drawing/2014/main" id="{190BA742-6C0A-4803-8804-872F59032FD2}"/>
              </a:ext>
            </a:extLst>
          </p:cNvPr>
          <p:cNvSpPr>
            <a:spLocks noGrp="1"/>
          </p:cNvSpPr>
          <p:nvPr/>
        </p:nvSpPr>
        <p:spPr>
          <a:xfrm>
            <a:off x="11699081" y="2857500"/>
            <a:ext cx="26194" cy="547688"/>
          </a:xfrm>
          <a:prstGeom prst="rect">
            <a:avLst/>
          </a:prstGeom>
          <a:solidFill>
            <a:srgbClr val="1D4ED8"/>
          </a:solidFill>
          <a:ln w="13097">
            <a:solidFill>
              <a:srgbClr val="172B4D"/>
            </a:solidFill>
          </a:ln>
        </p:spPr>
      </p:sp>
      <p:sp>
        <p:nvSpPr>
          <p:cNvPr id="342" name="object-342">
            <a:extLst>
              <a:ext uri="{FF2B5EF4-FFF2-40B4-BE49-F238E27FC236}">
                <a16:creationId xmlns:a16="http://schemas.microsoft.com/office/drawing/2014/main" id="{C4583E52-EAD9-41EF-99EF-8931FCA5B711}"/>
              </a:ext>
            </a:extLst>
          </p:cNvPr>
          <p:cNvSpPr>
            <a:spLocks noGrp="1"/>
          </p:cNvSpPr>
          <p:nvPr/>
        </p:nvSpPr>
        <p:spPr>
          <a:xfrm>
            <a:off x="11725275" y="2857500"/>
            <a:ext cx="26194" cy="547688"/>
          </a:xfrm>
          <a:prstGeom prst="rect">
            <a:avLst/>
          </a:prstGeom>
          <a:solidFill>
            <a:srgbClr val="1D4ED8"/>
          </a:solidFill>
          <a:ln w="13097">
            <a:solidFill>
              <a:srgbClr val="172B4D"/>
            </a:solidFill>
          </a:ln>
        </p:spPr>
      </p:sp>
      <p:sp>
        <p:nvSpPr>
          <p:cNvPr id="343" name="object-343">
            <a:extLst>
              <a:ext uri="{FF2B5EF4-FFF2-40B4-BE49-F238E27FC236}">
                <a16:creationId xmlns:a16="http://schemas.microsoft.com/office/drawing/2014/main" id="{CFF084C8-3861-41DD-9B2D-5878D7C66A96}"/>
              </a:ext>
            </a:extLst>
          </p:cNvPr>
          <p:cNvSpPr>
            <a:spLocks noGrp="1"/>
          </p:cNvSpPr>
          <p:nvPr/>
        </p:nvSpPr>
        <p:spPr>
          <a:xfrm>
            <a:off x="11751469" y="2857500"/>
            <a:ext cx="26194" cy="547688"/>
          </a:xfrm>
          <a:prstGeom prst="rect">
            <a:avLst/>
          </a:prstGeom>
          <a:solidFill>
            <a:srgbClr val="1D4ED8"/>
          </a:solidFill>
          <a:ln w="13097">
            <a:solidFill>
              <a:srgbClr val="172B4D"/>
            </a:solidFill>
          </a:ln>
        </p:spPr>
      </p:sp>
      <p:sp>
        <p:nvSpPr>
          <p:cNvPr id="344" name="object-344">
            <a:extLst>
              <a:ext uri="{FF2B5EF4-FFF2-40B4-BE49-F238E27FC236}">
                <a16:creationId xmlns:a16="http://schemas.microsoft.com/office/drawing/2014/main" id="{6193FC15-D8F8-402E-9289-04C29D8DDDD3}"/>
              </a:ext>
            </a:extLst>
          </p:cNvPr>
          <p:cNvSpPr>
            <a:spLocks noGrp="1"/>
          </p:cNvSpPr>
          <p:nvPr/>
        </p:nvSpPr>
        <p:spPr>
          <a:xfrm>
            <a:off x="11777663" y="2857500"/>
            <a:ext cx="26194" cy="547688"/>
          </a:xfrm>
          <a:prstGeom prst="rect">
            <a:avLst/>
          </a:prstGeom>
          <a:solidFill>
            <a:srgbClr val="1D4ED8"/>
          </a:solidFill>
          <a:ln w="13097">
            <a:solidFill>
              <a:srgbClr val="172B4D"/>
            </a:solidFill>
          </a:ln>
        </p:spPr>
      </p:sp>
      <p:sp>
        <p:nvSpPr>
          <p:cNvPr id="345" name="object-345">
            <a:extLst>
              <a:ext uri="{FF2B5EF4-FFF2-40B4-BE49-F238E27FC236}">
                <a16:creationId xmlns:a16="http://schemas.microsoft.com/office/drawing/2014/main" id="{B0CD53F0-C358-48B0-B65F-C4CC2F7C67C3}"/>
              </a:ext>
            </a:extLst>
          </p:cNvPr>
          <p:cNvSpPr>
            <a:spLocks noGrp="1"/>
          </p:cNvSpPr>
          <p:nvPr/>
        </p:nvSpPr>
        <p:spPr>
          <a:xfrm>
            <a:off x="11803856" y="2857500"/>
            <a:ext cx="26194" cy="547688"/>
          </a:xfrm>
          <a:prstGeom prst="rect">
            <a:avLst/>
          </a:prstGeom>
          <a:solidFill>
            <a:srgbClr val="1D4ED8"/>
          </a:solidFill>
          <a:ln w="13097">
            <a:solidFill>
              <a:srgbClr val="172B4D"/>
            </a:solidFill>
          </a:ln>
        </p:spPr>
      </p:sp>
      <p:sp>
        <p:nvSpPr>
          <p:cNvPr id="346" name="object-346">
            <a:extLst>
              <a:ext uri="{FF2B5EF4-FFF2-40B4-BE49-F238E27FC236}">
                <a16:creationId xmlns:a16="http://schemas.microsoft.com/office/drawing/2014/main" id="{688AE4FD-5B50-4239-888C-F7C6ED60255D}"/>
              </a:ext>
            </a:extLst>
          </p:cNvPr>
          <p:cNvSpPr>
            <a:spLocks noGrp="1"/>
          </p:cNvSpPr>
          <p:nvPr/>
        </p:nvSpPr>
        <p:spPr>
          <a:xfrm>
            <a:off x="11830050" y="2857500"/>
            <a:ext cx="26194" cy="547688"/>
          </a:xfrm>
          <a:prstGeom prst="rect">
            <a:avLst/>
          </a:prstGeom>
          <a:solidFill>
            <a:srgbClr val="1D4ED8"/>
          </a:solidFill>
          <a:ln w="13097">
            <a:solidFill>
              <a:srgbClr val="172B4D"/>
            </a:solidFill>
          </a:ln>
        </p:spPr>
      </p:sp>
      <p:sp>
        <p:nvSpPr>
          <p:cNvPr id="347" name="object-347">
            <a:extLst>
              <a:ext uri="{FF2B5EF4-FFF2-40B4-BE49-F238E27FC236}">
                <a16:creationId xmlns:a16="http://schemas.microsoft.com/office/drawing/2014/main" id="{BAFC3C7B-7F5E-40EC-9A60-C9A19C91A5CD}"/>
              </a:ext>
            </a:extLst>
          </p:cNvPr>
          <p:cNvSpPr>
            <a:spLocks noGrp="1"/>
          </p:cNvSpPr>
          <p:nvPr/>
        </p:nvSpPr>
        <p:spPr>
          <a:xfrm>
            <a:off x="11856244" y="2857500"/>
            <a:ext cx="26194" cy="547688"/>
          </a:xfrm>
          <a:prstGeom prst="rect">
            <a:avLst/>
          </a:prstGeom>
          <a:solidFill>
            <a:srgbClr val="1D4ED8"/>
          </a:solidFill>
          <a:ln w="13097">
            <a:solidFill>
              <a:srgbClr val="172B4D"/>
            </a:solidFill>
          </a:ln>
        </p:spPr>
      </p:sp>
      <p:sp>
        <p:nvSpPr>
          <p:cNvPr id="348" name="object-348">
            <a:extLst>
              <a:ext uri="{FF2B5EF4-FFF2-40B4-BE49-F238E27FC236}">
                <a16:creationId xmlns:a16="http://schemas.microsoft.com/office/drawing/2014/main" id="{83F08912-3162-4D14-8E63-05D7EF689719}"/>
              </a:ext>
            </a:extLst>
          </p:cNvPr>
          <p:cNvSpPr>
            <a:spLocks noGrp="1"/>
          </p:cNvSpPr>
          <p:nvPr/>
        </p:nvSpPr>
        <p:spPr>
          <a:xfrm>
            <a:off x="11882438" y="2857500"/>
            <a:ext cx="26194" cy="547688"/>
          </a:xfrm>
          <a:prstGeom prst="rect">
            <a:avLst/>
          </a:prstGeom>
          <a:solidFill>
            <a:srgbClr val="1D4ED8"/>
          </a:solidFill>
          <a:ln w="13097">
            <a:solidFill>
              <a:srgbClr val="172B4D"/>
            </a:solidFill>
          </a:ln>
        </p:spPr>
      </p:sp>
      <p:sp>
        <p:nvSpPr>
          <p:cNvPr id="349" name="object-349">
            <a:extLst>
              <a:ext uri="{FF2B5EF4-FFF2-40B4-BE49-F238E27FC236}">
                <a16:creationId xmlns:a16="http://schemas.microsoft.com/office/drawing/2014/main" id="{83A64820-8D57-4D87-8F5B-282939ED9DF0}"/>
              </a:ext>
            </a:extLst>
          </p:cNvPr>
          <p:cNvSpPr>
            <a:spLocks noGrp="1"/>
          </p:cNvSpPr>
          <p:nvPr/>
        </p:nvSpPr>
        <p:spPr>
          <a:xfrm>
            <a:off x="11908631" y="2857500"/>
            <a:ext cx="26194" cy="547688"/>
          </a:xfrm>
          <a:prstGeom prst="rect">
            <a:avLst/>
          </a:prstGeom>
          <a:solidFill>
            <a:srgbClr val="1D4ED8"/>
          </a:solidFill>
          <a:ln w="13097">
            <a:solidFill>
              <a:srgbClr val="172B4D"/>
            </a:solidFill>
          </a:ln>
        </p:spPr>
      </p:sp>
      <p:sp>
        <p:nvSpPr>
          <p:cNvPr id="350" name="object-350">
            <a:extLst>
              <a:ext uri="{FF2B5EF4-FFF2-40B4-BE49-F238E27FC236}">
                <a16:creationId xmlns:a16="http://schemas.microsoft.com/office/drawing/2014/main" id="{14ADED06-E054-4B44-8554-5A4BB1508184}"/>
              </a:ext>
            </a:extLst>
          </p:cNvPr>
          <p:cNvSpPr>
            <a:spLocks noGrp="1"/>
          </p:cNvSpPr>
          <p:nvPr/>
        </p:nvSpPr>
        <p:spPr>
          <a:xfrm>
            <a:off x="11934825" y="2857500"/>
            <a:ext cx="26194" cy="547688"/>
          </a:xfrm>
          <a:prstGeom prst="rect">
            <a:avLst/>
          </a:prstGeom>
          <a:solidFill>
            <a:srgbClr val="1D4ED8"/>
          </a:solidFill>
          <a:ln w="13097">
            <a:solidFill>
              <a:srgbClr val="172B4D"/>
            </a:solidFill>
          </a:ln>
        </p:spPr>
      </p:sp>
      <p:sp>
        <p:nvSpPr>
          <p:cNvPr id="351" name="object-351">
            <a:extLst>
              <a:ext uri="{FF2B5EF4-FFF2-40B4-BE49-F238E27FC236}">
                <a16:creationId xmlns:a16="http://schemas.microsoft.com/office/drawing/2014/main" id="{4FA0D949-3AED-4BF1-BA8E-8848834636BE}"/>
              </a:ext>
            </a:extLst>
          </p:cNvPr>
          <p:cNvSpPr>
            <a:spLocks noGrp="1"/>
          </p:cNvSpPr>
          <p:nvPr/>
        </p:nvSpPr>
        <p:spPr>
          <a:xfrm>
            <a:off x="11961019" y="2857500"/>
            <a:ext cx="26194" cy="547688"/>
          </a:xfrm>
          <a:prstGeom prst="rect">
            <a:avLst/>
          </a:prstGeom>
          <a:solidFill>
            <a:srgbClr val="1D4ED8"/>
          </a:solidFill>
          <a:ln w="13097">
            <a:solidFill>
              <a:srgbClr val="172B4D"/>
            </a:solidFill>
          </a:ln>
        </p:spPr>
      </p:sp>
      <p:sp>
        <p:nvSpPr>
          <p:cNvPr id="352" name="object-352">
            <a:extLst>
              <a:ext uri="{FF2B5EF4-FFF2-40B4-BE49-F238E27FC236}">
                <a16:creationId xmlns:a16="http://schemas.microsoft.com/office/drawing/2014/main" id="{2C1D6D78-7592-4F9C-9106-114A24D20F2A}"/>
              </a:ext>
            </a:extLst>
          </p:cNvPr>
          <p:cNvSpPr>
            <a:spLocks noGrp="1"/>
          </p:cNvSpPr>
          <p:nvPr/>
        </p:nvSpPr>
        <p:spPr>
          <a:xfrm>
            <a:off x="11987213" y="2857500"/>
            <a:ext cx="26194" cy="547688"/>
          </a:xfrm>
          <a:prstGeom prst="rect">
            <a:avLst/>
          </a:prstGeom>
          <a:solidFill>
            <a:srgbClr val="1D4ED8"/>
          </a:solidFill>
          <a:ln w="13097">
            <a:solidFill>
              <a:srgbClr val="172B4D"/>
            </a:solidFill>
          </a:ln>
        </p:spPr>
      </p:sp>
      <p:sp>
        <p:nvSpPr>
          <p:cNvPr id="353" name="object-353">
            <a:extLst>
              <a:ext uri="{FF2B5EF4-FFF2-40B4-BE49-F238E27FC236}">
                <a16:creationId xmlns:a16="http://schemas.microsoft.com/office/drawing/2014/main" id="{1BE6ACA6-8AC5-4D42-9EBC-848A6F9211AB}"/>
              </a:ext>
            </a:extLst>
          </p:cNvPr>
          <p:cNvSpPr>
            <a:spLocks noGrp="1"/>
          </p:cNvSpPr>
          <p:nvPr/>
        </p:nvSpPr>
        <p:spPr>
          <a:xfrm>
            <a:off x="12013406" y="2857500"/>
            <a:ext cx="26194" cy="547688"/>
          </a:xfrm>
          <a:prstGeom prst="rect">
            <a:avLst/>
          </a:prstGeom>
          <a:solidFill>
            <a:srgbClr val="1D4ED8"/>
          </a:solidFill>
          <a:ln w="13097">
            <a:solidFill>
              <a:srgbClr val="172B4D"/>
            </a:solidFill>
          </a:ln>
        </p:spPr>
      </p:sp>
      <p:sp>
        <p:nvSpPr>
          <p:cNvPr id="354" name="object-354">
            <a:extLst>
              <a:ext uri="{FF2B5EF4-FFF2-40B4-BE49-F238E27FC236}">
                <a16:creationId xmlns:a16="http://schemas.microsoft.com/office/drawing/2014/main" id="{FEB59D2F-A03A-4965-B020-F834F77694B5}"/>
              </a:ext>
            </a:extLst>
          </p:cNvPr>
          <p:cNvSpPr>
            <a:spLocks noGrp="1"/>
          </p:cNvSpPr>
          <p:nvPr/>
        </p:nvSpPr>
        <p:spPr>
          <a:xfrm>
            <a:off x="12039600" y="2857500"/>
            <a:ext cx="26194" cy="547688"/>
          </a:xfrm>
          <a:prstGeom prst="rect">
            <a:avLst/>
          </a:prstGeom>
          <a:solidFill>
            <a:srgbClr val="1D4ED8"/>
          </a:solidFill>
          <a:ln w="13097">
            <a:solidFill>
              <a:srgbClr val="172B4D"/>
            </a:solidFill>
          </a:ln>
        </p:spPr>
      </p:sp>
      <p:sp>
        <p:nvSpPr>
          <p:cNvPr id="355" name="object-355">
            <a:extLst>
              <a:ext uri="{FF2B5EF4-FFF2-40B4-BE49-F238E27FC236}">
                <a16:creationId xmlns:a16="http://schemas.microsoft.com/office/drawing/2014/main" id="{916C9EA3-3EF9-4B84-95A4-9B1D81E40D64}"/>
              </a:ext>
            </a:extLst>
          </p:cNvPr>
          <p:cNvSpPr>
            <a:spLocks noGrp="1"/>
          </p:cNvSpPr>
          <p:nvPr/>
        </p:nvSpPr>
        <p:spPr>
          <a:xfrm>
            <a:off x="12065794" y="2857500"/>
            <a:ext cx="26194" cy="547688"/>
          </a:xfrm>
          <a:prstGeom prst="rect">
            <a:avLst/>
          </a:prstGeom>
          <a:solidFill>
            <a:srgbClr val="1D4ED8"/>
          </a:solidFill>
          <a:ln w="13097">
            <a:solidFill>
              <a:srgbClr val="172B4D"/>
            </a:solidFill>
          </a:ln>
        </p:spPr>
      </p:sp>
      <p:sp>
        <p:nvSpPr>
          <p:cNvPr id="356" name="object-356">
            <a:extLst>
              <a:ext uri="{FF2B5EF4-FFF2-40B4-BE49-F238E27FC236}">
                <a16:creationId xmlns:a16="http://schemas.microsoft.com/office/drawing/2014/main" id="{4C262E07-1BFE-446F-8049-E8CBF650B1C7}"/>
              </a:ext>
            </a:extLst>
          </p:cNvPr>
          <p:cNvSpPr>
            <a:spLocks noGrp="1"/>
          </p:cNvSpPr>
          <p:nvPr/>
        </p:nvSpPr>
        <p:spPr>
          <a:xfrm>
            <a:off x="12091988" y="2857500"/>
            <a:ext cx="26194" cy="547688"/>
          </a:xfrm>
          <a:prstGeom prst="rect">
            <a:avLst/>
          </a:prstGeom>
          <a:solidFill>
            <a:srgbClr val="1D4ED8"/>
          </a:solidFill>
          <a:ln w="13097">
            <a:solidFill>
              <a:srgbClr val="172B4D"/>
            </a:solidFill>
          </a:ln>
        </p:spPr>
      </p:sp>
      <p:sp>
        <p:nvSpPr>
          <p:cNvPr id="357" name="object-357">
            <a:extLst>
              <a:ext uri="{FF2B5EF4-FFF2-40B4-BE49-F238E27FC236}">
                <a16:creationId xmlns:a16="http://schemas.microsoft.com/office/drawing/2014/main" id="{50DE8B65-119E-47D9-97CC-F5050675FDEF}"/>
              </a:ext>
            </a:extLst>
          </p:cNvPr>
          <p:cNvSpPr>
            <a:spLocks noGrp="1"/>
          </p:cNvSpPr>
          <p:nvPr/>
        </p:nvSpPr>
        <p:spPr>
          <a:xfrm>
            <a:off x="12118181" y="2857500"/>
            <a:ext cx="26194" cy="547688"/>
          </a:xfrm>
          <a:prstGeom prst="rect">
            <a:avLst/>
          </a:prstGeom>
          <a:solidFill>
            <a:srgbClr val="1D4ED8"/>
          </a:solidFill>
          <a:ln w="13097">
            <a:solidFill>
              <a:srgbClr val="172B4D"/>
            </a:solidFill>
          </a:ln>
        </p:spPr>
      </p:sp>
      <p:sp>
        <p:nvSpPr>
          <p:cNvPr id="358" name="object-358">
            <a:extLst>
              <a:ext uri="{FF2B5EF4-FFF2-40B4-BE49-F238E27FC236}">
                <a16:creationId xmlns:a16="http://schemas.microsoft.com/office/drawing/2014/main" id="{4FD397AD-1AEF-4CD7-939E-D5EDFDEEA0A8}"/>
              </a:ext>
            </a:extLst>
          </p:cNvPr>
          <p:cNvSpPr>
            <a:spLocks noGrp="1"/>
          </p:cNvSpPr>
          <p:nvPr/>
        </p:nvSpPr>
        <p:spPr>
          <a:xfrm>
            <a:off x="12144375" y="2857500"/>
            <a:ext cx="26194" cy="547688"/>
          </a:xfrm>
          <a:prstGeom prst="rect">
            <a:avLst/>
          </a:prstGeom>
          <a:solidFill>
            <a:srgbClr val="1D4ED8"/>
          </a:solidFill>
          <a:ln w="13097">
            <a:solidFill>
              <a:srgbClr val="172B4D"/>
            </a:solidFill>
          </a:ln>
        </p:spPr>
      </p:sp>
      <p:sp>
        <p:nvSpPr>
          <p:cNvPr id="359" name="object-359">
            <a:extLst>
              <a:ext uri="{FF2B5EF4-FFF2-40B4-BE49-F238E27FC236}">
                <a16:creationId xmlns:a16="http://schemas.microsoft.com/office/drawing/2014/main" id="{F391876A-D5EB-45DE-AA49-B87126E52449}"/>
              </a:ext>
            </a:extLst>
          </p:cNvPr>
          <p:cNvSpPr>
            <a:spLocks noGrp="1"/>
          </p:cNvSpPr>
          <p:nvPr/>
        </p:nvSpPr>
        <p:spPr>
          <a:xfrm>
            <a:off x="12170569" y="2857500"/>
            <a:ext cx="26194" cy="547688"/>
          </a:xfrm>
          <a:prstGeom prst="rect">
            <a:avLst/>
          </a:prstGeom>
          <a:solidFill>
            <a:srgbClr val="1D4ED8"/>
          </a:solidFill>
          <a:ln w="13097">
            <a:solidFill>
              <a:srgbClr val="172B4D"/>
            </a:solidFill>
          </a:ln>
        </p:spPr>
      </p:sp>
      <p:sp>
        <p:nvSpPr>
          <p:cNvPr id="360" name="object-360">
            <a:extLst>
              <a:ext uri="{FF2B5EF4-FFF2-40B4-BE49-F238E27FC236}">
                <a16:creationId xmlns:a16="http://schemas.microsoft.com/office/drawing/2014/main" id="{30F141BE-1D7B-4B45-9DFD-30B651387CDC}"/>
              </a:ext>
            </a:extLst>
          </p:cNvPr>
          <p:cNvSpPr>
            <a:spLocks noGrp="1"/>
          </p:cNvSpPr>
          <p:nvPr/>
        </p:nvSpPr>
        <p:spPr>
          <a:xfrm>
            <a:off x="12196763" y="2857500"/>
            <a:ext cx="26194" cy="547688"/>
          </a:xfrm>
          <a:prstGeom prst="rect">
            <a:avLst/>
          </a:prstGeom>
          <a:solidFill>
            <a:srgbClr val="1D4ED8"/>
          </a:solidFill>
          <a:ln w="13097">
            <a:solidFill>
              <a:srgbClr val="172B4D"/>
            </a:solidFill>
          </a:ln>
        </p:spPr>
      </p:sp>
      <p:sp>
        <p:nvSpPr>
          <p:cNvPr id="361" name="object-361">
            <a:extLst>
              <a:ext uri="{FF2B5EF4-FFF2-40B4-BE49-F238E27FC236}">
                <a16:creationId xmlns:a16="http://schemas.microsoft.com/office/drawing/2014/main" id="{0329C118-1B43-477F-8710-04F09029836E}"/>
              </a:ext>
            </a:extLst>
          </p:cNvPr>
          <p:cNvSpPr>
            <a:spLocks noGrp="1"/>
          </p:cNvSpPr>
          <p:nvPr/>
        </p:nvSpPr>
        <p:spPr>
          <a:xfrm>
            <a:off x="12222956" y="2857500"/>
            <a:ext cx="26194" cy="547688"/>
          </a:xfrm>
          <a:prstGeom prst="rect">
            <a:avLst/>
          </a:prstGeom>
          <a:solidFill>
            <a:srgbClr val="1D4ED8"/>
          </a:solidFill>
          <a:ln w="13097">
            <a:solidFill>
              <a:srgbClr val="172B4D"/>
            </a:solidFill>
          </a:ln>
        </p:spPr>
      </p:sp>
      <p:sp>
        <p:nvSpPr>
          <p:cNvPr id="362" name="object-362">
            <a:extLst>
              <a:ext uri="{FF2B5EF4-FFF2-40B4-BE49-F238E27FC236}">
                <a16:creationId xmlns:a16="http://schemas.microsoft.com/office/drawing/2014/main" id="{CC600D1B-1CB5-4BA5-AB46-6297B1FF048C}"/>
              </a:ext>
            </a:extLst>
          </p:cNvPr>
          <p:cNvSpPr>
            <a:spLocks noGrp="1"/>
          </p:cNvSpPr>
          <p:nvPr/>
        </p:nvSpPr>
        <p:spPr>
          <a:xfrm>
            <a:off x="12249150" y="2857500"/>
            <a:ext cx="26194" cy="547688"/>
          </a:xfrm>
          <a:prstGeom prst="rect">
            <a:avLst/>
          </a:prstGeom>
          <a:solidFill>
            <a:srgbClr val="1D4ED8"/>
          </a:solidFill>
          <a:ln w="13097">
            <a:solidFill>
              <a:srgbClr val="172B4D"/>
            </a:solidFill>
          </a:ln>
        </p:spPr>
      </p:sp>
      <p:sp>
        <p:nvSpPr>
          <p:cNvPr id="363" name="object-363">
            <a:extLst>
              <a:ext uri="{FF2B5EF4-FFF2-40B4-BE49-F238E27FC236}">
                <a16:creationId xmlns:a16="http://schemas.microsoft.com/office/drawing/2014/main" id="{196F0D0B-64EB-4E08-8E47-432B1EC70774}"/>
              </a:ext>
            </a:extLst>
          </p:cNvPr>
          <p:cNvSpPr>
            <a:spLocks noGrp="1"/>
          </p:cNvSpPr>
          <p:nvPr/>
        </p:nvSpPr>
        <p:spPr>
          <a:xfrm>
            <a:off x="12275344" y="2857500"/>
            <a:ext cx="26194" cy="547688"/>
          </a:xfrm>
          <a:prstGeom prst="rect">
            <a:avLst/>
          </a:prstGeom>
          <a:solidFill>
            <a:srgbClr val="1D4ED8"/>
          </a:solidFill>
          <a:ln w="13097">
            <a:solidFill>
              <a:srgbClr val="172B4D"/>
            </a:solidFill>
          </a:ln>
        </p:spPr>
      </p:sp>
      <p:sp>
        <p:nvSpPr>
          <p:cNvPr id="364" name="object-364">
            <a:extLst>
              <a:ext uri="{FF2B5EF4-FFF2-40B4-BE49-F238E27FC236}">
                <a16:creationId xmlns:a16="http://schemas.microsoft.com/office/drawing/2014/main" id="{0C3F4170-1331-4832-87D3-0AECCFA0AAC2}"/>
              </a:ext>
            </a:extLst>
          </p:cNvPr>
          <p:cNvSpPr>
            <a:spLocks noGrp="1"/>
          </p:cNvSpPr>
          <p:nvPr/>
        </p:nvSpPr>
        <p:spPr>
          <a:xfrm>
            <a:off x="12301538" y="2857500"/>
            <a:ext cx="26194" cy="547688"/>
          </a:xfrm>
          <a:prstGeom prst="rect">
            <a:avLst/>
          </a:prstGeom>
          <a:solidFill>
            <a:srgbClr val="1D4ED8"/>
          </a:solidFill>
          <a:ln w="13097">
            <a:solidFill>
              <a:srgbClr val="172B4D"/>
            </a:solidFill>
          </a:ln>
        </p:spPr>
      </p:sp>
      <p:sp>
        <p:nvSpPr>
          <p:cNvPr id="365" name="object-365">
            <a:extLst>
              <a:ext uri="{FF2B5EF4-FFF2-40B4-BE49-F238E27FC236}">
                <a16:creationId xmlns:a16="http://schemas.microsoft.com/office/drawing/2014/main" id="{7A70E6D6-9691-4B44-BA55-9AFB6D3A2318}"/>
              </a:ext>
            </a:extLst>
          </p:cNvPr>
          <p:cNvSpPr>
            <a:spLocks noGrp="1"/>
          </p:cNvSpPr>
          <p:nvPr/>
        </p:nvSpPr>
        <p:spPr>
          <a:xfrm>
            <a:off x="12327731" y="2857500"/>
            <a:ext cx="26194" cy="547688"/>
          </a:xfrm>
          <a:prstGeom prst="rect">
            <a:avLst/>
          </a:prstGeom>
          <a:solidFill>
            <a:srgbClr val="1D4ED8"/>
          </a:solidFill>
          <a:ln w="13097">
            <a:solidFill>
              <a:srgbClr val="172B4D"/>
            </a:solidFill>
          </a:ln>
        </p:spPr>
      </p:sp>
      <p:sp>
        <p:nvSpPr>
          <p:cNvPr id="366" name="object-366">
            <a:extLst>
              <a:ext uri="{FF2B5EF4-FFF2-40B4-BE49-F238E27FC236}">
                <a16:creationId xmlns:a16="http://schemas.microsoft.com/office/drawing/2014/main" id="{21BE724F-9C55-4E0A-805D-2E32D3A5114C}"/>
              </a:ext>
            </a:extLst>
          </p:cNvPr>
          <p:cNvSpPr>
            <a:spLocks noGrp="1"/>
          </p:cNvSpPr>
          <p:nvPr/>
        </p:nvSpPr>
        <p:spPr>
          <a:xfrm>
            <a:off x="12353925" y="2857500"/>
            <a:ext cx="26194" cy="547688"/>
          </a:xfrm>
          <a:prstGeom prst="rect">
            <a:avLst/>
          </a:prstGeom>
          <a:solidFill>
            <a:srgbClr val="1D4ED8"/>
          </a:solidFill>
          <a:ln w="13097">
            <a:solidFill>
              <a:srgbClr val="172B4D"/>
            </a:solidFill>
          </a:ln>
        </p:spPr>
      </p:sp>
      <p:sp>
        <p:nvSpPr>
          <p:cNvPr id="367" name="object-367">
            <a:extLst>
              <a:ext uri="{FF2B5EF4-FFF2-40B4-BE49-F238E27FC236}">
                <a16:creationId xmlns:a16="http://schemas.microsoft.com/office/drawing/2014/main" id="{8D534B4F-D591-4685-A1DB-F1B0AC5EB6B6}"/>
              </a:ext>
            </a:extLst>
          </p:cNvPr>
          <p:cNvSpPr>
            <a:spLocks noGrp="1"/>
          </p:cNvSpPr>
          <p:nvPr/>
        </p:nvSpPr>
        <p:spPr>
          <a:xfrm>
            <a:off x="12380119" y="2857500"/>
            <a:ext cx="26194" cy="547688"/>
          </a:xfrm>
          <a:prstGeom prst="rect">
            <a:avLst/>
          </a:prstGeom>
          <a:solidFill>
            <a:srgbClr val="1D4ED8"/>
          </a:solidFill>
          <a:ln w="13097">
            <a:solidFill>
              <a:srgbClr val="172B4D"/>
            </a:solidFill>
          </a:ln>
        </p:spPr>
      </p:sp>
      <p:sp>
        <p:nvSpPr>
          <p:cNvPr id="368" name="object-368">
            <a:extLst>
              <a:ext uri="{FF2B5EF4-FFF2-40B4-BE49-F238E27FC236}">
                <a16:creationId xmlns:a16="http://schemas.microsoft.com/office/drawing/2014/main" id="{89B06A89-CFB3-4A1E-8906-E5979AC14B12}"/>
              </a:ext>
            </a:extLst>
          </p:cNvPr>
          <p:cNvSpPr>
            <a:spLocks noGrp="1"/>
          </p:cNvSpPr>
          <p:nvPr/>
        </p:nvSpPr>
        <p:spPr>
          <a:xfrm>
            <a:off x="12406313" y="2857500"/>
            <a:ext cx="26194" cy="547688"/>
          </a:xfrm>
          <a:prstGeom prst="rect">
            <a:avLst/>
          </a:prstGeom>
          <a:solidFill>
            <a:srgbClr val="1D4ED8"/>
          </a:solidFill>
          <a:ln w="13097">
            <a:solidFill>
              <a:srgbClr val="172B4D"/>
            </a:solidFill>
          </a:ln>
        </p:spPr>
      </p:sp>
      <p:sp>
        <p:nvSpPr>
          <p:cNvPr id="369" name="object-369">
            <a:extLst>
              <a:ext uri="{FF2B5EF4-FFF2-40B4-BE49-F238E27FC236}">
                <a16:creationId xmlns:a16="http://schemas.microsoft.com/office/drawing/2014/main" id="{D962DD16-92E8-4E81-AC17-B925320D50F5}"/>
              </a:ext>
            </a:extLst>
          </p:cNvPr>
          <p:cNvSpPr>
            <a:spLocks noGrp="1"/>
          </p:cNvSpPr>
          <p:nvPr/>
        </p:nvSpPr>
        <p:spPr>
          <a:xfrm>
            <a:off x="12432506" y="2857500"/>
            <a:ext cx="26194" cy="547688"/>
          </a:xfrm>
          <a:prstGeom prst="rect">
            <a:avLst/>
          </a:prstGeom>
          <a:solidFill>
            <a:srgbClr val="1D4ED8"/>
          </a:solidFill>
          <a:ln w="13097">
            <a:solidFill>
              <a:srgbClr val="172B4D"/>
            </a:solidFill>
          </a:ln>
        </p:spPr>
      </p:sp>
      <p:sp>
        <p:nvSpPr>
          <p:cNvPr id="370" name="object-370">
            <a:extLst>
              <a:ext uri="{FF2B5EF4-FFF2-40B4-BE49-F238E27FC236}">
                <a16:creationId xmlns:a16="http://schemas.microsoft.com/office/drawing/2014/main" id="{D9BCFAA7-680B-4B61-8A8B-B494ECC2A35F}"/>
              </a:ext>
            </a:extLst>
          </p:cNvPr>
          <p:cNvSpPr>
            <a:spLocks noGrp="1"/>
          </p:cNvSpPr>
          <p:nvPr/>
        </p:nvSpPr>
        <p:spPr>
          <a:xfrm>
            <a:off x="12458700" y="2857500"/>
            <a:ext cx="26194" cy="547688"/>
          </a:xfrm>
          <a:prstGeom prst="rect">
            <a:avLst/>
          </a:prstGeom>
          <a:solidFill>
            <a:srgbClr val="1D4ED8"/>
          </a:solidFill>
          <a:ln w="13097">
            <a:solidFill>
              <a:srgbClr val="172B4D"/>
            </a:solidFill>
          </a:ln>
        </p:spPr>
      </p:sp>
      <p:sp>
        <p:nvSpPr>
          <p:cNvPr id="371" name="object-371">
            <a:extLst>
              <a:ext uri="{FF2B5EF4-FFF2-40B4-BE49-F238E27FC236}">
                <a16:creationId xmlns:a16="http://schemas.microsoft.com/office/drawing/2014/main" id="{85A4D4EA-304A-4E54-9206-9768CF05CEA4}"/>
              </a:ext>
            </a:extLst>
          </p:cNvPr>
          <p:cNvSpPr>
            <a:spLocks noGrp="1"/>
          </p:cNvSpPr>
          <p:nvPr/>
        </p:nvSpPr>
        <p:spPr>
          <a:xfrm>
            <a:off x="12484894" y="2857500"/>
            <a:ext cx="26194" cy="547688"/>
          </a:xfrm>
          <a:prstGeom prst="rect">
            <a:avLst/>
          </a:prstGeom>
          <a:solidFill>
            <a:srgbClr val="1D4ED8"/>
          </a:solidFill>
          <a:ln w="13097">
            <a:solidFill>
              <a:srgbClr val="172B4D"/>
            </a:solidFill>
          </a:ln>
        </p:spPr>
      </p:sp>
      <p:sp>
        <p:nvSpPr>
          <p:cNvPr id="372" name="object-372">
            <a:extLst>
              <a:ext uri="{FF2B5EF4-FFF2-40B4-BE49-F238E27FC236}">
                <a16:creationId xmlns:a16="http://schemas.microsoft.com/office/drawing/2014/main" id="{CE1B0323-7D33-4E68-8487-87E2AFB8BBE9}"/>
              </a:ext>
            </a:extLst>
          </p:cNvPr>
          <p:cNvSpPr>
            <a:spLocks noGrp="1"/>
          </p:cNvSpPr>
          <p:nvPr/>
        </p:nvSpPr>
        <p:spPr>
          <a:xfrm>
            <a:off x="12511088" y="2857500"/>
            <a:ext cx="26194" cy="547688"/>
          </a:xfrm>
          <a:prstGeom prst="rect">
            <a:avLst/>
          </a:prstGeom>
          <a:solidFill>
            <a:srgbClr val="1D4ED8"/>
          </a:solidFill>
          <a:ln w="13097">
            <a:solidFill>
              <a:srgbClr val="172B4D"/>
            </a:solidFill>
          </a:ln>
        </p:spPr>
      </p:sp>
      <p:sp>
        <p:nvSpPr>
          <p:cNvPr id="373" name="object-373">
            <a:extLst>
              <a:ext uri="{FF2B5EF4-FFF2-40B4-BE49-F238E27FC236}">
                <a16:creationId xmlns:a16="http://schemas.microsoft.com/office/drawing/2014/main" id="{744019F3-8660-4CCC-B68B-A16C485F6558}"/>
              </a:ext>
            </a:extLst>
          </p:cNvPr>
          <p:cNvSpPr>
            <a:spLocks noGrp="1"/>
          </p:cNvSpPr>
          <p:nvPr/>
        </p:nvSpPr>
        <p:spPr>
          <a:xfrm>
            <a:off x="12537281" y="2857500"/>
            <a:ext cx="26194" cy="547688"/>
          </a:xfrm>
          <a:prstGeom prst="rect">
            <a:avLst/>
          </a:prstGeom>
          <a:solidFill>
            <a:srgbClr val="1D4ED8"/>
          </a:solidFill>
          <a:ln w="13097">
            <a:solidFill>
              <a:srgbClr val="172B4D"/>
            </a:solidFill>
          </a:ln>
        </p:spPr>
      </p:sp>
      <p:sp>
        <p:nvSpPr>
          <p:cNvPr id="374" name="object-374">
            <a:extLst>
              <a:ext uri="{FF2B5EF4-FFF2-40B4-BE49-F238E27FC236}">
                <a16:creationId xmlns:a16="http://schemas.microsoft.com/office/drawing/2014/main" id="{047969BB-21DA-47A5-B475-1D691271611A}"/>
              </a:ext>
            </a:extLst>
          </p:cNvPr>
          <p:cNvSpPr>
            <a:spLocks noGrp="1"/>
          </p:cNvSpPr>
          <p:nvPr/>
        </p:nvSpPr>
        <p:spPr>
          <a:xfrm>
            <a:off x="12563475" y="2857500"/>
            <a:ext cx="26194" cy="547688"/>
          </a:xfrm>
          <a:prstGeom prst="rect">
            <a:avLst/>
          </a:prstGeom>
          <a:solidFill>
            <a:srgbClr val="1D4ED8"/>
          </a:solidFill>
          <a:ln w="13097">
            <a:solidFill>
              <a:srgbClr val="172B4D"/>
            </a:solidFill>
          </a:ln>
        </p:spPr>
      </p:sp>
      <p:sp>
        <p:nvSpPr>
          <p:cNvPr id="375" name="object-375">
            <a:extLst>
              <a:ext uri="{FF2B5EF4-FFF2-40B4-BE49-F238E27FC236}">
                <a16:creationId xmlns:a16="http://schemas.microsoft.com/office/drawing/2014/main" id="{F5AC3D73-71CB-46EF-9BE7-9F53A0548DBC}"/>
              </a:ext>
            </a:extLst>
          </p:cNvPr>
          <p:cNvSpPr>
            <a:spLocks noGrp="1"/>
          </p:cNvSpPr>
          <p:nvPr/>
        </p:nvSpPr>
        <p:spPr>
          <a:xfrm>
            <a:off x="12589669" y="2857500"/>
            <a:ext cx="26194" cy="547688"/>
          </a:xfrm>
          <a:prstGeom prst="rect">
            <a:avLst/>
          </a:prstGeom>
          <a:solidFill>
            <a:srgbClr val="1D4ED8"/>
          </a:solidFill>
          <a:ln w="13097">
            <a:solidFill>
              <a:srgbClr val="172B4D"/>
            </a:solidFill>
          </a:ln>
        </p:spPr>
      </p:sp>
      <p:sp>
        <p:nvSpPr>
          <p:cNvPr id="376" name="object-376">
            <a:extLst>
              <a:ext uri="{FF2B5EF4-FFF2-40B4-BE49-F238E27FC236}">
                <a16:creationId xmlns:a16="http://schemas.microsoft.com/office/drawing/2014/main" id="{78758FF5-6A4E-4B78-B613-530B2D90481D}"/>
              </a:ext>
            </a:extLst>
          </p:cNvPr>
          <p:cNvSpPr>
            <a:spLocks noGrp="1"/>
          </p:cNvSpPr>
          <p:nvPr/>
        </p:nvSpPr>
        <p:spPr>
          <a:xfrm>
            <a:off x="12615863" y="2857500"/>
            <a:ext cx="26194" cy="547688"/>
          </a:xfrm>
          <a:prstGeom prst="rect">
            <a:avLst/>
          </a:prstGeom>
          <a:solidFill>
            <a:srgbClr val="1D4ED8"/>
          </a:solidFill>
          <a:ln w="13097">
            <a:solidFill>
              <a:srgbClr val="172B4D"/>
            </a:solidFill>
          </a:ln>
        </p:spPr>
      </p:sp>
      <p:sp>
        <p:nvSpPr>
          <p:cNvPr id="377" name="object-377">
            <a:extLst>
              <a:ext uri="{FF2B5EF4-FFF2-40B4-BE49-F238E27FC236}">
                <a16:creationId xmlns:a16="http://schemas.microsoft.com/office/drawing/2014/main" id="{58E79F3D-832E-48B6-8F40-D8B11094465C}"/>
              </a:ext>
            </a:extLst>
          </p:cNvPr>
          <p:cNvSpPr>
            <a:spLocks noGrp="1"/>
          </p:cNvSpPr>
          <p:nvPr/>
        </p:nvSpPr>
        <p:spPr>
          <a:xfrm>
            <a:off x="12642056" y="2857500"/>
            <a:ext cx="26194" cy="547688"/>
          </a:xfrm>
          <a:prstGeom prst="rect">
            <a:avLst/>
          </a:prstGeom>
          <a:solidFill>
            <a:srgbClr val="1D4ED8"/>
          </a:solidFill>
          <a:ln w="13097">
            <a:solidFill>
              <a:srgbClr val="172B4D"/>
            </a:solidFill>
          </a:ln>
        </p:spPr>
      </p:sp>
      <p:sp>
        <p:nvSpPr>
          <p:cNvPr id="378" name="object-378">
            <a:extLst>
              <a:ext uri="{FF2B5EF4-FFF2-40B4-BE49-F238E27FC236}">
                <a16:creationId xmlns:a16="http://schemas.microsoft.com/office/drawing/2014/main" id="{EB2DFA6E-5E60-458A-AEA8-EAF82563E285}"/>
              </a:ext>
            </a:extLst>
          </p:cNvPr>
          <p:cNvSpPr>
            <a:spLocks noGrp="1"/>
          </p:cNvSpPr>
          <p:nvPr/>
        </p:nvSpPr>
        <p:spPr>
          <a:xfrm>
            <a:off x="12668250" y="2857500"/>
            <a:ext cx="26194" cy="547688"/>
          </a:xfrm>
          <a:prstGeom prst="rect">
            <a:avLst/>
          </a:prstGeom>
          <a:solidFill>
            <a:srgbClr val="1D4ED8"/>
          </a:solidFill>
          <a:ln w="13097">
            <a:solidFill>
              <a:srgbClr val="172B4D"/>
            </a:solidFill>
          </a:ln>
        </p:spPr>
      </p:sp>
      <p:sp>
        <p:nvSpPr>
          <p:cNvPr id="379" name="object-379">
            <a:extLst>
              <a:ext uri="{FF2B5EF4-FFF2-40B4-BE49-F238E27FC236}">
                <a16:creationId xmlns:a16="http://schemas.microsoft.com/office/drawing/2014/main" id="{9C32E5F9-4F7E-4711-865A-D3ED095D8EE2}"/>
              </a:ext>
            </a:extLst>
          </p:cNvPr>
          <p:cNvSpPr>
            <a:spLocks noGrp="1"/>
          </p:cNvSpPr>
          <p:nvPr/>
        </p:nvSpPr>
        <p:spPr>
          <a:xfrm>
            <a:off x="12694444" y="2857500"/>
            <a:ext cx="26194" cy="547688"/>
          </a:xfrm>
          <a:prstGeom prst="rect">
            <a:avLst/>
          </a:prstGeom>
          <a:solidFill>
            <a:srgbClr val="1D4ED8"/>
          </a:solidFill>
          <a:ln w="13097">
            <a:solidFill>
              <a:srgbClr val="172B4D"/>
            </a:solidFill>
          </a:ln>
        </p:spPr>
      </p:sp>
      <p:sp>
        <p:nvSpPr>
          <p:cNvPr id="380" name="object-380">
            <a:extLst>
              <a:ext uri="{FF2B5EF4-FFF2-40B4-BE49-F238E27FC236}">
                <a16:creationId xmlns:a16="http://schemas.microsoft.com/office/drawing/2014/main" id="{185457A3-72D2-4ECB-9A20-B44CF75827D5}"/>
              </a:ext>
            </a:extLst>
          </p:cNvPr>
          <p:cNvSpPr>
            <a:spLocks noGrp="1"/>
          </p:cNvSpPr>
          <p:nvPr/>
        </p:nvSpPr>
        <p:spPr>
          <a:xfrm>
            <a:off x="12720638" y="2857500"/>
            <a:ext cx="26194" cy="547688"/>
          </a:xfrm>
          <a:prstGeom prst="rect">
            <a:avLst/>
          </a:prstGeom>
          <a:solidFill>
            <a:srgbClr val="FFFFFF"/>
          </a:solidFill>
          <a:ln w="13097">
            <a:solidFill>
              <a:srgbClr val="172B4D"/>
            </a:solidFill>
          </a:ln>
        </p:spPr>
      </p:sp>
      <p:sp>
        <p:nvSpPr>
          <p:cNvPr id="381" name="object-381">
            <a:extLst>
              <a:ext uri="{FF2B5EF4-FFF2-40B4-BE49-F238E27FC236}">
                <a16:creationId xmlns:a16="http://schemas.microsoft.com/office/drawing/2014/main" id="{8FD28E24-2737-4713-A599-CF6B90802768}"/>
              </a:ext>
            </a:extLst>
          </p:cNvPr>
          <p:cNvSpPr>
            <a:spLocks noGrp="1"/>
          </p:cNvSpPr>
          <p:nvPr/>
        </p:nvSpPr>
        <p:spPr>
          <a:xfrm>
            <a:off x="12746831" y="2857500"/>
            <a:ext cx="26194" cy="547688"/>
          </a:xfrm>
          <a:prstGeom prst="rect">
            <a:avLst/>
          </a:prstGeom>
          <a:solidFill>
            <a:srgbClr val="FFFFFF"/>
          </a:solidFill>
          <a:ln w="13097">
            <a:solidFill>
              <a:srgbClr val="172B4D"/>
            </a:solidFill>
          </a:ln>
        </p:spPr>
      </p:sp>
      <p:sp>
        <p:nvSpPr>
          <p:cNvPr id="382" name="object-382">
            <a:extLst>
              <a:ext uri="{FF2B5EF4-FFF2-40B4-BE49-F238E27FC236}">
                <a16:creationId xmlns:a16="http://schemas.microsoft.com/office/drawing/2014/main" id="{9DBB4BF3-15FF-4738-BF74-576841A8C2D9}"/>
              </a:ext>
            </a:extLst>
          </p:cNvPr>
          <p:cNvSpPr>
            <a:spLocks noGrp="1"/>
          </p:cNvSpPr>
          <p:nvPr/>
        </p:nvSpPr>
        <p:spPr>
          <a:xfrm>
            <a:off x="12773025" y="2857500"/>
            <a:ext cx="26194" cy="547688"/>
          </a:xfrm>
          <a:prstGeom prst="rect">
            <a:avLst/>
          </a:prstGeom>
          <a:solidFill>
            <a:srgbClr val="FFFFFF"/>
          </a:solidFill>
          <a:ln w="13097">
            <a:solidFill>
              <a:srgbClr val="172B4D"/>
            </a:solidFill>
          </a:ln>
        </p:spPr>
      </p:sp>
      <p:sp>
        <p:nvSpPr>
          <p:cNvPr id="383" name="object-383">
            <a:extLst>
              <a:ext uri="{FF2B5EF4-FFF2-40B4-BE49-F238E27FC236}">
                <a16:creationId xmlns:a16="http://schemas.microsoft.com/office/drawing/2014/main" id="{DCE1585B-E807-4BBF-ACCF-4EE142F0D297}"/>
              </a:ext>
            </a:extLst>
          </p:cNvPr>
          <p:cNvSpPr>
            <a:spLocks noGrp="1"/>
          </p:cNvSpPr>
          <p:nvPr/>
        </p:nvSpPr>
        <p:spPr>
          <a:xfrm>
            <a:off x="12799219" y="2857500"/>
            <a:ext cx="26194" cy="547688"/>
          </a:xfrm>
          <a:prstGeom prst="rect">
            <a:avLst/>
          </a:prstGeom>
          <a:solidFill>
            <a:srgbClr val="FFFFFF"/>
          </a:solidFill>
          <a:ln w="13097">
            <a:solidFill>
              <a:srgbClr val="172B4D"/>
            </a:solidFill>
          </a:ln>
        </p:spPr>
      </p:sp>
      <p:sp>
        <p:nvSpPr>
          <p:cNvPr id="384" name="object-384">
            <a:extLst>
              <a:ext uri="{FF2B5EF4-FFF2-40B4-BE49-F238E27FC236}">
                <a16:creationId xmlns:a16="http://schemas.microsoft.com/office/drawing/2014/main" id="{911830B4-7FD8-4018-8ADE-086A7B095A4D}"/>
              </a:ext>
            </a:extLst>
          </p:cNvPr>
          <p:cNvSpPr>
            <a:spLocks noGrp="1"/>
          </p:cNvSpPr>
          <p:nvPr/>
        </p:nvSpPr>
        <p:spPr>
          <a:xfrm>
            <a:off x="12825413" y="2857500"/>
            <a:ext cx="26194" cy="547688"/>
          </a:xfrm>
          <a:prstGeom prst="rect">
            <a:avLst/>
          </a:prstGeom>
          <a:solidFill>
            <a:srgbClr val="FFFFFF"/>
          </a:solidFill>
          <a:ln w="13097">
            <a:solidFill>
              <a:srgbClr val="172B4D"/>
            </a:solidFill>
          </a:ln>
        </p:spPr>
      </p:sp>
      <p:sp>
        <p:nvSpPr>
          <p:cNvPr id="385" name="object-385">
            <a:extLst>
              <a:ext uri="{FF2B5EF4-FFF2-40B4-BE49-F238E27FC236}">
                <a16:creationId xmlns:a16="http://schemas.microsoft.com/office/drawing/2014/main" id="{F2082E18-98EC-4AE1-ADBC-AB21C6ED55DA}"/>
              </a:ext>
            </a:extLst>
          </p:cNvPr>
          <p:cNvSpPr>
            <a:spLocks noGrp="1"/>
          </p:cNvSpPr>
          <p:nvPr/>
        </p:nvSpPr>
        <p:spPr>
          <a:xfrm>
            <a:off x="12851606" y="2857500"/>
            <a:ext cx="26194" cy="547688"/>
          </a:xfrm>
          <a:prstGeom prst="rect">
            <a:avLst/>
          </a:prstGeom>
          <a:solidFill>
            <a:srgbClr val="FFFFFF"/>
          </a:solidFill>
          <a:ln w="13097">
            <a:solidFill>
              <a:srgbClr val="172B4D"/>
            </a:solidFill>
          </a:ln>
        </p:spPr>
      </p:sp>
      <p:sp>
        <p:nvSpPr>
          <p:cNvPr id="386" name="object-386">
            <a:extLst>
              <a:ext uri="{FF2B5EF4-FFF2-40B4-BE49-F238E27FC236}">
                <a16:creationId xmlns:a16="http://schemas.microsoft.com/office/drawing/2014/main" id="{AB117FBA-88C5-4CB4-BB10-85E5C15817F9}"/>
              </a:ext>
            </a:extLst>
          </p:cNvPr>
          <p:cNvSpPr>
            <a:spLocks noGrp="1"/>
          </p:cNvSpPr>
          <p:nvPr/>
        </p:nvSpPr>
        <p:spPr>
          <a:xfrm>
            <a:off x="12877800" y="2857500"/>
            <a:ext cx="26194" cy="547688"/>
          </a:xfrm>
          <a:prstGeom prst="rect">
            <a:avLst/>
          </a:prstGeom>
          <a:solidFill>
            <a:srgbClr val="FFFFFF"/>
          </a:solidFill>
          <a:ln w="13097">
            <a:solidFill>
              <a:srgbClr val="172B4D"/>
            </a:solidFill>
          </a:ln>
        </p:spPr>
      </p:sp>
      <p:sp>
        <p:nvSpPr>
          <p:cNvPr id="387" name="object-387">
            <a:extLst>
              <a:ext uri="{FF2B5EF4-FFF2-40B4-BE49-F238E27FC236}">
                <a16:creationId xmlns:a16="http://schemas.microsoft.com/office/drawing/2014/main" id="{C612649A-A777-4677-BECE-A97853BD8051}"/>
              </a:ext>
            </a:extLst>
          </p:cNvPr>
          <p:cNvSpPr>
            <a:spLocks noGrp="1"/>
          </p:cNvSpPr>
          <p:nvPr/>
        </p:nvSpPr>
        <p:spPr>
          <a:xfrm>
            <a:off x="12903994" y="2857500"/>
            <a:ext cx="26194" cy="547688"/>
          </a:xfrm>
          <a:prstGeom prst="rect">
            <a:avLst/>
          </a:prstGeom>
          <a:solidFill>
            <a:srgbClr val="FFFFFF"/>
          </a:solidFill>
          <a:ln w="13097">
            <a:solidFill>
              <a:srgbClr val="172B4D"/>
            </a:solidFill>
          </a:ln>
        </p:spPr>
      </p:sp>
      <p:sp>
        <p:nvSpPr>
          <p:cNvPr id="388" name="object-388">
            <a:extLst>
              <a:ext uri="{FF2B5EF4-FFF2-40B4-BE49-F238E27FC236}">
                <a16:creationId xmlns:a16="http://schemas.microsoft.com/office/drawing/2014/main" id="{3D2D37AA-DF62-43A2-B175-4A6812B52B65}"/>
              </a:ext>
            </a:extLst>
          </p:cNvPr>
          <p:cNvSpPr>
            <a:spLocks noGrp="1"/>
          </p:cNvSpPr>
          <p:nvPr/>
        </p:nvSpPr>
        <p:spPr>
          <a:xfrm>
            <a:off x="12930188" y="2857500"/>
            <a:ext cx="26194" cy="547688"/>
          </a:xfrm>
          <a:prstGeom prst="rect">
            <a:avLst/>
          </a:prstGeom>
          <a:solidFill>
            <a:srgbClr val="FFFFFF"/>
          </a:solidFill>
          <a:ln w="13097">
            <a:solidFill>
              <a:srgbClr val="172B4D"/>
            </a:solidFill>
          </a:ln>
        </p:spPr>
      </p:sp>
      <p:sp>
        <p:nvSpPr>
          <p:cNvPr id="389" name="object-389">
            <a:extLst>
              <a:ext uri="{FF2B5EF4-FFF2-40B4-BE49-F238E27FC236}">
                <a16:creationId xmlns:a16="http://schemas.microsoft.com/office/drawing/2014/main" id="{3ED995A0-2F4C-4A18-9E90-E522153E1D6A}"/>
              </a:ext>
            </a:extLst>
          </p:cNvPr>
          <p:cNvSpPr>
            <a:spLocks noGrp="1"/>
          </p:cNvSpPr>
          <p:nvPr/>
        </p:nvSpPr>
        <p:spPr>
          <a:xfrm>
            <a:off x="12956381" y="2857500"/>
            <a:ext cx="26194" cy="547688"/>
          </a:xfrm>
          <a:prstGeom prst="rect">
            <a:avLst/>
          </a:prstGeom>
          <a:solidFill>
            <a:srgbClr val="FFFFFF"/>
          </a:solidFill>
          <a:ln w="13097">
            <a:solidFill>
              <a:srgbClr val="172B4D"/>
            </a:solidFill>
          </a:ln>
        </p:spPr>
      </p:sp>
      <p:sp>
        <p:nvSpPr>
          <p:cNvPr id="390" name="object-390">
            <a:extLst>
              <a:ext uri="{FF2B5EF4-FFF2-40B4-BE49-F238E27FC236}">
                <a16:creationId xmlns:a16="http://schemas.microsoft.com/office/drawing/2014/main" id="{719165DE-E8CE-4F6E-805B-294E2DB6D65E}"/>
              </a:ext>
            </a:extLst>
          </p:cNvPr>
          <p:cNvSpPr>
            <a:spLocks noGrp="1"/>
          </p:cNvSpPr>
          <p:nvPr/>
        </p:nvSpPr>
        <p:spPr>
          <a:xfrm>
            <a:off x="12982575" y="2857500"/>
            <a:ext cx="26194" cy="547688"/>
          </a:xfrm>
          <a:prstGeom prst="rect">
            <a:avLst/>
          </a:prstGeom>
          <a:solidFill>
            <a:srgbClr val="FFFFFF"/>
          </a:solidFill>
          <a:ln w="13097">
            <a:solidFill>
              <a:srgbClr val="172B4D"/>
            </a:solidFill>
          </a:ln>
        </p:spPr>
      </p:sp>
      <p:sp>
        <p:nvSpPr>
          <p:cNvPr id="391" name="object-391">
            <a:extLst>
              <a:ext uri="{FF2B5EF4-FFF2-40B4-BE49-F238E27FC236}">
                <a16:creationId xmlns:a16="http://schemas.microsoft.com/office/drawing/2014/main" id="{E1ACDAEF-8F08-4384-955D-117520982A9C}"/>
              </a:ext>
            </a:extLst>
          </p:cNvPr>
          <p:cNvSpPr>
            <a:spLocks noGrp="1"/>
          </p:cNvSpPr>
          <p:nvPr/>
        </p:nvSpPr>
        <p:spPr>
          <a:xfrm>
            <a:off x="13008769" y="2857500"/>
            <a:ext cx="26194" cy="547688"/>
          </a:xfrm>
          <a:prstGeom prst="rect">
            <a:avLst/>
          </a:prstGeom>
          <a:solidFill>
            <a:srgbClr val="FFFFFF"/>
          </a:solidFill>
          <a:ln w="13097">
            <a:solidFill>
              <a:srgbClr val="172B4D"/>
            </a:solidFill>
          </a:ln>
        </p:spPr>
      </p:sp>
      <p:sp>
        <p:nvSpPr>
          <p:cNvPr id="392" name="object-392">
            <a:extLst>
              <a:ext uri="{FF2B5EF4-FFF2-40B4-BE49-F238E27FC236}">
                <a16:creationId xmlns:a16="http://schemas.microsoft.com/office/drawing/2014/main" id="{C3A89782-C6ED-4728-B2CB-2AE0047929B2}"/>
              </a:ext>
            </a:extLst>
          </p:cNvPr>
          <p:cNvSpPr>
            <a:spLocks noGrp="1"/>
          </p:cNvSpPr>
          <p:nvPr/>
        </p:nvSpPr>
        <p:spPr>
          <a:xfrm>
            <a:off x="13034963" y="2857500"/>
            <a:ext cx="26194" cy="547688"/>
          </a:xfrm>
          <a:prstGeom prst="rect">
            <a:avLst/>
          </a:prstGeom>
          <a:solidFill>
            <a:srgbClr val="FFFFFF"/>
          </a:solidFill>
          <a:ln w="13097">
            <a:solidFill>
              <a:srgbClr val="172B4D"/>
            </a:solidFill>
          </a:ln>
        </p:spPr>
      </p:sp>
      <p:sp>
        <p:nvSpPr>
          <p:cNvPr id="393" name="object-393">
            <a:extLst>
              <a:ext uri="{FF2B5EF4-FFF2-40B4-BE49-F238E27FC236}">
                <a16:creationId xmlns:a16="http://schemas.microsoft.com/office/drawing/2014/main" id="{97DFE279-0D3B-4660-8775-1F70EE528DF6}"/>
              </a:ext>
            </a:extLst>
          </p:cNvPr>
          <p:cNvSpPr>
            <a:spLocks noGrp="1"/>
          </p:cNvSpPr>
          <p:nvPr/>
        </p:nvSpPr>
        <p:spPr>
          <a:xfrm>
            <a:off x="13061156" y="2857500"/>
            <a:ext cx="26194" cy="547688"/>
          </a:xfrm>
          <a:prstGeom prst="rect">
            <a:avLst/>
          </a:prstGeom>
          <a:solidFill>
            <a:srgbClr val="FFFFFF"/>
          </a:solidFill>
          <a:ln w="13097">
            <a:solidFill>
              <a:srgbClr val="172B4D"/>
            </a:solidFill>
          </a:ln>
        </p:spPr>
      </p:sp>
      <p:sp>
        <p:nvSpPr>
          <p:cNvPr id="394" name="object-394">
            <a:extLst>
              <a:ext uri="{FF2B5EF4-FFF2-40B4-BE49-F238E27FC236}">
                <a16:creationId xmlns:a16="http://schemas.microsoft.com/office/drawing/2014/main" id="{2DCB3C5B-AE79-4BB1-81A3-FB2C5A1C2E58}"/>
              </a:ext>
            </a:extLst>
          </p:cNvPr>
          <p:cNvSpPr>
            <a:spLocks noGrp="1"/>
          </p:cNvSpPr>
          <p:nvPr/>
        </p:nvSpPr>
        <p:spPr>
          <a:xfrm>
            <a:off x="13087350" y="2857500"/>
            <a:ext cx="26194" cy="547688"/>
          </a:xfrm>
          <a:prstGeom prst="rect">
            <a:avLst/>
          </a:prstGeom>
          <a:solidFill>
            <a:srgbClr val="FFFFFF"/>
          </a:solidFill>
          <a:ln w="13097">
            <a:solidFill>
              <a:srgbClr val="172B4D"/>
            </a:solidFill>
          </a:ln>
        </p:spPr>
      </p:sp>
      <p:sp>
        <p:nvSpPr>
          <p:cNvPr id="395" name="object-395">
            <a:extLst>
              <a:ext uri="{FF2B5EF4-FFF2-40B4-BE49-F238E27FC236}">
                <a16:creationId xmlns:a16="http://schemas.microsoft.com/office/drawing/2014/main" id="{D399991D-E1E9-44F6-A10A-F4446A033EAF}"/>
              </a:ext>
            </a:extLst>
          </p:cNvPr>
          <p:cNvSpPr>
            <a:spLocks noGrp="1"/>
          </p:cNvSpPr>
          <p:nvPr/>
        </p:nvSpPr>
        <p:spPr>
          <a:xfrm>
            <a:off x="13113544" y="2857500"/>
            <a:ext cx="26194" cy="547688"/>
          </a:xfrm>
          <a:prstGeom prst="rect">
            <a:avLst/>
          </a:prstGeom>
          <a:solidFill>
            <a:srgbClr val="FFFFFF"/>
          </a:solidFill>
          <a:ln w="13097">
            <a:solidFill>
              <a:srgbClr val="172B4D"/>
            </a:solidFill>
          </a:ln>
        </p:spPr>
      </p:sp>
      <p:sp>
        <p:nvSpPr>
          <p:cNvPr id="396" name="object-396">
            <a:extLst>
              <a:ext uri="{FF2B5EF4-FFF2-40B4-BE49-F238E27FC236}">
                <a16:creationId xmlns:a16="http://schemas.microsoft.com/office/drawing/2014/main" id="{1B54BABD-E216-454B-840D-E8BE5AEC7B1A}"/>
              </a:ext>
            </a:extLst>
          </p:cNvPr>
          <p:cNvSpPr>
            <a:spLocks noGrp="1"/>
          </p:cNvSpPr>
          <p:nvPr/>
        </p:nvSpPr>
        <p:spPr>
          <a:xfrm>
            <a:off x="13139738" y="2857500"/>
            <a:ext cx="26194" cy="547688"/>
          </a:xfrm>
          <a:prstGeom prst="rect">
            <a:avLst/>
          </a:prstGeom>
          <a:solidFill>
            <a:srgbClr val="FFFFFF"/>
          </a:solidFill>
          <a:ln w="13097">
            <a:solidFill>
              <a:srgbClr val="172B4D"/>
            </a:solidFill>
          </a:ln>
        </p:spPr>
      </p:sp>
      <p:sp>
        <p:nvSpPr>
          <p:cNvPr id="397" name="object-397">
            <a:extLst>
              <a:ext uri="{FF2B5EF4-FFF2-40B4-BE49-F238E27FC236}">
                <a16:creationId xmlns:a16="http://schemas.microsoft.com/office/drawing/2014/main" id="{6E571900-5BFB-4B35-A597-BC300E916916}"/>
              </a:ext>
            </a:extLst>
          </p:cNvPr>
          <p:cNvSpPr>
            <a:spLocks noGrp="1"/>
          </p:cNvSpPr>
          <p:nvPr/>
        </p:nvSpPr>
        <p:spPr>
          <a:xfrm>
            <a:off x="13165931" y="2857500"/>
            <a:ext cx="26194" cy="547688"/>
          </a:xfrm>
          <a:prstGeom prst="rect">
            <a:avLst/>
          </a:prstGeom>
          <a:solidFill>
            <a:srgbClr val="FFFFFF"/>
          </a:solidFill>
          <a:ln w="13097">
            <a:solidFill>
              <a:srgbClr val="172B4D"/>
            </a:solidFill>
          </a:ln>
        </p:spPr>
      </p:sp>
      <p:sp>
        <p:nvSpPr>
          <p:cNvPr id="398" name="object-398">
            <a:extLst>
              <a:ext uri="{FF2B5EF4-FFF2-40B4-BE49-F238E27FC236}">
                <a16:creationId xmlns:a16="http://schemas.microsoft.com/office/drawing/2014/main" id="{E3E4CA48-0A36-4DE7-AB10-5D7AB6C4D3D7}"/>
              </a:ext>
            </a:extLst>
          </p:cNvPr>
          <p:cNvSpPr>
            <a:spLocks noGrp="1"/>
          </p:cNvSpPr>
          <p:nvPr/>
        </p:nvSpPr>
        <p:spPr>
          <a:xfrm>
            <a:off x="13192125" y="2857500"/>
            <a:ext cx="26194" cy="547688"/>
          </a:xfrm>
          <a:prstGeom prst="rect">
            <a:avLst/>
          </a:prstGeom>
          <a:solidFill>
            <a:srgbClr val="FFFFFF"/>
          </a:solidFill>
          <a:ln w="13097">
            <a:solidFill>
              <a:srgbClr val="172B4D"/>
            </a:solidFill>
          </a:ln>
        </p:spPr>
      </p:sp>
      <p:sp>
        <p:nvSpPr>
          <p:cNvPr id="399" name="object-399">
            <a:extLst>
              <a:ext uri="{FF2B5EF4-FFF2-40B4-BE49-F238E27FC236}">
                <a16:creationId xmlns:a16="http://schemas.microsoft.com/office/drawing/2014/main" id="{6432C07F-2CA2-454E-BDDA-44A4F9199D77}"/>
              </a:ext>
            </a:extLst>
          </p:cNvPr>
          <p:cNvSpPr>
            <a:spLocks noGrp="1"/>
          </p:cNvSpPr>
          <p:nvPr/>
        </p:nvSpPr>
        <p:spPr>
          <a:xfrm>
            <a:off x="13218319" y="2857500"/>
            <a:ext cx="26194" cy="547688"/>
          </a:xfrm>
          <a:prstGeom prst="rect">
            <a:avLst/>
          </a:prstGeom>
          <a:solidFill>
            <a:srgbClr val="FFFFFF"/>
          </a:solidFill>
          <a:ln w="13097">
            <a:solidFill>
              <a:srgbClr val="172B4D"/>
            </a:solidFill>
          </a:ln>
        </p:spPr>
      </p:sp>
      <p:sp>
        <p:nvSpPr>
          <p:cNvPr id="400" name="object-400">
            <a:extLst>
              <a:ext uri="{FF2B5EF4-FFF2-40B4-BE49-F238E27FC236}">
                <a16:creationId xmlns:a16="http://schemas.microsoft.com/office/drawing/2014/main" id="{2D5C6C86-0872-4287-A216-2E8593A03C5D}"/>
              </a:ext>
            </a:extLst>
          </p:cNvPr>
          <p:cNvSpPr>
            <a:spLocks noGrp="1"/>
          </p:cNvSpPr>
          <p:nvPr/>
        </p:nvSpPr>
        <p:spPr>
          <a:xfrm>
            <a:off x="13244513" y="2857500"/>
            <a:ext cx="26194" cy="547688"/>
          </a:xfrm>
          <a:prstGeom prst="rect">
            <a:avLst/>
          </a:prstGeom>
          <a:solidFill>
            <a:srgbClr val="FFFFFF"/>
          </a:solidFill>
          <a:ln w="13097">
            <a:solidFill>
              <a:srgbClr val="172B4D"/>
            </a:solidFill>
          </a:ln>
        </p:spPr>
      </p:sp>
      <p:sp>
        <p:nvSpPr>
          <p:cNvPr id="401" name="object-401">
            <a:extLst>
              <a:ext uri="{FF2B5EF4-FFF2-40B4-BE49-F238E27FC236}">
                <a16:creationId xmlns:a16="http://schemas.microsoft.com/office/drawing/2014/main" id="{543435AE-F468-4E1F-8C35-E1233ACD6039}"/>
              </a:ext>
            </a:extLst>
          </p:cNvPr>
          <p:cNvSpPr>
            <a:spLocks noGrp="1"/>
          </p:cNvSpPr>
          <p:nvPr/>
        </p:nvSpPr>
        <p:spPr>
          <a:xfrm>
            <a:off x="13270706" y="2857500"/>
            <a:ext cx="26194" cy="547688"/>
          </a:xfrm>
          <a:prstGeom prst="rect">
            <a:avLst/>
          </a:prstGeom>
          <a:solidFill>
            <a:srgbClr val="FFFFFF"/>
          </a:solidFill>
          <a:ln w="13097">
            <a:solidFill>
              <a:srgbClr val="172B4D"/>
            </a:solidFill>
          </a:ln>
        </p:spPr>
      </p:sp>
      <p:sp>
        <p:nvSpPr>
          <p:cNvPr id="402" name="object-402">
            <a:extLst>
              <a:ext uri="{FF2B5EF4-FFF2-40B4-BE49-F238E27FC236}">
                <a16:creationId xmlns:a16="http://schemas.microsoft.com/office/drawing/2014/main" id="{B9D9278E-C190-4062-A79C-F73C1ADF5DAF}"/>
              </a:ext>
            </a:extLst>
          </p:cNvPr>
          <p:cNvSpPr>
            <a:spLocks noGrp="1"/>
          </p:cNvSpPr>
          <p:nvPr/>
        </p:nvSpPr>
        <p:spPr>
          <a:xfrm>
            <a:off x="13296900" y="2857500"/>
            <a:ext cx="26194" cy="547688"/>
          </a:xfrm>
          <a:prstGeom prst="rect">
            <a:avLst/>
          </a:prstGeom>
          <a:solidFill>
            <a:srgbClr val="FFFFFF"/>
          </a:solidFill>
          <a:ln w="13097">
            <a:solidFill>
              <a:srgbClr val="172B4D"/>
            </a:solidFill>
          </a:ln>
        </p:spPr>
      </p:sp>
      <p:sp>
        <p:nvSpPr>
          <p:cNvPr id="403" name="object-403">
            <a:extLst>
              <a:ext uri="{FF2B5EF4-FFF2-40B4-BE49-F238E27FC236}">
                <a16:creationId xmlns:a16="http://schemas.microsoft.com/office/drawing/2014/main" id="{A05E9AAA-09BC-48CE-8E38-E787AEE06678}"/>
              </a:ext>
            </a:extLst>
          </p:cNvPr>
          <p:cNvSpPr>
            <a:spLocks noGrp="1"/>
          </p:cNvSpPr>
          <p:nvPr/>
        </p:nvSpPr>
        <p:spPr>
          <a:xfrm>
            <a:off x="13323094" y="2857500"/>
            <a:ext cx="26194" cy="547688"/>
          </a:xfrm>
          <a:prstGeom prst="rect">
            <a:avLst/>
          </a:prstGeom>
          <a:solidFill>
            <a:srgbClr val="FFFFFF"/>
          </a:solidFill>
          <a:ln w="13097">
            <a:solidFill>
              <a:srgbClr val="172B4D"/>
            </a:solidFill>
          </a:ln>
        </p:spPr>
      </p:sp>
      <p:sp>
        <p:nvSpPr>
          <p:cNvPr id="404" name="object-404">
            <a:extLst>
              <a:ext uri="{FF2B5EF4-FFF2-40B4-BE49-F238E27FC236}">
                <a16:creationId xmlns:a16="http://schemas.microsoft.com/office/drawing/2014/main" id="{CF269508-B8FF-4021-B70B-A92489E89643}"/>
              </a:ext>
            </a:extLst>
          </p:cNvPr>
          <p:cNvSpPr>
            <a:spLocks noGrp="1"/>
          </p:cNvSpPr>
          <p:nvPr/>
        </p:nvSpPr>
        <p:spPr>
          <a:xfrm>
            <a:off x="13349288" y="2857500"/>
            <a:ext cx="26194" cy="547688"/>
          </a:xfrm>
          <a:prstGeom prst="rect">
            <a:avLst/>
          </a:prstGeom>
          <a:solidFill>
            <a:srgbClr val="FFFFFF"/>
          </a:solidFill>
          <a:ln w="13097">
            <a:solidFill>
              <a:srgbClr val="172B4D"/>
            </a:solidFill>
          </a:ln>
        </p:spPr>
      </p:sp>
      <p:sp>
        <p:nvSpPr>
          <p:cNvPr id="405" name="object-405">
            <a:extLst>
              <a:ext uri="{FF2B5EF4-FFF2-40B4-BE49-F238E27FC236}">
                <a16:creationId xmlns:a16="http://schemas.microsoft.com/office/drawing/2014/main" id="{C49B0957-A7DE-4726-AE33-1ACC4895434C}"/>
              </a:ext>
            </a:extLst>
          </p:cNvPr>
          <p:cNvSpPr>
            <a:spLocks noGrp="1"/>
          </p:cNvSpPr>
          <p:nvPr/>
        </p:nvSpPr>
        <p:spPr>
          <a:xfrm>
            <a:off x="13375481" y="2857500"/>
            <a:ext cx="26194" cy="547688"/>
          </a:xfrm>
          <a:prstGeom prst="rect">
            <a:avLst/>
          </a:prstGeom>
          <a:solidFill>
            <a:srgbClr val="FFFFFF"/>
          </a:solidFill>
          <a:ln w="13097">
            <a:solidFill>
              <a:srgbClr val="172B4D"/>
            </a:solidFill>
          </a:ln>
        </p:spPr>
      </p:sp>
      <p:sp>
        <p:nvSpPr>
          <p:cNvPr id="406" name="object-406">
            <a:extLst>
              <a:ext uri="{FF2B5EF4-FFF2-40B4-BE49-F238E27FC236}">
                <a16:creationId xmlns:a16="http://schemas.microsoft.com/office/drawing/2014/main" id="{B94F1AA2-B54F-4CB8-8D26-A0D791DFCE49}"/>
              </a:ext>
            </a:extLst>
          </p:cNvPr>
          <p:cNvSpPr>
            <a:spLocks noGrp="1"/>
          </p:cNvSpPr>
          <p:nvPr/>
        </p:nvSpPr>
        <p:spPr>
          <a:xfrm>
            <a:off x="13401675" y="2857500"/>
            <a:ext cx="26194" cy="547688"/>
          </a:xfrm>
          <a:prstGeom prst="rect">
            <a:avLst/>
          </a:prstGeom>
          <a:solidFill>
            <a:srgbClr val="FFFFFF"/>
          </a:solidFill>
          <a:ln w="13097">
            <a:solidFill>
              <a:srgbClr val="172B4D"/>
            </a:solidFill>
          </a:ln>
        </p:spPr>
      </p:sp>
      <p:sp>
        <p:nvSpPr>
          <p:cNvPr id="407" name="object-407">
            <a:extLst>
              <a:ext uri="{FF2B5EF4-FFF2-40B4-BE49-F238E27FC236}">
                <a16:creationId xmlns:a16="http://schemas.microsoft.com/office/drawing/2014/main" id="{6301EA36-561B-42ED-8C9E-096D73617C9A}"/>
              </a:ext>
            </a:extLst>
          </p:cNvPr>
          <p:cNvSpPr>
            <a:spLocks noGrp="1"/>
          </p:cNvSpPr>
          <p:nvPr/>
        </p:nvSpPr>
        <p:spPr>
          <a:xfrm>
            <a:off x="13427869" y="2857500"/>
            <a:ext cx="26194" cy="547688"/>
          </a:xfrm>
          <a:prstGeom prst="rect">
            <a:avLst/>
          </a:prstGeom>
          <a:solidFill>
            <a:srgbClr val="FFFFFF"/>
          </a:solidFill>
          <a:ln w="13097">
            <a:solidFill>
              <a:srgbClr val="172B4D"/>
            </a:solidFill>
          </a:ln>
        </p:spPr>
      </p:sp>
      <p:sp>
        <p:nvSpPr>
          <p:cNvPr id="408" name="object-408">
            <a:extLst>
              <a:ext uri="{FF2B5EF4-FFF2-40B4-BE49-F238E27FC236}">
                <a16:creationId xmlns:a16="http://schemas.microsoft.com/office/drawing/2014/main" id="{004BBFE2-78B6-4EC9-9C08-D7B8E4FAB869}"/>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372/100</a:t>
            </a:r>
          </a:p>
        </p:txBody>
      </p:sp>
      <p:sp>
        <p:nvSpPr>
          <p:cNvPr id="409" name="object-409">
            <a:extLst>
              <a:ext uri="{FF2B5EF4-FFF2-40B4-BE49-F238E27FC236}">
                <a16:creationId xmlns:a16="http://schemas.microsoft.com/office/drawing/2014/main" id="{20829697-0364-4325-AECE-78C7CB7DEF73}"/>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37/10</a:t>
            </a:r>
          </a:p>
        </p:txBody>
      </p:sp>
      <p:sp>
        <p:nvSpPr>
          <p:cNvPr id="410" name="object-410">
            <a:extLst>
              <a:ext uri="{FF2B5EF4-FFF2-40B4-BE49-F238E27FC236}">
                <a16:creationId xmlns:a16="http://schemas.microsoft.com/office/drawing/2014/main" id="{959C505D-8095-48DE-A12B-1FBCE5CC5BF4}"/>
              </a:ext>
            </a:extLst>
          </p:cNvPr>
          <p:cNvSpPr>
            <a:spLocks noGrp="1"/>
          </p:cNvSpPr>
          <p:nvPr/>
        </p:nvSpPr>
        <p:spPr>
          <a:xfrm>
            <a:off x="2976563" y="4048125"/>
            <a:ext cx="26194" cy="547688"/>
          </a:xfrm>
          <a:prstGeom prst="rect">
            <a:avLst/>
          </a:prstGeom>
          <a:solidFill>
            <a:srgbClr val="1D4ED8"/>
          </a:solidFill>
          <a:ln w="13097">
            <a:solidFill>
              <a:srgbClr val="172B4D"/>
            </a:solidFill>
          </a:ln>
        </p:spPr>
      </p:sp>
      <p:sp>
        <p:nvSpPr>
          <p:cNvPr id="411" name="object-411">
            <a:extLst>
              <a:ext uri="{FF2B5EF4-FFF2-40B4-BE49-F238E27FC236}">
                <a16:creationId xmlns:a16="http://schemas.microsoft.com/office/drawing/2014/main" id="{4C66B61C-9299-4CA7-A6C0-550C21EB61E4}"/>
              </a:ext>
            </a:extLst>
          </p:cNvPr>
          <p:cNvSpPr>
            <a:spLocks noGrp="1"/>
          </p:cNvSpPr>
          <p:nvPr/>
        </p:nvSpPr>
        <p:spPr>
          <a:xfrm>
            <a:off x="3002756" y="4048125"/>
            <a:ext cx="26194" cy="547688"/>
          </a:xfrm>
          <a:prstGeom prst="rect">
            <a:avLst/>
          </a:prstGeom>
          <a:solidFill>
            <a:srgbClr val="1D4ED8"/>
          </a:solidFill>
          <a:ln w="13097">
            <a:solidFill>
              <a:srgbClr val="172B4D"/>
            </a:solidFill>
          </a:ln>
        </p:spPr>
      </p:sp>
      <p:sp>
        <p:nvSpPr>
          <p:cNvPr id="412" name="object-412">
            <a:extLst>
              <a:ext uri="{FF2B5EF4-FFF2-40B4-BE49-F238E27FC236}">
                <a16:creationId xmlns:a16="http://schemas.microsoft.com/office/drawing/2014/main" id="{34600F6E-E458-4D45-AC53-3A408A77658E}"/>
              </a:ext>
            </a:extLst>
          </p:cNvPr>
          <p:cNvSpPr>
            <a:spLocks noGrp="1"/>
          </p:cNvSpPr>
          <p:nvPr/>
        </p:nvSpPr>
        <p:spPr>
          <a:xfrm>
            <a:off x="3028950" y="4048125"/>
            <a:ext cx="26194" cy="547688"/>
          </a:xfrm>
          <a:prstGeom prst="rect">
            <a:avLst/>
          </a:prstGeom>
          <a:solidFill>
            <a:srgbClr val="1D4ED8"/>
          </a:solidFill>
          <a:ln w="13097">
            <a:solidFill>
              <a:srgbClr val="172B4D"/>
            </a:solidFill>
          </a:ln>
        </p:spPr>
      </p:sp>
      <p:sp>
        <p:nvSpPr>
          <p:cNvPr id="413" name="object-413">
            <a:extLst>
              <a:ext uri="{FF2B5EF4-FFF2-40B4-BE49-F238E27FC236}">
                <a16:creationId xmlns:a16="http://schemas.microsoft.com/office/drawing/2014/main" id="{471E445C-E260-4092-B935-51A10965B5A0}"/>
              </a:ext>
            </a:extLst>
          </p:cNvPr>
          <p:cNvSpPr>
            <a:spLocks noGrp="1"/>
          </p:cNvSpPr>
          <p:nvPr/>
        </p:nvSpPr>
        <p:spPr>
          <a:xfrm>
            <a:off x="3055144" y="4048125"/>
            <a:ext cx="26194" cy="547688"/>
          </a:xfrm>
          <a:prstGeom prst="rect">
            <a:avLst/>
          </a:prstGeom>
          <a:solidFill>
            <a:srgbClr val="1D4ED8"/>
          </a:solidFill>
          <a:ln w="13097">
            <a:solidFill>
              <a:srgbClr val="172B4D"/>
            </a:solidFill>
          </a:ln>
        </p:spPr>
      </p:sp>
      <p:sp>
        <p:nvSpPr>
          <p:cNvPr id="414" name="object-414">
            <a:extLst>
              <a:ext uri="{FF2B5EF4-FFF2-40B4-BE49-F238E27FC236}">
                <a16:creationId xmlns:a16="http://schemas.microsoft.com/office/drawing/2014/main" id="{C1A31DC5-36B9-43C9-8C5A-4F349DF3BB6A}"/>
              </a:ext>
            </a:extLst>
          </p:cNvPr>
          <p:cNvSpPr>
            <a:spLocks noGrp="1"/>
          </p:cNvSpPr>
          <p:nvPr/>
        </p:nvSpPr>
        <p:spPr>
          <a:xfrm>
            <a:off x="3081338" y="4048125"/>
            <a:ext cx="26194" cy="547688"/>
          </a:xfrm>
          <a:prstGeom prst="rect">
            <a:avLst/>
          </a:prstGeom>
          <a:solidFill>
            <a:srgbClr val="1D4ED8"/>
          </a:solidFill>
          <a:ln w="13097">
            <a:solidFill>
              <a:srgbClr val="172B4D"/>
            </a:solidFill>
          </a:ln>
        </p:spPr>
      </p:sp>
      <p:sp>
        <p:nvSpPr>
          <p:cNvPr id="415" name="object-415">
            <a:extLst>
              <a:ext uri="{FF2B5EF4-FFF2-40B4-BE49-F238E27FC236}">
                <a16:creationId xmlns:a16="http://schemas.microsoft.com/office/drawing/2014/main" id="{53EA59C9-C090-4BC5-B1E9-2335C9C73F92}"/>
              </a:ext>
            </a:extLst>
          </p:cNvPr>
          <p:cNvSpPr>
            <a:spLocks noGrp="1"/>
          </p:cNvSpPr>
          <p:nvPr/>
        </p:nvSpPr>
        <p:spPr>
          <a:xfrm>
            <a:off x="3107531" y="4048125"/>
            <a:ext cx="26194" cy="547688"/>
          </a:xfrm>
          <a:prstGeom prst="rect">
            <a:avLst/>
          </a:prstGeom>
          <a:solidFill>
            <a:srgbClr val="1D4ED8"/>
          </a:solidFill>
          <a:ln w="13097">
            <a:solidFill>
              <a:srgbClr val="172B4D"/>
            </a:solidFill>
          </a:ln>
        </p:spPr>
      </p:sp>
      <p:sp>
        <p:nvSpPr>
          <p:cNvPr id="416" name="object-416">
            <a:extLst>
              <a:ext uri="{FF2B5EF4-FFF2-40B4-BE49-F238E27FC236}">
                <a16:creationId xmlns:a16="http://schemas.microsoft.com/office/drawing/2014/main" id="{2FD18482-5552-4265-B5CF-DF33E4BD6CA4}"/>
              </a:ext>
            </a:extLst>
          </p:cNvPr>
          <p:cNvSpPr>
            <a:spLocks noGrp="1"/>
          </p:cNvSpPr>
          <p:nvPr/>
        </p:nvSpPr>
        <p:spPr>
          <a:xfrm>
            <a:off x="3133725" y="4048125"/>
            <a:ext cx="26194" cy="547688"/>
          </a:xfrm>
          <a:prstGeom prst="rect">
            <a:avLst/>
          </a:prstGeom>
          <a:solidFill>
            <a:srgbClr val="1D4ED8"/>
          </a:solidFill>
          <a:ln w="13097">
            <a:solidFill>
              <a:srgbClr val="172B4D"/>
            </a:solidFill>
          </a:ln>
        </p:spPr>
      </p:sp>
      <p:sp>
        <p:nvSpPr>
          <p:cNvPr id="417" name="object-417">
            <a:extLst>
              <a:ext uri="{FF2B5EF4-FFF2-40B4-BE49-F238E27FC236}">
                <a16:creationId xmlns:a16="http://schemas.microsoft.com/office/drawing/2014/main" id="{18C5AB99-F3FD-48D2-A779-97CAB42FD4FF}"/>
              </a:ext>
            </a:extLst>
          </p:cNvPr>
          <p:cNvSpPr>
            <a:spLocks noGrp="1"/>
          </p:cNvSpPr>
          <p:nvPr/>
        </p:nvSpPr>
        <p:spPr>
          <a:xfrm>
            <a:off x="3159919" y="4048125"/>
            <a:ext cx="26194" cy="547688"/>
          </a:xfrm>
          <a:prstGeom prst="rect">
            <a:avLst/>
          </a:prstGeom>
          <a:solidFill>
            <a:srgbClr val="1D4ED8"/>
          </a:solidFill>
          <a:ln w="13097">
            <a:solidFill>
              <a:srgbClr val="172B4D"/>
            </a:solidFill>
          </a:ln>
        </p:spPr>
      </p:sp>
      <p:sp>
        <p:nvSpPr>
          <p:cNvPr id="418" name="object-418">
            <a:extLst>
              <a:ext uri="{FF2B5EF4-FFF2-40B4-BE49-F238E27FC236}">
                <a16:creationId xmlns:a16="http://schemas.microsoft.com/office/drawing/2014/main" id="{EB1269E6-3353-459A-9B6D-D69C885CACD2}"/>
              </a:ext>
            </a:extLst>
          </p:cNvPr>
          <p:cNvSpPr>
            <a:spLocks noGrp="1"/>
          </p:cNvSpPr>
          <p:nvPr/>
        </p:nvSpPr>
        <p:spPr>
          <a:xfrm>
            <a:off x="3186113" y="4048125"/>
            <a:ext cx="26194" cy="547688"/>
          </a:xfrm>
          <a:prstGeom prst="rect">
            <a:avLst/>
          </a:prstGeom>
          <a:solidFill>
            <a:srgbClr val="1D4ED8"/>
          </a:solidFill>
          <a:ln w="13097">
            <a:solidFill>
              <a:srgbClr val="172B4D"/>
            </a:solidFill>
          </a:ln>
        </p:spPr>
      </p:sp>
      <p:sp>
        <p:nvSpPr>
          <p:cNvPr id="419" name="object-419">
            <a:extLst>
              <a:ext uri="{FF2B5EF4-FFF2-40B4-BE49-F238E27FC236}">
                <a16:creationId xmlns:a16="http://schemas.microsoft.com/office/drawing/2014/main" id="{E5C36295-3BE0-44AD-B835-3099E6780905}"/>
              </a:ext>
            </a:extLst>
          </p:cNvPr>
          <p:cNvSpPr>
            <a:spLocks noGrp="1"/>
          </p:cNvSpPr>
          <p:nvPr/>
        </p:nvSpPr>
        <p:spPr>
          <a:xfrm>
            <a:off x="3212306" y="4048125"/>
            <a:ext cx="26194" cy="547688"/>
          </a:xfrm>
          <a:prstGeom prst="rect">
            <a:avLst/>
          </a:prstGeom>
          <a:solidFill>
            <a:srgbClr val="1D4ED8"/>
          </a:solidFill>
          <a:ln w="13097">
            <a:solidFill>
              <a:srgbClr val="172B4D"/>
            </a:solidFill>
          </a:ln>
        </p:spPr>
      </p:sp>
      <p:sp>
        <p:nvSpPr>
          <p:cNvPr id="420" name="object-420">
            <a:extLst>
              <a:ext uri="{FF2B5EF4-FFF2-40B4-BE49-F238E27FC236}">
                <a16:creationId xmlns:a16="http://schemas.microsoft.com/office/drawing/2014/main" id="{2415FC97-7264-4E07-B373-C6ECB7626D9F}"/>
              </a:ext>
            </a:extLst>
          </p:cNvPr>
          <p:cNvSpPr>
            <a:spLocks noGrp="1"/>
          </p:cNvSpPr>
          <p:nvPr/>
        </p:nvSpPr>
        <p:spPr>
          <a:xfrm>
            <a:off x="3238500" y="4048125"/>
            <a:ext cx="26194" cy="547688"/>
          </a:xfrm>
          <a:prstGeom prst="rect">
            <a:avLst/>
          </a:prstGeom>
          <a:solidFill>
            <a:srgbClr val="1D4ED8"/>
          </a:solidFill>
          <a:ln w="13097">
            <a:solidFill>
              <a:srgbClr val="172B4D"/>
            </a:solidFill>
          </a:ln>
        </p:spPr>
      </p:sp>
      <p:sp>
        <p:nvSpPr>
          <p:cNvPr id="421" name="object-421">
            <a:extLst>
              <a:ext uri="{FF2B5EF4-FFF2-40B4-BE49-F238E27FC236}">
                <a16:creationId xmlns:a16="http://schemas.microsoft.com/office/drawing/2014/main" id="{D55D85A7-A4B4-4E2A-960F-C373670EFBDE}"/>
              </a:ext>
            </a:extLst>
          </p:cNvPr>
          <p:cNvSpPr>
            <a:spLocks noGrp="1"/>
          </p:cNvSpPr>
          <p:nvPr/>
        </p:nvSpPr>
        <p:spPr>
          <a:xfrm>
            <a:off x="3264694" y="4048125"/>
            <a:ext cx="26194" cy="547688"/>
          </a:xfrm>
          <a:prstGeom prst="rect">
            <a:avLst/>
          </a:prstGeom>
          <a:solidFill>
            <a:srgbClr val="1D4ED8"/>
          </a:solidFill>
          <a:ln w="13097">
            <a:solidFill>
              <a:srgbClr val="172B4D"/>
            </a:solidFill>
          </a:ln>
        </p:spPr>
      </p:sp>
      <p:sp>
        <p:nvSpPr>
          <p:cNvPr id="422" name="object-422">
            <a:extLst>
              <a:ext uri="{FF2B5EF4-FFF2-40B4-BE49-F238E27FC236}">
                <a16:creationId xmlns:a16="http://schemas.microsoft.com/office/drawing/2014/main" id="{D2C42A33-84BB-4DAA-91CB-9D562295F9B6}"/>
              </a:ext>
            </a:extLst>
          </p:cNvPr>
          <p:cNvSpPr>
            <a:spLocks noGrp="1"/>
          </p:cNvSpPr>
          <p:nvPr/>
        </p:nvSpPr>
        <p:spPr>
          <a:xfrm>
            <a:off x="3290888" y="4048125"/>
            <a:ext cx="26194" cy="547688"/>
          </a:xfrm>
          <a:prstGeom prst="rect">
            <a:avLst/>
          </a:prstGeom>
          <a:solidFill>
            <a:srgbClr val="1D4ED8"/>
          </a:solidFill>
          <a:ln w="13097">
            <a:solidFill>
              <a:srgbClr val="172B4D"/>
            </a:solidFill>
          </a:ln>
        </p:spPr>
      </p:sp>
      <p:sp>
        <p:nvSpPr>
          <p:cNvPr id="423" name="object-423">
            <a:extLst>
              <a:ext uri="{FF2B5EF4-FFF2-40B4-BE49-F238E27FC236}">
                <a16:creationId xmlns:a16="http://schemas.microsoft.com/office/drawing/2014/main" id="{F32819B6-C6FD-4DFD-A170-C9951AA8E846}"/>
              </a:ext>
            </a:extLst>
          </p:cNvPr>
          <p:cNvSpPr>
            <a:spLocks noGrp="1"/>
          </p:cNvSpPr>
          <p:nvPr/>
        </p:nvSpPr>
        <p:spPr>
          <a:xfrm>
            <a:off x="3317081" y="4048125"/>
            <a:ext cx="26194" cy="547688"/>
          </a:xfrm>
          <a:prstGeom prst="rect">
            <a:avLst/>
          </a:prstGeom>
          <a:solidFill>
            <a:srgbClr val="1D4ED8"/>
          </a:solidFill>
          <a:ln w="13097">
            <a:solidFill>
              <a:srgbClr val="172B4D"/>
            </a:solidFill>
          </a:ln>
        </p:spPr>
      </p:sp>
      <p:sp>
        <p:nvSpPr>
          <p:cNvPr id="424" name="object-424">
            <a:extLst>
              <a:ext uri="{FF2B5EF4-FFF2-40B4-BE49-F238E27FC236}">
                <a16:creationId xmlns:a16="http://schemas.microsoft.com/office/drawing/2014/main" id="{2AD2DBC1-7A00-442E-B4AD-DF4989B23901}"/>
              </a:ext>
            </a:extLst>
          </p:cNvPr>
          <p:cNvSpPr>
            <a:spLocks noGrp="1"/>
          </p:cNvSpPr>
          <p:nvPr/>
        </p:nvSpPr>
        <p:spPr>
          <a:xfrm>
            <a:off x="3343275" y="4048125"/>
            <a:ext cx="26194" cy="547688"/>
          </a:xfrm>
          <a:prstGeom prst="rect">
            <a:avLst/>
          </a:prstGeom>
          <a:solidFill>
            <a:srgbClr val="1D4ED8"/>
          </a:solidFill>
          <a:ln w="13097">
            <a:solidFill>
              <a:srgbClr val="172B4D"/>
            </a:solidFill>
          </a:ln>
        </p:spPr>
      </p:sp>
      <p:sp>
        <p:nvSpPr>
          <p:cNvPr id="425" name="object-425">
            <a:extLst>
              <a:ext uri="{FF2B5EF4-FFF2-40B4-BE49-F238E27FC236}">
                <a16:creationId xmlns:a16="http://schemas.microsoft.com/office/drawing/2014/main" id="{63878A14-1687-4F90-9E3E-E40EF9311D58}"/>
              </a:ext>
            </a:extLst>
          </p:cNvPr>
          <p:cNvSpPr>
            <a:spLocks noGrp="1"/>
          </p:cNvSpPr>
          <p:nvPr/>
        </p:nvSpPr>
        <p:spPr>
          <a:xfrm>
            <a:off x="3369469" y="4048125"/>
            <a:ext cx="26194" cy="547688"/>
          </a:xfrm>
          <a:prstGeom prst="rect">
            <a:avLst/>
          </a:prstGeom>
          <a:solidFill>
            <a:srgbClr val="1D4ED8"/>
          </a:solidFill>
          <a:ln w="13097">
            <a:solidFill>
              <a:srgbClr val="172B4D"/>
            </a:solidFill>
          </a:ln>
        </p:spPr>
      </p:sp>
      <p:sp>
        <p:nvSpPr>
          <p:cNvPr id="426" name="object-426">
            <a:extLst>
              <a:ext uri="{FF2B5EF4-FFF2-40B4-BE49-F238E27FC236}">
                <a16:creationId xmlns:a16="http://schemas.microsoft.com/office/drawing/2014/main" id="{7E57A9C7-0DCC-491A-965B-C79578143D57}"/>
              </a:ext>
            </a:extLst>
          </p:cNvPr>
          <p:cNvSpPr>
            <a:spLocks noGrp="1"/>
          </p:cNvSpPr>
          <p:nvPr/>
        </p:nvSpPr>
        <p:spPr>
          <a:xfrm>
            <a:off x="3395663" y="4048125"/>
            <a:ext cx="26194" cy="547688"/>
          </a:xfrm>
          <a:prstGeom prst="rect">
            <a:avLst/>
          </a:prstGeom>
          <a:solidFill>
            <a:srgbClr val="1D4ED8"/>
          </a:solidFill>
          <a:ln w="13097">
            <a:solidFill>
              <a:srgbClr val="172B4D"/>
            </a:solidFill>
          </a:ln>
        </p:spPr>
      </p:sp>
      <p:sp>
        <p:nvSpPr>
          <p:cNvPr id="427" name="object-427">
            <a:extLst>
              <a:ext uri="{FF2B5EF4-FFF2-40B4-BE49-F238E27FC236}">
                <a16:creationId xmlns:a16="http://schemas.microsoft.com/office/drawing/2014/main" id="{30879109-85A9-4EF3-A846-1E056F391C61}"/>
              </a:ext>
            </a:extLst>
          </p:cNvPr>
          <p:cNvSpPr>
            <a:spLocks noGrp="1"/>
          </p:cNvSpPr>
          <p:nvPr/>
        </p:nvSpPr>
        <p:spPr>
          <a:xfrm>
            <a:off x="3421856" y="4048125"/>
            <a:ext cx="26194" cy="547688"/>
          </a:xfrm>
          <a:prstGeom prst="rect">
            <a:avLst/>
          </a:prstGeom>
          <a:solidFill>
            <a:srgbClr val="1D4ED8"/>
          </a:solidFill>
          <a:ln w="13097">
            <a:solidFill>
              <a:srgbClr val="172B4D"/>
            </a:solidFill>
          </a:ln>
        </p:spPr>
      </p:sp>
      <p:sp>
        <p:nvSpPr>
          <p:cNvPr id="428" name="object-428">
            <a:extLst>
              <a:ext uri="{FF2B5EF4-FFF2-40B4-BE49-F238E27FC236}">
                <a16:creationId xmlns:a16="http://schemas.microsoft.com/office/drawing/2014/main" id="{80F5ACCA-7C7F-4DB6-9EC6-EB12CD89F30F}"/>
              </a:ext>
            </a:extLst>
          </p:cNvPr>
          <p:cNvSpPr>
            <a:spLocks noGrp="1"/>
          </p:cNvSpPr>
          <p:nvPr/>
        </p:nvSpPr>
        <p:spPr>
          <a:xfrm>
            <a:off x="3448050" y="4048125"/>
            <a:ext cx="26194" cy="547688"/>
          </a:xfrm>
          <a:prstGeom prst="rect">
            <a:avLst/>
          </a:prstGeom>
          <a:solidFill>
            <a:srgbClr val="1D4ED8"/>
          </a:solidFill>
          <a:ln w="13097">
            <a:solidFill>
              <a:srgbClr val="172B4D"/>
            </a:solidFill>
          </a:ln>
        </p:spPr>
      </p:sp>
      <p:sp>
        <p:nvSpPr>
          <p:cNvPr id="429" name="object-429">
            <a:extLst>
              <a:ext uri="{FF2B5EF4-FFF2-40B4-BE49-F238E27FC236}">
                <a16:creationId xmlns:a16="http://schemas.microsoft.com/office/drawing/2014/main" id="{B6BF7C92-94ED-4E12-9105-1267A80A183F}"/>
              </a:ext>
            </a:extLst>
          </p:cNvPr>
          <p:cNvSpPr>
            <a:spLocks noGrp="1"/>
          </p:cNvSpPr>
          <p:nvPr/>
        </p:nvSpPr>
        <p:spPr>
          <a:xfrm>
            <a:off x="3474244" y="4048125"/>
            <a:ext cx="26194" cy="547688"/>
          </a:xfrm>
          <a:prstGeom prst="rect">
            <a:avLst/>
          </a:prstGeom>
          <a:solidFill>
            <a:srgbClr val="1D4ED8"/>
          </a:solidFill>
          <a:ln w="13097">
            <a:solidFill>
              <a:srgbClr val="172B4D"/>
            </a:solidFill>
          </a:ln>
        </p:spPr>
      </p:sp>
      <p:sp>
        <p:nvSpPr>
          <p:cNvPr id="430" name="object-430">
            <a:extLst>
              <a:ext uri="{FF2B5EF4-FFF2-40B4-BE49-F238E27FC236}">
                <a16:creationId xmlns:a16="http://schemas.microsoft.com/office/drawing/2014/main" id="{D7CD576E-57D2-4B65-B96B-5431F1EFCB9B}"/>
              </a:ext>
            </a:extLst>
          </p:cNvPr>
          <p:cNvSpPr>
            <a:spLocks noGrp="1"/>
          </p:cNvSpPr>
          <p:nvPr/>
        </p:nvSpPr>
        <p:spPr>
          <a:xfrm>
            <a:off x="3500438" y="4048125"/>
            <a:ext cx="26194" cy="547688"/>
          </a:xfrm>
          <a:prstGeom prst="rect">
            <a:avLst/>
          </a:prstGeom>
          <a:solidFill>
            <a:srgbClr val="1D4ED8"/>
          </a:solidFill>
          <a:ln w="13097">
            <a:solidFill>
              <a:srgbClr val="172B4D"/>
            </a:solidFill>
          </a:ln>
        </p:spPr>
      </p:sp>
      <p:sp>
        <p:nvSpPr>
          <p:cNvPr id="431" name="object-431">
            <a:extLst>
              <a:ext uri="{FF2B5EF4-FFF2-40B4-BE49-F238E27FC236}">
                <a16:creationId xmlns:a16="http://schemas.microsoft.com/office/drawing/2014/main" id="{EB760D93-BC48-42A1-8478-14354C0B6667}"/>
              </a:ext>
            </a:extLst>
          </p:cNvPr>
          <p:cNvSpPr>
            <a:spLocks noGrp="1"/>
          </p:cNvSpPr>
          <p:nvPr/>
        </p:nvSpPr>
        <p:spPr>
          <a:xfrm>
            <a:off x="3526631" y="4048125"/>
            <a:ext cx="26194" cy="547688"/>
          </a:xfrm>
          <a:prstGeom prst="rect">
            <a:avLst/>
          </a:prstGeom>
          <a:solidFill>
            <a:srgbClr val="1D4ED8"/>
          </a:solidFill>
          <a:ln w="13097">
            <a:solidFill>
              <a:srgbClr val="172B4D"/>
            </a:solidFill>
          </a:ln>
        </p:spPr>
      </p:sp>
      <p:sp>
        <p:nvSpPr>
          <p:cNvPr id="432" name="object-432">
            <a:extLst>
              <a:ext uri="{FF2B5EF4-FFF2-40B4-BE49-F238E27FC236}">
                <a16:creationId xmlns:a16="http://schemas.microsoft.com/office/drawing/2014/main" id="{45955737-FD58-44AB-848A-C3758D21FFA7}"/>
              </a:ext>
            </a:extLst>
          </p:cNvPr>
          <p:cNvSpPr>
            <a:spLocks noGrp="1"/>
          </p:cNvSpPr>
          <p:nvPr/>
        </p:nvSpPr>
        <p:spPr>
          <a:xfrm>
            <a:off x="3552825" y="4048125"/>
            <a:ext cx="26194" cy="547688"/>
          </a:xfrm>
          <a:prstGeom prst="rect">
            <a:avLst/>
          </a:prstGeom>
          <a:solidFill>
            <a:srgbClr val="1D4ED8"/>
          </a:solidFill>
          <a:ln w="13097">
            <a:solidFill>
              <a:srgbClr val="172B4D"/>
            </a:solidFill>
          </a:ln>
        </p:spPr>
      </p:sp>
      <p:sp>
        <p:nvSpPr>
          <p:cNvPr id="433" name="object-433">
            <a:extLst>
              <a:ext uri="{FF2B5EF4-FFF2-40B4-BE49-F238E27FC236}">
                <a16:creationId xmlns:a16="http://schemas.microsoft.com/office/drawing/2014/main" id="{FD4B411C-ACE8-4756-BBBF-7C0B30DA1E55}"/>
              </a:ext>
            </a:extLst>
          </p:cNvPr>
          <p:cNvSpPr>
            <a:spLocks noGrp="1"/>
          </p:cNvSpPr>
          <p:nvPr/>
        </p:nvSpPr>
        <p:spPr>
          <a:xfrm>
            <a:off x="3579019" y="4048125"/>
            <a:ext cx="26194" cy="547688"/>
          </a:xfrm>
          <a:prstGeom prst="rect">
            <a:avLst/>
          </a:prstGeom>
          <a:solidFill>
            <a:srgbClr val="1D4ED8"/>
          </a:solidFill>
          <a:ln w="13097">
            <a:solidFill>
              <a:srgbClr val="172B4D"/>
            </a:solidFill>
          </a:ln>
        </p:spPr>
      </p:sp>
      <p:sp>
        <p:nvSpPr>
          <p:cNvPr id="434" name="object-434">
            <a:extLst>
              <a:ext uri="{FF2B5EF4-FFF2-40B4-BE49-F238E27FC236}">
                <a16:creationId xmlns:a16="http://schemas.microsoft.com/office/drawing/2014/main" id="{8B33E42C-18AB-4766-9380-9137E8569479}"/>
              </a:ext>
            </a:extLst>
          </p:cNvPr>
          <p:cNvSpPr>
            <a:spLocks noGrp="1"/>
          </p:cNvSpPr>
          <p:nvPr/>
        </p:nvSpPr>
        <p:spPr>
          <a:xfrm>
            <a:off x="3605213" y="4048125"/>
            <a:ext cx="26194" cy="547688"/>
          </a:xfrm>
          <a:prstGeom prst="rect">
            <a:avLst/>
          </a:prstGeom>
          <a:solidFill>
            <a:srgbClr val="1D4ED8"/>
          </a:solidFill>
          <a:ln w="13097">
            <a:solidFill>
              <a:srgbClr val="172B4D"/>
            </a:solidFill>
          </a:ln>
        </p:spPr>
      </p:sp>
      <p:sp>
        <p:nvSpPr>
          <p:cNvPr id="435" name="object-435">
            <a:extLst>
              <a:ext uri="{FF2B5EF4-FFF2-40B4-BE49-F238E27FC236}">
                <a16:creationId xmlns:a16="http://schemas.microsoft.com/office/drawing/2014/main" id="{90C4C825-CC6A-422D-9D60-AD99CF1EE053}"/>
              </a:ext>
            </a:extLst>
          </p:cNvPr>
          <p:cNvSpPr>
            <a:spLocks noGrp="1"/>
          </p:cNvSpPr>
          <p:nvPr/>
        </p:nvSpPr>
        <p:spPr>
          <a:xfrm>
            <a:off x="3631406" y="4048125"/>
            <a:ext cx="26194" cy="547688"/>
          </a:xfrm>
          <a:prstGeom prst="rect">
            <a:avLst/>
          </a:prstGeom>
          <a:solidFill>
            <a:srgbClr val="1D4ED8"/>
          </a:solidFill>
          <a:ln w="13097">
            <a:solidFill>
              <a:srgbClr val="172B4D"/>
            </a:solidFill>
          </a:ln>
        </p:spPr>
      </p:sp>
      <p:sp>
        <p:nvSpPr>
          <p:cNvPr id="436" name="object-436">
            <a:extLst>
              <a:ext uri="{FF2B5EF4-FFF2-40B4-BE49-F238E27FC236}">
                <a16:creationId xmlns:a16="http://schemas.microsoft.com/office/drawing/2014/main" id="{CE625AC0-2C58-4B58-98C8-0EBB6EBB739B}"/>
              </a:ext>
            </a:extLst>
          </p:cNvPr>
          <p:cNvSpPr>
            <a:spLocks noGrp="1"/>
          </p:cNvSpPr>
          <p:nvPr/>
        </p:nvSpPr>
        <p:spPr>
          <a:xfrm>
            <a:off x="3657600" y="4048125"/>
            <a:ext cx="26194" cy="547688"/>
          </a:xfrm>
          <a:prstGeom prst="rect">
            <a:avLst/>
          </a:prstGeom>
          <a:solidFill>
            <a:srgbClr val="1D4ED8"/>
          </a:solidFill>
          <a:ln w="13097">
            <a:solidFill>
              <a:srgbClr val="172B4D"/>
            </a:solidFill>
          </a:ln>
        </p:spPr>
      </p:sp>
      <p:sp>
        <p:nvSpPr>
          <p:cNvPr id="437" name="object-437">
            <a:extLst>
              <a:ext uri="{FF2B5EF4-FFF2-40B4-BE49-F238E27FC236}">
                <a16:creationId xmlns:a16="http://schemas.microsoft.com/office/drawing/2014/main" id="{B98FD064-CE54-4F7A-8CD8-11F06FA9739C}"/>
              </a:ext>
            </a:extLst>
          </p:cNvPr>
          <p:cNvSpPr>
            <a:spLocks noGrp="1"/>
          </p:cNvSpPr>
          <p:nvPr/>
        </p:nvSpPr>
        <p:spPr>
          <a:xfrm>
            <a:off x="3683794" y="4048125"/>
            <a:ext cx="26194" cy="547688"/>
          </a:xfrm>
          <a:prstGeom prst="rect">
            <a:avLst/>
          </a:prstGeom>
          <a:solidFill>
            <a:srgbClr val="1D4ED8"/>
          </a:solidFill>
          <a:ln w="13097">
            <a:solidFill>
              <a:srgbClr val="172B4D"/>
            </a:solidFill>
          </a:ln>
        </p:spPr>
      </p:sp>
      <p:sp>
        <p:nvSpPr>
          <p:cNvPr id="438" name="object-438">
            <a:extLst>
              <a:ext uri="{FF2B5EF4-FFF2-40B4-BE49-F238E27FC236}">
                <a16:creationId xmlns:a16="http://schemas.microsoft.com/office/drawing/2014/main" id="{CE9E099D-57AA-4BAE-AD70-8DD24170478D}"/>
              </a:ext>
            </a:extLst>
          </p:cNvPr>
          <p:cNvSpPr>
            <a:spLocks noGrp="1"/>
          </p:cNvSpPr>
          <p:nvPr/>
        </p:nvSpPr>
        <p:spPr>
          <a:xfrm>
            <a:off x="3709988" y="4048125"/>
            <a:ext cx="26194" cy="547688"/>
          </a:xfrm>
          <a:prstGeom prst="rect">
            <a:avLst/>
          </a:prstGeom>
          <a:solidFill>
            <a:srgbClr val="1D4ED8"/>
          </a:solidFill>
          <a:ln w="13097">
            <a:solidFill>
              <a:srgbClr val="172B4D"/>
            </a:solidFill>
          </a:ln>
        </p:spPr>
      </p:sp>
      <p:sp>
        <p:nvSpPr>
          <p:cNvPr id="439" name="object-439">
            <a:extLst>
              <a:ext uri="{FF2B5EF4-FFF2-40B4-BE49-F238E27FC236}">
                <a16:creationId xmlns:a16="http://schemas.microsoft.com/office/drawing/2014/main" id="{C3C9501D-4669-4716-B64B-85D392281FC5}"/>
              </a:ext>
            </a:extLst>
          </p:cNvPr>
          <p:cNvSpPr>
            <a:spLocks noGrp="1"/>
          </p:cNvSpPr>
          <p:nvPr/>
        </p:nvSpPr>
        <p:spPr>
          <a:xfrm>
            <a:off x="3736181" y="4048125"/>
            <a:ext cx="26194" cy="547688"/>
          </a:xfrm>
          <a:prstGeom prst="rect">
            <a:avLst/>
          </a:prstGeom>
          <a:solidFill>
            <a:srgbClr val="1D4ED8"/>
          </a:solidFill>
          <a:ln w="13097">
            <a:solidFill>
              <a:srgbClr val="172B4D"/>
            </a:solidFill>
          </a:ln>
        </p:spPr>
      </p:sp>
      <p:sp>
        <p:nvSpPr>
          <p:cNvPr id="440" name="object-440">
            <a:extLst>
              <a:ext uri="{FF2B5EF4-FFF2-40B4-BE49-F238E27FC236}">
                <a16:creationId xmlns:a16="http://schemas.microsoft.com/office/drawing/2014/main" id="{AB53351C-DE26-4EEF-9670-E12CB0389B31}"/>
              </a:ext>
            </a:extLst>
          </p:cNvPr>
          <p:cNvSpPr>
            <a:spLocks noGrp="1"/>
          </p:cNvSpPr>
          <p:nvPr/>
        </p:nvSpPr>
        <p:spPr>
          <a:xfrm>
            <a:off x="3762375" y="4048125"/>
            <a:ext cx="26194" cy="547688"/>
          </a:xfrm>
          <a:prstGeom prst="rect">
            <a:avLst/>
          </a:prstGeom>
          <a:solidFill>
            <a:srgbClr val="1D4ED8"/>
          </a:solidFill>
          <a:ln w="13097">
            <a:solidFill>
              <a:srgbClr val="172B4D"/>
            </a:solidFill>
          </a:ln>
        </p:spPr>
      </p:sp>
      <p:sp>
        <p:nvSpPr>
          <p:cNvPr id="441" name="object-441">
            <a:extLst>
              <a:ext uri="{FF2B5EF4-FFF2-40B4-BE49-F238E27FC236}">
                <a16:creationId xmlns:a16="http://schemas.microsoft.com/office/drawing/2014/main" id="{3038E73F-654A-49E1-876F-180F6CED50D5}"/>
              </a:ext>
            </a:extLst>
          </p:cNvPr>
          <p:cNvSpPr>
            <a:spLocks noGrp="1"/>
          </p:cNvSpPr>
          <p:nvPr/>
        </p:nvSpPr>
        <p:spPr>
          <a:xfrm>
            <a:off x="3788569" y="4048125"/>
            <a:ext cx="26194" cy="547688"/>
          </a:xfrm>
          <a:prstGeom prst="rect">
            <a:avLst/>
          </a:prstGeom>
          <a:solidFill>
            <a:srgbClr val="1D4ED8"/>
          </a:solidFill>
          <a:ln w="13097">
            <a:solidFill>
              <a:srgbClr val="172B4D"/>
            </a:solidFill>
          </a:ln>
        </p:spPr>
      </p:sp>
      <p:sp>
        <p:nvSpPr>
          <p:cNvPr id="442" name="object-442">
            <a:extLst>
              <a:ext uri="{FF2B5EF4-FFF2-40B4-BE49-F238E27FC236}">
                <a16:creationId xmlns:a16="http://schemas.microsoft.com/office/drawing/2014/main" id="{5BE3F14A-E596-409D-B020-B7E311182698}"/>
              </a:ext>
            </a:extLst>
          </p:cNvPr>
          <p:cNvSpPr>
            <a:spLocks noGrp="1"/>
          </p:cNvSpPr>
          <p:nvPr/>
        </p:nvSpPr>
        <p:spPr>
          <a:xfrm>
            <a:off x="3814763" y="4048125"/>
            <a:ext cx="26194" cy="547688"/>
          </a:xfrm>
          <a:prstGeom prst="rect">
            <a:avLst/>
          </a:prstGeom>
          <a:solidFill>
            <a:srgbClr val="1D4ED8"/>
          </a:solidFill>
          <a:ln w="13097">
            <a:solidFill>
              <a:srgbClr val="172B4D"/>
            </a:solidFill>
          </a:ln>
        </p:spPr>
      </p:sp>
      <p:sp>
        <p:nvSpPr>
          <p:cNvPr id="443" name="object-443">
            <a:extLst>
              <a:ext uri="{FF2B5EF4-FFF2-40B4-BE49-F238E27FC236}">
                <a16:creationId xmlns:a16="http://schemas.microsoft.com/office/drawing/2014/main" id="{9281EDB6-F784-4737-8F14-E0A5515213E1}"/>
              </a:ext>
            </a:extLst>
          </p:cNvPr>
          <p:cNvSpPr>
            <a:spLocks noGrp="1"/>
          </p:cNvSpPr>
          <p:nvPr/>
        </p:nvSpPr>
        <p:spPr>
          <a:xfrm>
            <a:off x="3840956" y="4048125"/>
            <a:ext cx="26194" cy="547688"/>
          </a:xfrm>
          <a:prstGeom prst="rect">
            <a:avLst/>
          </a:prstGeom>
          <a:solidFill>
            <a:srgbClr val="1D4ED8"/>
          </a:solidFill>
          <a:ln w="13097">
            <a:solidFill>
              <a:srgbClr val="172B4D"/>
            </a:solidFill>
          </a:ln>
        </p:spPr>
      </p:sp>
      <p:sp>
        <p:nvSpPr>
          <p:cNvPr id="444" name="object-444">
            <a:extLst>
              <a:ext uri="{FF2B5EF4-FFF2-40B4-BE49-F238E27FC236}">
                <a16:creationId xmlns:a16="http://schemas.microsoft.com/office/drawing/2014/main" id="{08409E73-57E2-4E71-A4BB-1C73D158A0C7}"/>
              </a:ext>
            </a:extLst>
          </p:cNvPr>
          <p:cNvSpPr>
            <a:spLocks noGrp="1"/>
          </p:cNvSpPr>
          <p:nvPr/>
        </p:nvSpPr>
        <p:spPr>
          <a:xfrm>
            <a:off x="3867150" y="4048125"/>
            <a:ext cx="26194" cy="547688"/>
          </a:xfrm>
          <a:prstGeom prst="rect">
            <a:avLst/>
          </a:prstGeom>
          <a:solidFill>
            <a:srgbClr val="1D4ED8"/>
          </a:solidFill>
          <a:ln w="13097">
            <a:solidFill>
              <a:srgbClr val="172B4D"/>
            </a:solidFill>
          </a:ln>
        </p:spPr>
      </p:sp>
      <p:sp>
        <p:nvSpPr>
          <p:cNvPr id="445" name="object-445">
            <a:extLst>
              <a:ext uri="{FF2B5EF4-FFF2-40B4-BE49-F238E27FC236}">
                <a16:creationId xmlns:a16="http://schemas.microsoft.com/office/drawing/2014/main" id="{B2432C43-9C72-4567-B61D-223E5B394CEB}"/>
              </a:ext>
            </a:extLst>
          </p:cNvPr>
          <p:cNvSpPr>
            <a:spLocks noGrp="1"/>
          </p:cNvSpPr>
          <p:nvPr/>
        </p:nvSpPr>
        <p:spPr>
          <a:xfrm>
            <a:off x="3893344" y="4048125"/>
            <a:ext cx="26194" cy="547688"/>
          </a:xfrm>
          <a:prstGeom prst="rect">
            <a:avLst/>
          </a:prstGeom>
          <a:solidFill>
            <a:srgbClr val="1D4ED8"/>
          </a:solidFill>
          <a:ln w="13097">
            <a:solidFill>
              <a:srgbClr val="172B4D"/>
            </a:solidFill>
          </a:ln>
        </p:spPr>
      </p:sp>
      <p:sp>
        <p:nvSpPr>
          <p:cNvPr id="446" name="object-446">
            <a:extLst>
              <a:ext uri="{FF2B5EF4-FFF2-40B4-BE49-F238E27FC236}">
                <a16:creationId xmlns:a16="http://schemas.microsoft.com/office/drawing/2014/main" id="{0604F927-DC32-4B6A-8046-4F4572C39A47}"/>
              </a:ext>
            </a:extLst>
          </p:cNvPr>
          <p:cNvSpPr>
            <a:spLocks noGrp="1"/>
          </p:cNvSpPr>
          <p:nvPr/>
        </p:nvSpPr>
        <p:spPr>
          <a:xfrm>
            <a:off x="3919538" y="4048125"/>
            <a:ext cx="26194" cy="547688"/>
          </a:xfrm>
          <a:prstGeom prst="rect">
            <a:avLst/>
          </a:prstGeom>
          <a:solidFill>
            <a:srgbClr val="1D4ED8"/>
          </a:solidFill>
          <a:ln w="13097">
            <a:solidFill>
              <a:srgbClr val="172B4D"/>
            </a:solidFill>
          </a:ln>
        </p:spPr>
      </p:sp>
      <p:sp>
        <p:nvSpPr>
          <p:cNvPr id="447" name="object-447">
            <a:extLst>
              <a:ext uri="{FF2B5EF4-FFF2-40B4-BE49-F238E27FC236}">
                <a16:creationId xmlns:a16="http://schemas.microsoft.com/office/drawing/2014/main" id="{FD0C8B30-6CFE-4E15-B042-06D3FB4511A0}"/>
              </a:ext>
            </a:extLst>
          </p:cNvPr>
          <p:cNvSpPr>
            <a:spLocks noGrp="1"/>
          </p:cNvSpPr>
          <p:nvPr/>
        </p:nvSpPr>
        <p:spPr>
          <a:xfrm>
            <a:off x="3945731" y="4048125"/>
            <a:ext cx="26194" cy="547688"/>
          </a:xfrm>
          <a:prstGeom prst="rect">
            <a:avLst/>
          </a:prstGeom>
          <a:solidFill>
            <a:srgbClr val="1D4ED8"/>
          </a:solidFill>
          <a:ln w="13097">
            <a:solidFill>
              <a:srgbClr val="172B4D"/>
            </a:solidFill>
          </a:ln>
        </p:spPr>
      </p:sp>
      <p:sp>
        <p:nvSpPr>
          <p:cNvPr id="448" name="object-448">
            <a:extLst>
              <a:ext uri="{FF2B5EF4-FFF2-40B4-BE49-F238E27FC236}">
                <a16:creationId xmlns:a16="http://schemas.microsoft.com/office/drawing/2014/main" id="{58AC1BAA-954D-41A7-AE45-D5D10710D3EC}"/>
              </a:ext>
            </a:extLst>
          </p:cNvPr>
          <p:cNvSpPr>
            <a:spLocks noGrp="1"/>
          </p:cNvSpPr>
          <p:nvPr/>
        </p:nvSpPr>
        <p:spPr>
          <a:xfrm>
            <a:off x="3971925" y="4048125"/>
            <a:ext cx="26194" cy="547688"/>
          </a:xfrm>
          <a:prstGeom prst="rect">
            <a:avLst/>
          </a:prstGeom>
          <a:solidFill>
            <a:srgbClr val="1D4ED8"/>
          </a:solidFill>
          <a:ln w="13097">
            <a:solidFill>
              <a:srgbClr val="172B4D"/>
            </a:solidFill>
          </a:ln>
        </p:spPr>
      </p:sp>
      <p:sp>
        <p:nvSpPr>
          <p:cNvPr id="449" name="object-449">
            <a:extLst>
              <a:ext uri="{FF2B5EF4-FFF2-40B4-BE49-F238E27FC236}">
                <a16:creationId xmlns:a16="http://schemas.microsoft.com/office/drawing/2014/main" id="{73965A23-112D-43A2-BAC5-4EF0E795B1CF}"/>
              </a:ext>
            </a:extLst>
          </p:cNvPr>
          <p:cNvSpPr>
            <a:spLocks noGrp="1"/>
          </p:cNvSpPr>
          <p:nvPr/>
        </p:nvSpPr>
        <p:spPr>
          <a:xfrm>
            <a:off x="3998119" y="4048125"/>
            <a:ext cx="26194" cy="547688"/>
          </a:xfrm>
          <a:prstGeom prst="rect">
            <a:avLst/>
          </a:prstGeom>
          <a:solidFill>
            <a:srgbClr val="1D4ED8"/>
          </a:solidFill>
          <a:ln w="13097">
            <a:solidFill>
              <a:srgbClr val="172B4D"/>
            </a:solidFill>
          </a:ln>
        </p:spPr>
      </p:sp>
      <p:sp>
        <p:nvSpPr>
          <p:cNvPr id="450" name="object-450">
            <a:extLst>
              <a:ext uri="{FF2B5EF4-FFF2-40B4-BE49-F238E27FC236}">
                <a16:creationId xmlns:a16="http://schemas.microsoft.com/office/drawing/2014/main" id="{5C6BD9A1-0989-48F5-A223-B9BFF1450D77}"/>
              </a:ext>
            </a:extLst>
          </p:cNvPr>
          <p:cNvSpPr>
            <a:spLocks noGrp="1"/>
          </p:cNvSpPr>
          <p:nvPr/>
        </p:nvSpPr>
        <p:spPr>
          <a:xfrm>
            <a:off x="4024313" y="4048125"/>
            <a:ext cx="26194" cy="547688"/>
          </a:xfrm>
          <a:prstGeom prst="rect">
            <a:avLst/>
          </a:prstGeom>
          <a:solidFill>
            <a:srgbClr val="1D4ED8"/>
          </a:solidFill>
          <a:ln w="13097">
            <a:solidFill>
              <a:srgbClr val="172B4D"/>
            </a:solidFill>
          </a:ln>
        </p:spPr>
      </p:sp>
      <p:sp>
        <p:nvSpPr>
          <p:cNvPr id="451" name="object-451">
            <a:extLst>
              <a:ext uri="{FF2B5EF4-FFF2-40B4-BE49-F238E27FC236}">
                <a16:creationId xmlns:a16="http://schemas.microsoft.com/office/drawing/2014/main" id="{484C9C33-42F4-497F-A711-DDE4E359D153}"/>
              </a:ext>
            </a:extLst>
          </p:cNvPr>
          <p:cNvSpPr>
            <a:spLocks noGrp="1"/>
          </p:cNvSpPr>
          <p:nvPr/>
        </p:nvSpPr>
        <p:spPr>
          <a:xfrm>
            <a:off x="4050506" y="4048125"/>
            <a:ext cx="26194" cy="547688"/>
          </a:xfrm>
          <a:prstGeom prst="rect">
            <a:avLst/>
          </a:prstGeom>
          <a:solidFill>
            <a:srgbClr val="1D4ED8"/>
          </a:solidFill>
          <a:ln w="13097">
            <a:solidFill>
              <a:srgbClr val="172B4D"/>
            </a:solidFill>
          </a:ln>
        </p:spPr>
      </p:sp>
      <p:sp>
        <p:nvSpPr>
          <p:cNvPr id="452" name="object-452">
            <a:extLst>
              <a:ext uri="{FF2B5EF4-FFF2-40B4-BE49-F238E27FC236}">
                <a16:creationId xmlns:a16="http://schemas.microsoft.com/office/drawing/2014/main" id="{E4AB78B8-274A-4C5C-AB30-E235845710A2}"/>
              </a:ext>
            </a:extLst>
          </p:cNvPr>
          <p:cNvSpPr>
            <a:spLocks noGrp="1"/>
          </p:cNvSpPr>
          <p:nvPr/>
        </p:nvSpPr>
        <p:spPr>
          <a:xfrm>
            <a:off x="4076700" y="4048125"/>
            <a:ext cx="26194" cy="547688"/>
          </a:xfrm>
          <a:prstGeom prst="rect">
            <a:avLst/>
          </a:prstGeom>
          <a:solidFill>
            <a:srgbClr val="1D4ED8"/>
          </a:solidFill>
          <a:ln w="13097">
            <a:solidFill>
              <a:srgbClr val="172B4D"/>
            </a:solidFill>
          </a:ln>
        </p:spPr>
      </p:sp>
      <p:sp>
        <p:nvSpPr>
          <p:cNvPr id="453" name="object-453">
            <a:extLst>
              <a:ext uri="{FF2B5EF4-FFF2-40B4-BE49-F238E27FC236}">
                <a16:creationId xmlns:a16="http://schemas.microsoft.com/office/drawing/2014/main" id="{DD4BDD38-FBF5-414E-A90E-DCCAB762D813}"/>
              </a:ext>
            </a:extLst>
          </p:cNvPr>
          <p:cNvSpPr>
            <a:spLocks noGrp="1"/>
          </p:cNvSpPr>
          <p:nvPr/>
        </p:nvSpPr>
        <p:spPr>
          <a:xfrm>
            <a:off x="4102894" y="4048125"/>
            <a:ext cx="26194" cy="547688"/>
          </a:xfrm>
          <a:prstGeom prst="rect">
            <a:avLst/>
          </a:prstGeom>
          <a:solidFill>
            <a:srgbClr val="1D4ED8"/>
          </a:solidFill>
          <a:ln w="13097">
            <a:solidFill>
              <a:srgbClr val="172B4D"/>
            </a:solidFill>
          </a:ln>
        </p:spPr>
      </p:sp>
      <p:sp>
        <p:nvSpPr>
          <p:cNvPr id="454" name="object-454">
            <a:extLst>
              <a:ext uri="{FF2B5EF4-FFF2-40B4-BE49-F238E27FC236}">
                <a16:creationId xmlns:a16="http://schemas.microsoft.com/office/drawing/2014/main" id="{0B811F99-CAA7-4503-9816-8A8830D5EC0E}"/>
              </a:ext>
            </a:extLst>
          </p:cNvPr>
          <p:cNvSpPr>
            <a:spLocks noGrp="1"/>
          </p:cNvSpPr>
          <p:nvPr/>
        </p:nvSpPr>
        <p:spPr>
          <a:xfrm>
            <a:off x="4129088" y="4048125"/>
            <a:ext cx="26194" cy="547688"/>
          </a:xfrm>
          <a:prstGeom prst="rect">
            <a:avLst/>
          </a:prstGeom>
          <a:solidFill>
            <a:srgbClr val="1D4ED8"/>
          </a:solidFill>
          <a:ln w="13097">
            <a:solidFill>
              <a:srgbClr val="172B4D"/>
            </a:solidFill>
          </a:ln>
        </p:spPr>
      </p:sp>
      <p:sp>
        <p:nvSpPr>
          <p:cNvPr id="455" name="object-455">
            <a:extLst>
              <a:ext uri="{FF2B5EF4-FFF2-40B4-BE49-F238E27FC236}">
                <a16:creationId xmlns:a16="http://schemas.microsoft.com/office/drawing/2014/main" id="{A3B3F618-7E2F-437C-981C-DA4FD4CE903D}"/>
              </a:ext>
            </a:extLst>
          </p:cNvPr>
          <p:cNvSpPr>
            <a:spLocks noGrp="1"/>
          </p:cNvSpPr>
          <p:nvPr/>
        </p:nvSpPr>
        <p:spPr>
          <a:xfrm>
            <a:off x="4155281" y="4048125"/>
            <a:ext cx="26194" cy="547688"/>
          </a:xfrm>
          <a:prstGeom prst="rect">
            <a:avLst/>
          </a:prstGeom>
          <a:solidFill>
            <a:srgbClr val="1D4ED8"/>
          </a:solidFill>
          <a:ln w="13097">
            <a:solidFill>
              <a:srgbClr val="172B4D"/>
            </a:solidFill>
          </a:ln>
        </p:spPr>
      </p:sp>
      <p:sp>
        <p:nvSpPr>
          <p:cNvPr id="456" name="object-456">
            <a:extLst>
              <a:ext uri="{FF2B5EF4-FFF2-40B4-BE49-F238E27FC236}">
                <a16:creationId xmlns:a16="http://schemas.microsoft.com/office/drawing/2014/main" id="{BCEF2F22-8739-429B-AEA3-D85866C51DAF}"/>
              </a:ext>
            </a:extLst>
          </p:cNvPr>
          <p:cNvSpPr>
            <a:spLocks noGrp="1"/>
          </p:cNvSpPr>
          <p:nvPr/>
        </p:nvSpPr>
        <p:spPr>
          <a:xfrm>
            <a:off x="4181475" y="4048125"/>
            <a:ext cx="26194" cy="547688"/>
          </a:xfrm>
          <a:prstGeom prst="rect">
            <a:avLst/>
          </a:prstGeom>
          <a:solidFill>
            <a:srgbClr val="1D4ED8"/>
          </a:solidFill>
          <a:ln w="13097">
            <a:solidFill>
              <a:srgbClr val="172B4D"/>
            </a:solidFill>
          </a:ln>
        </p:spPr>
      </p:sp>
      <p:sp>
        <p:nvSpPr>
          <p:cNvPr id="457" name="object-457">
            <a:extLst>
              <a:ext uri="{FF2B5EF4-FFF2-40B4-BE49-F238E27FC236}">
                <a16:creationId xmlns:a16="http://schemas.microsoft.com/office/drawing/2014/main" id="{E919FAFD-70C6-4613-99CE-75F8EF651A17}"/>
              </a:ext>
            </a:extLst>
          </p:cNvPr>
          <p:cNvSpPr>
            <a:spLocks noGrp="1"/>
          </p:cNvSpPr>
          <p:nvPr/>
        </p:nvSpPr>
        <p:spPr>
          <a:xfrm>
            <a:off x="4207669" y="4048125"/>
            <a:ext cx="26194" cy="547688"/>
          </a:xfrm>
          <a:prstGeom prst="rect">
            <a:avLst/>
          </a:prstGeom>
          <a:solidFill>
            <a:srgbClr val="1D4ED8"/>
          </a:solidFill>
          <a:ln w="13097">
            <a:solidFill>
              <a:srgbClr val="172B4D"/>
            </a:solidFill>
          </a:ln>
        </p:spPr>
      </p:sp>
      <p:sp>
        <p:nvSpPr>
          <p:cNvPr id="458" name="object-458">
            <a:extLst>
              <a:ext uri="{FF2B5EF4-FFF2-40B4-BE49-F238E27FC236}">
                <a16:creationId xmlns:a16="http://schemas.microsoft.com/office/drawing/2014/main" id="{7B83BD71-61C8-49A0-A009-0202198A099A}"/>
              </a:ext>
            </a:extLst>
          </p:cNvPr>
          <p:cNvSpPr>
            <a:spLocks noGrp="1"/>
          </p:cNvSpPr>
          <p:nvPr/>
        </p:nvSpPr>
        <p:spPr>
          <a:xfrm>
            <a:off x="4233863" y="4048125"/>
            <a:ext cx="26194" cy="547688"/>
          </a:xfrm>
          <a:prstGeom prst="rect">
            <a:avLst/>
          </a:prstGeom>
          <a:solidFill>
            <a:srgbClr val="1D4ED8"/>
          </a:solidFill>
          <a:ln w="13097">
            <a:solidFill>
              <a:srgbClr val="172B4D"/>
            </a:solidFill>
          </a:ln>
        </p:spPr>
      </p:sp>
      <p:sp>
        <p:nvSpPr>
          <p:cNvPr id="459" name="object-459">
            <a:extLst>
              <a:ext uri="{FF2B5EF4-FFF2-40B4-BE49-F238E27FC236}">
                <a16:creationId xmlns:a16="http://schemas.microsoft.com/office/drawing/2014/main" id="{7C357B76-DE34-4E86-BC8B-7BC5BE3D14CA}"/>
              </a:ext>
            </a:extLst>
          </p:cNvPr>
          <p:cNvSpPr>
            <a:spLocks noGrp="1"/>
          </p:cNvSpPr>
          <p:nvPr/>
        </p:nvSpPr>
        <p:spPr>
          <a:xfrm>
            <a:off x="4260056" y="4048125"/>
            <a:ext cx="26194" cy="547688"/>
          </a:xfrm>
          <a:prstGeom prst="rect">
            <a:avLst/>
          </a:prstGeom>
          <a:solidFill>
            <a:srgbClr val="1D4ED8"/>
          </a:solidFill>
          <a:ln w="13097">
            <a:solidFill>
              <a:srgbClr val="172B4D"/>
            </a:solidFill>
          </a:ln>
        </p:spPr>
      </p:sp>
      <p:sp>
        <p:nvSpPr>
          <p:cNvPr id="460" name="object-460">
            <a:extLst>
              <a:ext uri="{FF2B5EF4-FFF2-40B4-BE49-F238E27FC236}">
                <a16:creationId xmlns:a16="http://schemas.microsoft.com/office/drawing/2014/main" id="{A376A135-7677-471F-9B74-AD9CCDF1EAFC}"/>
              </a:ext>
            </a:extLst>
          </p:cNvPr>
          <p:cNvSpPr>
            <a:spLocks noGrp="1"/>
          </p:cNvSpPr>
          <p:nvPr/>
        </p:nvSpPr>
        <p:spPr>
          <a:xfrm>
            <a:off x="4286250" y="4048125"/>
            <a:ext cx="26194" cy="547688"/>
          </a:xfrm>
          <a:prstGeom prst="rect">
            <a:avLst/>
          </a:prstGeom>
          <a:solidFill>
            <a:srgbClr val="1D4ED8"/>
          </a:solidFill>
          <a:ln w="13097">
            <a:solidFill>
              <a:srgbClr val="172B4D"/>
            </a:solidFill>
          </a:ln>
        </p:spPr>
      </p:sp>
      <p:sp>
        <p:nvSpPr>
          <p:cNvPr id="461" name="object-461">
            <a:extLst>
              <a:ext uri="{FF2B5EF4-FFF2-40B4-BE49-F238E27FC236}">
                <a16:creationId xmlns:a16="http://schemas.microsoft.com/office/drawing/2014/main" id="{43E5E279-4232-46D0-98D7-4AAEAE4AAF94}"/>
              </a:ext>
            </a:extLst>
          </p:cNvPr>
          <p:cNvSpPr>
            <a:spLocks noGrp="1"/>
          </p:cNvSpPr>
          <p:nvPr/>
        </p:nvSpPr>
        <p:spPr>
          <a:xfrm>
            <a:off x="4312444" y="4048125"/>
            <a:ext cx="26194" cy="547688"/>
          </a:xfrm>
          <a:prstGeom prst="rect">
            <a:avLst/>
          </a:prstGeom>
          <a:solidFill>
            <a:srgbClr val="1D4ED8"/>
          </a:solidFill>
          <a:ln w="13097">
            <a:solidFill>
              <a:srgbClr val="172B4D"/>
            </a:solidFill>
          </a:ln>
        </p:spPr>
      </p:sp>
      <p:sp>
        <p:nvSpPr>
          <p:cNvPr id="462" name="object-462">
            <a:extLst>
              <a:ext uri="{FF2B5EF4-FFF2-40B4-BE49-F238E27FC236}">
                <a16:creationId xmlns:a16="http://schemas.microsoft.com/office/drawing/2014/main" id="{F06E7F8F-79C7-4167-9902-6988192CFEAF}"/>
              </a:ext>
            </a:extLst>
          </p:cNvPr>
          <p:cNvSpPr>
            <a:spLocks noGrp="1"/>
          </p:cNvSpPr>
          <p:nvPr/>
        </p:nvSpPr>
        <p:spPr>
          <a:xfrm>
            <a:off x="4338638" y="4048125"/>
            <a:ext cx="26194" cy="547688"/>
          </a:xfrm>
          <a:prstGeom prst="rect">
            <a:avLst/>
          </a:prstGeom>
          <a:solidFill>
            <a:srgbClr val="1D4ED8"/>
          </a:solidFill>
          <a:ln w="13097">
            <a:solidFill>
              <a:srgbClr val="172B4D"/>
            </a:solidFill>
          </a:ln>
        </p:spPr>
      </p:sp>
      <p:sp>
        <p:nvSpPr>
          <p:cNvPr id="463" name="object-463">
            <a:extLst>
              <a:ext uri="{FF2B5EF4-FFF2-40B4-BE49-F238E27FC236}">
                <a16:creationId xmlns:a16="http://schemas.microsoft.com/office/drawing/2014/main" id="{0BB7A849-C600-4B21-A487-43EE777A8F1A}"/>
              </a:ext>
            </a:extLst>
          </p:cNvPr>
          <p:cNvSpPr>
            <a:spLocks noGrp="1"/>
          </p:cNvSpPr>
          <p:nvPr/>
        </p:nvSpPr>
        <p:spPr>
          <a:xfrm>
            <a:off x="4364831" y="4048125"/>
            <a:ext cx="26194" cy="547688"/>
          </a:xfrm>
          <a:prstGeom prst="rect">
            <a:avLst/>
          </a:prstGeom>
          <a:solidFill>
            <a:srgbClr val="1D4ED8"/>
          </a:solidFill>
          <a:ln w="13097">
            <a:solidFill>
              <a:srgbClr val="172B4D"/>
            </a:solidFill>
          </a:ln>
        </p:spPr>
      </p:sp>
      <p:sp>
        <p:nvSpPr>
          <p:cNvPr id="464" name="object-464">
            <a:extLst>
              <a:ext uri="{FF2B5EF4-FFF2-40B4-BE49-F238E27FC236}">
                <a16:creationId xmlns:a16="http://schemas.microsoft.com/office/drawing/2014/main" id="{E2D2D75F-5CE6-45CF-8C42-A2533FAD73AF}"/>
              </a:ext>
            </a:extLst>
          </p:cNvPr>
          <p:cNvSpPr>
            <a:spLocks noGrp="1"/>
          </p:cNvSpPr>
          <p:nvPr/>
        </p:nvSpPr>
        <p:spPr>
          <a:xfrm>
            <a:off x="4391025" y="4048125"/>
            <a:ext cx="26194" cy="547688"/>
          </a:xfrm>
          <a:prstGeom prst="rect">
            <a:avLst/>
          </a:prstGeom>
          <a:solidFill>
            <a:srgbClr val="1D4ED8"/>
          </a:solidFill>
          <a:ln w="13097">
            <a:solidFill>
              <a:srgbClr val="172B4D"/>
            </a:solidFill>
          </a:ln>
        </p:spPr>
      </p:sp>
      <p:sp>
        <p:nvSpPr>
          <p:cNvPr id="465" name="object-465">
            <a:extLst>
              <a:ext uri="{FF2B5EF4-FFF2-40B4-BE49-F238E27FC236}">
                <a16:creationId xmlns:a16="http://schemas.microsoft.com/office/drawing/2014/main" id="{EBCBF655-11ED-4D21-B7D8-A6CE6DC5C01D}"/>
              </a:ext>
            </a:extLst>
          </p:cNvPr>
          <p:cNvSpPr>
            <a:spLocks noGrp="1"/>
          </p:cNvSpPr>
          <p:nvPr/>
        </p:nvSpPr>
        <p:spPr>
          <a:xfrm>
            <a:off x="4417219" y="4048125"/>
            <a:ext cx="26194" cy="547688"/>
          </a:xfrm>
          <a:prstGeom prst="rect">
            <a:avLst/>
          </a:prstGeom>
          <a:solidFill>
            <a:srgbClr val="1D4ED8"/>
          </a:solidFill>
          <a:ln w="13097">
            <a:solidFill>
              <a:srgbClr val="172B4D"/>
            </a:solidFill>
          </a:ln>
        </p:spPr>
      </p:sp>
      <p:sp>
        <p:nvSpPr>
          <p:cNvPr id="466" name="object-466">
            <a:extLst>
              <a:ext uri="{FF2B5EF4-FFF2-40B4-BE49-F238E27FC236}">
                <a16:creationId xmlns:a16="http://schemas.microsoft.com/office/drawing/2014/main" id="{5457F72A-779A-4810-9ED0-452D2CCF09A6}"/>
              </a:ext>
            </a:extLst>
          </p:cNvPr>
          <p:cNvSpPr>
            <a:spLocks noGrp="1"/>
          </p:cNvSpPr>
          <p:nvPr/>
        </p:nvSpPr>
        <p:spPr>
          <a:xfrm>
            <a:off x="4443413" y="4048125"/>
            <a:ext cx="26194" cy="547688"/>
          </a:xfrm>
          <a:prstGeom prst="rect">
            <a:avLst/>
          </a:prstGeom>
          <a:solidFill>
            <a:srgbClr val="1D4ED8"/>
          </a:solidFill>
          <a:ln w="13097">
            <a:solidFill>
              <a:srgbClr val="172B4D"/>
            </a:solidFill>
          </a:ln>
        </p:spPr>
      </p:sp>
      <p:sp>
        <p:nvSpPr>
          <p:cNvPr id="467" name="object-467">
            <a:extLst>
              <a:ext uri="{FF2B5EF4-FFF2-40B4-BE49-F238E27FC236}">
                <a16:creationId xmlns:a16="http://schemas.microsoft.com/office/drawing/2014/main" id="{7C9297A8-5F43-436A-910B-FE45951B6DA8}"/>
              </a:ext>
            </a:extLst>
          </p:cNvPr>
          <p:cNvSpPr>
            <a:spLocks noGrp="1"/>
          </p:cNvSpPr>
          <p:nvPr/>
        </p:nvSpPr>
        <p:spPr>
          <a:xfrm>
            <a:off x="4469606" y="4048125"/>
            <a:ext cx="26194" cy="547688"/>
          </a:xfrm>
          <a:prstGeom prst="rect">
            <a:avLst/>
          </a:prstGeom>
          <a:solidFill>
            <a:srgbClr val="1D4ED8"/>
          </a:solidFill>
          <a:ln w="13097">
            <a:solidFill>
              <a:srgbClr val="172B4D"/>
            </a:solidFill>
          </a:ln>
        </p:spPr>
      </p:sp>
      <p:sp>
        <p:nvSpPr>
          <p:cNvPr id="468" name="object-468">
            <a:extLst>
              <a:ext uri="{FF2B5EF4-FFF2-40B4-BE49-F238E27FC236}">
                <a16:creationId xmlns:a16="http://schemas.microsoft.com/office/drawing/2014/main" id="{5F39A544-E008-44F7-87AE-B268C3E65148}"/>
              </a:ext>
            </a:extLst>
          </p:cNvPr>
          <p:cNvSpPr>
            <a:spLocks noGrp="1"/>
          </p:cNvSpPr>
          <p:nvPr/>
        </p:nvSpPr>
        <p:spPr>
          <a:xfrm>
            <a:off x="4495800" y="4048125"/>
            <a:ext cx="26194" cy="547688"/>
          </a:xfrm>
          <a:prstGeom prst="rect">
            <a:avLst/>
          </a:prstGeom>
          <a:solidFill>
            <a:srgbClr val="1D4ED8"/>
          </a:solidFill>
          <a:ln w="13097">
            <a:solidFill>
              <a:srgbClr val="172B4D"/>
            </a:solidFill>
          </a:ln>
        </p:spPr>
      </p:sp>
      <p:sp>
        <p:nvSpPr>
          <p:cNvPr id="469" name="object-469">
            <a:extLst>
              <a:ext uri="{FF2B5EF4-FFF2-40B4-BE49-F238E27FC236}">
                <a16:creationId xmlns:a16="http://schemas.microsoft.com/office/drawing/2014/main" id="{D91F016D-A4AA-48FE-BF3E-5842DAD5997A}"/>
              </a:ext>
            </a:extLst>
          </p:cNvPr>
          <p:cNvSpPr>
            <a:spLocks noGrp="1"/>
          </p:cNvSpPr>
          <p:nvPr/>
        </p:nvSpPr>
        <p:spPr>
          <a:xfrm>
            <a:off x="4521994" y="4048125"/>
            <a:ext cx="26194" cy="547688"/>
          </a:xfrm>
          <a:prstGeom prst="rect">
            <a:avLst/>
          </a:prstGeom>
          <a:solidFill>
            <a:srgbClr val="1D4ED8"/>
          </a:solidFill>
          <a:ln w="13097">
            <a:solidFill>
              <a:srgbClr val="172B4D"/>
            </a:solidFill>
          </a:ln>
        </p:spPr>
      </p:sp>
      <p:sp>
        <p:nvSpPr>
          <p:cNvPr id="470" name="object-470">
            <a:extLst>
              <a:ext uri="{FF2B5EF4-FFF2-40B4-BE49-F238E27FC236}">
                <a16:creationId xmlns:a16="http://schemas.microsoft.com/office/drawing/2014/main" id="{52500F5F-4E11-4D81-9D26-5DFA3AC268D8}"/>
              </a:ext>
            </a:extLst>
          </p:cNvPr>
          <p:cNvSpPr>
            <a:spLocks noGrp="1"/>
          </p:cNvSpPr>
          <p:nvPr/>
        </p:nvSpPr>
        <p:spPr>
          <a:xfrm>
            <a:off x="4548188" y="4048125"/>
            <a:ext cx="26194" cy="547688"/>
          </a:xfrm>
          <a:prstGeom prst="rect">
            <a:avLst/>
          </a:prstGeom>
          <a:solidFill>
            <a:srgbClr val="1D4ED8"/>
          </a:solidFill>
          <a:ln w="13097">
            <a:solidFill>
              <a:srgbClr val="172B4D"/>
            </a:solidFill>
          </a:ln>
        </p:spPr>
      </p:sp>
      <p:sp>
        <p:nvSpPr>
          <p:cNvPr id="471" name="object-471">
            <a:extLst>
              <a:ext uri="{FF2B5EF4-FFF2-40B4-BE49-F238E27FC236}">
                <a16:creationId xmlns:a16="http://schemas.microsoft.com/office/drawing/2014/main" id="{044FF605-2552-45E6-9FE2-3E6A52D323AB}"/>
              </a:ext>
            </a:extLst>
          </p:cNvPr>
          <p:cNvSpPr>
            <a:spLocks noGrp="1"/>
          </p:cNvSpPr>
          <p:nvPr/>
        </p:nvSpPr>
        <p:spPr>
          <a:xfrm>
            <a:off x="4574381" y="4048125"/>
            <a:ext cx="26194" cy="547688"/>
          </a:xfrm>
          <a:prstGeom prst="rect">
            <a:avLst/>
          </a:prstGeom>
          <a:solidFill>
            <a:srgbClr val="1D4ED8"/>
          </a:solidFill>
          <a:ln w="13097">
            <a:solidFill>
              <a:srgbClr val="172B4D"/>
            </a:solidFill>
          </a:ln>
        </p:spPr>
      </p:sp>
      <p:sp>
        <p:nvSpPr>
          <p:cNvPr id="472" name="object-472">
            <a:extLst>
              <a:ext uri="{FF2B5EF4-FFF2-40B4-BE49-F238E27FC236}">
                <a16:creationId xmlns:a16="http://schemas.microsoft.com/office/drawing/2014/main" id="{F86C90CD-8AD7-4A11-8C78-740FA5DF5341}"/>
              </a:ext>
            </a:extLst>
          </p:cNvPr>
          <p:cNvSpPr>
            <a:spLocks noGrp="1"/>
          </p:cNvSpPr>
          <p:nvPr/>
        </p:nvSpPr>
        <p:spPr>
          <a:xfrm>
            <a:off x="4600575" y="4048125"/>
            <a:ext cx="26194" cy="547688"/>
          </a:xfrm>
          <a:prstGeom prst="rect">
            <a:avLst/>
          </a:prstGeom>
          <a:solidFill>
            <a:srgbClr val="1D4ED8"/>
          </a:solidFill>
          <a:ln w="13097">
            <a:solidFill>
              <a:srgbClr val="172B4D"/>
            </a:solidFill>
          </a:ln>
        </p:spPr>
      </p:sp>
      <p:sp>
        <p:nvSpPr>
          <p:cNvPr id="473" name="object-473">
            <a:extLst>
              <a:ext uri="{FF2B5EF4-FFF2-40B4-BE49-F238E27FC236}">
                <a16:creationId xmlns:a16="http://schemas.microsoft.com/office/drawing/2014/main" id="{8199F96F-4280-4044-8486-66A7F68DCF29}"/>
              </a:ext>
            </a:extLst>
          </p:cNvPr>
          <p:cNvSpPr>
            <a:spLocks noGrp="1"/>
          </p:cNvSpPr>
          <p:nvPr/>
        </p:nvSpPr>
        <p:spPr>
          <a:xfrm>
            <a:off x="4626769" y="4048125"/>
            <a:ext cx="26194" cy="547688"/>
          </a:xfrm>
          <a:prstGeom prst="rect">
            <a:avLst/>
          </a:prstGeom>
          <a:solidFill>
            <a:srgbClr val="1D4ED8"/>
          </a:solidFill>
          <a:ln w="13097">
            <a:solidFill>
              <a:srgbClr val="172B4D"/>
            </a:solidFill>
          </a:ln>
        </p:spPr>
      </p:sp>
      <p:sp>
        <p:nvSpPr>
          <p:cNvPr id="474" name="object-474">
            <a:extLst>
              <a:ext uri="{FF2B5EF4-FFF2-40B4-BE49-F238E27FC236}">
                <a16:creationId xmlns:a16="http://schemas.microsoft.com/office/drawing/2014/main" id="{F8D5FAC2-271E-45F6-AAAE-958255672B97}"/>
              </a:ext>
            </a:extLst>
          </p:cNvPr>
          <p:cNvSpPr>
            <a:spLocks noGrp="1"/>
          </p:cNvSpPr>
          <p:nvPr/>
        </p:nvSpPr>
        <p:spPr>
          <a:xfrm>
            <a:off x="4652963" y="4048125"/>
            <a:ext cx="26194" cy="547688"/>
          </a:xfrm>
          <a:prstGeom prst="rect">
            <a:avLst/>
          </a:prstGeom>
          <a:solidFill>
            <a:srgbClr val="1D4ED8"/>
          </a:solidFill>
          <a:ln w="13097">
            <a:solidFill>
              <a:srgbClr val="172B4D"/>
            </a:solidFill>
          </a:ln>
        </p:spPr>
      </p:sp>
      <p:sp>
        <p:nvSpPr>
          <p:cNvPr id="475" name="object-475">
            <a:extLst>
              <a:ext uri="{FF2B5EF4-FFF2-40B4-BE49-F238E27FC236}">
                <a16:creationId xmlns:a16="http://schemas.microsoft.com/office/drawing/2014/main" id="{7E621BD9-C1CD-4EEB-9507-9C584C9ECA2D}"/>
              </a:ext>
            </a:extLst>
          </p:cNvPr>
          <p:cNvSpPr>
            <a:spLocks noGrp="1"/>
          </p:cNvSpPr>
          <p:nvPr/>
        </p:nvSpPr>
        <p:spPr>
          <a:xfrm>
            <a:off x="4679156" y="4048125"/>
            <a:ext cx="26194" cy="547688"/>
          </a:xfrm>
          <a:prstGeom prst="rect">
            <a:avLst/>
          </a:prstGeom>
          <a:solidFill>
            <a:srgbClr val="1D4ED8"/>
          </a:solidFill>
          <a:ln w="13097">
            <a:solidFill>
              <a:srgbClr val="172B4D"/>
            </a:solidFill>
          </a:ln>
        </p:spPr>
      </p:sp>
      <p:sp>
        <p:nvSpPr>
          <p:cNvPr id="476" name="object-476">
            <a:extLst>
              <a:ext uri="{FF2B5EF4-FFF2-40B4-BE49-F238E27FC236}">
                <a16:creationId xmlns:a16="http://schemas.microsoft.com/office/drawing/2014/main" id="{0AE25A50-1D0F-4EBC-B5E4-AC1DF58AB152}"/>
              </a:ext>
            </a:extLst>
          </p:cNvPr>
          <p:cNvSpPr>
            <a:spLocks noGrp="1"/>
          </p:cNvSpPr>
          <p:nvPr/>
        </p:nvSpPr>
        <p:spPr>
          <a:xfrm>
            <a:off x="4705350" y="4048125"/>
            <a:ext cx="26194" cy="547688"/>
          </a:xfrm>
          <a:prstGeom prst="rect">
            <a:avLst/>
          </a:prstGeom>
          <a:solidFill>
            <a:srgbClr val="1D4ED8"/>
          </a:solidFill>
          <a:ln w="13097">
            <a:solidFill>
              <a:srgbClr val="172B4D"/>
            </a:solidFill>
          </a:ln>
        </p:spPr>
      </p:sp>
      <p:sp>
        <p:nvSpPr>
          <p:cNvPr id="477" name="object-477">
            <a:extLst>
              <a:ext uri="{FF2B5EF4-FFF2-40B4-BE49-F238E27FC236}">
                <a16:creationId xmlns:a16="http://schemas.microsoft.com/office/drawing/2014/main" id="{27DE44A0-0017-4E96-A771-C7F707D6FC26}"/>
              </a:ext>
            </a:extLst>
          </p:cNvPr>
          <p:cNvSpPr>
            <a:spLocks noGrp="1"/>
          </p:cNvSpPr>
          <p:nvPr/>
        </p:nvSpPr>
        <p:spPr>
          <a:xfrm>
            <a:off x="4731544" y="4048125"/>
            <a:ext cx="26194" cy="547688"/>
          </a:xfrm>
          <a:prstGeom prst="rect">
            <a:avLst/>
          </a:prstGeom>
          <a:solidFill>
            <a:srgbClr val="1D4ED8"/>
          </a:solidFill>
          <a:ln w="13097">
            <a:solidFill>
              <a:srgbClr val="172B4D"/>
            </a:solidFill>
          </a:ln>
        </p:spPr>
      </p:sp>
      <p:sp>
        <p:nvSpPr>
          <p:cNvPr id="478" name="object-478">
            <a:extLst>
              <a:ext uri="{FF2B5EF4-FFF2-40B4-BE49-F238E27FC236}">
                <a16:creationId xmlns:a16="http://schemas.microsoft.com/office/drawing/2014/main" id="{93A90A30-F402-4161-BDBB-24AB68034DAD}"/>
              </a:ext>
            </a:extLst>
          </p:cNvPr>
          <p:cNvSpPr>
            <a:spLocks noGrp="1"/>
          </p:cNvSpPr>
          <p:nvPr/>
        </p:nvSpPr>
        <p:spPr>
          <a:xfrm>
            <a:off x="4757738" y="4048125"/>
            <a:ext cx="26194" cy="547688"/>
          </a:xfrm>
          <a:prstGeom prst="rect">
            <a:avLst/>
          </a:prstGeom>
          <a:solidFill>
            <a:srgbClr val="1D4ED8"/>
          </a:solidFill>
          <a:ln w="13097">
            <a:solidFill>
              <a:srgbClr val="172B4D"/>
            </a:solidFill>
          </a:ln>
        </p:spPr>
      </p:sp>
      <p:sp>
        <p:nvSpPr>
          <p:cNvPr id="479" name="object-479">
            <a:extLst>
              <a:ext uri="{FF2B5EF4-FFF2-40B4-BE49-F238E27FC236}">
                <a16:creationId xmlns:a16="http://schemas.microsoft.com/office/drawing/2014/main" id="{9E6A996C-E8E8-4D6B-A873-8ABF3CDCD1D9}"/>
              </a:ext>
            </a:extLst>
          </p:cNvPr>
          <p:cNvSpPr>
            <a:spLocks noGrp="1"/>
          </p:cNvSpPr>
          <p:nvPr/>
        </p:nvSpPr>
        <p:spPr>
          <a:xfrm>
            <a:off x="4783931" y="4048125"/>
            <a:ext cx="26194" cy="547688"/>
          </a:xfrm>
          <a:prstGeom prst="rect">
            <a:avLst/>
          </a:prstGeom>
          <a:solidFill>
            <a:srgbClr val="1D4ED8"/>
          </a:solidFill>
          <a:ln w="13097">
            <a:solidFill>
              <a:srgbClr val="172B4D"/>
            </a:solidFill>
          </a:ln>
        </p:spPr>
      </p:sp>
      <p:sp>
        <p:nvSpPr>
          <p:cNvPr id="480" name="object-480">
            <a:extLst>
              <a:ext uri="{FF2B5EF4-FFF2-40B4-BE49-F238E27FC236}">
                <a16:creationId xmlns:a16="http://schemas.microsoft.com/office/drawing/2014/main" id="{E05F5FDF-3147-40FE-956D-BCFFE9610495}"/>
              </a:ext>
            </a:extLst>
          </p:cNvPr>
          <p:cNvSpPr>
            <a:spLocks noGrp="1"/>
          </p:cNvSpPr>
          <p:nvPr/>
        </p:nvSpPr>
        <p:spPr>
          <a:xfrm>
            <a:off x="4810125" y="4048125"/>
            <a:ext cx="26194" cy="547688"/>
          </a:xfrm>
          <a:prstGeom prst="rect">
            <a:avLst/>
          </a:prstGeom>
          <a:solidFill>
            <a:srgbClr val="1D4ED8"/>
          </a:solidFill>
          <a:ln w="13097">
            <a:solidFill>
              <a:srgbClr val="172B4D"/>
            </a:solidFill>
          </a:ln>
        </p:spPr>
      </p:sp>
      <p:sp>
        <p:nvSpPr>
          <p:cNvPr id="481" name="object-481">
            <a:extLst>
              <a:ext uri="{FF2B5EF4-FFF2-40B4-BE49-F238E27FC236}">
                <a16:creationId xmlns:a16="http://schemas.microsoft.com/office/drawing/2014/main" id="{999026DD-292C-4075-97BF-CA413B770902}"/>
              </a:ext>
            </a:extLst>
          </p:cNvPr>
          <p:cNvSpPr>
            <a:spLocks noGrp="1"/>
          </p:cNvSpPr>
          <p:nvPr/>
        </p:nvSpPr>
        <p:spPr>
          <a:xfrm>
            <a:off x="4836319" y="4048125"/>
            <a:ext cx="26194" cy="547688"/>
          </a:xfrm>
          <a:prstGeom prst="rect">
            <a:avLst/>
          </a:prstGeom>
          <a:solidFill>
            <a:srgbClr val="1D4ED8"/>
          </a:solidFill>
          <a:ln w="13097">
            <a:solidFill>
              <a:srgbClr val="172B4D"/>
            </a:solidFill>
          </a:ln>
        </p:spPr>
      </p:sp>
      <p:sp>
        <p:nvSpPr>
          <p:cNvPr id="482" name="object-482">
            <a:extLst>
              <a:ext uri="{FF2B5EF4-FFF2-40B4-BE49-F238E27FC236}">
                <a16:creationId xmlns:a16="http://schemas.microsoft.com/office/drawing/2014/main" id="{CAF18CA1-713D-45C7-8DA2-CF1D28FE190B}"/>
              </a:ext>
            </a:extLst>
          </p:cNvPr>
          <p:cNvSpPr>
            <a:spLocks noGrp="1"/>
          </p:cNvSpPr>
          <p:nvPr/>
        </p:nvSpPr>
        <p:spPr>
          <a:xfrm>
            <a:off x="4862513" y="4048125"/>
            <a:ext cx="26194" cy="547688"/>
          </a:xfrm>
          <a:prstGeom prst="rect">
            <a:avLst/>
          </a:prstGeom>
          <a:solidFill>
            <a:srgbClr val="1D4ED8"/>
          </a:solidFill>
          <a:ln w="13097">
            <a:solidFill>
              <a:srgbClr val="172B4D"/>
            </a:solidFill>
          </a:ln>
        </p:spPr>
      </p:sp>
      <p:sp>
        <p:nvSpPr>
          <p:cNvPr id="483" name="object-483">
            <a:extLst>
              <a:ext uri="{FF2B5EF4-FFF2-40B4-BE49-F238E27FC236}">
                <a16:creationId xmlns:a16="http://schemas.microsoft.com/office/drawing/2014/main" id="{B4820683-3316-4524-9C00-DECAE8363784}"/>
              </a:ext>
            </a:extLst>
          </p:cNvPr>
          <p:cNvSpPr>
            <a:spLocks noGrp="1"/>
          </p:cNvSpPr>
          <p:nvPr/>
        </p:nvSpPr>
        <p:spPr>
          <a:xfrm>
            <a:off x="4888706" y="4048125"/>
            <a:ext cx="26194" cy="547688"/>
          </a:xfrm>
          <a:prstGeom prst="rect">
            <a:avLst/>
          </a:prstGeom>
          <a:solidFill>
            <a:srgbClr val="1D4ED8"/>
          </a:solidFill>
          <a:ln w="13097">
            <a:solidFill>
              <a:srgbClr val="172B4D"/>
            </a:solidFill>
          </a:ln>
        </p:spPr>
      </p:sp>
      <p:sp>
        <p:nvSpPr>
          <p:cNvPr id="484" name="object-484">
            <a:extLst>
              <a:ext uri="{FF2B5EF4-FFF2-40B4-BE49-F238E27FC236}">
                <a16:creationId xmlns:a16="http://schemas.microsoft.com/office/drawing/2014/main" id="{FEBE9C73-24CC-4775-9781-3F8FC0EFFD1B}"/>
              </a:ext>
            </a:extLst>
          </p:cNvPr>
          <p:cNvSpPr>
            <a:spLocks noGrp="1"/>
          </p:cNvSpPr>
          <p:nvPr/>
        </p:nvSpPr>
        <p:spPr>
          <a:xfrm>
            <a:off x="4914900" y="4048125"/>
            <a:ext cx="26194" cy="547688"/>
          </a:xfrm>
          <a:prstGeom prst="rect">
            <a:avLst/>
          </a:prstGeom>
          <a:solidFill>
            <a:srgbClr val="1D4ED8"/>
          </a:solidFill>
          <a:ln w="13097">
            <a:solidFill>
              <a:srgbClr val="172B4D"/>
            </a:solidFill>
          </a:ln>
        </p:spPr>
      </p:sp>
      <p:sp>
        <p:nvSpPr>
          <p:cNvPr id="485" name="object-485">
            <a:extLst>
              <a:ext uri="{FF2B5EF4-FFF2-40B4-BE49-F238E27FC236}">
                <a16:creationId xmlns:a16="http://schemas.microsoft.com/office/drawing/2014/main" id="{3F037C7A-BBF7-4E86-BC53-9A550E8A2131}"/>
              </a:ext>
            </a:extLst>
          </p:cNvPr>
          <p:cNvSpPr>
            <a:spLocks noGrp="1"/>
          </p:cNvSpPr>
          <p:nvPr/>
        </p:nvSpPr>
        <p:spPr>
          <a:xfrm>
            <a:off x="4941094" y="4048125"/>
            <a:ext cx="26194" cy="547688"/>
          </a:xfrm>
          <a:prstGeom prst="rect">
            <a:avLst/>
          </a:prstGeom>
          <a:solidFill>
            <a:srgbClr val="1D4ED8"/>
          </a:solidFill>
          <a:ln w="13097">
            <a:solidFill>
              <a:srgbClr val="172B4D"/>
            </a:solidFill>
          </a:ln>
        </p:spPr>
      </p:sp>
      <p:sp>
        <p:nvSpPr>
          <p:cNvPr id="486" name="object-486">
            <a:extLst>
              <a:ext uri="{FF2B5EF4-FFF2-40B4-BE49-F238E27FC236}">
                <a16:creationId xmlns:a16="http://schemas.microsoft.com/office/drawing/2014/main" id="{52E429DD-1270-415B-AD4F-3F887FE78524}"/>
              </a:ext>
            </a:extLst>
          </p:cNvPr>
          <p:cNvSpPr>
            <a:spLocks noGrp="1"/>
          </p:cNvSpPr>
          <p:nvPr/>
        </p:nvSpPr>
        <p:spPr>
          <a:xfrm>
            <a:off x="4967288" y="4048125"/>
            <a:ext cx="26194" cy="547688"/>
          </a:xfrm>
          <a:prstGeom prst="rect">
            <a:avLst/>
          </a:prstGeom>
          <a:solidFill>
            <a:srgbClr val="1D4ED8"/>
          </a:solidFill>
          <a:ln w="13097">
            <a:solidFill>
              <a:srgbClr val="172B4D"/>
            </a:solidFill>
          </a:ln>
        </p:spPr>
      </p:sp>
      <p:sp>
        <p:nvSpPr>
          <p:cNvPr id="487" name="object-487">
            <a:extLst>
              <a:ext uri="{FF2B5EF4-FFF2-40B4-BE49-F238E27FC236}">
                <a16:creationId xmlns:a16="http://schemas.microsoft.com/office/drawing/2014/main" id="{D0413FB0-6B45-4459-A929-12CB471C7ABA}"/>
              </a:ext>
            </a:extLst>
          </p:cNvPr>
          <p:cNvSpPr>
            <a:spLocks noGrp="1"/>
          </p:cNvSpPr>
          <p:nvPr/>
        </p:nvSpPr>
        <p:spPr>
          <a:xfrm>
            <a:off x="4993481" y="4048125"/>
            <a:ext cx="26194" cy="547688"/>
          </a:xfrm>
          <a:prstGeom prst="rect">
            <a:avLst/>
          </a:prstGeom>
          <a:solidFill>
            <a:srgbClr val="1D4ED8"/>
          </a:solidFill>
          <a:ln w="13097">
            <a:solidFill>
              <a:srgbClr val="172B4D"/>
            </a:solidFill>
          </a:ln>
        </p:spPr>
      </p:sp>
      <p:sp>
        <p:nvSpPr>
          <p:cNvPr id="488" name="object-488">
            <a:extLst>
              <a:ext uri="{FF2B5EF4-FFF2-40B4-BE49-F238E27FC236}">
                <a16:creationId xmlns:a16="http://schemas.microsoft.com/office/drawing/2014/main" id="{8649B70A-DE4B-4A80-8C47-84951B574E90}"/>
              </a:ext>
            </a:extLst>
          </p:cNvPr>
          <p:cNvSpPr>
            <a:spLocks noGrp="1"/>
          </p:cNvSpPr>
          <p:nvPr/>
        </p:nvSpPr>
        <p:spPr>
          <a:xfrm>
            <a:off x="5019675" y="4048125"/>
            <a:ext cx="26194" cy="547688"/>
          </a:xfrm>
          <a:prstGeom prst="rect">
            <a:avLst/>
          </a:prstGeom>
          <a:solidFill>
            <a:srgbClr val="1D4ED8"/>
          </a:solidFill>
          <a:ln w="13097">
            <a:solidFill>
              <a:srgbClr val="172B4D"/>
            </a:solidFill>
          </a:ln>
        </p:spPr>
      </p:sp>
      <p:sp>
        <p:nvSpPr>
          <p:cNvPr id="489" name="object-489">
            <a:extLst>
              <a:ext uri="{FF2B5EF4-FFF2-40B4-BE49-F238E27FC236}">
                <a16:creationId xmlns:a16="http://schemas.microsoft.com/office/drawing/2014/main" id="{99762B6C-9554-4FCC-8E2E-470433821DC6}"/>
              </a:ext>
            </a:extLst>
          </p:cNvPr>
          <p:cNvSpPr>
            <a:spLocks noGrp="1"/>
          </p:cNvSpPr>
          <p:nvPr/>
        </p:nvSpPr>
        <p:spPr>
          <a:xfrm>
            <a:off x="5045869" y="4048125"/>
            <a:ext cx="26194" cy="547688"/>
          </a:xfrm>
          <a:prstGeom prst="rect">
            <a:avLst/>
          </a:prstGeom>
          <a:solidFill>
            <a:srgbClr val="1D4ED8"/>
          </a:solidFill>
          <a:ln w="13097">
            <a:solidFill>
              <a:srgbClr val="172B4D"/>
            </a:solidFill>
          </a:ln>
        </p:spPr>
      </p:sp>
      <p:sp>
        <p:nvSpPr>
          <p:cNvPr id="490" name="object-490">
            <a:extLst>
              <a:ext uri="{FF2B5EF4-FFF2-40B4-BE49-F238E27FC236}">
                <a16:creationId xmlns:a16="http://schemas.microsoft.com/office/drawing/2014/main" id="{614CB695-1D17-4E08-8345-DBE4778465C3}"/>
              </a:ext>
            </a:extLst>
          </p:cNvPr>
          <p:cNvSpPr>
            <a:spLocks noGrp="1"/>
          </p:cNvSpPr>
          <p:nvPr/>
        </p:nvSpPr>
        <p:spPr>
          <a:xfrm>
            <a:off x="5072063" y="4048125"/>
            <a:ext cx="26194" cy="547688"/>
          </a:xfrm>
          <a:prstGeom prst="rect">
            <a:avLst/>
          </a:prstGeom>
          <a:solidFill>
            <a:srgbClr val="1D4ED8"/>
          </a:solidFill>
          <a:ln w="13097">
            <a:solidFill>
              <a:srgbClr val="172B4D"/>
            </a:solidFill>
          </a:ln>
        </p:spPr>
      </p:sp>
      <p:sp>
        <p:nvSpPr>
          <p:cNvPr id="491" name="object-491">
            <a:extLst>
              <a:ext uri="{FF2B5EF4-FFF2-40B4-BE49-F238E27FC236}">
                <a16:creationId xmlns:a16="http://schemas.microsoft.com/office/drawing/2014/main" id="{CCB5799D-905F-442F-949A-9072972C9AEE}"/>
              </a:ext>
            </a:extLst>
          </p:cNvPr>
          <p:cNvSpPr>
            <a:spLocks noGrp="1"/>
          </p:cNvSpPr>
          <p:nvPr/>
        </p:nvSpPr>
        <p:spPr>
          <a:xfrm>
            <a:off x="5098256" y="4048125"/>
            <a:ext cx="26194" cy="547688"/>
          </a:xfrm>
          <a:prstGeom prst="rect">
            <a:avLst/>
          </a:prstGeom>
          <a:solidFill>
            <a:srgbClr val="1D4ED8"/>
          </a:solidFill>
          <a:ln w="13097">
            <a:solidFill>
              <a:srgbClr val="172B4D"/>
            </a:solidFill>
          </a:ln>
        </p:spPr>
      </p:sp>
      <p:sp>
        <p:nvSpPr>
          <p:cNvPr id="492" name="object-492">
            <a:extLst>
              <a:ext uri="{FF2B5EF4-FFF2-40B4-BE49-F238E27FC236}">
                <a16:creationId xmlns:a16="http://schemas.microsoft.com/office/drawing/2014/main" id="{9EA62634-1707-40C9-934C-8B9BA035CB55}"/>
              </a:ext>
            </a:extLst>
          </p:cNvPr>
          <p:cNvSpPr>
            <a:spLocks noGrp="1"/>
          </p:cNvSpPr>
          <p:nvPr/>
        </p:nvSpPr>
        <p:spPr>
          <a:xfrm>
            <a:off x="5124450" y="4048125"/>
            <a:ext cx="26194" cy="547688"/>
          </a:xfrm>
          <a:prstGeom prst="rect">
            <a:avLst/>
          </a:prstGeom>
          <a:solidFill>
            <a:srgbClr val="1D4ED8"/>
          </a:solidFill>
          <a:ln w="13097">
            <a:solidFill>
              <a:srgbClr val="172B4D"/>
            </a:solidFill>
          </a:ln>
        </p:spPr>
      </p:sp>
      <p:sp>
        <p:nvSpPr>
          <p:cNvPr id="493" name="object-493">
            <a:extLst>
              <a:ext uri="{FF2B5EF4-FFF2-40B4-BE49-F238E27FC236}">
                <a16:creationId xmlns:a16="http://schemas.microsoft.com/office/drawing/2014/main" id="{41956512-2C43-445C-BD3E-02AF5DE3BAB0}"/>
              </a:ext>
            </a:extLst>
          </p:cNvPr>
          <p:cNvSpPr>
            <a:spLocks noGrp="1"/>
          </p:cNvSpPr>
          <p:nvPr/>
        </p:nvSpPr>
        <p:spPr>
          <a:xfrm>
            <a:off x="5150644" y="4048125"/>
            <a:ext cx="26194" cy="547688"/>
          </a:xfrm>
          <a:prstGeom prst="rect">
            <a:avLst/>
          </a:prstGeom>
          <a:solidFill>
            <a:srgbClr val="1D4ED8"/>
          </a:solidFill>
          <a:ln w="13097">
            <a:solidFill>
              <a:srgbClr val="172B4D"/>
            </a:solidFill>
          </a:ln>
        </p:spPr>
      </p:sp>
      <p:sp>
        <p:nvSpPr>
          <p:cNvPr id="494" name="object-494">
            <a:extLst>
              <a:ext uri="{FF2B5EF4-FFF2-40B4-BE49-F238E27FC236}">
                <a16:creationId xmlns:a16="http://schemas.microsoft.com/office/drawing/2014/main" id="{F7983F73-5249-492B-A119-F1EF96DD03B6}"/>
              </a:ext>
            </a:extLst>
          </p:cNvPr>
          <p:cNvSpPr>
            <a:spLocks noGrp="1"/>
          </p:cNvSpPr>
          <p:nvPr/>
        </p:nvSpPr>
        <p:spPr>
          <a:xfrm>
            <a:off x="5176838" y="4048125"/>
            <a:ext cx="26194" cy="547688"/>
          </a:xfrm>
          <a:prstGeom prst="rect">
            <a:avLst/>
          </a:prstGeom>
          <a:solidFill>
            <a:srgbClr val="1D4ED8"/>
          </a:solidFill>
          <a:ln w="13097">
            <a:solidFill>
              <a:srgbClr val="172B4D"/>
            </a:solidFill>
          </a:ln>
        </p:spPr>
      </p:sp>
      <p:sp>
        <p:nvSpPr>
          <p:cNvPr id="495" name="object-495">
            <a:extLst>
              <a:ext uri="{FF2B5EF4-FFF2-40B4-BE49-F238E27FC236}">
                <a16:creationId xmlns:a16="http://schemas.microsoft.com/office/drawing/2014/main" id="{A1FC4013-2220-44E9-8B8D-C3FFCB6EAE64}"/>
              </a:ext>
            </a:extLst>
          </p:cNvPr>
          <p:cNvSpPr>
            <a:spLocks noGrp="1"/>
          </p:cNvSpPr>
          <p:nvPr/>
        </p:nvSpPr>
        <p:spPr>
          <a:xfrm>
            <a:off x="5203031" y="4048125"/>
            <a:ext cx="26194" cy="547688"/>
          </a:xfrm>
          <a:prstGeom prst="rect">
            <a:avLst/>
          </a:prstGeom>
          <a:solidFill>
            <a:srgbClr val="1D4ED8"/>
          </a:solidFill>
          <a:ln w="13097">
            <a:solidFill>
              <a:srgbClr val="172B4D"/>
            </a:solidFill>
          </a:ln>
        </p:spPr>
      </p:sp>
      <p:sp>
        <p:nvSpPr>
          <p:cNvPr id="496" name="object-496">
            <a:extLst>
              <a:ext uri="{FF2B5EF4-FFF2-40B4-BE49-F238E27FC236}">
                <a16:creationId xmlns:a16="http://schemas.microsoft.com/office/drawing/2014/main" id="{9839E64A-72FF-4E70-AD2E-B4FDD3E355D4}"/>
              </a:ext>
            </a:extLst>
          </p:cNvPr>
          <p:cNvSpPr>
            <a:spLocks noGrp="1"/>
          </p:cNvSpPr>
          <p:nvPr/>
        </p:nvSpPr>
        <p:spPr>
          <a:xfrm>
            <a:off x="5229225" y="4048125"/>
            <a:ext cx="26194" cy="547688"/>
          </a:xfrm>
          <a:prstGeom prst="rect">
            <a:avLst/>
          </a:prstGeom>
          <a:solidFill>
            <a:srgbClr val="1D4ED8"/>
          </a:solidFill>
          <a:ln w="13097">
            <a:solidFill>
              <a:srgbClr val="172B4D"/>
            </a:solidFill>
          </a:ln>
        </p:spPr>
      </p:sp>
      <p:sp>
        <p:nvSpPr>
          <p:cNvPr id="497" name="object-497">
            <a:extLst>
              <a:ext uri="{FF2B5EF4-FFF2-40B4-BE49-F238E27FC236}">
                <a16:creationId xmlns:a16="http://schemas.microsoft.com/office/drawing/2014/main" id="{99B5E640-265A-4997-9544-196070066A6B}"/>
              </a:ext>
            </a:extLst>
          </p:cNvPr>
          <p:cNvSpPr>
            <a:spLocks noGrp="1"/>
          </p:cNvSpPr>
          <p:nvPr/>
        </p:nvSpPr>
        <p:spPr>
          <a:xfrm>
            <a:off x="5255419" y="4048125"/>
            <a:ext cx="26194" cy="547688"/>
          </a:xfrm>
          <a:prstGeom prst="rect">
            <a:avLst/>
          </a:prstGeom>
          <a:solidFill>
            <a:srgbClr val="1D4ED8"/>
          </a:solidFill>
          <a:ln w="13097">
            <a:solidFill>
              <a:srgbClr val="172B4D"/>
            </a:solidFill>
          </a:ln>
        </p:spPr>
      </p:sp>
      <p:sp>
        <p:nvSpPr>
          <p:cNvPr id="498" name="object-498">
            <a:extLst>
              <a:ext uri="{FF2B5EF4-FFF2-40B4-BE49-F238E27FC236}">
                <a16:creationId xmlns:a16="http://schemas.microsoft.com/office/drawing/2014/main" id="{E0646C2B-C9F1-43C5-8BF1-055BBA94E38F}"/>
              </a:ext>
            </a:extLst>
          </p:cNvPr>
          <p:cNvSpPr>
            <a:spLocks noGrp="1"/>
          </p:cNvSpPr>
          <p:nvPr/>
        </p:nvSpPr>
        <p:spPr>
          <a:xfrm>
            <a:off x="5281613" y="4048125"/>
            <a:ext cx="26194" cy="547688"/>
          </a:xfrm>
          <a:prstGeom prst="rect">
            <a:avLst/>
          </a:prstGeom>
          <a:solidFill>
            <a:srgbClr val="1D4ED8"/>
          </a:solidFill>
          <a:ln w="13097">
            <a:solidFill>
              <a:srgbClr val="172B4D"/>
            </a:solidFill>
          </a:ln>
        </p:spPr>
      </p:sp>
      <p:sp>
        <p:nvSpPr>
          <p:cNvPr id="499" name="object-499">
            <a:extLst>
              <a:ext uri="{FF2B5EF4-FFF2-40B4-BE49-F238E27FC236}">
                <a16:creationId xmlns:a16="http://schemas.microsoft.com/office/drawing/2014/main" id="{7DEB11DC-399B-4A80-9C88-D65C21AB0090}"/>
              </a:ext>
            </a:extLst>
          </p:cNvPr>
          <p:cNvSpPr>
            <a:spLocks noGrp="1"/>
          </p:cNvSpPr>
          <p:nvPr/>
        </p:nvSpPr>
        <p:spPr>
          <a:xfrm>
            <a:off x="5307806" y="4048125"/>
            <a:ext cx="26194" cy="547688"/>
          </a:xfrm>
          <a:prstGeom prst="rect">
            <a:avLst/>
          </a:prstGeom>
          <a:solidFill>
            <a:srgbClr val="1D4ED8"/>
          </a:solidFill>
          <a:ln w="13097">
            <a:solidFill>
              <a:srgbClr val="172B4D"/>
            </a:solidFill>
          </a:ln>
        </p:spPr>
      </p:sp>
      <p:sp>
        <p:nvSpPr>
          <p:cNvPr id="500" name="object-500">
            <a:extLst>
              <a:ext uri="{FF2B5EF4-FFF2-40B4-BE49-F238E27FC236}">
                <a16:creationId xmlns:a16="http://schemas.microsoft.com/office/drawing/2014/main" id="{FEA25084-72DB-410F-BF02-53F23C1EAAD1}"/>
              </a:ext>
            </a:extLst>
          </p:cNvPr>
          <p:cNvSpPr>
            <a:spLocks noGrp="1"/>
          </p:cNvSpPr>
          <p:nvPr/>
        </p:nvSpPr>
        <p:spPr>
          <a:xfrm>
            <a:off x="5334000" y="4048125"/>
            <a:ext cx="26194" cy="547688"/>
          </a:xfrm>
          <a:prstGeom prst="rect">
            <a:avLst/>
          </a:prstGeom>
          <a:solidFill>
            <a:srgbClr val="1D4ED8"/>
          </a:solidFill>
          <a:ln w="13097">
            <a:solidFill>
              <a:srgbClr val="172B4D"/>
            </a:solidFill>
          </a:ln>
        </p:spPr>
      </p:sp>
      <p:sp>
        <p:nvSpPr>
          <p:cNvPr id="501" name="object-501">
            <a:extLst>
              <a:ext uri="{FF2B5EF4-FFF2-40B4-BE49-F238E27FC236}">
                <a16:creationId xmlns:a16="http://schemas.microsoft.com/office/drawing/2014/main" id="{62BB9F8E-3A7C-4198-8E15-70E2A624CA49}"/>
              </a:ext>
            </a:extLst>
          </p:cNvPr>
          <p:cNvSpPr>
            <a:spLocks noGrp="1"/>
          </p:cNvSpPr>
          <p:nvPr/>
        </p:nvSpPr>
        <p:spPr>
          <a:xfrm>
            <a:off x="5360194" y="4048125"/>
            <a:ext cx="26194" cy="547688"/>
          </a:xfrm>
          <a:prstGeom prst="rect">
            <a:avLst/>
          </a:prstGeom>
          <a:solidFill>
            <a:srgbClr val="1D4ED8"/>
          </a:solidFill>
          <a:ln w="13097">
            <a:solidFill>
              <a:srgbClr val="172B4D"/>
            </a:solidFill>
          </a:ln>
        </p:spPr>
      </p:sp>
      <p:sp>
        <p:nvSpPr>
          <p:cNvPr id="502" name="object-502">
            <a:extLst>
              <a:ext uri="{FF2B5EF4-FFF2-40B4-BE49-F238E27FC236}">
                <a16:creationId xmlns:a16="http://schemas.microsoft.com/office/drawing/2014/main" id="{664BAC79-982C-408E-8ECE-41EF6923C219}"/>
              </a:ext>
            </a:extLst>
          </p:cNvPr>
          <p:cNvSpPr>
            <a:spLocks noGrp="1"/>
          </p:cNvSpPr>
          <p:nvPr/>
        </p:nvSpPr>
        <p:spPr>
          <a:xfrm>
            <a:off x="5386388" y="4048125"/>
            <a:ext cx="26194" cy="547688"/>
          </a:xfrm>
          <a:prstGeom prst="rect">
            <a:avLst/>
          </a:prstGeom>
          <a:solidFill>
            <a:srgbClr val="1D4ED8"/>
          </a:solidFill>
          <a:ln w="13097">
            <a:solidFill>
              <a:srgbClr val="172B4D"/>
            </a:solidFill>
          </a:ln>
        </p:spPr>
      </p:sp>
      <p:sp>
        <p:nvSpPr>
          <p:cNvPr id="503" name="object-503">
            <a:extLst>
              <a:ext uri="{FF2B5EF4-FFF2-40B4-BE49-F238E27FC236}">
                <a16:creationId xmlns:a16="http://schemas.microsoft.com/office/drawing/2014/main" id="{92C24228-8B4A-483E-BEE0-23B02452DF80}"/>
              </a:ext>
            </a:extLst>
          </p:cNvPr>
          <p:cNvSpPr>
            <a:spLocks noGrp="1"/>
          </p:cNvSpPr>
          <p:nvPr/>
        </p:nvSpPr>
        <p:spPr>
          <a:xfrm>
            <a:off x="5412581" y="4048125"/>
            <a:ext cx="26194" cy="547688"/>
          </a:xfrm>
          <a:prstGeom prst="rect">
            <a:avLst/>
          </a:prstGeom>
          <a:solidFill>
            <a:srgbClr val="1D4ED8"/>
          </a:solidFill>
          <a:ln w="13097">
            <a:solidFill>
              <a:srgbClr val="172B4D"/>
            </a:solidFill>
          </a:ln>
        </p:spPr>
      </p:sp>
      <p:sp>
        <p:nvSpPr>
          <p:cNvPr id="504" name="object-504">
            <a:extLst>
              <a:ext uri="{FF2B5EF4-FFF2-40B4-BE49-F238E27FC236}">
                <a16:creationId xmlns:a16="http://schemas.microsoft.com/office/drawing/2014/main" id="{DE1D263F-2010-456B-BE4F-410DF7D9DFA7}"/>
              </a:ext>
            </a:extLst>
          </p:cNvPr>
          <p:cNvSpPr>
            <a:spLocks noGrp="1"/>
          </p:cNvSpPr>
          <p:nvPr/>
        </p:nvSpPr>
        <p:spPr>
          <a:xfrm>
            <a:off x="5438775" y="4048125"/>
            <a:ext cx="26194" cy="547688"/>
          </a:xfrm>
          <a:prstGeom prst="rect">
            <a:avLst/>
          </a:prstGeom>
          <a:solidFill>
            <a:srgbClr val="1D4ED8"/>
          </a:solidFill>
          <a:ln w="13097">
            <a:solidFill>
              <a:srgbClr val="172B4D"/>
            </a:solidFill>
          </a:ln>
        </p:spPr>
      </p:sp>
      <p:sp>
        <p:nvSpPr>
          <p:cNvPr id="505" name="object-505">
            <a:extLst>
              <a:ext uri="{FF2B5EF4-FFF2-40B4-BE49-F238E27FC236}">
                <a16:creationId xmlns:a16="http://schemas.microsoft.com/office/drawing/2014/main" id="{D13576F4-F19F-4A30-857D-79A05C0C0426}"/>
              </a:ext>
            </a:extLst>
          </p:cNvPr>
          <p:cNvSpPr>
            <a:spLocks noGrp="1"/>
          </p:cNvSpPr>
          <p:nvPr/>
        </p:nvSpPr>
        <p:spPr>
          <a:xfrm>
            <a:off x="5464969" y="4048125"/>
            <a:ext cx="26194" cy="547688"/>
          </a:xfrm>
          <a:prstGeom prst="rect">
            <a:avLst/>
          </a:prstGeom>
          <a:solidFill>
            <a:srgbClr val="1D4ED8"/>
          </a:solidFill>
          <a:ln w="13097">
            <a:solidFill>
              <a:srgbClr val="172B4D"/>
            </a:solidFill>
          </a:ln>
        </p:spPr>
      </p:sp>
      <p:sp>
        <p:nvSpPr>
          <p:cNvPr id="506" name="object-506">
            <a:extLst>
              <a:ext uri="{FF2B5EF4-FFF2-40B4-BE49-F238E27FC236}">
                <a16:creationId xmlns:a16="http://schemas.microsoft.com/office/drawing/2014/main" id="{E4F6833E-DD8C-4923-BC87-31645DDFB05F}"/>
              </a:ext>
            </a:extLst>
          </p:cNvPr>
          <p:cNvSpPr>
            <a:spLocks noGrp="1"/>
          </p:cNvSpPr>
          <p:nvPr/>
        </p:nvSpPr>
        <p:spPr>
          <a:xfrm>
            <a:off x="5491163" y="4048125"/>
            <a:ext cx="26194" cy="547688"/>
          </a:xfrm>
          <a:prstGeom prst="rect">
            <a:avLst/>
          </a:prstGeom>
          <a:solidFill>
            <a:srgbClr val="1D4ED8"/>
          </a:solidFill>
          <a:ln w="13097">
            <a:solidFill>
              <a:srgbClr val="172B4D"/>
            </a:solidFill>
          </a:ln>
        </p:spPr>
      </p:sp>
      <p:sp>
        <p:nvSpPr>
          <p:cNvPr id="507" name="object-507">
            <a:extLst>
              <a:ext uri="{FF2B5EF4-FFF2-40B4-BE49-F238E27FC236}">
                <a16:creationId xmlns:a16="http://schemas.microsoft.com/office/drawing/2014/main" id="{2272C4C9-8651-440A-9891-3FD8AEFFAB29}"/>
              </a:ext>
            </a:extLst>
          </p:cNvPr>
          <p:cNvSpPr>
            <a:spLocks noGrp="1"/>
          </p:cNvSpPr>
          <p:nvPr/>
        </p:nvSpPr>
        <p:spPr>
          <a:xfrm>
            <a:off x="5517356" y="4048125"/>
            <a:ext cx="26194" cy="547688"/>
          </a:xfrm>
          <a:prstGeom prst="rect">
            <a:avLst/>
          </a:prstGeom>
          <a:solidFill>
            <a:srgbClr val="1D4ED8"/>
          </a:solidFill>
          <a:ln w="13097">
            <a:solidFill>
              <a:srgbClr val="172B4D"/>
            </a:solidFill>
          </a:ln>
        </p:spPr>
      </p:sp>
      <p:sp>
        <p:nvSpPr>
          <p:cNvPr id="508" name="object-508">
            <a:extLst>
              <a:ext uri="{FF2B5EF4-FFF2-40B4-BE49-F238E27FC236}">
                <a16:creationId xmlns:a16="http://schemas.microsoft.com/office/drawing/2014/main" id="{C55C3704-8601-4124-BBC7-DEF2D95B4EC3}"/>
              </a:ext>
            </a:extLst>
          </p:cNvPr>
          <p:cNvSpPr>
            <a:spLocks noGrp="1"/>
          </p:cNvSpPr>
          <p:nvPr/>
        </p:nvSpPr>
        <p:spPr>
          <a:xfrm>
            <a:off x="5543550" y="4048125"/>
            <a:ext cx="26194" cy="547688"/>
          </a:xfrm>
          <a:prstGeom prst="rect">
            <a:avLst/>
          </a:prstGeom>
          <a:solidFill>
            <a:srgbClr val="1D4ED8"/>
          </a:solidFill>
          <a:ln w="13097">
            <a:solidFill>
              <a:srgbClr val="172B4D"/>
            </a:solidFill>
          </a:ln>
        </p:spPr>
      </p:sp>
      <p:sp>
        <p:nvSpPr>
          <p:cNvPr id="509" name="object-509">
            <a:extLst>
              <a:ext uri="{FF2B5EF4-FFF2-40B4-BE49-F238E27FC236}">
                <a16:creationId xmlns:a16="http://schemas.microsoft.com/office/drawing/2014/main" id="{523E6F52-2EA0-430C-8736-69AF0BE8392D}"/>
              </a:ext>
            </a:extLst>
          </p:cNvPr>
          <p:cNvSpPr>
            <a:spLocks noGrp="1"/>
          </p:cNvSpPr>
          <p:nvPr/>
        </p:nvSpPr>
        <p:spPr>
          <a:xfrm>
            <a:off x="5569744" y="4048125"/>
            <a:ext cx="26194" cy="547688"/>
          </a:xfrm>
          <a:prstGeom prst="rect">
            <a:avLst/>
          </a:prstGeom>
          <a:solidFill>
            <a:srgbClr val="1D4ED8"/>
          </a:solidFill>
          <a:ln w="13097">
            <a:solidFill>
              <a:srgbClr val="172B4D"/>
            </a:solidFill>
          </a:ln>
        </p:spPr>
      </p:sp>
      <p:sp>
        <p:nvSpPr>
          <p:cNvPr id="510" name="object-510">
            <a:extLst>
              <a:ext uri="{FF2B5EF4-FFF2-40B4-BE49-F238E27FC236}">
                <a16:creationId xmlns:a16="http://schemas.microsoft.com/office/drawing/2014/main" id="{436CA9F3-79B5-4FC3-8690-1028D0DDAE61}"/>
              </a:ext>
            </a:extLst>
          </p:cNvPr>
          <p:cNvSpPr>
            <a:spLocks noGrp="1"/>
          </p:cNvSpPr>
          <p:nvPr/>
        </p:nvSpPr>
        <p:spPr>
          <a:xfrm>
            <a:off x="5595938" y="4048125"/>
            <a:ext cx="26194" cy="547688"/>
          </a:xfrm>
          <a:prstGeom prst="rect">
            <a:avLst/>
          </a:prstGeom>
          <a:solidFill>
            <a:srgbClr val="1D4ED8"/>
          </a:solidFill>
          <a:ln w="13097">
            <a:solidFill>
              <a:srgbClr val="172B4D"/>
            </a:solidFill>
          </a:ln>
        </p:spPr>
      </p:sp>
      <p:sp>
        <p:nvSpPr>
          <p:cNvPr id="511" name="object-511">
            <a:extLst>
              <a:ext uri="{FF2B5EF4-FFF2-40B4-BE49-F238E27FC236}">
                <a16:creationId xmlns:a16="http://schemas.microsoft.com/office/drawing/2014/main" id="{F82F900E-CBA4-455B-B687-E11DD6CC4FF5}"/>
              </a:ext>
            </a:extLst>
          </p:cNvPr>
          <p:cNvSpPr>
            <a:spLocks noGrp="1"/>
          </p:cNvSpPr>
          <p:nvPr/>
        </p:nvSpPr>
        <p:spPr>
          <a:xfrm>
            <a:off x="5622131" y="4048125"/>
            <a:ext cx="26194" cy="547688"/>
          </a:xfrm>
          <a:prstGeom prst="rect">
            <a:avLst/>
          </a:prstGeom>
          <a:solidFill>
            <a:srgbClr val="1D4ED8"/>
          </a:solidFill>
          <a:ln w="13097">
            <a:solidFill>
              <a:srgbClr val="172B4D"/>
            </a:solidFill>
          </a:ln>
        </p:spPr>
      </p:sp>
      <p:sp>
        <p:nvSpPr>
          <p:cNvPr id="512" name="object-512">
            <a:extLst>
              <a:ext uri="{FF2B5EF4-FFF2-40B4-BE49-F238E27FC236}">
                <a16:creationId xmlns:a16="http://schemas.microsoft.com/office/drawing/2014/main" id="{601F6E4E-1F10-4E9D-8ACB-C4F9C1FFF85C}"/>
              </a:ext>
            </a:extLst>
          </p:cNvPr>
          <p:cNvSpPr>
            <a:spLocks noGrp="1"/>
          </p:cNvSpPr>
          <p:nvPr/>
        </p:nvSpPr>
        <p:spPr>
          <a:xfrm>
            <a:off x="5648325" y="4048125"/>
            <a:ext cx="26194" cy="547688"/>
          </a:xfrm>
          <a:prstGeom prst="rect">
            <a:avLst/>
          </a:prstGeom>
          <a:solidFill>
            <a:srgbClr val="1D4ED8"/>
          </a:solidFill>
          <a:ln w="13097">
            <a:solidFill>
              <a:srgbClr val="172B4D"/>
            </a:solidFill>
          </a:ln>
        </p:spPr>
      </p:sp>
      <p:sp>
        <p:nvSpPr>
          <p:cNvPr id="513" name="object-513">
            <a:extLst>
              <a:ext uri="{FF2B5EF4-FFF2-40B4-BE49-F238E27FC236}">
                <a16:creationId xmlns:a16="http://schemas.microsoft.com/office/drawing/2014/main" id="{E57F5A7E-A5AE-42EA-BC8A-CA4F2311BEE2}"/>
              </a:ext>
            </a:extLst>
          </p:cNvPr>
          <p:cNvSpPr>
            <a:spLocks noGrp="1"/>
          </p:cNvSpPr>
          <p:nvPr/>
        </p:nvSpPr>
        <p:spPr>
          <a:xfrm>
            <a:off x="5674519" y="4048125"/>
            <a:ext cx="26194" cy="547688"/>
          </a:xfrm>
          <a:prstGeom prst="rect">
            <a:avLst/>
          </a:prstGeom>
          <a:solidFill>
            <a:srgbClr val="1D4ED8"/>
          </a:solidFill>
          <a:ln w="13097">
            <a:solidFill>
              <a:srgbClr val="172B4D"/>
            </a:solidFill>
          </a:ln>
        </p:spPr>
      </p:sp>
      <p:sp>
        <p:nvSpPr>
          <p:cNvPr id="514" name="object-514">
            <a:extLst>
              <a:ext uri="{FF2B5EF4-FFF2-40B4-BE49-F238E27FC236}">
                <a16:creationId xmlns:a16="http://schemas.microsoft.com/office/drawing/2014/main" id="{F73C5D86-0167-45D3-9416-8054CF870BA5}"/>
              </a:ext>
            </a:extLst>
          </p:cNvPr>
          <p:cNvSpPr>
            <a:spLocks noGrp="1"/>
          </p:cNvSpPr>
          <p:nvPr/>
        </p:nvSpPr>
        <p:spPr>
          <a:xfrm>
            <a:off x="5700713" y="4048125"/>
            <a:ext cx="26194" cy="547688"/>
          </a:xfrm>
          <a:prstGeom prst="rect">
            <a:avLst/>
          </a:prstGeom>
          <a:solidFill>
            <a:srgbClr val="1D4ED8"/>
          </a:solidFill>
          <a:ln w="13097">
            <a:solidFill>
              <a:srgbClr val="172B4D"/>
            </a:solidFill>
          </a:ln>
        </p:spPr>
      </p:sp>
      <p:sp>
        <p:nvSpPr>
          <p:cNvPr id="515" name="object-515">
            <a:extLst>
              <a:ext uri="{FF2B5EF4-FFF2-40B4-BE49-F238E27FC236}">
                <a16:creationId xmlns:a16="http://schemas.microsoft.com/office/drawing/2014/main" id="{319CE1D5-64CB-4B6A-94A5-7822FB4DEE88}"/>
              </a:ext>
            </a:extLst>
          </p:cNvPr>
          <p:cNvSpPr>
            <a:spLocks noGrp="1"/>
          </p:cNvSpPr>
          <p:nvPr/>
        </p:nvSpPr>
        <p:spPr>
          <a:xfrm>
            <a:off x="5726906" y="4048125"/>
            <a:ext cx="26194" cy="547688"/>
          </a:xfrm>
          <a:prstGeom prst="rect">
            <a:avLst/>
          </a:prstGeom>
          <a:solidFill>
            <a:srgbClr val="1D4ED8"/>
          </a:solidFill>
          <a:ln w="13097">
            <a:solidFill>
              <a:srgbClr val="172B4D"/>
            </a:solidFill>
          </a:ln>
        </p:spPr>
      </p:sp>
      <p:sp>
        <p:nvSpPr>
          <p:cNvPr id="516" name="object-516">
            <a:extLst>
              <a:ext uri="{FF2B5EF4-FFF2-40B4-BE49-F238E27FC236}">
                <a16:creationId xmlns:a16="http://schemas.microsoft.com/office/drawing/2014/main" id="{B737A844-103F-4BDE-9882-BC97AD99813B}"/>
              </a:ext>
            </a:extLst>
          </p:cNvPr>
          <p:cNvSpPr>
            <a:spLocks noGrp="1"/>
          </p:cNvSpPr>
          <p:nvPr/>
        </p:nvSpPr>
        <p:spPr>
          <a:xfrm>
            <a:off x="5753100" y="4048125"/>
            <a:ext cx="26194" cy="547688"/>
          </a:xfrm>
          <a:prstGeom prst="rect">
            <a:avLst/>
          </a:prstGeom>
          <a:solidFill>
            <a:srgbClr val="1D4ED8"/>
          </a:solidFill>
          <a:ln w="13097">
            <a:solidFill>
              <a:srgbClr val="172B4D"/>
            </a:solidFill>
          </a:ln>
        </p:spPr>
      </p:sp>
      <p:sp>
        <p:nvSpPr>
          <p:cNvPr id="517" name="object-517">
            <a:extLst>
              <a:ext uri="{FF2B5EF4-FFF2-40B4-BE49-F238E27FC236}">
                <a16:creationId xmlns:a16="http://schemas.microsoft.com/office/drawing/2014/main" id="{F5EFA5F5-0F1B-4858-951B-E388E1FF2B01}"/>
              </a:ext>
            </a:extLst>
          </p:cNvPr>
          <p:cNvSpPr>
            <a:spLocks noGrp="1"/>
          </p:cNvSpPr>
          <p:nvPr/>
        </p:nvSpPr>
        <p:spPr>
          <a:xfrm>
            <a:off x="5779294" y="4048125"/>
            <a:ext cx="26194" cy="547688"/>
          </a:xfrm>
          <a:prstGeom prst="rect">
            <a:avLst/>
          </a:prstGeom>
          <a:solidFill>
            <a:srgbClr val="1D4ED8"/>
          </a:solidFill>
          <a:ln w="13097">
            <a:solidFill>
              <a:srgbClr val="172B4D"/>
            </a:solidFill>
          </a:ln>
        </p:spPr>
      </p:sp>
      <p:sp>
        <p:nvSpPr>
          <p:cNvPr id="518" name="object-518">
            <a:extLst>
              <a:ext uri="{FF2B5EF4-FFF2-40B4-BE49-F238E27FC236}">
                <a16:creationId xmlns:a16="http://schemas.microsoft.com/office/drawing/2014/main" id="{FF357741-B755-47B2-8FB7-D2F185D41385}"/>
              </a:ext>
            </a:extLst>
          </p:cNvPr>
          <p:cNvSpPr>
            <a:spLocks noGrp="1"/>
          </p:cNvSpPr>
          <p:nvPr/>
        </p:nvSpPr>
        <p:spPr>
          <a:xfrm>
            <a:off x="5805488" y="4048125"/>
            <a:ext cx="26194" cy="547688"/>
          </a:xfrm>
          <a:prstGeom prst="rect">
            <a:avLst/>
          </a:prstGeom>
          <a:solidFill>
            <a:srgbClr val="1D4ED8"/>
          </a:solidFill>
          <a:ln w="13097">
            <a:solidFill>
              <a:srgbClr val="172B4D"/>
            </a:solidFill>
          </a:ln>
        </p:spPr>
      </p:sp>
      <p:sp>
        <p:nvSpPr>
          <p:cNvPr id="519" name="object-519">
            <a:extLst>
              <a:ext uri="{FF2B5EF4-FFF2-40B4-BE49-F238E27FC236}">
                <a16:creationId xmlns:a16="http://schemas.microsoft.com/office/drawing/2014/main" id="{10124B67-B79A-4505-8C17-7C64176A470F}"/>
              </a:ext>
            </a:extLst>
          </p:cNvPr>
          <p:cNvSpPr>
            <a:spLocks noGrp="1"/>
          </p:cNvSpPr>
          <p:nvPr/>
        </p:nvSpPr>
        <p:spPr>
          <a:xfrm>
            <a:off x="5831681" y="4048125"/>
            <a:ext cx="26194" cy="547688"/>
          </a:xfrm>
          <a:prstGeom prst="rect">
            <a:avLst/>
          </a:prstGeom>
          <a:solidFill>
            <a:srgbClr val="1D4ED8"/>
          </a:solidFill>
          <a:ln w="13097">
            <a:solidFill>
              <a:srgbClr val="172B4D"/>
            </a:solidFill>
          </a:ln>
        </p:spPr>
      </p:sp>
      <p:sp>
        <p:nvSpPr>
          <p:cNvPr id="520" name="object-520">
            <a:extLst>
              <a:ext uri="{FF2B5EF4-FFF2-40B4-BE49-F238E27FC236}">
                <a16:creationId xmlns:a16="http://schemas.microsoft.com/office/drawing/2014/main" id="{02F4ECC3-EC38-46BC-8FDE-7F4F0DEDB75C}"/>
              </a:ext>
            </a:extLst>
          </p:cNvPr>
          <p:cNvSpPr>
            <a:spLocks noGrp="1"/>
          </p:cNvSpPr>
          <p:nvPr/>
        </p:nvSpPr>
        <p:spPr>
          <a:xfrm>
            <a:off x="5857875" y="4048125"/>
            <a:ext cx="26194" cy="547688"/>
          </a:xfrm>
          <a:prstGeom prst="rect">
            <a:avLst/>
          </a:prstGeom>
          <a:solidFill>
            <a:srgbClr val="1D4ED8"/>
          </a:solidFill>
          <a:ln w="13097">
            <a:solidFill>
              <a:srgbClr val="172B4D"/>
            </a:solidFill>
          </a:ln>
        </p:spPr>
      </p:sp>
      <p:sp>
        <p:nvSpPr>
          <p:cNvPr id="521" name="object-521">
            <a:extLst>
              <a:ext uri="{FF2B5EF4-FFF2-40B4-BE49-F238E27FC236}">
                <a16:creationId xmlns:a16="http://schemas.microsoft.com/office/drawing/2014/main" id="{391A1EC4-FF74-4F0D-8312-6BCC16273395}"/>
              </a:ext>
            </a:extLst>
          </p:cNvPr>
          <p:cNvSpPr>
            <a:spLocks noGrp="1"/>
          </p:cNvSpPr>
          <p:nvPr/>
        </p:nvSpPr>
        <p:spPr>
          <a:xfrm>
            <a:off x="5884069" y="4048125"/>
            <a:ext cx="26194" cy="547688"/>
          </a:xfrm>
          <a:prstGeom prst="rect">
            <a:avLst/>
          </a:prstGeom>
          <a:solidFill>
            <a:srgbClr val="1D4ED8"/>
          </a:solidFill>
          <a:ln w="13097">
            <a:solidFill>
              <a:srgbClr val="172B4D"/>
            </a:solidFill>
          </a:ln>
        </p:spPr>
      </p:sp>
      <p:sp>
        <p:nvSpPr>
          <p:cNvPr id="522" name="object-522">
            <a:extLst>
              <a:ext uri="{FF2B5EF4-FFF2-40B4-BE49-F238E27FC236}">
                <a16:creationId xmlns:a16="http://schemas.microsoft.com/office/drawing/2014/main" id="{34BC8D0C-6A57-468E-ABAF-3166A78AC9C4}"/>
              </a:ext>
            </a:extLst>
          </p:cNvPr>
          <p:cNvSpPr>
            <a:spLocks noGrp="1"/>
          </p:cNvSpPr>
          <p:nvPr/>
        </p:nvSpPr>
        <p:spPr>
          <a:xfrm>
            <a:off x="5910263" y="4048125"/>
            <a:ext cx="26194" cy="547688"/>
          </a:xfrm>
          <a:prstGeom prst="rect">
            <a:avLst/>
          </a:prstGeom>
          <a:solidFill>
            <a:srgbClr val="1D4ED8"/>
          </a:solidFill>
          <a:ln w="13097">
            <a:solidFill>
              <a:srgbClr val="172B4D"/>
            </a:solidFill>
          </a:ln>
        </p:spPr>
      </p:sp>
      <p:sp>
        <p:nvSpPr>
          <p:cNvPr id="523" name="object-523">
            <a:extLst>
              <a:ext uri="{FF2B5EF4-FFF2-40B4-BE49-F238E27FC236}">
                <a16:creationId xmlns:a16="http://schemas.microsoft.com/office/drawing/2014/main" id="{3FED4839-9BC0-4D2C-962D-BBE5045EAC88}"/>
              </a:ext>
            </a:extLst>
          </p:cNvPr>
          <p:cNvSpPr>
            <a:spLocks noGrp="1"/>
          </p:cNvSpPr>
          <p:nvPr/>
        </p:nvSpPr>
        <p:spPr>
          <a:xfrm>
            <a:off x="5936456" y="4048125"/>
            <a:ext cx="26194" cy="547688"/>
          </a:xfrm>
          <a:prstGeom prst="rect">
            <a:avLst/>
          </a:prstGeom>
          <a:solidFill>
            <a:srgbClr val="1D4ED8"/>
          </a:solidFill>
          <a:ln w="13097">
            <a:solidFill>
              <a:srgbClr val="172B4D"/>
            </a:solidFill>
          </a:ln>
        </p:spPr>
      </p:sp>
      <p:sp>
        <p:nvSpPr>
          <p:cNvPr id="524" name="object-524">
            <a:extLst>
              <a:ext uri="{FF2B5EF4-FFF2-40B4-BE49-F238E27FC236}">
                <a16:creationId xmlns:a16="http://schemas.microsoft.com/office/drawing/2014/main" id="{67079E1D-42DB-4F80-A475-8BA3DB43A039}"/>
              </a:ext>
            </a:extLst>
          </p:cNvPr>
          <p:cNvSpPr>
            <a:spLocks noGrp="1"/>
          </p:cNvSpPr>
          <p:nvPr/>
        </p:nvSpPr>
        <p:spPr>
          <a:xfrm>
            <a:off x="5962650" y="4048125"/>
            <a:ext cx="26194" cy="547688"/>
          </a:xfrm>
          <a:prstGeom prst="rect">
            <a:avLst/>
          </a:prstGeom>
          <a:solidFill>
            <a:srgbClr val="1D4ED8"/>
          </a:solidFill>
          <a:ln w="13097">
            <a:solidFill>
              <a:srgbClr val="172B4D"/>
            </a:solidFill>
          </a:ln>
        </p:spPr>
      </p:sp>
      <p:sp>
        <p:nvSpPr>
          <p:cNvPr id="525" name="object-525">
            <a:extLst>
              <a:ext uri="{FF2B5EF4-FFF2-40B4-BE49-F238E27FC236}">
                <a16:creationId xmlns:a16="http://schemas.microsoft.com/office/drawing/2014/main" id="{687F4DD5-AB4D-49DC-B12D-387B98E8DE40}"/>
              </a:ext>
            </a:extLst>
          </p:cNvPr>
          <p:cNvSpPr>
            <a:spLocks noGrp="1"/>
          </p:cNvSpPr>
          <p:nvPr/>
        </p:nvSpPr>
        <p:spPr>
          <a:xfrm>
            <a:off x="5988844" y="4048125"/>
            <a:ext cx="26194" cy="547688"/>
          </a:xfrm>
          <a:prstGeom prst="rect">
            <a:avLst/>
          </a:prstGeom>
          <a:solidFill>
            <a:srgbClr val="1D4ED8"/>
          </a:solidFill>
          <a:ln w="13097">
            <a:solidFill>
              <a:srgbClr val="172B4D"/>
            </a:solidFill>
          </a:ln>
        </p:spPr>
      </p:sp>
      <p:sp>
        <p:nvSpPr>
          <p:cNvPr id="526" name="object-526">
            <a:extLst>
              <a:ext uri="{FF2B5EF4-FFF2-40B4-BE49-F238E27FC236}">
                <a16:creationId xmlns:a16="http://schemas.microsoft.com/office/drawing/2014/main" id="{E3EA1020-10A7-49FF-9DB3-A85048B662C1}"/>
              </a:ext>
            </a:extLst>
          </p:cNvPr>
          <p:cNvSpPr>
            <a:spLocks noGrp="1"/>
          </p:cNvSpPr>
          <p:nvPr/>
        </p:nvSpPr>
        <p:spPr>
          <a:xfrm>
            <a:off x="6015038" y="4048125"/>
            <a:ext cx="26194" cy="547688"/>
          </a:xfrm>
          <a:prstGeom prst="rect">
            <a:avLst/>
          </a:prstGeom>
          <a:solidFill>
            <a:srgbClr val="1D4ED8"/>
          </a:solidFill>
          <a:ln w="13097">
            <a:solidFill>
              <a:srgbClr val="172B4D"/>
            </a:solidFill>
          </a:ln>
        </p:spPr>
      </p:sp>
      <p:sp>
        <p:nvSpPr>
          <p:cNvPr id="527" name="object-527">
            <a:extLst>
              <a:ext uri="{FF2B5EF4-FFF2-40B4-BE49-F238E27FC236}">
                <a16:creationId xmlns:a16="http://schemas.microsoft.com/office/drawing/2014/main" id="{DF487E6F-0ACD-46FF-9202-D7A897E6CAAE}"/>
              </a:ext>
            </a:extLst>
          </p:cNvPr>
          <p:cNvSpPr>
            <a:spLocks noGrp="1"/>
          </p:cNvSpPr>
          <p:nvPr/>
        </p:nvSpPr>
        <p:spPr>
          <a:xfrm>
            <a:off x="6041231" y="4048125"/>
            <a:ext cx="26194" cy="547688"/>
          </a:xfrm>
          <a:prstGeom prst="rect">
            <a:avLst/>
          </a:prstGeom>
          <a:solidFill>
            <a:srgbClr val="1D4ED8"/>
          </a:solidFill>
          <a:ln w="13097">
            <a:solidFill>
              <a:srgbClr val="172B4D"/>
            </a:solidFill>
          </a:ln>
        </p:spPr>
      </p:sp>
      <p:sp>
        <p:nvSpPr>
          <p:cNvPr id="528" name="object-528">
            <a:extLst>
              <a:ext uri="{FF2B5EF4-FFF2-40B4-BE49-F238E27FC236}">
                <a16:creationId xmlns:a16="http://schemas.microsoft.com/office/drawing/2014/main" id="{50390576-29E0-4D2B-AF4A-39C75149340E}"/>
              </a:ext>
            </a:extLst>
          </p:cNvPr>
          <p:cNvSpPr>
            <a:spLocks noGrp="1"/>
          </p:cNvSpPr>
          <p:nvPr/>
        </p:nvSpPr>
        <p:spPr>
          <a:xfrm>
            <a:off x="6067425" y="4048125"/>
            <a:ext cx="26194" cy="547688"/>
          </a:xfrm>
          <a:prstGeom prst="rect">
            <a:avLst/>
          </a:prstGeom>
          <a:solidFill>
            <a:srgbClr val="1D4ED8"/>
          </a:solidFill>
          <a:ln w="13097">
            <a:solidFill>
              <a:srgbClr val="172B4D"/>
            </a:solidFill>
          </a:ln>
        </p:spPr>
      </p:sp>
      <p:sp>
        <p:nvSpPr>
          <p:cNvPr id="529" name="object-529">
            <a:extLst>
              <a:ext uri="{FF2B5EF4-FFF2-40B4-BE49-F238E27FC236}">
                <a16:creationId xmlns:a16="http://schemas.microsoft.com/office/drawing/2014/main" id="{F520C614-DF63-4DC1-B63F-F1E87EF093BC}"/>
              </a:ext>
            </a:extLst>
          </p:cNvPr>
          <p:cNvSpPr>
            <a:spLocks noGrp="1"/>
          </p:cNvSpPr>
          <p:nvPr/>
        </p:nvSpPr>
        <p:spPr>
          <a:xfrm>
            <a:off x="6093619" y="4048125"/>
            <a:ext cx="26194" cy="547688"/>
          </a:xfrm>
          <a:prstGeom prst="rect">
            <a:avLst/>
          </a:prstGeom>
          <a:solidFill>
            <a:srgbClr val="1D4ED8"/>
          </a:solidFill>
          <a:ln w="13097">
            <a:solidFill>
              <a:srgbClr val="172B4D"/>
            </a:solidFill>
          </a:ln>
        </p:spPr>
      </p:sp>
      <p:sp>
        <p:nvSpPr>
          <p:cNvPr id="530" name="object-530">
            <a:extLst>
              <a:ext uri="{FF2B5EF4-FFF2-40B4-BE49-F238E27FC236}">
                <a16:creationId xmlns:a16="http://schemas.microsoft.com/office/drawing/2014/main" id="{53F8674B-57B5-49CB-8A71-339DB80D29E1}"/>
              </a:ext>
            </a:extLst>
          </p:cNvPr>
          <p:cNvSpPr>
            <a:spLocks noGrp="1"/>
          </p:cNvSpPr>
          <p:nvPr/>
        </p:nvSpPr>
        <p:spPr>
          <a:xfrm>
            <a:off x="6119813" y="4048125"/>
            <a:ext cx="26194" cy="547688"/>
          </a:xfrm>
          <a:prstGeom prst="rect">
            <a:avLst/>
          </a:prstGeom>
          <a:solidFill>
            <a:srgbClr val="1D4ED8"/>
          </a:solidFill>
          <a:ln w="13097">
            <a:solidFill>
              <a:srgbClr val="172B4D"/>
            </a:solidFill>
          </a:ln>
        </p:spPr>
      </p:sp>
      <p:sp>
        <p:nvSpPr>
          <p:cNvPr id="531" name="object-531">
            <a:extLst>
              <a:ext uri="{FF2B5EF4-FFF2-40B4-BE49-F238E27FC236}">
                <a16:creationId xmlns:a16="http://schemas.microsoft.com/office/drawing/2014/main" id="{DA1DD873-8596-4B06-9081-8099696458A3}"/>
              </a:ext>
            </a:extLst>
          </p:cNvPr>
          <p:cNvSpPr>
            <a:spLocks noGrp="1"/>
          </p:cNvSpPr>
          <p:nvPr/>
        </p:nvSpPr>
        <p:spPr>
          <a:xfrm>
            <a:off x="6146006" y="4048125"/>
            <a:ext cx="26194" cy="547688"/>
          </a:xfrm>
          <a:prstGeom prst="rect">
            <a:avLst/>
          </a:prstGeom>
          <a:solidFill>
            <a:srgbClr val="1D4ED8"/>
          </a:solidFill>
          <a:ln w="13097">
            <a:solidFill>
              <a:srgbClr val="172B4D"/>
            </a:solidFill>
          </a:ln>
        </p:spPr>
      </p:sp>
      <p:sp>
        <p:nvSpPr>
          <p:cNvPr id="532" name="object-532">
            <a:extLst>
              <a:ext uri="{FF2B5EF4-FFF2-40B4-BE49-F238E27FC236}">
                <a16:creationId xmlns:a16="http://schemas.microsoft.com/office/drawing/2014/main" id="{CCB67F06-766C-4895-BE72-0E984DFC56F7}"/>
              </a:ext>
            </a:extLst>
          </p:cNvPr>
          <p:cNvSpPr>
            <a:spLocks noGrp="1"/>
          </p:cNvSpPr>
          <p:nvPr/>
        </p:nvSpPr>
        <p:spPr>
          <a:xfrm>
            <a:off x="6172200" y="4048125"/>
            <a:ext cx="26194" cy="547688"/>
          </a:xfrm>
          <a:prstGeom prst="rect">
            <a:avLst/>
          </a:prstGeom>
          <a:solidFill>
            <a:srgbClr val="1D4ED8"/>
          </a:solidFill>
          <a:ln w="13097">
            <a:solidFill>
              <a:srgbClr val="172B4D"/>
            </a:solidFill>
          </a:ln>
        </p:spPr>
      </p:sp>
      <p:sp>
        <p:nvSpPr>
          <p:cNvPr id="533" name="object-533">
            <a:extLst>
              <a:ext uri="{FF2B5EF4-FFF2-40B4-BE49-F238E27FC236}">
                <a16:creationId xmlns:a16="http://schemas.microsoft.com/office/drawing/2014/main" id="{831A52E4-4299-458B-833D-6A67A085218B}"/>
              </a:ext>
            </a:extLst>
          </p:cNvPr>
          <p:cNvSpPr>
            <a:spLocks noGrp="1"/>
          </p:cNvSpPr>
          <p:nvPr/>
        </p:nvSpPr>
        <p:spPr>
          <a:xfrm>
            <a:off x="6198394" y="4048125"/>
            <a:ext cx="26194" cy="547688"/>
          </a:xfrm>
          <a:prstGeom prst="rect">
            <a:avLst/>
          </a:prstGeom>
          <a:solidFill>
            <a:srgbClr val="1D4ED8"/>
          </a:solidFill>
          <a:ln w="13097">
            <a:solidFill>
              <a:srgbClr val="172B4D"/>
            </a:solidFill>
          </a:ln>
        </p:spPr>
      </p:sp>
      <p:sp>
        <p:nvSpPr>
          <p:cNvPr id="534" name="object-534">
            <a:extLst>
              <a:ext uri="{FF2B5EF4-FFF2-40B4-BE49-F238E27FC236}">
                <a16:creationId xmlns:a16="http://schemas.microsoft.com/office/drawing/2014/main" id="{A6A889CE-961C-418A-9578-25566C07CB3F}"/>
              </a:ext>
            </a:extLst>
          </p:cNvPr>
          <p:cNvSpPr>
            <a:spLocks noGrp="1"/>
          </p:cNvSpPr>
          <p:nvPr/>
        </p:nvSpPr>
        <p:spPr>
          <a:xfrm>
            <a:off x="6224588" y="4048125"/>
            <a:ext cx="26194" cy="547688"/>
          </a:xfrm>
          <a:prstGeom prst="rect">
            <a:avLst/>
          </a:prstGeom>
          <a:solidFill>
            <a:srgbClr val="1D4ED8"/>
          </a:solidFill>
          <a:ln w="13097">
            <a:solidFill>
              <a:srgbClr val="172B4D"/>
            </a:solidFill>
          </a:ln>
        </p:spPr>
      </p:sp>
      <p:sp>
        <p:nvSpPr>
          <p:cNvPr id="535" name="object-535">
            <a:extLst>
              <a:ext uri="{FF2B5EF4-FFF2-40B4-BE49-F238E27FC236}">
                <a16:creationId xmlns:a16="http://schemas.microsoft.com/office/drawing/2014/main" id="{60AE21A5-DA4E-4A00-A1D9-97BA0AECBB42}"/>
              </a:ext>
            </a:extLst>
          </p:cNvPr>
          <p:cNvSpPr>
            <a:spLocks noGrp="1"/>
          </p:cNvSpPr>
          <p:nvPr/>
        </p:nvSpPr>
        <p:spPr>
          <a:xfrm>
            <a:off x="6250781" y="4048125"/>
            <a:ext cx="26194" cy="547688"/>
          </a:xfrm>
          <a:prstGeom prst="rect">
            <a:avLst/>
          </a:prstGeom>
          <a:solidFill>
            <a:srgbClr val="1D4ED8"/>
          </a:solidFill>
          <a:ln w="13097">
            <a:solidFill>
              <a:srgbClr val="172B4D"/>
            </a:solidFill>
          </a:ln>
        </p:spPr>
      </p:sp>
      <p:sp>
        <p:nvSpPr>
          <p:cNvPr id="536" name="object-536">
            <a:extLst>
              <a:ext uri="{FF2B5EF4-FFF2-40B4-BE49-F238E27FC236}">
                <a16:creationId xmlns:a16="http://schemas.microsoft.com/office/drawing/2014/main" id="{06EB45AC-5074-4367-B68D-371B78F1FD01}"/>
              </a:ext>
            </a:extLst>
          </p:cNvPr>
          <p:cNvSpPr>
            <a:spLocks noGrp="1"/>
          </p:cNvSpPr>
          <p:nvPr/>
        </p:nvSpPr>
        <p:spPr>
          <a:xfrm>
            <a:off x="6276975" y="4048125"/>
            <a:ext cx="26194" cy="547688"/>
          </a:xfrm>
          <a:prstGeom prst="rect">
            <a:avLst/>
          </a:prstGeom>
          <a:solidFill>
            <a:srgbClr val="1D4ED8"/>
          </a:solidFill>
          <a:ln w="13097">
            <a:solidFill>
              <a:srgbClr val="172B4D"/>
            </a:solidFill>
          </a:ln>
        </p:spPr>
      </p:sp>
      <p:sp>
        <p:nvSpPr>
          <p:cNvPr id="537" name="object-537">
            <a:extLst>
              <a:ext uri="{FF2B5EF4-FFF2-40B4-BE49-F238E27FC236}">
                <a16:creationId xmlns:a16="http://schemas.microsoft.com/office/drawing/2014/main" id="{53585954-2E76-40BB-A706-790A6488EF41}"/>
              </a:ext>
            </a:extLst>
          </p:cNvPr>
          <p:cNvSpPr>
            <a:spLocks noGrp="1"/>
          </p:cNvSpPr>
          <p:nvPr/>
        </p:nvSpPr>
        <p:spPr>
          <a:xfrm>
            <a:off x="6303169" y="4048125"/>
            <a:ext cx="26194" cy="547688"/>
          </a:xfrm>
          <a:prstGeom prst="rect">
            <a:avLst/>
          </a:prstGeom>
          <a:solidFill>
            <a:srgbClr val="1D4ED8"/>
          </a:solidFill>
          <a:ln w="13097">
            <a:solidFill>
              <a:srgbClr val="172B4D"/>
            </a:solidFill>
          </a:ln>
        </p:spPr>
      </p:sp>
      <p:sp>
        <p:nvSpPr>
          <p:cNvPr id="538" name="object-538">
            <a:extLst>
              <a:ext uri="{FF2B5EF4-FFF2-40B4-BE49-F238E27FC236}">
                <a16:creationId xmlns:a16="http://schemas.microsoft.com/office/drawing/2014/main" id="{17EA5CE7-132B-4A29-8E0F-594C5FC4D4EA}"/>
              </a:ext>
            </a:extLst>
          </p:cNvPr>
          <p:cNvSpPr>
            <a:spLocks noGrp="1"/>
          </p:cNvSpPr>
          <p:nvPr/>
        </p:nvSpPr>
        <p:spPr>
          <a:xfrm>
            <a:off x="6329363" y="4048125"/>
            <a:ext cx="26194" cy="547688"/>
          </a:xfrm>
          <a:prstGeom prst="rect">
            <a:avLst/>
          </a:prstGeom>
          <a:solidFill>
            <a:srgbClr val="1D4ED8"/>
          </a:solidFill>
          <a:ln w="13097">
            <a:solidFill>
              <a:srgbClr val="172B4D"/>
            </a:solidFill>
          </a:ln>
        </p:spPr>
      </p:sp>
      <p:sp>
        <p:nvSpPr>
          <p:cNvPr id="539" name="object-539">
            <a:extLst>
              <a:ext uri="{FF2B5EF4-FFF2-40B4-BE49-F238E27FC236}">
                <a16:creationId xmlns:a16="http://schemas.microsoft.com/office/drawing/2014/main" id="{72CA404B-EC26-416B-90F6-9B39C8CBD58A}"/>
              </a:ext>
            </a:extLst>
          </p:cNvPr>
          <p:cNvSpPr>
            <a:spLocks noGrp="1"/>
          </p:cNvSpPr>
          <p:nvPr/>
        </p:nvSpPr>
        <p:spPr>
          <a:xfrm>
            <a:off x="6355556" y="4048125"/>
            <a:ext cx="26194" cy="547688"/>
          </a:xfrm>
          <a:prstGeom prst="rect">
            <a:avLst/>
          </a:prstGeom>
          <a:solidFill>
            <a:srgbClr val="1D4ED8"/>
          </a:solidFill>
          <a:ln w="13097">
            <a:solidFill>
              <a:srgbClr val="172B4D"/>
            </a:solidFill>
          </a:ln>
        </p:spPr>
      </p:sp>
      <p:sp>
        <p:nvSpPr>
          <p:cNvPr id="540" name="object-540">
            <a:extLst>
              <a:ext uri="{FF2B5EF4-FFF2-40B4-BE49-F238E27FC236}">
                <a16:creationId xmlns:a16="http://schemas.microsoft.com/office/drawing/2014/main" id="{9D630B40-6B77-4D05-87A0-AF69180281E5}"/>
              </a:ext>
            </a:extLst>
          </p:cNvPr>
          <p:cNvSpPr>
            <a:spLocks noGrp="1"/>
          </p:cNvSpPr>
          <p:nvPr/>
        </p:nvSpPr>
        <p:spPr>
          <a:xfrm>
            <a:off x="6381750" y="4048125"/>
            <a:ext cx="26194" cy="547688"/>
          </a:xfrm>
          <a:prstGeom prst="rect">
            <a:avLst/>
          </a:prstGeom>
          <a:solidFill>
            <a:srgbClr val="1D4ED8"/>
          </a:solidFill>
          <a:ln w="13097">
            <a:solidFill>
              <a:srgbClr val="172B4D"/>
            </a:solidFill>
          </a:ln>
        </p:spPr>
      </p:sp>
      <p:sp>
        <p:nvSpPr>
          <p:cNvPr id="541" name="object-541">
            <a:extLst>
              <a:ext uri="{FF2B5EF4-FFF2-40B4-BE49-F238E27FC236}">
                <a16:creationId xmlns:a16="http://schemas.microsoft.com/office/drawing/2014/main" id="{27F1D4AB-8F1D-4721-82C7-6DC9C5E89CC8}"/>
              </a:ext>
            </a:extLst>
          </p:cNvPr>
          <p:cNvSpPr>
            <a:spLocks noGrp="1"/>
          </p:cNvSpPr>
          <p:nvPr/>
        </p:nvSpPr>
        <p:spPr>
          <a:xfrm>
            <a:off x="6407944" y="4048125"/>
            <a:ext cx="26194" cy="547688"/>
          </a:xfrm>
          <a:prstGeom prst="rect">
            <a:avLst/>
          </a:prstGeom>
          <a:solidFill>
            <a:srgbClr val="1D4ED8"/>
          </a:solidFill>
          <a:ln w="13097">
            <a:solidFill>
              <a:srgbClr val="172B4D"/>
            </a:solidFill>
          </a:ln>
        </p:spPr>
      </p:sp>
      <p:sp>
        <p:nvSpPr>
          <p:cNvPr id="542" name="object-542">
            <a:extLst>
              <a:ext uri="{FF2B5EF4-FFF2-40B4-BE49-F238E27FC236}">
                <a16:creationId xmlns:a16="http://schemas.microsoft.com/office/drawing/2014/main" id="{CB22126C-DCCF-46B6-95E3-4B8739317C31}"/>
              </a:ext>
            </a:extLst>
          </p:cNvPr>
          <p:cNvSpPr>
            <a:spLocks noGrp="1"/>
          </p:cNvSpPr>
          <p:nvPr/>
        </p:nvSpPr>
        <p:spPr>
          <a:xfrm>
            <a:off x="6434138" y="4048125"/>
            <a:ext cx="26194" cy="547688"/>
          </a:xfrm>
          <a:prstGeom prst="rect">
            <a:avLst/>
          </a:prstGeom>
          <a:solidFill>
            <a:srgbClr val="1D4ED8"/>
          </a:solidFill>
          <a:ln w="13097">
            <a:solidFill>
              <a:srgbClr val="172B4D"/>
            </a:solidFill>
          </a:ln>
        </p:spPr>
      </p:sp>
      <p:sp>
        <p:nvSpPr>
          <p:cNvPr id="543" name="object-543">
            <a:extLst>
              <a:ext uri="{FF2B5EF4-FFF2-40B4-BE49-F238E27FC236}">
                <a16:creationId xmlns:a16="http://schemas.microsoft.com/office/drawing/2014/main" id="{9B7777E8-0C85-4DDB-9D0A-5B85E2E51B77}"/>
              </a:ext>
            </a:extLst>
          </p:cNvPr>
          <p:cNvSpPr>
            <a:spLocks noGrp="1"/>
          </p:cNvSpPr>
          <p:nvPr/>
        </p:nvSpPr>
        <p:spPr>
          <a:xfrm>
            <a:off x="6460331" y="4048125"/>
            <a:ext cx="26194" cy="547688"/>
          </a:xfrm>
          <a:prstGeom prst="rect">
            <a:avLst/>
          </a:prstGeom>
          <a:solidFill>
            <a:srgbClr val="1D4ED8"/>
          </a:solidFill>
          <a:ln w="13097">
            <a:solidFill>
              <a:srgbClr val="172B4D"/>
            </a:solidFill>
          </a:ln>
        </p:spPr>
      </p:sp>
      <p:sp>
        <p:nvSpPr>
          <p:cNvPr id="544" name="object-544">
            <a:extLst>
              <a:ext uri="{FF2B5EF4-FFF2-40B4-BE49-F238E27FC236}">
                <a16:creationId xmlns:a16="http://schemas.microsoft.com/office/drawing/2014/main" id="{3C225B09-2FC3-4F24-BEAC-73D648BA50B0}"/>
              </a:ext>
            </a:extLst>
          </p:cNvPr>
          <p:cNvSpPr>
            <a:spLocks noGrp="1"/>
          </p:cNvSpPr>
          <p:nvPr/>
        </p:nvSpPr>
        <p:spPr>
          <a:xfrm>
            <a:off x="6486525" y="4048125"/>
            <a:ext cx="26194" cy="547688"/>
          </a:xfrm>
          <a:prstGeom prst="rect">
            <a:avLst/>
          </a:prstGeom>
          <a:solidFill>
            <a:srgbClr val="1D4ED8"/>
          </a:solidFill>
          <a:ln w="13097">
            <a:solidFill>
              <a:srgbClr val="172B4D"/>
            </a:solidFill>
          </a:ln>
        </p:spPr>
      </p:sp>
      <p:sp>
        <p:nvSpPr>
          <p:cNvPr id="545" name="object-545">
            <a:extLst>
              <a:ext uri="{FF2B5EF4-FFF2-40B4-BE49-F238E27FC236}">
                <a16:creationId xmlns:a16="http://schemas.microsoft.com/office/drawing/2014/main" id="{DE120BEF-C4A7-41ED-AB3F-407F30294F20}"/>
              </a:ext>
            </a:extLst>
          </p:cNvPr>
          <p:cNvSpPr>
            <a:spLocks noGrp="1"/>
          </p:cNvSpPr>
          <p:nvPr/>
        </p:nvSpPr>
        <p:spPr>
          <a:xfrm>
            <a:off x="6512719" y="4048125"/>
            <a:ext cx="26194" cy="547688"/>
          </a:xfrm>
          <a:prstGeom prst="rect">
            <a:avLst/>
          </a:prstGeom>
          <a:solidFill>
            <a:srgbClr val="1D4ED8"/>
          </a:solidFill>
          <a:ln w="13097">
            <a:solidFill>
              <a:srgbClr val="172B4D"/>
            </a:solidFill>
          </a:ln>
        </p:spPr>
      </p:sp>
      <p:sp>
        <p:nvSpPr>
          <p:cNvPr id="546" name="object-546">
            <a:extLst>
              <a:ext uri="{FF2B5EF4-FFF2-40B4-BE49-F238E27FC236}">
                <a16:creationId xmlns:a16="http://schemas.microsoft.com/office/drawing/2014/main" id="{E9E5152D-444A-4454-AF12-DCBBDA00F2D2}"/>
              </a:ext>
            </a:extLst>
          </p:cNvPr>
          <p:cNvSpPr>
            <a:spLocks noGrp="1"/>
          </p:cNvSpPr>
          <p:nvPr/>
        </p:nvSpPr>
        <p:spPr>
          <a:xfrm>
            <a:off x="6538913" y="4048125"/>
            <a:ext cx="26194" cy="547688"/>
          </a:xfrm>
          <a:prstGeom prst="rect">
            <a:avLst/>
          </a:prstGeom>
          <a:solidFill>
            <a:srgbClr val="1D4ED8"/>
          </a:solidFill>
          <a:ln w="13097">
            <a:solidFill>
              <a:srgbClr val="172B4D"/>
            </a:solidFill>
          </a:ln>
        </p:spPr>
      </p:sp>
      <p:sp>
        <p:nvSpPr>
          <p:cNvPr id="547" name="object-547">
            <a:extLst>
              <a:ext uri="{FF2B5EF4-FFF2-40B4-BE49-F238E27FC236}">
                <a16:creationId xmlns:a16="http://schemas.microsoft.com/office/drawing/2014/main" id="{81198589-6A5E-4069-B659-0AE653156FB4}"/>
              </a:ext>
            </a:extLst>
          </p:cNvPr>
          <p:cNvSpPr>
            <a:spLocks noGrp="1"/>
          </p:cNvSpPr>
          <p:nvPr/>
        </p:nvSpPr>
        <p:spPr>
          <a:xfrm>
            <a:off x="6565106" y="4048125"/>
            <a:ext cx="26194" cy="547688"/>
          </a:xfrm>
          <a:prstGeom prst="rect">
            <a:avLst/>
          </a:prstGeom>
          <a:solidFill>
            <a:srgbClr val="1D4ED8"/>
          </a:solidFill>
          <a:ln w="13097">
            <a:solidFill>
              <a:srgbClr val="172B4D"/>
            </a:solidFill>
          </a:ln>
        </p:spPr>
      </p:sp>
      <p:sp>
        <p:nvSpPr>
          <p:cNvPr id="548" name="object-548">
            <a:extLst>
              <a:ext uri="{FF2B5EF4-FFF2-40B4-BE49-F238E27FC236}">
                <a16:creationId xmlns:a16="http://schemas.microsoft.com/office/drawing/2014/main" id="{832210AB-DA01-4CD1-85C6-D9F2BFB2D7F3}"/>
              </a:ext>
            </a:extLst>
          </p:cNvPr>
          <p:cNvSpPr>
            <a:spLocks noGrp="1"/>
          </p:cNvSpPr>
          <p:nvPr/>
        </p:nvSpPr>
        <p:spPr>
          <a:xfrm>
            <a:off x="6591300" y="4048125"/>
            <a:ext cx="26194" cy="547688"/>
          </a:xfrm>
          <a:prstGeom prst="rect">
            <a:avLst/>
          </a:prstGeom>
          <a:solidFill>
            <a:srgbClr val="1D4ED8"/>
          </a:solidFill>
          <a:ln w="13097">
            <a:solidFill>
              <a:srgbClr val="172B4D"/>
            </a:solidFill>
          </a:ln>
        </p:spPr>
      </p:sp>
      <p:sp>
        <p:nvSpPr>
          <p:cNvPr id="549" name="object-549">
            <a:extLst>
              <a:ext uri="{FF2B5EF4-FFF2-40B4-BE49-F238E27FC236}">
                <a16:creationId xmlns:a16="http://schemas.microsoft.com/office/drawing/2014/main" id="{0A6DCC18-5DBB-4763-9CC9-426C1C964FF0}"/>
              </a:ext>
            </a:extLst>
          </p:cNvPr>
          <p:cNvSpPr>
            <a:spLocks noGrp="1"/>
          </p:cNvSpPr>
          <p:nvPr/>
        </p:nvSpPr>
        <p:spPr>
          <a:xfrm>
            <a:off x="6617494" y="4048125"/>
            <a:ext cx="26194" cy="547688"/>
          </a:xfrm>
          <a:prstGeom prst="rect">
            <a:avLst/>
          </a:prstGeom>
          <a:solidFill>
            <a:srgbClr val="1D4ED8"/>
          </a:solidFill>
          <a:ln w="13097">
            <a:solidFill>
              <a:srgbClr val="172B4D"/>
            </a:solidFill>
          </a:ln>
        </p:spPr>
      </p:sp>
      <p:sp>
        <p:nvSpPr>
          <p:cNvPr id="550" name="object-550">
            <a:extLst>
              <a:ext uri="{FF2B5EF4-FFF2-40B4-BE49-F238E27FC236}">
                <a16:creationId xmlns:a16="http://schemas.microsoft.com/office/drawing/2014/main" id="{49E5619F-0E1B-437C-A2FD-71978890FD3D}"/>
              </a:ext>
            </a:extLst>
          </p:cNvPr>
          <p:cNvSpPr>
            <a:spLocks noGrp="1"/>
          </p:cNvSpPr>
          <p:nvPr/>
        </p:nvSpPr>
        <p:spPr>
          <a:xfrm>
            <a:off x="6643688" y="4048125"/>
            <a:ext cx="26194" cy="547688"/>
          </a:xfrm>
          <a:prstGeom prst="rect">
            <a:avLst/>
          </a:prstGeom>
          <a:solidFill>
            <a:srgbClr val="1D4ED8"/>
          </a:solidFill>
          <a:ln w="13097">
            <a:solidFill>
              <a:srgbClr val="172B4D"/>
            </a:solidFill>
          </a:ln>
        </p:spPr>
      </p:sp>
      <p:sp>
        <p:nvSpPr>
          <p:cNvPr id="551" name="object-551">
            <a:extLst>
              <a:ext uri="{FF2B5EF4-FFF2-40B4-BE49-F238E27FC236}">
                <a16:creationId xmlns:a16="http://schemas.microsoft.com/office/drawing/2014/main" id="{88DBE520-0C58-4FE1-BED3-9D8D02424BFA}"/>
              </a:ext>
            </a:extLst>
          </p:cNvPr>
          <p:cNvSpPr>
            <a:spLocks noGrp="1"/>
          </p:cNvSpPr>
          <p:nvPr/>
        </p:nvSpPr>
        <p:spPr>
          <a:xfrm>
            <a:off x="6669881" y="4048125"/>
            <a:ext cx="26194" cy="547688"/>
          </a:xfrm>
          <a:prstGeom prst="rect">
            <a:avLst/>
          </a:prstGeom>
          <a:solidFill>
            <a:srgbClr val="1D4ED8"/>
          </a:solidFill>
          <a:ln w="13097">
            <a:solidFill>
              <a:srgbClr val="172B4D"/>
            </a:solidFill>
          </a:ln>
        </p:spPr>
      </p:sp>
      <p:sp>
        <p:nvSpPr>
          <p:cNvPr id="552" name="object-552">
            <a:extLst>
              <a:ext uri="{FF2B5EF4-FFF2-40B4-BE49-F238E27FC236}">
                <a16:creationId xmlns:a16="http://schemas.microsoft.com/office/drawing/2014/main" id="{3A67265C-4144-4E73-B4DC-ABB76CDFBB2C}"/>
              </a:ext>
            </a:extLst>
          </p:cNvPr>
          <p:cNvSpPr>
            <a:spLocks noGrp="1"/>
          </p:cNvSpPr>
          <p:nvPr/>
        </p:nvSpPr>
        <p:spPr>
          <a:xfrm>
            <a:off x="6696075" y="4048125"/>
            <a:ext cx="26194" cy="547688"/>
          </a:xfrm>
          <a:prstGeom prst="rect">
            <a:avLst/>
          </a:prstGeom>
          <a:solidFill>
            <a:srgbClr val="1D4ED8"/>
          </a:solidFill>
          <a:ln w="13097">
            <a:solidFill>
              <a:srgbClr val="172B4D"/>
            </a:solidFill>
          </a:ln>
        </p:spPr>
      </p:sp>
      <p:sp>
        <p:nvSpPr>
          <p:cNvPr id="553" name="object-553">
            <a:extLst>
              <a:ext uri="{FF2B5EF4-FFF2-40B4-BE49-F238E27FC236}">
                <a16:creationId xmlns:a16="http://schemas.microsoft.com/office/drawing/2014/main" id="{3E5BA1DF-9A55-4FAA-A14A-8AB234D93A1A}"/>
              </a:ext>
            </a:extLst>
          </p:cNvPr>
          <p:cNvSpPr>
            <a:spLocks noGrp="1"/>
          </p:cNvSpPr>
          <p:nvPr/>
        </p:nvSpPr>
        <p:spPr>
          <a:xfrm>
            <a:off x="6722269" y="4048125"/>
            <a:ext cx="26194" cy="547688"/>
          </a:xfrm>
          <a:prstGeom prst="rect">
            <a:avLst/>
          </a:prstGeom>
          <a:solidFill>
            <a:srgbClr val="1D4ED8"/>
          </a:solidFill>
          <a:ln w="13097">
            <a:solidFill>
              <a:srgbClr val="172B4D"/>
            </a:solidFill>
          </a:ln>
        </p:spPr>
      </p:sp>
      <p:sp>
        <p:nvSpPr>
          <p:cNvPr id="554" name="object-554">
            <a:extLst>
              <a:ext uri="{FF2B5EF4-FFF2-40B4-BE49-F238E27FC236}">
                <a16:creationId xmlns:a16="http://schemas.microsoft.com/office/drawing/2014/main" id="{3202BE99-4C12-4705-9AC7-DB6164EA517B}"/>
              </a:ext>
            </a:extLst>
          </p:cNvPr>
          <p:cNvSpPr>
            <a:spLocks noGrp="1"/>
          </p:cNvSpPr>
          <p:nvPr/>
        </p:nvSpPr>
        <p:spPr>
          <a:xfrm>
            <a:off x="6748463" y="4048125"/>
            <a:ext cx="26194" cy="547688"/>
          </a:xfrm>
          <a:prstGeom prst="rect">
            <a:avLst/>
          </a:prstGeom>
          <a:solidFill>
            <a:srgbClr val="1D4ED8"/>
          </a:solidFill>
          <a:ln w="13097">
            <a:solidFill>
              <a:srgbClr val="172B4D"/>
            </a:solidFill>
          </a:ln>
        </p:spPr>
      </p:sp>
      <p:sp>
        <p:nvSpPr>
          <p:cNvPr id="555" name="object-555">
            <a:extLst>
              <a:ext uri="{FF2B5EF4-FFF2-40B4-BE49-F238E27FC236}">
                <a16:creationId xmlns:a16="http://schemas.microsoft.com/office/drawing/2014/main" id="{35139832-0BC2-4B04-99E8-555AD53FBCEA}"/>
              </a:ext>
            </a:extLst>
          </p:cNvPr>
          <p:cNvSpPr>
            <a:spLocks noGrp="1"/>
          </p:cNvSpPr>
          <p:nvPr/>
        </p:nvSpPr>
        <p:spPr>
          <a:xfrm>
            <a:off x="6774656" y="4048125"/>
            <a:ext cx="26194" cy="547688"/>
          </a:xfrm>
          <a:prstGeom prst="rect">
            <a:avLst/>
          </a:prstGeom>
          <a:solidFill>
            <a:srgbClr val="1D4ED8"/>
          </a:solidFill>
          <a:ln w="13097">
            <a:solidFill>
              <a:srgbClr val="172B4D"/>
            </a:solidFill>
          </a:ln>
        </p:spPr>
      </p:sp>
      <p:sp>
        <p:nvSpPr>
          <p:cNvPr id="556" name="object-556">
            <a:extLst>
              <a:ext uri="{FF2B5EF4-FFF2-40B4-BE49-F238E27FC236}">
                <a16:creationId xmlns:a16="http://schemas.microsoft.com/office/drawing/2014/main" id="{829CE3DB-EDFB-4140-9A80-E52B9EAFDADC}"/>
              </a:ext>
            </a:extLst>
          </p:cNvPr>
          <p:cNvSpPr>
            <a:spLocks noGrp="1"/>
          </p:cNvSpPr>
          <p:nvPr/>
        </p:nvSpPr>
        <p:spPr>
          <a:xfrm>
            <a:off x="6800850" y="4048125"/>
            <a:ext cx="26194" cy="547688"/>
          </a:xfrm>
          <a:prstGeom prst="rect">
            <a:avLst/>
          </a:prstGeom>
          <a:solidFill>
            <a:srgbClr val="1D4ED8"/>
          </a:solidFill>
          <a:ln w="13097">
            <a:solidFill>
              <a:srgbClr val="172B4D"/>
            </a:solidFill>
          </a:ln>
        </p:spPr>
      </p:sp>
      <p:sp>
        <p:nvSpPr>
          <p:cNvPr id="557" name="object-557">
            <a:extLst>
              <a:ext uri="{FF2B5EF4-FFF2-40B4-BE49-F238E27FC236}">
                <a16:creationId xmlns:a16="http://schemas.microsoft.com/office/drawing/2014/main" id="{A41735AE-F51D-4036-BD81-A6458344638E}"/>
              </a:ext>
            </a:extLst>
          </p:cNvPr>
          <p:cNvSpPr>
            <a:spLocks noGrp="1"/>
          </p:cNvSpPr>
          <p:nvPr/>
        </p:nvSpPr>
        <p:spPr>
          <a:xfrm>
            <a:off x="6827044" y="4048125"/>
            <a:ext cx="26194" cy="547688"/>
          </a:xfrm>
          <a:prstGeom prst="rect">
            <a:avLst/>
          </a:prstGeom>
          <a:solidFill>
            <a:srgbClr val="1D4ED8"/>
          </a:solidFill>
          <a:ln w="13097">
            <a:solidFill>
              <a:srgbClr val="172B4D"/>
            </a:solidFill>
          </a:ln>
        </p:spPr>
      </p:sp>
      <p:sp>
        <p:nvSpPr>
          <p:cNvPr id="558" name="object-558">
            <a:extLst>
              <a:ext uri="{FF2B5EF4-FFF2-40B4-BE49-F238E27FC236}">
                <a16:creationId xmlns:a16="http://schemas.microsoft.com/office/drawing/2014/main" id="{B8B7403E-CCF6-42A1-ABF5-541F9B240964}"/>
              </a:ext>
            </a:extLst>
          </p:cNvPr>
          <p:cNvSpPr>
            <a:spLocks noGrp="1"/>
          </p:cNvSpPr>
          <p:nvPr/>
        </p:nvSpPr>
        <p:spPr>
          <a:xfrm>
            <a:off x="6853238" y="4048125"/>
            <a:ext cx="26194" cy="547688"/>
          </a:xfrm>
          <a:prstGeom prst="rect">
            <a:avLst/>
          </a:prstGeom>
          <a:solidFill>
            <a:srgbClr val="1D4ED8"/>
          </a:solidFill>
          <a:ln w="13097">
            <a:solidFill>
              <a:srgbClr val="172B4D"/>
            </a:solidFill>
          </a:ln>
        </p:spPr>
      </p:sp>
      <p:sp>
        <p:nvSpPr>
          <p:cNvPr id="559" name="object-559">
            <a:extLst>
              <a:ext uri="{FF2B5EF4-FFF2-40B4-BE49-F238E27FC236}">
                <a16:creationId xmlns:a16="http://schemas.microsoft.com/office/drawing/2014/main" id="{A51EB1AA-1402-4A64-B33B-0F3B4B914985}"/>
              </a:ext>
            </a:extLst>
          </p:cNvPr>
          <p:cNvSpPr>
            <a:spLocks noGrp="1"/>
          </p:cNvSpPr>
          <p:nvPr/>
        </p:nvSpPr>
        <p:spPr>
          <a:xfrm>
            <a:off x="6879431" y="4048125"/>
            <a:ext cx="26194" cy="547688"/>
          </a:xfrm>
          <a:prstGeom prst="rect">
            <a:avLst/>
          </a:prstGeom>
          <a:solidFill>
            <a:srgbClr val="1D4ED8"/>
          </a:solidFill>
          <a:ln w="13097">
            <a:solidFill>
              <a:srgbClr val="172B4D"/>
            </a:solidFill>
          </a:ln>
        </p:spPr>
      </p:sp>
      <p:sp>
        <p:nvSpPr>
          <p:cNvPr id="560" name="object-560">
            <a:extLst>
              <a:ext uri="{FF2B5EF4-FFF2-40B4-BE49-F238E27FC236}">
                <a16:creationId xmlns:a16="http://schemas.microsoft.com/office/drawing/2014/main" id="{F58A3641-7D61-4DD9-8087-DECC27874A13}"/>
              </a:ext>
            </a:extLst>
          </p:cNvPr>
          <p:cNvSpPr>
            <a:spLocks noGrp="1"/>
          </p:cNvSpPr>
          <p:nvPr/>
        </p:nvSpPr>
        <p:spPr>
          <a:xfrm>
            <a:off x="6905625" y="4048125"/>
            <a:ext cx="26194" cy="547688"/>
          </a:xfrm>
          <a:prstGeom prst="rect">
            <a:avLst/>
          </a:prstGeom>
          <a:solidFill>
            <a:srgbClr val="1D4ED8"/>
          </a:solidFill>
          <a:ln w="13097">
            <a:solidFill>
              <a:srgbClr val="172B4D"/>
            </a:solidFill>
          </a:ln>
        </p:spPr>
      </p:sp>
      <p:sp>
        <p:nvSpPr>
          <p:cNvPr id="561" name="object-561">
            <a:extLst>
              <a:ext uri="{FF2B5EF4-FFF2-40B4-BE49-F238E27FC236}">
                <a16:creationId xmlns:a16="http://schemas.microsoft.com/office/drawing/2014/main" id="{C12EBF00-9BDE-405C-B802-02CA9B73D794}"/>
              </a:ext>
            </a:extLst>
          </p:cNvPr>
          <p:cNvSpPr>
            <a:spLocks noGrp="1"/>
          </p:cNvSpPr>
          <p:nvPr/>
        </p:nvSpPr>
        <p:spPr>
          <a:xfrm>
            <a:off x="6931819" y="4048125"/>
            <a:ext cx="26194" cy="547688"/>
          </a:xfrm>
          <a:prstGeom prst="rect">
            <a:avLst/>
          </a:prstGeom>
          <a:solidFill>
            <a:srgbClr val="1D4ED8"/>
          </a:solidFill>
          <a:ln w="13097">
            <a:solidFill>
              <a:srgbClr val="172B4D"/>
            </a:solidFill>
          </a:ln>
        </p:spPr>
      </p:sp>
      <p:sp>
        <p:nvSpPr>
          <p:cNvPr id="562" name="object-562">
            <a:extLst>
              <a:ext uri="{FF2B5EF4-FFF2-40B4-BE49-F238E27FC236}">
                <a16:creationId xmlns:a16="http://schemas.microsoft.com/office/drawing/2014/main" id="{E6DC3A72-0767-4F8C-8BB0-B3620B06D51A}"/>
              </a:ext>
            </a:extLst>
          </p:cNvPr>
          <p:cNvSpPr>
            <a:spLocks noGrp="1"/>
          </p:cNvSpPr>
          <p:nvPr/>
        </p:nvSpPr>
        <p:spPr>
          <a:xfrm>
            <a:off x="6958013" y="4048125"/>
            <a:ext cx="26194" cy="547688"/>
          </a:xfrm>
          <a:prstGeom prst="rect">
            <a:avLst/>
          </a:prstGeom>
          <a:solidFill>
            <a:srgbClr val="1D4ED8"/>
          </a:solidFill>
          <a:ln w="13097">
            <a:solidFill>
              <a:srgbClr val="172B4D"/>
            </a:solidFill>
          </a:ln>
        </p:spPr>
      </p:sp>
      <p:sp>
        <p:nvSpPr>
          <p:cNvPr id="563" name="object-563">
            <a:extLst>
              <a:ext uri="{FF2B5EF4-FFF2-40B4-BE49-F238E27FC236}">
                <a16:creationId xmlns:a16="http://schemas.microsoft.com/office/drawing/2014/main" id="{9696F6DA-8C1F-4864-99D1-EC16AB4564A2}"/>
              </a:ext>
            </a:extLst>
          </p:cNvPr>
          <p:cNvSpPr>
            <a:spLocks noGrp="1"/>
          </p:cNvSpPr>
          <p:nvPr/>
        </p:nvSpPr>
        <p:spPr>
          <a:xfrm>
            <a:off x="6984206" y="4048125"/>
            <a:ext cx="26194" cy="547688"/>
          </a:xfrm>
          <a:prstGeom prst="rect">
            <a:avLst/>
          </a:prstGeom>
          <a:solidFill>
            <a:srgbClr val="1D4ED8"/>
          </a:solidFill>
          <a:ln w="13097">
            <a:solidFill>
              <a:srgbClr val="172B4D"/>
            </a:solidFill>
          </a:ln>
        </p:spPr>
      </p:sp>
      <p:sp>
        <p:nvSpPr>
          <p:cNvPr id="564" name="object-564">
            <a:extLst>
              <a:ext uri="{FF2B5EF4-FFF2-40B4-BE49-F238E27FC236}">
                <a16:creationId xmlns:a16="http://schemas.microsoft.com/office/drawing/2014/main" id="{4B96A2EC-0308-4766-921A-061585E31245}"/>
              </a:ext>
            </a:extLst>
          </p:cNvPr>
          <p:cNvSpPr>
            <a:spLocks noGrp="1"/>
          </p:cNvSpPr>
          <p:nvPr/>
        </p:nvSpPr>
        <p:spPr>
          <a:xfrm>
            <a:off x="7010400" y="4048125"/>
            <a:ext cx="26194" cy="547688"/>
          </a:xfrm>
          <a:prstGeom prst="rect">
            <a:avLst/>
          </a:prstGeom>
          <a:solidFill>
            <a:srgbClr val="1D4ED8"/>
          </a:solidFill>
          <a:ln w="13097">
            <a:solidFill>
              <a:srgbClr val="172B4D"/>
            </a:solidFill>
          </a:ln>
        </p:spPr>
      </p:sp>
      <p:sp>
        <p:nvSpPr>
          <p:cNvPr id="565" name="object-565">
            <a:extLst>
              <a:ext uri="{FF2B5EF4-FFF2-40B4-BE49-F238E27FC236}">
                <a16:creationId xmlns:a16="http://schemas.microsoft.com/office/drawing/2014/main" id="{2E4B5AD1-1D00-4D7C-AD1C-D0CBF791739D}"/>
              </a:ext>
            </a:extLst>
          </p:cNvPr>
          <p:cNvSpPr>
            <a:spLocks noGrp="1"/>
          </p:cNvSpPr>
          <p:nvPr/>
        </p:nvSpPr>
        <p:spPr>
          <a:xfrm>
            <a:off x="7036594" y="4048125"/>
            <a:ext cx="26194" cy="547688"/>
          </a:xfrm>
          <a:prstGeom prst="rect">
            <a:avLst/>
          </a:prstGeom>
          <a:solidFill>
            <a:srgbClr val="1D4ED8"/>
          </a:solidFill>
          <a:ln w="13097">
            <a:solidFill>
              <a:srgbClr val="172B4D"/>
            </a:solidFill>
          </a:ln>
        </p:spPr>
      </p:sp>
      <p:sp>
        <p:nvSpPr>
          <p:cNvPr id="566" name="object-566">
            <a:extLst>
              <a:ext uri="{FF2B5EF4-FFF2-40B4-BE49-F238E27FC236}">
                <a16:creationId xmlns:a16="http://schemas.microsoft.com/office/drawing/2014/main" id="{CABB787D-4D71-48FF-9A9C-5B33112BD12F}"/>
              </a:ext>
            </a:extLst>
          </p:cNvPr>
          <p:cNvSpPr>
            <a:spLocks noGrp="1"/>
          </p:cNvSpPr>
          <p:nvPr/>
        </p:nvSpPr>
        <p:spPr>
          <a:xfrm>
            <a:off x="7062788" y="4048125"/>
            <a:ext cx="26194" cy="547688"/>
          </a:xfrm>
          <a:prstGeom prst="rect">
            <a:avLst/>
          </a:prstGeom>
          <a:solidFill>
            <a:srgbClr val="1D4ED8"/>
          </a:solidFill>
          <a:ln w="13097">
            <a:solidFill>
              <a:srgbClr val="172B4D"/>
            </a:solidFill>
          </a:ln>
        </p:spPr>
      </p:sp>
      <p:sp>
        <p:nvSpPr>
          <p:cNvPr id="567" name="object-567">
            <a:extLst>
              <a:ext uri="{FF2B5EF4-FFF2-40B4-BE49-F238E27FC236}">
                <a16:creationId xmlns:a16="http://schemas.microsoft.com/office/drawing/2014/main" id="{825E7DBA-B4EE-4AC4-9954-48272BB3EA1B}"/>
              </a:ext>
            </a:extLst>
          </p:cNvPr>
          <p:cNvSpPr>
            <a:spLocks noGrp="1"/>
          </p:cNvSpPr>
          <p:nvPr/>
        </p:nvSpPr>
        <p:spPr>
          <a:xfrm>
            <a:off x="7088981" y="4048125"/>
            <a:ext cx="26194" cy="547688"/>
          </a:xfrm>
          <a:prstGeom prst="rect">
            <a:avLst/>
          </a:prstGeom>
          <a:solidFill>
            <a:srgbClr val="1D4ED8"/>
          </a:solidFill>
          <a:ln w="13097">
            <a:solidFill>
              <a:srgbClr val="172B4D"/>
            </a:solidFill>
          </a:ln>
        </p:spPr>
      </p:sp>
      <p:sp>
        <p:nvSpPr>
          <p:cNvPr id="568" name="object-568">
            <a:extLst>
              <a:ext uri="{FF2B5EF4-FFF2-40B4-BE49-F238E27FC236}">
                <a16:creationId xmlns:a16="http://schemas.microsoft.com/office/drawing/2014/main" id="{993C4386-D1DA-41CE-9682-9A86BEF6D22D}"/>
              </a:ext>
            </a:extLst>
          </p:cNvPr>
          <p:cNvSpPr>
            <a:spLocks noGrp="1"/>
          </p:cNvSpPr>
          <p:nvPr/>
        </p:nvSpPr>
        <p:spPr>
          <a:xfrm>
            <a:off x="7115175" y="4048125"/>
            <a:ext cx="26194" cy="547688"/>
          </a:xfrm>
          <a:prstGeom prst="rect">
            <a:avLst/>
          </a:prstGeom>
          <a:solidFill>
            <a:srgbClr val="1D4ED8"/>
          </a:solidFill>
          <a:ln w="13097">
            <a:solidFill>
              <a:srgbClr val="172B4D"/>
            </a:solidFill>
          </a:ln>
        </p:spPr>
      </p:sp>
      <p:sp>
        <p:nvSpPr>
          <p:cNvPr id="569" name="object-569">
            <a:extLst>
              <a:ext uri="{FF2B5EF4-FFF2-40B4-BE49-F238E27FC236}">
                <a16:creationId xmlns:a16="http://schemas.microsoft.com/office/drawing/2014/main" id="{D0D6BB0A-ED8C-4D88-819A-09661073E812}"/>
              </a:ext>
            </a:extLst>
          </p:cNvPr>
          <p:cNvSpPr>
            <a:spLocks noGrp="1"/>
          </p:cNvSpPr>
          <p:nvPr/>
        </p:nvSpPr>
        <p:spPr>
          <a:xfrm>
            <a:off x="7141369" y="4048125"/>
            <a:ext cx="26194" cy="547688"/>
          </a:xfrm>
          <a:prstGeom prst="rect">
            <a:avLst/>
          </a:prstGeom>
          <a:solidFill>
            <a:srgbClr val="1D4ED8"/>
          </a:solidFill>
          <a:ln w="13097">
            <a:solidFill>
              <a:srgbClr val="172B4D"/>
            </a:solidFill>
          </a:ln>
        </p:spPr>
      </p:sp>
      <p:sp>
        <p:nvSpPr>
          <p:cNvPr id="570" name="object-570">
            <a:extLst>
              <a:ext uri="{FF2B5EF4-FFF2-40B4-BE49-F238E27FC236}">
                <a16:creationId xmlns:a16="http://schemas.microsoft.com/office/drawing/2014/main" id="{1B28DBB9-4F16-49AB-B8A1-D54A631B9262}"/>
              </a:ext>
            </a:extLst>
          </p:cNvPr>
          <p:cNvSpPr>
            <a:spLocks noGrp="1"/>
          </p:cNvSpPr>
          <p:nvPr/>
        </p:nvSpPr>
        <p:spPr>
          <a:xfrm>
            <a:off x="7167563" y="4048125"/>
            <a:ext cx="26194" cy="547688"/>
          </a:xfrm>
          <a:prstGeom prst="rect">
            <a:avLst/>
          </a:prstGeom>
          <a:solidFill>
            <a:srgbClr val="1D4ED8"/>
          </a:solidFill>
          <a:ln w="13097">
            <a:solidFill>
              <a:srgbClr val="172B4D"/>
            </a:solidFill>
          </a:ln>
        </p:spPr>
      </p:sp>
      <p:sp>
        <p:nvSpPr>
          <p:cNvPr id="571" name="object-571">
            <a:extLst>
              <a:ext uri="{FF2B5EF4-FFF2-40B4-BE49-F238E27FC236}">
                <a16:creationId xmlns:a16="http://schemas.microsoft.com/office/drawing/2014/main" id="{183465AA-0FAF-4C4B-BDB9-ADCF1505CCC4}"/>
              </a:ext>
            </a:extLst>
          </p:cNvPr>
          <p:cNvSpPr>
            <a:spLocks noGrp="1"/>
          </p:cNvSpPr>
          <p:nvPr/>
        </p:nvSpPr>
        <p:spPr>
          <a:xfrm>
            <a:off x="7193756" y="4048125"/>
            <a:ext cx="26194" cy="547688"/>
          </a:xfrm>
          <a:prstGeom prst="rect">
            <a:avLst/>
          </a:prstGeom>
          <a:solidFill>
            <a:srgbClr val="1D4ED8"/>
          </a:solidFill>
          <a:ln w="13097">
            <a:solidFill>
              <a:srgbClr val="172B4D"/>
            </a:solidFill>
          </a:ln>
        </p:spPr>
      </p:sp>
      <p:sp>
        <p:nvSpPr>
          <p:cNvPr id="572" name="object-572">
            <a:extLst>
              <a:ext uri="{FF2B5EF4-FFF2-40B4-BE49-F238E27FC236}">
                <a16:creationId xmlns:a16="http://schemas.microsoft.com/office/drawing/2014/main" id="{691ACE22-683C-4EBD-9D89-6CE3CA7C618E}"/>
              </a:ext>
            </a:extLst>
          </p:cNvPr>
          <p:cNvSpPr>
            <a:spLocks noGrp="1"/>
          </p:cNvSpPr>
          <p:nvPr/>
        </p:nvSpPr>
        <p:spPr>
          <a:xfrm>
            <a:off x="7219950" y="4048125"/>
            <a:ext cx="26194" cy="547688"/>
          </a:xfrm>
          <a:prstGeom prst="rect">
            <a:avLst/>
          </a:prstGeom>
          <a:solidFill>
            <a:srgbClr val="1D4ED8"/>
          </a:solidFill>
          <a:ln w="13097">
            <a:solidFill>
              <a:srgbClr val="172B4D"/>
            </a:solidFill>
          </a:ln>
        </p:spPr>
      </p:sp>
      <p:sp>
        <p:nvSpPr>
          <p:cNvPr id="573" name="object-573">
            <a:extLst>
              <a:ext uri="{FF2B5EF4-FFF2-40B4-BE49-F238E27FC236}">
                <a16:creationId xmlns:a16="http://schemas.microsoft.com/office/drawing/2014/main" id="{7C7D5EB1-CB1B-49B4-A0B7-8BF97A786E0A}"/>
              </a:ext>
            </a:extLst>
          </p:cNvPr>
          <p:cNvSpPr>
            <a:spLocks noGrp="1"/>
          </p:cNvSpPr>
          <p:nvPr/>
        </p:nvSpPr>
        <p:spPr>
          <a:xfrm>
            <a:off x="7246144" y="4048125"/>
            <a:ext cx="26194" cy="547688"/>
          </a:xfrm>
          <a:prstGeom prst="rect">
            <a:avLst/>
          </a:prstGeom>
          <a:solidFill>
            <a:srgbClr val="1D4ED8"/>
          </a:solidFill>
          <a:ln w="13097">
            <a:solidFill>
              <a:srgbClr val="172B4D"/>
            </a:solidFill>
          </a:ln>
        </p:spPr>
      </p:sp>
      <p:sp>
        <p:nvSpPr>
          <p:cNvPr id="574" name="object-574">
            <a:extLst>
              <a:ext uri="{FF2B5EF4-FFF2-40B4-BE49-F238E27FC236}">
                <a16:creationId xmlns:a16="http://schemas.microsoft.com/office/drawing/2014/main" id="{D748DDFC-B648-4A19-8C4D-C4C0213C51E6}"/>
              </a:ext>
            </a:extLst>
          </p:cNvPr>
          <p:cNvSpPr>
            <a:spLocks noGrp="1"/>
          </p:cNvSpPr>
          <p:nvPr/>
        </p:nvSpPr>
        <p:spPr>
          <a:xfrm>
            <a:off x="7272338" y="4048125"/>
            <a:ext cx="26194" cy="547688"/>
          </a:xfrm>
          <a:prstGeom prst="rect">
            <a:avLst/>
          </a:prstGeom>
          <a:solidFill>
            <a:srgbClr val="1D4ED8"/>
          </a:solidFill>
          <a:ln w="13097">
            <a:solidFill>
              <a:srgbClr val="172B4D"/>
            </a:solidFill>
          </a:ln>
        </p:spPr>
      </p:sp>
      <p:sp>
        <p:nvSpPr>
          <p:cNvPr id="575" name="object-575">
            <a:extLst>
              <a:ext uri="{FF2B5EF4-FFF2-40B4-BE49-F238E27FC236}">
                <a16:creationId xmlns:a16="http://schemas.microsoft.com/office/drawing/2014/main" id="{4A40E584-DB10-428E-91FC-7F23F7ECB5BB}"/>
              </a:ext>
            </a:extLst>
          </p:cNvPr>
          <p:cNvSpPr>
            <a:spLocks noGrp="1"/>
          </p:cNvSpPr>
          <p:nvPr/>
        </p:nvSpPr>
        <p:spPr>
          <a:xfrm>
            <a:off x="7298531" y="4048125"/>
            <a:ext cx="26194" cy="547688"/>
          </a:xfrm>
          <a:prstGeom prst="rect">
            <a:avLst/>
          </a:prstGeom>
          <a:solidFill>
            <a:srgbClr val="1D4ED8"/>
          </a:solidFill>
          <a:ln w="13097">
            <a:solidFill>
              <a:srgbClr val="172B4D"/>
            </a:solidFill>
          </a:ln>
        </p:spPr>
      </p:sp>
      <p:sp>
        <p:nvSpPr>
          <p:cNvPr id="576" name="object-576">
            <a:extLst>
              <a:ext uri="{FF2B5EF4-FFF2-40B4-BE49-F238E27FC236}">
                <a16:creationId xmlns:a16="http://schemas.microsoft.com/office/drawing/2014/main" id="{49AF2CA1-8BD9-4C94-B3DF-33E2C95927C8}"/>
              </a:ext>
            </a:extLst>
          </p:cNvPr>
          <p:cNvSpPr>
            <a:spLocks noGrp="1"/>
          </p:cNvSpPr>
          <p:nvPr/>
        </p:nvSpPr>
        <p:spPr>
          <a:xfrm>
            <a:off x="7324725" y="4048125"/>
            <a:ext cx="26194" cy="547688"/>
          </a:xfrm>
          <a:prstGeom prst="rect">
            <a:avLst/>
          </a:prstGeom>
          <a:solidFill>
            <a:srgbClr val="1D4ED8"/>
          </a:solidFill>
          <a:ln w="13097">
            <a:solidFill>
              <a:srgbClr val="172B4D"/>
            </a:solidFill>
          </a:ln>
        </p:spPr>
      </p:sp>
      <p:sp>
        <p:nvSpPr>
          <p:cNvPr id="577" name="object-577">
            <a:extLst>
              <a:ext uri="{FF2B5EF4-FFF2-40B4-BE49-F238E27FC236}">
                <a16:creationId xmlns:a16="http://schemas.microsoft.com/office/drawing/2014/main" id="{4EE906C5-CA8C-4D4D-B299-384E51F7A312}"/>
              </a:ext>
            </a:extLst>
          </p:cNvPr>
          <p:cNvSpPr>
            <a:spLocks noGrp="1"/>
          </p:cNvSpPr>
          <p:nvPr/>
        </p:nvSpPr>
        <p:spPr>
          <a:xfrm>
            <a:off x="7350919" y="4048125"/>
            <a:ext cx="26194" cy="547688"/>
          </a:xfrm>
          <a:prstGeom prst="rect">
            <a:avLst/>
          </a:prstGeom>
          <a:solidFill>
            <a:srgbClr val="1D4ED8"/>
          </a:solidFill>
          <a:ln w="13097">
            <a:solidFill>
              <a:srgbClr val="172B4D"/>
            </a:solidFill>
          </a:ln>
        </p:spPr>
      </p:sp>
      <p:sp>
        <p:nvSpPr>
          <p:cNvPr id="578" name="object-578">
            <a:extLst>
              <a:ext uri="{FF2B5EF4-FFF2-40B4-BE49-F238E27FC236}">
                <a16:creationId xmlns:a16="http://schemas.microsoft.com/office/drawing/2014/main" id="{A58B28F1-A941-42B7-8F79-6C901265B361}"/>
              </a:ext>
            </a:extLst>
          </p:cNvPr>
          <p:cNvSpPr>
            <a:spLocks noGrp="1"/>
          </p:cNvSpPr>
          <p:nvPr/>
        </p:nvSpPr>
        <p:spPr>
          <a:xfrm>
            <a:off x="7377113" y="4048125"/>
            <a:ext cx="26194" cy="547688"/>
          </a:xfrm>
          <a:prstGeom prst="rect">
            <a:avLst/>
          </a:prstGeom>
          <a:solidFill>
            <a:srgbClr val="1D4ED8"/>
          </a:solidFill>
          <a:ln w="13097">
            <a:solidFill>
              <a:srgbClr val="172B4D"/>
            </a:solidFill>
          </a:ln>
        </p:spPr>
      </p:sp>
      <p:sp>
        <p:nvSpPr>
          <p:cNvPr id="579" name="object-579">
            <a:extLst>
              <a:ext uri="{FF2B5EF4-FFF2-40B4-BE49-F238E27FC236}">
                <a16:creationId xmlns:a16="http://schemas.microsoft.com/office/drawing/2014/main" id="{8DD13314-1DF8-4A69-B00F-22294A3AB4BE}"/>
              </a:ext>
            </a:extLst>
          </p:cNvPr>
          <p:cNvSpPr>
            <a:spLocks noGrp="1"/>
          </p:cNvSpPr>
          <p:nvPr/>
        </p:nvSpPr>
        <p:spPr>
          <a:xfrm>
            <a:off x="7403306" y="4048125"/>
            <a:ext cx="26194" cy="547688"/>
          </a:xfrm>
          <a:prstGeom prst="rect">
            <a:avLst/>
          </a:prstGeom>
          <a:solidFill>
            <a:srgbClr val="1D4ED8"/>
          </a:solidFill>
          <a:ln w="13097">
            <a:solidFill>
              <a:srgbClr val="172B4D"/>
            </a:solidFill>
          </a:ln>
        </p:spPr>
      </p:sp>
      <p:sp>
        <p:nvSpPr>
          <p:cNvPr id="580" name="object-580">
            <a:extLst>
              <a:ext uri="{FF2B5EF4-FFF2-40B4-BE49-F238E27FC236}">
                <a16:creationId xmlns:a16="http://schemas.microsoft.com/office/drawing/2014/main" id="{29DF4326-F783-43A8-BB51-B123F1CBF71D}"/>
              </a:ext>
            </a:extLst>
          </p:cNvPr>
          <p:cNvSpPr>
            <a:spLocks noGrp="1"/>
          </p:cNvSpPr>
          <p:nvPr/>
        </p:nvSpPr>
        <p:spPr>
          <a:xfrm>
            <a:off x="7429500" y="4048125"/>
            <a:ext cx="26194" cy="547688"/>
          </a:xfrm>
          <a:prstGeom prst="rect">
            <a:avLst/>
          </a:prstGeom>
          <a:solidFill>
            <a:srgbClr val="1D4ED8"/>
          </a:solidFill>
          <a:ln w="13097">
            <a:solidFill>
              <a:srgbClr val="172B4D"/>
            </a:solidFill>
          </a:ln>
        </p:spPr>
      </p:sp>
      <p:sp>
        <p:nvSpPr>
          <p:cNvPr id="581" name="object-581">
            <a:extLst>
              <a:ext uri="{FF2B5EF4-FFF2-40B4-BE49-F238E27FC236}">
                <a16:creationId xmlns:a16="http://schemas.microsoft.com/office/drawing/2014/main" id="{F701F535-E09D-48CB-A0E3-1FA6729A18AC}"/>
              </a:ext>
            </a:extLst>
          </p:cNvPr>
          <p:cNvSpPr>
            <a:spLocks noGrp="1"/>
          </p:cNvSpPr>
          <p:nvPr/>
        </p:nvSpPr>
        <p:spPr>
          <a:xfrm>
            <a:off x="7455694" y="4048125"/>
            <a:ext cx="26194" cy="547688"/>
          </a:xfrm>
          <a:prstGeom prst="rect">
            <a:avLst/>
          </a:prstGeom>
          <a:solidFill>
            <a:srgbClr val="1D4ED8"/>
          </a:solidFill>
          <a:ln w="13097">
            <a:solidFill>
              <a:srgbClr val="172B4D"/>
            </a:solidFill>
          </a:ln>
        </p:spPr>
      </p:sp>
      <p:sp>
        <p:nvSpPr>
          <p:cNvPr id="582" name="object-582">
            <a:extLst>
              <a:ext uri="{FF2B5EF4-FFF2-40B4-BE49-F238E27FC236}">
                <a16:creationId xmlns:a16="http://schemas.microsoft.com/office/drawing/2014/main" id="{A7FE1866-E671-4500-B4B3-D38727CDEF48}"/>
              </a:ext>
            </a:extLst>
          </p:cNvPr>
          <p:cNvSpPr>
            <a:spLocks noGrp="1"/>
          </p:cNvSpPr>
          <p:nvPr/>
        </p:nvSpPr>
        <p:spPr>
          <a:xfrm>
            <a:off x="7481888" y="4048125"/>
            <a:ext cx="26194" cy="547688"/>
          </a:xfrm>
          <a:prstGeom prst="rect">
            <a:avLst/>
          </a:prstGeom>
          <a:solidFill>
            <a:srgbClr val="1D4ED8"/>
          </a:solidFill>
          <a:ln w="13097">
            <a:solidFill>
              <a:srgbClr val="172B4D"/>
            </a:solidFill>
          </a:ln>
        </p:spPr>
      </p:sp>
      <p:sp>
        <p:nvSpPr>
          <p:cNvPr id="583" name="object-583">
            <a:extLst>
              <a:ext uri="{FF2B5EF4-FFF2-40B4-BE49-F238E27FC236}">
                <a16:creationId xmlns:a16="http://schemas.microsoft.com/office/drawing/2014/main" id="{DCE2963B-AED7-4DE3-9F28-ED212D5FCEF9}"/>
              </a:ext>
            </a:extLst>
          </p:cNvPr>
          <p:cNvSpPr>
            <a:spLocks noGrp="1"/>
          </p:cNvSpPr>
          <p:nvPr/>
        </p:nvSpPr>
        <p:spPr>
          <a:xfrm>
            <a:off x="7508081" y="4048125"/>
            <a:ext cx="26194" cy="547688"/>
          </a:xfrm>
          <a:prstGeom prst="rect">
            <a:avLst/>
          </a:prstGeom>
          <a:solidFill>
            <a:srgbClr val="1D4ED8"/>
          </a:solidFill>
          <a:ln w="13097">
            <a:solidFill>
              <a:srgbClr val="172B4D"/>
            </a:solidFill>
          </a:ln>
        </p:spPr>
      </p:sp>
      <p:sp>
        <p:nvSpPr>
          <p:cNvPr id="584" name="object-584">
            <a:extLst>
              <a:ext uri="{FF2B5EF4-FFF2-40B4-BE49-F238E27FC236}">
                <a16:creationId xmlns:a16="http://schemas.microsoft.com/office/drawing/2014/main" id="{F9E5FD8A-D449-4A24-8848-7F7122A7BC51}"/>
              </a:ext>
            </a:extLst>
          </p:cNvPr>
          <p:cNvSpPr>
            <a:spLocks noGrp="1"/>
          </p:cNvSpPr>
          <p:nvPr/>
        </p:nvSpPr>
        <p:spPr>
          <a:xfrm>
            <a:off x="7534275" y="4048125"/>
            <a:ext cx="26194" cy="547688"/>
          </a:xfrm>
          <a:prstGeom prst="rect">
            <a:avLst/>
          </a:prstGeom>
          <a:solidFill>
            <a:srgbClr val="1D4ED8"/>
          </a:solidFill>
          <a:ln w="13097">
            <a:solidFill>
              <a:srgbClr val="172B4D"/>
            </a:solidFill>
          </a:ln>
        </p:spPr>
      </p:sp>
      <p:sp>
        <p:nvSpPr>
          <p:cNvPr id="585" name="object-585">
            <a:extLst>
              <a:ext uri="{FF2B5EF4-FFF2-40B4-BE49-F238E27FC236}">
                <a16:creationId xmlns:a16="http://schemas.microsoft.com/office/drawing/2014/main" id="{41DFA7F2-1D0C-4EEF-9EC9-31C2DDA2CBC9}"/>
              </a:ext>
            </a:extLst>
          </p:cNvPr>
          <p:cNvSpPr>
            <a:spLocks noGrp="1"/>
          </p:cNvSpPr>
          <p:nvPr/>
        </p:nvSpPr>
        <p:spPr>
          <a:xfrm>
            <a:off x="7560469" y="4048125"/>
            <a:ext cx="26194" cy="547688"/>
          </a:xfrm>
          <a:prstGeom prst="rect">
            <a:avLst/>
          </a:prstGeom>
          <a:solidFill>
            <a:srgbClr val="1D4ED8"/>
          </a:solidFill>
          <a:ln w="13097">
            <a:solidFill>
              <a:srgbClr val="172B4D"/>
            </a:solidFill>
          </a:ln>
        </p:spPr>
      </p:sp>
      <p:sp>
        <p:nvSpPr>
          <p:cNvPr id="586" name="object-586">
            <a:extLst>
              <a:ext uri="{FF2B5EF4-FFF2-40B4-BE49-F238E27FC236}">
                <a16:creationId xmlns:a16="http://schemas.microsoft.com/office/drawing/2014/main" id="{EA4FC468-3621-4CEC-BF8C-943FE74164E5}"/>
              </a:ext>
            </a:extLst>
          </p:cNvPr>
          <p:cNvSpPr>
            <a:spLocks noGrp="1"/>
          </p:cNvSpPr>
          <p:nvPr/>
        </p:nvSpPr>
        <p:spPr>
          <a:xfrm>
            <a:off x="7586663" y="4048125"/>
            <a:ext cx="26194" cy="547688"/>
          </a:xfrm>
          <a:prstGeom prst="rect">
            <a:avLst/>
          </a:prstGeom>
          <a:solidFill>
            <a:srgbClr val="1D4ED8"/>
          </a:solidFill>
          <a:ln w="13097">
            <a:solidFill>
              <a:srgbClr val="172B4D"/>
            </a:solidFill>
          </a:ln>
        </p:spPr>
      </p:sp>
      <p:sp>
        <p:nvSpPr>
          <p:cNvPr id="587" name="object-587">
            <a:extLst>
              <a:ext uri="{FF2B5EF4-FFF2-40B4-BE49-F238E27FC236}">
                <a16:creationId xmlns:a16="http://schemas.microsoft.com/office/drawing/2014/main" id="{6906CB00-5ED6-4909-8348-3AF19A6183AB}"/>
              </a:ext>
            </a:extLst>
          </p:cNvPr>
          <p:cNvSpPr>
            <a:spLocks noGrp="1"/>
          </p:cNvSpPr>
          <p:nvPr/>
        </p:nvSpPr>
        <p:spPr>
          <a:xfrm>
            <a:off x="7612856" y="4048125"/>
            <a:ext cx="26194" cy="547688"/>
          </a:xfrm>
          <a:prstGeom prst="rect">
            <a:avLst/>
          </a:prstGeom>
          <a:solidFill>
            <a:srgbClr val="1D4ED8"/>
          </a:solidFill>
          <a:ln w="13097">
            <a:solidFill>
              <a:srgbClr val="172B4D"/>
            </a:solidFill>
          </a:ln>
        </p:spPr>
      </p:sp>
      <p:sp>
        <p:nvSpPr>
          <p:cNvPr id="588" name="object-588">
            <a:extLst>
              <a:ext uri="{FF2B5EF4-FFF2-40B4-BE49-F238E27FC236}">
                <a16:creationId xmlns:a16="http://schemas.microsoft.com/office/drawing/2014/main" id="{37E7D2AE-9D1E-459D-A751-0E3594A4DD79}"/>
              </a:ext>
            </a:extLst>
          </p:cNvPr>
          <p:cNvSpPr>
            <a:spLocks noGrp="1"/>
          </p:cNvSpPr>
          <p:nvPr/>
        </p:nvSpPr>
        <p:spPr>
          <a:xfrm>
            <a:off x="7639050" y="4048125"/>
            <a:ext cx="26194" cy="547688"/>
          </a:xfrm>
          <a:prstGeom prst="rect">
            <a:avLst/>
          </a:prstGeom>
          <a:solidFill>
            <a:srgbClr val="1D4ED8"/>
          </a:solidFill>
          <a:ln w="13097">
            <a:solidFill>
              <a:srgbClr val="172B4D"/>
            </a:solidFill>
          </a:ln>
        </p:spPr>
      </p:sp>
      <p:sp>
        <p:nvSpPr>
          <p:cNvPr id="589" name="object-589">
            <a:extLst>
              <a:ext uri="{FF2B5EF4-FFF2-40B4-BE49-F238E27FC236}">
                <a16:creationId xmlns:a16="http://schemas.microsoft.com/office/drawing/2014/main" id="{DB0C910A-D388-47C1-8241-2E1697894B57}"/>
              </a:ext>
            </a:extLst>
          </p:cNvPr>
          <p:cNvSpPr>
            <a:spLocks noGrp="1"/>
          </p:cNvSpPr>
          <p:nvPr/>
        </p:nvSpPr>
        <p:spPr>
          <a:xfrm>
            <a:off x="7665244" y="4048125"/>
            <a:ext cx="26194" cy="547688"/>
          </a:xfrm>
          <a:prstGeom prst="rect">
            <a:avLst/>
          </a:prstGeom>
          <a:solidFill>
            <a:srgbClr val="1D4ED8"/>
          </a:solidFill>
          <a:ln w="13097">
            <a:solidFill>
              <a:srgbClr val="172B4D"/>
            </a:solidFill>
          </a:ln>
        </p:spPr>
      </p:sp>
      <p:sp>
        <p:nvSpPr>
          <p:cNvPr id="590" name="object-590">
            <a:extLst>
              <a:ext uri="{FF2B5EF4-FFF2-40B4-BE49-F238E27FC236}">
                <a16:creationId xmlns:a16="http://schemas.microsoft.com/office/drawing/2014/main" id="{965C3EC0-A145-4088-A617-4E192B9B6106}"/>
              </a:ext>
            </a:extLst>
          </p:cNvPr>
          <p:cNvSpPr>
            <a:spLocks noGrp="1"/>
          </p:cNvSpPr>
          <p:nvPr/>
        </p:nvSpPr>
        <p:spPr>
          <a:xfrm>
            <a:off x="7691438" y="4048125"/>
            <a:ext cx="26194" cy="547688"/>
          </a:xfrm>
          <a:prstGeom prst="rect">
            <a:avLst/>
          </a:prstGeom>
          <a:solidFill>
            <a:srgbClr val="1D4ED8"/>
          </a:solidFill>
          <a:ln w="13097">
            <a:solidFill>
              <a:srgbClr val="172B4D"/>
            </a:solidFill>
          </a:ln>
        </p:spPr>
      </p:sp>
      <p:sp>
        <p:nvSpPr>
          <p:cNvPr id="591" name="object-591">
            <a:extLst>
              <a:ext uri="{FF2B5EF4-FFF2-40B4-BE49-F238E27FC236}">
                <a16:creationId xmlns:a16="http://schemas.microsoft.com/office/drawing/2014/main" id="{F026AC8B-F44D-4856-90DC-FA41D3518533}"/>
              </a:ext>
            </a:extLst>
          </p:cNvPr>
          <p:cNvSpPr>
            <a:spLocks noGrp="1"/>
          </p:cNvSpPr>
          <p:nvPr/>
        </p:nvSpPr>
        <p:spPr>
          <a:xfrm>
            <a:off x="7717631" y="4048125"/>
            <a:ext cx="26194" cy="547688"/>
          </a:xfrm>
          <a:prstGeom prst="rect">
            <a:avLst/>
          </a:prstGeom>
          <a:solidFill>
            <a:srgbClr val="1D4ED8"/>
          </a:solidFill>
          <a:ln w="13097">
            <a:solidFill>
              <a:srgbClr val="172B4D"/>
            </a:solidFill>
          </a:ln>
        </p:spPr>
      </p:sp>
      <p:sp>
        <p:nvSpPr>
          <p:cNvPr id="592" name="object-592">
            <a:extLst>
              <a:ext uri="{FF2B5EF4-FFF2-40B4-BE49-F238E27FC236}">
                <a16:creationId xmlns:a16="http://schemas.microsoft.com/office/drawing/2014/main" id="{C7A34C7E-B98A-4780-8CFD-2934DC3B2EED}"/>
              </a:ext>
            </a:extLst>
          </p:cNvPr>
          <p:cNvSpPr>
            <a:spLocks noGrp="1"/>
          </p:cNvSpPr>
          <p:nvPr/>
        </p:nvSpPr>
        <p:spPr>
          <a:xfrm>
            <a:off x="7743825" y="4048125"/>
            <a:ext cx="26194" cy="547688"/>
          </a:xfrm>
          <a:prstGeom prst="rect">
            <a:avLst/>
          </a:prstGeom>
          <a:solidFill>
            <a:srgbClr val="1D4ED8"/>
          </a:solidFill>
          <a:ln w="13097">
            <a:solidFill>
              <a:srgbClr val="172B4D"/>
            </a:solidFill>
          </a:ln>
        </p:spPr>
      </p:sp>
      <p:sp>
        <p:nvSpPr>
          <p:cNvPr id="593" name="object-593">
            <a:extLst>
              <a:ext uri="{FF2B5EF4-FFF2-40B4-BE49-F238E27FC236}">
                <a16:creationId xmlns:a16="http://schemas.microsoft.com/office/drawing/2014/main" id="{58858F5B-FB92-4C57-B19C-CF4B08434B8E}"/>
              </a:ext>
            </a:extLst>
          </p:cNvPr>
          <p:cNvSpPr>
            <a:spLocks noGrp="1"/>
          </p:cNvSpPr>
          <p:nvPr/>
        </p:nvSpPr>
        <p:spPr>
          <a:xfrm>
            <a:off x="7770019" y="4048125"/>
            <a:ext cx="26194" cy="547688"/>
          </a:xfrm>
          <a:prstGeom prst="rect">
            <a:avLst/>
          </a:prstGeom>
          <a:solidFill>
            <a:srgbClr val="1D4ED8"/>
          </a:solidFill>
          <a:ln w="13097">
            <a:solidFill>
              <a:srgbClr val="172B4D"/>
            </a:solidFill>
          </a:ln>
        </p:spPr>
      </p:sp>
      <p:sp>
        <p:nvSpPr>
          <p:cNvPr id="594" name="object-594">
            <a:extLst>
              <a:ext uri="{FF2B5EF4-FFF2-40B4-BE49-F238E27FC236}">
                <a16:creationId xmlns:a16="http://schemas.microsoft.com/office/drawing/2014/main" id="{19177A90-136C-4DA0-9A1F-0BDFB3AAEF59}"/>
              </a:ext>
            </a:extLst>
          </p:cNvPr>
          <p:cNvSpPr>
            <a:spLocks noGrp="1"/>
          </p:cNvSpPr>
          <p:nvPr/>
        </p:nvSpPr>
        <p:spPr>
          <a:xfrm>
            <a:off x="7796213" y="4048125"/>
            <a:ext cx="26194" cy="547688"/>
          </a:xfrm>
          <a:prstGeom prst="rect">
            <a:avLst/>
          </a:prstGeom>
          <a:solidFill>
            <a:srgbClr val="1D4ED8"/>
          </a:solidFill>
          <a:ln w="13097">
            <a:solidFill>
              <a:srgbClr val="172B4D"/>
            </a:solidFill>
          </a:ln>
        </p:spPr>
      </p:sp>
      <p:sp>
        <p:nvSpPr>
          <p:cNvPr id="595" name="object-595">
            <a:extLst>
              <a:ext uri="{FF2B5EF4-FFF2-40B4-BE49-F238E27FC236}">
                <a16:creationId xmlns:a16="http://schemas.microsoft.com/office/drawing/2014/main" id="{ABCE5ECA-C83F-4A39-A7AC-FA07449633FD}"/>
              </a:ext>
            </a:extLst>
          </p:cNvPr>
          <p:cNvSpPr>
            <a:spLocks noGrp="1"/>
          </p:cNvSpPr>
          <p:nvPr/>
        </p:nvSpPr>
        <p:spPr>
          <a:xfrm>
            <a:off x="7822406" y="4048125"/>
            <a:ext cx="26194" cy="547688"/>
          </a:xfrm>
          <a:prstGeom prst="rect">
            <a:avLst/>
          </a:prstGeom>
          <a:solidFill>
            <a:srgbClr val="1D4ED8"/>
          </a:solidFill>
          <a:ln w="13097">
            <a:solidFill>
              <a:srgbClr val="172B4D"/>
            </a:solidFill>
          </a:ln>
        </p:spPr>
      </p:sp>
      <p:sp>
        <p:nvSpPr>
          <p:cNvPr id="596" name="object-596">
            <a:extLst>
              <a:ext uri="{FF2B5EF4-FFF2-40B4-BE49-F238E27FC236}">
                <a16:creationId xmlns:a16="http://schemas.microsoft.com/office/drawing/2014/main" id="{204EBC5E-34D7-45E8-8B84-590CC5A975E7}"/>
              </a:ext>
            </a:extLst>
          </p:cNvPr>
          <p:cNvSpPr>
            <a:spLocks noGrp="1"/>
          </p:cNvSpPr>
          <p:nvPr/>
        </p:nvSpPr>
        <p:spPr>
          <a:xfrm>
            <a:off x="7848600" y="4048125"/>
            <a:ext cx="26194" cy="547688"/>
          </a:xfrm>
          <a:prstGeom prst="rect">
            <a:avLst/>
          </a:prstGeom>
          <a:solidFill>
            <a:srgbClr val="1D4ED8"/>
          </a:solidFill>
          <a:ln w="13097">
            <a:solidFill>
              <a:srgbClr val="172B4D"/>
            </a:solidFill>
          </a:ln>
        </p:spPr>
      </p:sp>
      <p:sp>
        <p:nvSpPr>
          <p:cNvPr id="597" name="object-597">
            <a:extLst>
              <a:ext uri="{FF2B5EF4-FFF2-40B4-BE49-F238E27FC236}">
                <a16:creationId xmlns:a16="http://schemas.microsoft.com/office/drawing/2014/main" id="{261D6711-66D4-418A-96B6-50B239B3C827}"/>
              </a:ext>
            </a:extLst>
          </p:cNvPr>
          <p:cNvSpPr>
            <a:spLocks noGrp="1"/>
          </p:cNvSpPr>
          <p:nvPr/>
        </p:nvSpPr>
        <p:spPr>
          <a:xfrm>
            <a:off x="7874794" y="4048125"/>
            <a:ext cx="26194" cy="547688"/>
          </a:xfrm>
          <a:prstGeom prst="rect">
            <a:avLst/>
          </a:prstGeom>
          <a:solidFill>
            <a:srgbClr val="1D4ED8"/>
          </a:solidFill>
          <a:ln w="13097">
            <a:solidFill>
              <a:srgbClr val="172B4D"/>
            </a:solidFill>
          </a:ln>
        </p:spPr>
      </p:sp>
      <p:sp>
        <p:nvSpPr>
          <p:cNvPr id="598" name="object-598">
            <a:extLst>
              <a:ext uri="{FF2B5EF4-FFF2-40B4-BE49-F238E27FC236}">
                <a16:creationId xmlns:a16="http://schemas.microsoft.com/office/drawing/2014/main" id="{6FA851B4-B51D-4A45-8FBE-4C2D039A753A}"/>
              </a:ext>
            </a:extLst>
          </p:cNvPr>
          <p:cNvSpPr>
            <a:spLocks noGrp="1"/>
          </p:cNvSpPr>
          <p:nvPr/>
        </p:nvSpPr>
        <p:spPr>
          <a:xfrm>
            <a:off x="7900988" y="4048125"/>
            <a:ext cx="26194" cy="547688"/>
          </a:xfrm>
          <a:prstGeom prst="rect">
            <a:avLst/>
          </a:prstGeom>
          <a:solidFill>
            <a:srgbClr val="1D4ED8"/>
          </a:solidFill>
          <a:ln w="13097">
            <a:solidFill>
              <a:srgbClr val="172B4D"/>
            </a:solidFill>
          </a:ln>
        </p:spPr>
      </p:sp>
      <p:sp>
        <p:nvSpPr>
          <p:cNvPr id="599" name="object-599">
            <a:extLst>
              <a:ext uri="{FF2B5EF4-FFF2-40B4-BE49-F238E27FC236}">
                <a16:creationId xmlns:a16="http://schemas.microsoft.com/office/drawing/2014/main" id="{D7789092-4E74-4388-96ED-21CE4408D26E}"/>
              </a:ext>
            </a:extLst>
          </p:cNvPr>
          <p:cNvSpPr>
            <a:spLocks noGrp="1"/>
          </p:cNvSpPr>
          <p:nvPr/>
        </p:nvSpPr>
        <p:spPr>
          <a:xfrm>
            <a:off x="7927181" y="4048125"/>
            <a:ext cx="26194" cy="547688"/>
          </a:xfrm>
          <a:prstGeom prst="rect">
            <a:avLst/>
          </a:prstGeom>
          <a:solidFill>
            <a:srgbClr val="1D4ED8"/>
          </a:solidFill>
          <a:ln w="13097">
            <a:solidFill>
              <a:srgbClr val="172B4D"/>
            </a:solidFill>
          </a:ln>
        </p:spPr>
      </p:sp>
      <p:sp>
        <p:nvSpPr>
          <p:cNvPr id="600" name="object-600">
            <a:extLst>
              <a:ext uri="{FF2B5EF4-FFF2-40B4-BE49-F238E27FC236}">
                <a16:creationId xmlns:a16="http://schemas.microsoft.com/office/drawing/2014/main" id="{84D22DA8-171D-49F0-B9F1-140BB239238E}"/>
              </a:ext>
            </a:extLst>
          </p:cNvPr>
          <p:cNvSpPr>
            <a:spLocks noGrp="1"/>
          </p:cNvSpPr>
          <p:nvPr/>
        </p:nvSpPr>
        <p:spPr>
          <a:xfrm>
            <a:off x="7953375" y="4048125"/>
            <a:ext cx="26194" cy="547688"/>
          </a:xfrm>
          <a:prstGeom prst="rect">
            <a:avLst/>
          </a:prstGeom>
          <a:solidFill>
            <a:srgbClr val="1D4ED8"/>
          </a:solidFill>
          <a:ln w="13097">
            <a:solidFill>
              <a:srgbClr val="172B4D"/>
            </a:solidFill>
          </a:ln>
        </p:spPr>
      </p:sp>
      <p:sp>
        <p:nvSpPr>
          <p:cNvPr id="601" name="object-601">
            <a:extLst>
              <a:ext uri="{FF2B5EF4-FFF2-40B4-BE49-F238E27FC236}">
                <a16:creationId xmlns:a16="http://schemas.microsoft.com/office/drawing/2014/main" id="{06EAEC6D-2FF0-464F-B067-79CA57980A4F}"/>
              </a:ext>
            </a:extLst>
          </p:cNvPr>
          <p:cNvSpPr>
            <a:spLocks noGrp="1"/>
          </p:cNvSpPr>
          <p:nvPr/>
        </p:nvSpPr>
        <p:spPr>
          <a:xfrm>
            <a:off x="7979569" y="4048125"/>
            <a:ext cx="26194" cy="547688"/>
          </a:xfrm>
          <a:prstGeom prst="rect">
            <a:avLst/>
          </a:prstGeom>
          <a:solidFill>
            <a:srgbClr val="1D4ED8"/>
          </a:solidFill>
          <a:ln w="13097">
            <a:solidFill>
              <a:srgbClr val="172B4D"/>
            </a:solidFill>
          </a:ln>
        </p:spPr>
      </p:sp>
      <p:sp>
        <p:nvSpPr>
          <p:cNvPr id="602" name="object-602">
            <a:extLst>
              <a:ext uri="{FF2B5EF4-FFF2-40B4-BE49-F238E27FC236}">
                <a16:creationId xmlns:a16="http://schemas.microsoft.com/office/drawing/2014/main" id="{12D9E5EA-6017-4856-B5D9-91F0B253FD4B}"/>
              </a:ext>
            </a:extLst>
          </p:cNvPr>
          <p:cNvSpPr>
            <a:spLocks noGrp="1"/>
          </p:cNvSpPr>
          <p:nvPr/>
        </p:nvSpPr>
        <p:spPr>
          <a:xfrm>
            <a:off x="8005763" y="4048125"/>
            <a:ext cx="26194" cy="547688"/>
          </a:xfrm>
          <a:prstGeom prst="rect">
            <a:avLst/>
          </a:prstGeom>
          <a:solidFill>
            <a:srgbClr val="1D4ED8"/>
          </a:solidFill>
          <a:ln w="13097">
            <a:solidFill>
              <a:srgbClr val="172B4D"/>
            </a:solidFill>
          </a:ln>
        </p:spPr>
      </p:sp>
      <p:sp>
        <p:nvSpPr>
          <p:cNvPr id="603" name="object-603">
            <a:extLst>
              <a:ext uri="{FF2B5EF4-FFF2-40B4-BE49-F238E27FC236}">
                <a16:creationId xmlns:a16="http://schemas.microsoft.com/office/drawing/2014/main" id="{BB3CF3BA-331D-4327-9C8E-06FDE054865F}"/>
              </a:ext>
            </a:extLst>
          </p:cNvPr>
          <p:cNvSpPr>
            <a:spLocks noGrp="1"/>
          </p:cNvSpPr>
          <p:nvPr/>
        </p:nvSpPr>
        <p:spPr>
          <a:xfrm>
            <a:off x="8031956" y="4048125"/>
            <a:ext cx="26194" cy="547688"/>
          </a:xfrm>
          <a:prstGeom prst="rect">
            <a:avLst/>
          </a:prstGeom>
          <a:solidFill>
            <a:srgbClr val="1D4ED8"/>
          </a:solidFill>
          <a:ln w="13097">
            <a:solidFill>
              <a:srgbClr val="172B4D"/>
            </a:solidFill>
          </a:ln>
        </p:spPr>
      </p:sp>
      <p:sp>
        <p:nvSpPr>
          <p:cNvPr id="604" name="object-604">
            <a:extLst>
              <a:ext uri="{FF2B5EF4-FFF2-40B4-BE49-F238E27FC236}">
                <a16:creationId xmlns:a16="http://schemas.microsoft.com/office/drawing/2014/main" id="{408E898E-909F-42FA-B54F-68640AB86646}"/>
              </a:ext>
            </a:extLst>
          </p:cNvPr>
          <p:cNvSpPr>
            <a:spLocks noGrp="1"/>
          </p:cNvSpPr>
          <p:nvPr/>
        </p:nvSpPr>
        <p:spPr>
          <a:xfrm>
            <a:off x="8058150" y="4048125"/>
            <a:ext cx="26194" cy="547688"/>
          </a:xfrm>
          <a:prstGeom prst="rect">
            <a:avLst/>
          </a:prstGeom>
          <a:solidFill>
            <a:srgbClr val="1D4ED8"/>
          </a:solidFill>
          <a:ln w="13097">
            <a:solidFill>
              <a:srgbClr val="172B4D"/>
            </a:solidFill>
          </a:ln>
        </p:spPr>
      </p:sp>
      <p:sp>
        <p:nvSpPr>
          <p:cNvPr id="605" name="object-605">
            <a:extLst>
              <a:ext uri="{FF2B5EF4-FFF2-40B4-BE49-F238E27FC236}">
                <a16:creationId xmlns:a16="http://schemas.microsoft.com/office/drawing/2014/main" id="{0F2A6798-9584-4888-83DE-80FE4C4B5C97}"/>
              </a:ext>
            </a:extLst>
          </p:cNvPr>
          <p:cNvSpPr>
            <a:spLocks noGrp="1"/>
          </p:cNvSpPr>
          <p:nvPr/>
        </p:nvSpPr>
        <p:spPr>
          <a:xfrm>
            <a:off x="8084344" y="4048125"/>
            <a:ext cx="26194" cy="547688"/>
          </a:xfrm>
          <a:prstGeom prst="rect">
            <a:avLst/>
          </a:prstGeom>
          <a:solidFill>
            <a:srgbClr val="1D4ED8"/>
          </a:solidFill>
          <a:ln w="13097">
            <a:solidFill>
              <a:srgbClr val="172B4D"/>
            </a:solidFill>
          </a:ln>
        </p:spPr>
      </p:sp>
      <p:sp>
        <p:nvSpPr>
          <p:cNvPr id="606" name="object-606">
            <a:extLst>
              <a:ext uri="{FF2B5EF4-FFF2-40B4-BE49-F238E27FC236}">
                <a16:creationId xmlns:a16="http://schemas.microsoft.com/office/drawing/2014/main" id="{5E5DB37F-A515-4C2D-88EC-DC2DFA3B3970}"/>
              </a:ext>
            </a:extLst>
          </p:cNvPr>
          <p:cNvSpPr>
            <a:spLocks noGrp="1"/>
          </p:cNvSpPr>
          <p:nvPr/>
        </p:nvSpPr>
        <p:spPr>
          <a:xfrm>
            <a:off x="8110538" y="4048125"/>
            <a:ext cx="26194" cy="547688"/>
          </a:xfrm>
          <a:prstGeom prst="rect">
            <a:avLst/>
          </a:prstGeom>
          <a:solidFill>
            <a:srgbClr val="1D4ED8"/>
          </a:solidFill>
          <a:ln w="13097">
            <a:solidFill>
              <a:srgbClr val="172B4D"/>
            </a:solidFill>
          </a:ln>
        </p:spPr>
      </p:sp>
      <p:sp>
        <p:nvSpPr>
          <p:cNvPr id="607" name="object-607">
            <a:extLst>
              <a:ext uri="{FF2B5EF4-FFF2-40B4-BE49-F238E27FC236}">
                <a16:creationId xmlns:a16="http://schemas.microsoft.com/office/drawing/2014/main" id="{22D048B5-6C0F-4E1C-A6B7-32DADC4F3910}"/>
              </a:ext>
            </a:extLst>
          </p:cNvPr>
          <p:cNvSpPr>
            <a:spLocks noGrp="1"/>
          </p:cNvSpPr>
          <p:nvPr/>
        </p:nvSpPr>
        <p:spPr>
          <a:xfrm>
            <a:off x="8136731" y="4048125"/>
            <a:ext cx="26194" cy="547688"/>
          </a:xfrm>
          <a:prstGeom prst="rect">
            <a:avLst/>
          </a:prstGeom>
          <a:solidFill>
            <a:srgbClr val="1D4ED8"/>
          </a:solidFill>
          <a:ln w="13097">
            <a:solidFill>
              <a:srgbClr val="172B4D"/>
            </a:solidFill>
          </a:ln>
        </p:spPr>
      </p:sp>
      <p:sp>
        <p:nvSpPr>
          <p:cNvPr id="608" name="object-608">
            <a:extLst>
              <a:ext uri="{FF2B5EF4-FFF2-40B4-BE49-F238E27FC236}">
                <a16:creationId xmlns:a16="http://schemas.microsoft.com/office/drawing/2014/main" id="{2F85C9C2-27D1-44E9-AF6D-C71AF4E54CA4}"/>
              </a:ext>
            </a:extLst>
          </p:cNvPr>
          <p:cNvSpPr>
            <a:spLocks noGrp="1"/>
          </p:cNvSpPr>
          <p:nvPr/>
        </p:nvSpPr>
        <p:spPr>
          <a:xfrm>
            <a:off x="8162925" y="4048125"/>
            <a:ext cx="26194" cy="547688"/>
          </a:xfrm>
          <a:prstGeom prst="rect">
            <a:avLst/>
          </a:prstGeom>
          <a:solidFill>
            <a:srgbClr val="1D4ED8"/>
          </a:solidFill>
          <a:ln w="13097">
            <a:solidFill>
              <a:srgbClr val="172B4D"/>
            </a:solidFill>
          </a:ln>
        </p:spPr>
      </p:sp>
      <p:sp>
        <p:nvSpPr>
          <p:cNvPr id="609" name="object-609">
            <a:extLst>
              <a:ext uri="{FF2B5EF4-FFF2-40B4-BE49-F238E27FC236}">
                <a16:creationId xmlns:a16="http://schemas.microsoft.com/office/drawing/2014/main" id="{CEEECCF1-D05E-4B57-A41E-4FD1DD9907E6}"/>
              </a:ext>
            </a:extLst>
          </p:cNvPr>
          <p:cNvSpPr>
            <a:spLocks noGrp="1"/>
          </p:cNvSpPr>
          <p:nvPr/>
        </p:nvSpPr>
        <p:spPr>
          <a:xfrm>
            <a:off x="8189119" y="4048125"/>
            <a:ext cx="26194" cy="547688"/>
          </a:xfrm>
          <a:prstGeom prst="rect">
            <a:avLst/>
          </a:prstGeom>
          <a:solidFill>
            <a:srgbClr val="1D4ED8"/>
          </a:solidFill>
          <a:ln w="13097">
            <a:solidFill>
              <a:srgbClr val="172B4D"/>
            </a:solidFill>
          </a:ln>
        </p:spPr>
      </p:sp>
      <p:sp>
        <p:nvSpPr>
          <p:cNvPr id="610" name="object-610">
            <a:extLst>
              <a:ext uri="{FF2B5EF4-FFF2-40B4-BE49-F238E27FC236}">
                <a16:creationId xmlns:a16="http://schemas.microsoft.com/office/drawing/2014/main" id="{CB10E7B8-EF74-41E6-A3B7-D1BC7B5A9471}"/>
              </a:ext>
            </a:extLst>
          </p:cNvPr>
          <p:cNvSpPr>
            <a:spLocks noGrp="1"/>
          </p:cNvSpPr>
          <p:nvPr/>
        </p:nvSpPr>
        <p:spPr>
          <a:xfrm>
            <a:off x="8215313" y="4048125"/>
            <a:ext cx="26194" cy="547688"/>
          </a:xfrm>
          <a:prstGeom prst="rect">
            <a:avLst/>
          </a:prstGeom>
          <a:solidFill>
            <a:srgbClr val="1D4ED8"/>
          </a:solidFill>
          <a:ln w="13097">
            <a:solidFill>
              <a:srgbClr val="172B4D"/>
            </a:solidFill>
          </a:ln>
        </p:spPr>
      </p:sp>
      <p:sp>
        <p:nvSpPr>
          <p:cNvPr id="611" name="object-611">
            <a:extLst>
              <a:ext uri="{FF2B5EF4-FFF2-40B4-BE49-F238E27FC236}">
                <a16:creationId xmlns:a16="http://schemas.microsoft.com/office/drawing/2014/main" id="{5DB7664C-7368-4CF1-8823-DF6BB03A98EA}"/>
              </a:ext>
            </a:extLst>
          </p:cNvPr>
          <p:cNvSpPr>
            <a:spLocks noGrp="1"/>
          </p:cNvSpPr>
          <p:nvPr/>
        </p:nvSpPr>
        <p:spPr>
          <a:xfrm>
            <a:off x="8241506" y="4048125"/>
            <a:ext cx="26194" cy="547688"/>
          </a:xfrm>
          <a:prstGeom prst="rect">
            <a:avLst/>
          </a:prstGeom>
          <a:solidFill>
            <a:srgbClr val="1D4ED8"/>
          </a:solidFill>
          <a:ln w="13097">
            <a:solidFill>
              <a:srgbClr val="172B4D"/>
            </a:solidFill>
          </a:ln>
        </p:spPr>
      </p:sp>
      <p:sp>
        <p:nvSpPr>
          <p:cNvPr id="612" name="object-612">
            <a:extLst>
              <a:ext uri="{FF2B5EF4-FFF2-40B4-BE49-F238E27FC236}">
                <a16:creationId xmlns:a16="http://schemas.microsoft.com/office/drawing/2014/main" id="{5DEE28C5-AA79-4170-8933-DB1F1A6DB2EC}"/>
              </a:ext>
            </a:extLst>
          </p:cNvPr>
          <p:cNvSpPr>
            <a:spLocks noGrp="1"/>
          </p:cNvSpPr>
          <p:nvPr/>
        </p:nvSpPr>
        <p:spPr>
          <a:xfrm>
            <a:off x="8267700" y="4048125"/>
            <a:ext cx="26194" cy="547688"/>
          </a:xfrm>
          <a:prstGeom prst="rect">
            <a:avLst/>
          </a:prstGeom>
          <a:solidFill>
            <a:srgbClr val="1D4ED8"/>
          </a:solidFill>
          <a:ln w="13097">
            <a:solidFill>
              <a:srgbClr val="172B4D"/>
            </a:solidFill>
          </a:ln>
        </p:spPr>
      </p:sp>
      <p:sp>
        <p:nvSpPr>
          <p:cNvPr id="613" name="object-613">
            <a:extLst>
              <a:ext uri="{FF2B5EF4-FFF2-40B4-BE49-F238E27FC236}">
                <a16:creationId xmlns:a16="http://schemas.microsoft.com/office/drawing/2014/main" id="{4944AD71-1611-438F-A2A3-A8EDFA51A122}"/>
              </a:ext>
            </a:extLst>
          </p:cNvPr>
          <p:cNvSpPr>
            <a:spLocks noGrp="1"/>
          </p:cNvSpPr>
          <p:nvPr/>
        </p:nvSpPr>
        <p:spPr>
          <a:xfrm>
            <a:off x="8293894" y="4048125"/>
            <a:ext cx="26194" cy="547688"/>
          </a:xfrm>
          <a:prstGeom prst="rect">
            <a:avLst/>
          </a:prstGeom>
          <a:solidFill>
            <a:srgbClr val="1D4ED8"/>
          </a:solidFill>
          <a:ln w="13097">
            <a:solidFill>
              <a:srgbClr val="172B4D"/>
            </a:solidFill>
          </a:ln>
        </p:spPr>
      </p:sp>
      <p:sp>
        <p:nvSpPr>
          <p:cNvPr id="614" name="object-614">
            <a:extLst>
              <a:ext uri="{FF2B5EF4-FFF2-40B4-BE49-F238E27FC236}">
                <a16:creationId xmlns:a16="http://schemas.microsoft.com/office/drawing/2014/main" id="{B1F33EE0-AC2C-48C9-AE1F-B5787190BFAB}"/>
              </a:ext>
            </a:extLst>
          </p:cNvPr>
          <p:cNvSpPr>
            <a:spLocks noGrp="1"/>
          </p:cNvSpPr>
          <p:nvPr/>
        </p:nvSpPr>
        <p:spPr>
          <a:xfrm>
            <a:off x="8320088" y="4048125"/>
            <a:ext cx="26194" cy="547688"/>
          </a:xfrm>
          <a:prstGeom prst="rect">
            <a:avLst/>
          </a:prstGeom>
          <a:solidFill>
            <a:srgbClr val="1D4ED8"/>
          </a:solidFill>
          <a:ln w="13097">
            <a:solidFill>
              <a:srgbClr val="172B4D"/>
            </a:solidFill>
          </a:ln>
        </p:spPr>
      </p:sp>
      <p:sp>
        <p:nvSpPr>
          <p:cNvPr id="615" name="object-615">
            <a:extLst>
              <a:ext uri="{FF2B5EF4-FFF2-40B4-BE49-F238E27FC236}">
                <a16:creationId xmlns:a16="http://schemas.microsoft.com/office/drawing/2014/main" id="{EBD725C7-6ED9-4B6D-A1AB-A56C62078AC2}"/>
              </a:ext>
            </a:extLst>
          </p:cNvPr>
          <p:cNvSpPr>
            <a:spLocks noGrp="1"/>
          </p:cNvSpPr>
          <p:nvPr/>
        </p:nvSpPr>
        <p:spPr>
          <a:xfrm>
            <a:off x="8346281" y="4048125"/>
            <a:ext cx="26194" cy="547688"/>
          </a:xfrm>
          <a:prstGeom prst="rect">
            <a:avLst/>
          </a:prstGeom>
          <a:solidFill>
            <a:srgbClr val="1D4ED8"/>
          </a:solidFill>
          <a:ln w="13097">
            <a:solidFill>
              <a:srgbClr val="172B4D"/>
            </a:solidFill>
          </a:ln>
        </p:spPr>
      </p:sp>
      <p:sp>
        <p:nvSpPr>
          <p:cNvPr id="616" name="object-616">
            <a:extLst>
              <a:ext uri="{FF2B5EF4-FFF2-40B4-BE49-F238E27FC236}">
                <a16:creationId xmlns:a16="http://schemas.microsoft.com/office/drawing/2014/main" id="{A8A6C2E8-BE06-4EE0-8F75-B8F45A04A97B}"/>
              </a:ext>
            </a:extLst>
          </p:cNvPr>
          <p:cNvSpPr>
            <a:spLocks noGrp="1"/>
          </p:cNvSpPr>
          <p:nvPr/>
        </p:nvSpPr>
        <p:spPr>
          <a:xfrm>
            <a:off x="8372475" y="4048125"/>
            <a:ext cx="26194" cy="547688"/>
          </a:xfrm>
          <a:prstGeom prst="rect">
            <a:avLst/>
          </a:prstGeom>
          <a:solidFill>
            <a:srgbClr val="1D4ED8"/>
          </a:solidFill>
          <a:ln w="13097">
            <a:solidFill>
              <a:srgbClr val="172B4D"/>
            </a:solidFill>
          </a:ln>
        </p:spPr>
      </p:sp>
      <p:sp>
        <p:nvSpPr>
          <p:cNvPr id="617" name="object-617">
            <a:extLst>
              <a:ext uri="{FF2B5EF4-FFF2-40B4-BE49-F238E27FC236}">
                <a16:creationId xmlns:a16="http://schemas.microsoft.com/office/drawing/2014/main" id="{626CF25D-DFD7-4BA7-A87D-18C61AF234AA}"/>
              </a:ext>
            </a:extLst>
          </p:cNvPr>
          <p:cNvSpPr>
            <a:spLocks noGrp="1"/>
          </p:cNvSpPr>
          <p:nvPr/>
        </p:nvSpPr>
        <p:spPr>
          <a:xfrm>
            <a:off x="8398669" y="4048125"/>
            <a:ext cx="26194" cy="547688"/>
          </a:xfrm>
          <a:prstGeom prst="rect">
            <a:avLst/>
          </a:prstGeom>
          <a:solidFill>
            <a:srgbClr val="1D4ED8"/>
          </a:solidFill>
          <a:ln w="13097">
            <a:solidFill>
              <a:srgbClr val="172B4D"/>
            </a:solidFill>
          </a:ln>
        </p:spPr>
      </p:sp>
      <p:sp>
        <p:nvSpPr>
          <p:cNvPr id="618" name="object-618">
            <a:extLst>
              <a:ext uri="{FF2B5EF4-FFF2-40B4-BE49-F238E27FC236}">
                <a16:creationId xmlns:a16="http://schemas.microsoft.com/office/drawing/2014/main" id="{633236E5-8C58-4D38-9089-AD488F0F8363}"/>
              </a:ext>
            </a:extLst>
          </p:cNvPr>
          <p:cNvSpPr>
            <a:spLocks noGrp="1"/>
          </p:cNvSpPr>
          <p:nvPr/>
        </p:nvSpPr>
        <p:spPr>
          <a:xfrm>
            <a:off x="8424863" y="4048125"/>
            <a:ext cx="26194" cy="547688"/>
          </a:xfrm>
          <a:prstGeom prst="rect">
            <a:avLst/>
          </a:prstGeom>
          <a:solidFill>
            <a:srgbClr val="1D4ED8"/>
          </a:solidFill>
          <a:ln w="13097">
            <a:solidFill>
              <a:srgbClr val="172B4D"/>
            </a:solidFill>
          </a:ln>
        </p:spPr>
      </p:sp>
      <p:sp>
        <p:nvSpPr>
          <p:cNvPr id="619" name="object-619">
            <a:extLst>
              <a:ext uri="{FF2B5EF4-FFF2-40B4-BE49-F238E27FC236}">
                <a16:creationId xmlns:a16="http://schemas.microsoft.com/office/drawing/2014/main" id="{3886E616-7B23-4ACF-88D8-2D1850CD9DA4}"/>
              </a:ext>
            </a:extLst>
          </p:cNvPr>
          <p:cNvSpPr>
            <a:spLocks noGrp="1"/>
          </p:cNvSpPr>
          <p:nvPr/>
        </p:nvSpPr>
        <p:spPr>
          <a:xfrm>
            <a:off x="8451056" y="4048125"/>
            <a:ext cx="26194" cy="547688"/>
          </a:xfrm>
          <a:prstGeom prst="rect">
            <a:avLst/>
          </a:prstGeom>
          <a:solidFill>
            <a:srgbClr val="1D4ED8"/>
          </a:solidFill>
          <a:ln w="13097">
            <a:solidFill>
              <a:srgbClr val="172B4D"/>
            </a:solidFill>
          </a:ln>
        </p:spPr>
      </p:sp>
      <p:sp>
        <p:nvSpPr>
          <p:cNvPr id="620" name="object-620">
            <a:extLst>
              <a:ext uri="{FF2B5EF4-FFF2-40B4-BE49-F238E27FC236}">
                <a16:creationId xmlns:a16="http://schemas.microsoft.com/office/drawing/2014/main" id="{CEBDCAE8-0025-4B8F-9C5C-5FDF80D30FDF}"/>
              </a:ext>
            </a:extLst>
          </p:cNvPr>
          <p:cNvSpPr>
            <a:spLocks noGrp="1"/>
          </p:cNvSpPr>
          <p:nvPr/>
        </p:nvSpPr>
        <p:spPr>
          <a:xfrm>
            <a:off x="8477250" y="4048125"/>
            <a:ext cx="26194" cy="547688"/>
          </a:xfrm>
          <a:prstGeom prst="rect">
            <a:avLst/>
          </a:prstGeom>
          <a:solidFill>
            <a:srgbClr val="1D4ED8"/>
          </a:solidFill>
          <a:ln w="13097">
            <a:solidFill>
              <a:srgbClr val="172B4D"/>
            </a:solidFill>
          </a:ln>
        </p:spPr>
      </p:sp>
      <p:sp>
        <p:nvSpPr>
          <p:cNvPr id="621" name="object-621">
            <a:extLst>
              <a:ext uri="{FF2B5EF4-FFF2-40B4-BE49-F238E27FC236}">
                <a16:creationId xmlns:a16="http://schemas.microsoft.com/office/drawing/2014/main" id="{83DF6B0A-3346-4859-8802-4B6DC6B84627}"/>
              </a:ext>
            </a:extLst>
          </p:cNvPr>
          <p:cNvSpPr>
            <a:spLocks noGrp="1"/>
          </p:cNvSpPr>
          <p:nvPr/>
        </p:nvSpPr>
        <p:spPr>
          <a:xfrm>
            <a:off x="8503444" y="4048125"/>
            <a:ext cx="26194" cy="547688"/>
          </a:xfrm>
          <a:prstGeom prst="rect">
            <a:avLst/>
          </a:prstGeom>
          <a:solidFill>
            <a:srgbClr val="1D4ED8"/>
          </a:solidFill>
          <a:ln w="13097">
            <a:solidFill>
              <a:srgbClr val="172B4D"/>
            </a:solidFill>
          </a:ln>
        </p:spPr>
      </p:sp>
      <p:sp>
        <p:nvSpPr>
          <p:cNvPr id="622" name="object-622">
            <a:extLst>
              <a:ext uri="{FF2B5EF4-FFF2-40B4-BE49-F238E27FC236}">
                <a16:creationId xmlns:a16="http://schemas.microsoft.com/office/drawing/2014/main" id="{F28E8D27-75AF-4230-9B32-44F28093D474}"/>
              </a:ext>
            </a:extLst>
          </p:cNvPr>
          <p:cNvSpPr>
            <a:spLocks noGrp="1"/>
          </p:cNvSpPr>
          <p:nvPr/>
        </p:nvSpPr>
        <p:spPr>
          <a:xfrm>
            <a:off x="8529638" y="4048125"/>
            <a:ext cx="26194" cy="547688"/>
          </a:xfrm>
          <a:prstGeom prst="rect">
            <a:avLst/>
          </a:prstGeom>
          <a:solidFill>
            <a:srgbClr val="1D4ED8"/>
          </a:solidFill>
          <a:ln w="13097">
            <a:solidFill>
              <a:srgbClr val="172B4D"/>
            </a:solidFill>
          </a:ln>
        </p:spPr>
      </p:sp>
      <p:sp>
        <p:nvSpPr>
          <p:cNvPr id="623" name="object-623">
            <a:extLst>
              <a:ext uri="{FF2B5EF4-FFF2-40B4-BE49-F238E27FC236}">
                <a16:creationId xmlns:a16="http://schemas.microsoft.com/office/drawing/2014/main" id="{3CDA14B8-6BB7-49C6-82FF-9E84F6587970}"/>
              </a:ext>
            </a:extLst>
          </p:cNvPr>
          <p:cNvSpPr>
            <a:spLocks noGrp="1"/>
          </p:cNvSpPr>
          <p:nvPr/>
        </p:nvSpPr>
        <p:spPr>
          <a:xfrm>
            <a:off x="8555831" y="4048125"/>
            <a:ext cx="26194" cy="547688"/>
          </a:xfrm>
          <a:prstGeom prst="rect">
            <a:avLst/>
          </a:prstGeom>
          <a:solidFill>
            <a:srgbClr val="1D4ED8"/>
          </a:solidFill>
          <a:ln w="13097">
            <a:solidFill>
              <a:srgbClr val="172B4D"/>
            </a:solidFill>
          </a:ln>
        </p:spPr>
      </p:sp>
      <p:sp>
        <p:nvSpPr>
          <p:cNvPr id="624" name="object-624">
            <a:extLst>
              <a:ext uri="{FF2B5EF4-FFF2-40B4-BE49-F238E27FC236}">
                <a16:creationId xmlns:a16="http://schemas.microsoft.com/office/drawing/2014/main" id="{656AAD89-1475-4DB6-BC8A-DF32B3C28BCD}"/>
              </a:ext>
            </a:extLst>
          </p:cNvPr>
          <p:cNvSpPr>
            <a:spLocks noGrp="1"/>
          </p:cNvSpPr>
          <p:nvPr/>
        </p:nvSpPr>
        <p:spPr>
          <a:xfrm>
            <a:off x="8582025" y="4048125"/>
            <a:ext cx="26194" cy="547688"/>
          </a:xfrm>
          <a:prstGeom prst="rect">
            <a:avLst/>
          </a:prstGeom>
          <a:solidFill>
            <a:srgbClr val="1D4ED8"/>
          </a:solidFill>
          <a:ln w="13097">
            <a:solidFill>
              <a:srgbClr val="172B4D"/>
            </a:solidFill>
          </a:ln>
        </p:spPr>
      </p:sp>
      <p:sp>
        <p:nvSpPr>
          <p:cNvPr id="625" name="object-625">
            <a:extLst>
              <a:ext uri="{FF2B5EF4-FFF2-40B4-BE49-F238E27FC236}">
                <a16:creationId xmlns:a16="http://schemas.microsoft.com/office/drawing/2014/main" id="{F43F140E-51B9-4828-BA6B-7F80556F2BE7}"/>
              </a:ext>
            </a:extLst>
          </p:cNvPr>
          <p:cNvSpPr>
            <a:spLocks noGrp="1"/>
          </p:cNvSpPr>
          <p:nvPr/>
        </p:nvSpPr>
        <p:spPr>
          <a:xfrm>
            <a:off x="8608219" y="4048125"/>
            <a:ext cx="26194" cy="547688"/>
          </a:xfrm>
          <a:prstGeom prst="rect">
            <a:avLst/>
          </a:prstGeom>
          <a:solidFill>
            <a:srgbClr val="1D4ED8"/>
          </a:solidFill>
          <a:ln w="13097">
            <a:solidFill>
              <a:srgbClr val="172B4D"/>
            </a:solidFill>
          </a:ln>
        </p:spPr>
      </p:sp>
      <p:sp>
        <p:nvSpPr>
          <p:cNvPr id="626" name="object-626">
            <a:extLst>
              <a:ext uri="{FF2B5EF4-FFF2-40B4-BE49-F238E27FC236}">
                <a16:creationId xmlns:a16="http://schemas.microsoft.com/office/drawing/2014/main" id="{0E4223A6-B051-484F-9AF8-1A330BAE5AA5}"/>
              </a:ext>
            </a:extLst>
          </p:cNvPr>
          <p:cNvSpPr>
            <a:spLocks noGrp="1"/>
          </p:cNvSpPr>
          <p:nvPr/>
        </p:nvSpPr>
        <p:spPr>
          <a:xfrm>
            <a:off x="8634413" y="4048125"/>
            <a:ext cx="26194" cy="547688"/>
          </a:xfrm>
          <a:prstGeom prst="rect">
            <a:avLst/>
          </a:prstGeom>
          <a:solidFill>
            <a:srgbClr val="1D4ED8"/>
          </a:solidFill>
          <a:ln w="13097">
            <a:solidFill>
              <a:srgbClr val="172B4D"/>
            </a:solidFill>
          </a:ln>
        </p:spPr>
      </p:sp>
      <p:sp>
        <p:nvSpPr>
          <p:cNvPr id="627" name="object-627">
            <a:extLst>
              <a:ext uri="{FF2B5EF4-FFF2-40B4-BE49-F238E27FC236}">
                <a16:creationId xmlns:a16="http://schemas.microsoft.com/office/drawing/2014/main" id="{FBC48A38-B843-4FF2-916B-19A600710D76}"/>
              </a:ext>
            </a:extLst>
          </p:cNvPr>
          <p:cNvSpPr>
            <a:spLocks noGrp="1"/>
          </p:cNvSpPr>
          <p:nvPr/>
        </p:nvSpPr>
        <p:spPr>
          <a:xfrm>
            <a:off x="8660606" y="4048125"/>
            <a:ext cx="26194" cy="547688"/>
          </a:xfrm>
          <a:prstGeom prst="rect">
            <a:avLst/>
          </a:prstGeom>
          <a:solidFill>
            <a:srgbClr val="1D4ED8"/>
          </a:solidFill>
          <a:ln w="13097">
            <a:solidFill>
              <a:srgbClr val="172B4D"/>
            </a:solidFill>
          </a:ln>
        </p:spPr>
      </p:sp>
      <p:sp>
        <p:nvSpPr>
          <p:cNvPr id="628" name="object-628">
            <a:extLst>
              <a:ext uri="{FF2B5EF4-FFF2-40B4-BE49-F238E27FC236}">
                <a16:creationId xmlns:a16="http://schemas.microsoft.com/office/drawing/2014/main" id="{5BC3274F-F688-4DBF-A7B1-6A9CBE7DAFB4}"/>
              </a:ext>
            </a:extLst>
          </p:cNvPr>
          <p:cNvSpPr>
            <a:spLocks noGrp="1"/>
          </p:cNvSpPr>
          <p:nvPr/>
        </p:nvSpPr>
        <p:spPr>
          <a:xfrm>
            <a:off x="8686800" y="4048125"/>
            <a:ext cx="26194" cy="547688"/>
          </a:xfrm>
          <a:prstGeom prst="rect">
            <a:avLst/>
          </a:prstGeom>
          <a:solidFill>
            <a:srgbClr val="1D4ED8"/>
          </a:solidFill>
          <a:ln w="13097">
            <a:solidFill>
              <a:srgbClr val="172B4D"/>
            </a:solidFill>
          </a:ln>
        </p:spPr>
      </p:sp>
      <p:sp>
        <p:nvSpPr>
          <p:cNvPr id="629" name="object-629">
            <a:extLst>
              <a:ext uri="{FF2B5EF4-FFF2-40B4-BE49-F238E27FC236}">
                <a16:creationId xmlns:a16="http://schemas.microsoft.com/office/drawing/2014/main" id="{4D53CF57-3281-435C-A64C-4C077C6EAAC0}"/>
              </a:ext>
            </a:extLst>
          </p:cNvPr>
          <p:cNvSpPr>
            <a:spLocks noGrp="1"/>
          </p:cNvSpPr>
          <p:nvPr/>
        </p:nvSpPr>
        <p:spPr>
          <a:xfrm>
            <a:off x="8712994" y="4048125"/>
            <a:ext cx="26194" cy="547688"/>
          </a:xfrm>
          <a:prstGeom prst="rect">
            <a:avLst/>
          </a:prstGeom>
          <a:solidFill>
            <a:srgbClr val="1D4ED8"/>
          </a:solidFill>
          <a:ln w="13097">
            <a:solidFill>
              <a:srgbClr val="172B4D"/>
            </a:solidFill>
          </a:ln>
        </p:spPr>
      </p:sp>
      <p:sp>
        <p:nvSpPr>
          <p:cNvPr id="630" name="object-630">
            <a:extLst>
              <a:ext uri="{FF2B5EF4-FFF2-40B4-BE49-F238E27FC236}">
                <a16:creationId xmlns:a16="http://schemas.microsoft.com/office/drawing/2014/main" id="{FEF29B25-F912-4549-9B80-C3388F714C42}"/>
              </a:ext>
            </a:extLst>
          </p:cNvPr>
          <p:cNvSpPr>
            <a:spLocks noGrp="1"/>
          </p:cNvSpPr>
          <p:nvPr/>
        </p:nvSpPr>
        <p:spPr>
          <a:xfrm>
            <a:off x="8739188" y="4048125"/>
            <a:ext cx="26194" cy="547688"/>
          </a:xfrm>
          <a:prstGeom prst="rect">
            <a:avLst/>
          </a:prstGeom>
          <a:solidFill>
            <a:srgbClr val="1D4ED8"/>
          </a:solidFill>
          <a:ln w="13097">
            <a:solidFill>
              <a:srgbClr val="172B4D"/>
            </a:solidFill>
          </a:ln>
        </p:spPr>
      </p:sp>
      <p:sp>
        <p:nvSpPr>
          <p:cNvPr id="631" name="object-631">
            <a:extLst>
              <a:ext uri="{FF2B5EF4-FFF2-40B4-BE49-F238E27FC236}">
                <a16:creationId xmlns:a16="http://schemas.microsoft.com/office/drawing/2014/main" id="{B63D63CC-055B-43BA-8FAB-1CC6758B957E}"/>
              </a:ext>
            </a:extLst>
          </p:cNvPr>
          <p:cNvSpPr>
            <a:spLocks noGrp="1"/>
          </p:cNvSpPr>
          <p:nvPr/>
        </p:nvSpPr>
        <p:spPr>
          <a:xfrm>
            <a:off x="8765381" y="4048125"/>
            <a:ext cx="26194" cy="547688"/>
          </a:xfrm>
          <a:prstGeom prst="rect">
            <a:avLst/>
          </a:prstGeom>
          <a:solidFill>
            <a:srgbClr val="1D4ED8"/>
          </a:solidFill>
          <a:ln w="13097">
            <a:solidFill>
              <a:srgbClr val="172B4D"/>
            </a:solidFill>
          </a:ln>
        </p:spPr>
      </p:sp>
      <p:sp>
        <p:nvSpPr>
          <p:cNvPr id="632" name="object-632">
            <a:extLst>
              <a:ext uri="{FF2B5EF4-FFF2-40B4-BE49-F238E27FC236}">
                <a16:creationId xmlns:a16="http://schemas.microsoft.com/office/drawing/2014/main" id="{50E43B8D-85D6-4E37-80AE-8F78E717AA0E}"/>
              </a:ext>
            </a:extLst>
          </p:cNvPr>
          <p:cNvSpPr>
            <a:spLocks noGrp="1"/>
          </p:cNvSpPr>
          <p:nvPr/>
        </p:nvSpPr>
        <p:spPr>
          <a:xfrm>
            <a:off x="8791575" y="4048125"/>
            <a:ext cx="26194" cy="547688"/>
          </a:xfrm>
          <a:prstGeom prst="rect">
            <a:avLst/>
          </a:prstGeom>
          <a:solidFill>
            <a:srgbClr val="1D4ED8"/>
          </a:solidFill>
          <a:ln w="13097">
            <a:solidFill>
              <a:srgbClr val="172B4D"/>
            </a:solidFill>
          </a:ln>
        </p:spPr>
      </p:sp>
      <p:sp>
        <p:nvSpPr>
          <p:cNvPr id="633" name="object-633">
            <a:extLst>
              <a:ext uri="{FF2B5EF4-FFF2-40B4-BE49-F238E27FC236}">
                <a16:creationId xmlns:a16="http://schemas.microsoft.com/office/drawing/2014/main" id="{D0A7D4F7-DA2D-4B27-9ECF-5A27ED9FE2AF}"/>
              </a:ext>
            </a:extLst>
          </p:cNvPr>
          <p:cNvSpPr>
            <a:spLocks noGrp="1"/>
          </p:cNvSpPr>
          <p:nvPr/>
        </p:nvSpPr>
        <p:spPr>
          <a:xfrm>
            <a:off x="8817769" y="4048125"/>
            <a:ext cx="26194" cy="547688"/>
          </a:xfrm>
          <a:prstGeom prst="rect">
            <a:avLst/>
          </a:prstGeom>
          <a:solidFill>
            <a:srgbClr val="1D4ED8"/>
          </a:solidFill>
          <a:ln w="13097">
            <a:solidFill>
              <a:srgbClr val="172B4D"/>
            </a:solidFill>
          </a:ln>
        </p:spPr>
      </p:sp>
      <p:sp>
        <p:nvSpPr>
          <p:cNvPr id="634" name="object-634">
            <a:extLst>
              <a:ext uri="{FF2B5EF4-FFF2-40B4-BE49-F238E27FC236}">
                <a16:creationId xmlns:a16="http://schemas.microsoft.com/office/drawing/2014/main" id="{79FB39B4-3372-4DED-8CB8-60FF6A354213}"/>
              </a:ext>
            </a:extLst>
          </p:cNvPr>
          <p:cNvSpPr>
            <a:spLocks noGrp="1"/>
          </p:cNvSpPr>
          <p:nvPr/>
        </p:nvSpPr>
        <p:spPr>
          <a:xfrm>
            <a:off x="8843963" y="4048125"/>
            <a:ext cx="26194" cy="547688"/>
          </a:xfrm>
          <a:prstGeom prst="rect">
            <a:avLst/>
          </a:prstGeom>
          <a:solidFill>
            <a:srgbClr val="1D4ED8"/>
          </a:solidFill>
          <a:ln w="13097">
            <a:solidFill>
              <a:srgbClr val="172B4D"/>
            </a:solidFill>
          </a:ln>
        </p:spPr>
      </p:sp>
      <p:sp>
        <p:nvSpPr>
          <p:cNvPr id="635" name="object-635">
            <a:extLst>
              <a:ext uri="{FF2B5EF4-FFF2-40B4-BE49-F238E27FC236}">
                <a16:creationId xmlns:a16="http://schemas.microsoft.com/office/drawing/2014/main" id="{B8E9DC85-4A6E-4720-823E-CC8998DE6BA3}"/>
              </a:ext>
            </a:extLst>
          </p:cNvPr>
          <p:cNvSpPr>
            <a:spLocks noGrp="1"/>
          </p:cNvSpPr>
          <p:nvPr/>
        </p:nvSpPr>
        <p:spPr>
          <a:xfrm>
            <a:off x="8870156" y="4048125"/>
            <a:ext cx="26194" cy="547688"/>
          </a:xfrm>
          <a:prstGeom prst="rect">
            <a:avLst/>
          </a:prstGeom>
          <a:solidFill>
            <a:srgbClr val="1D4ED8"/>
          </a:solidFill>
          <a:ln w="13097">
            <a:solidFill>
              <a:srgbClr val="172B4D"/>
            </a:solidFill>
          </a:ln>
        </p:spPr>
      </p:sp>
      <p:sp>
        <p:nvSpPr>
          <p:cNvPr id="636" name="object-636">
            <a:extLst>
              <a:ext uri="{FF2B5EF4-FFF2-40B4-BE49-F238E27FC236}">
                <a16:creationId xmlns:a16="http://schemas.microsoft.com/office/drawing/2014/main" id="{80833BCB-74C1-4F01-9CFB-89C1742312E1}"/>
              </a:ext>
            </a:extLst>
          </p:cNvPr>
          <p:cNvSpPr>
            <a:spLocks noGrp="1"/>
          </p:cNvSpPr>
          <p:nvPr/>
        </p:nvSpPr>
        <p:spPr>
          <a:xfrm>
            <a:off x="8896350" y="4048125"/>
            <a:ext cx="26194" cy="547688"/>
          </a:xfrm>
          <a:prstGeom prst="rect">
            <a:avLst/>
          </a:prstGeom>
          <a:solidFill>
            <a:srgbClr val="1D4ED8"/>
          </a:solidFill>
          <a:ln w="13097">
            <a:solidFill>
              <a:srgbClr val="172B4D"/>
            </a:solidFill>
          </a:ln>
        </p:spPr>
      </p:sp>
      <p:sp>
        <p:nvSpPr>
          <p:cNvPr id="637" name="object-637">
            <a:extLst>
              <a:ext uri="{FF2B5EF4-FFF2-40B4-BE49-F238E27FC236}">
                <a16:creationId xmlns:a16="http://schemas.microsoft.com/office/drawing/2014/main" id="{16118BCD-7BA7-45B6-9AB2-54AF585FBB93}"/>
              </a:ext>
            </a:extLst>
          </p:cNvPr>
          <p:cNvSpPr>
            <a:spLocks noGrp="1"/>
          </p:cNvSpPr>
          <p:nvPr/>
        </p:nvSpPr>
        <p:spPr>
          <a:xfrm>
            <a:off x="8922544" y="4048125"/>
            <a:ext cx="26194" cy="547688"/>
          </a:xfrm>
          <a:prstGeom prst="rect">
            <a:avLst/>
          </a:prstGeom>
          <a:solidFill>
            <a:srgbClr val="1D4ED8"/>
          </a:solidFill>
          <a:ln w="13097">
            <a:solidFill>
              <a:srgbClr val="172B4D"/>
            </a:solidFill>
          </a:ln>
        </p:spPr>
      </p:sp>
      <p:sp>
        <p:nvSpPr>
          <p:cNvPr id="638" name="object-638">
            <a:extLst>
              <a:ext uri="{FF2B5EF4-FFF2-40B4-BE49-F238E27FC236}">
                <a16:creationId xmlns:a16="http://schemas.microsoft.com/office/drawing/2014/main" id="{5E0C9EF0-C0CE-4FC6-8F65-46DEDDB10F7B}"/>
              </a:ext>
            </a:extLst>
          </p:cNvPr>
          <p:cNvSpPr>
            <a:spLocks noGrp="1"/>
          </p:cNvSpPr>
          <p:nvPr/>
        </p:nvSpPr>
        <p:spPr>
          <a:xfrm>
            <a:off x="8948738" y="4048125"/>
            <a:ext cx="26194" cy="547688"/>
          </a:xfrm>
          <a:prstGeom prst="rect">
            <a:avLst/>
          </a:prstGeom>
          <a:solidFill>
            <a:srgbClr val="1D4ED8"/>
          </a:solidFill>
          <a:ln w="13097">
            <a:solidFill>
              <a:srgbClr val="172B4D"/>
            </a:solidFill>
          </a:ln>
        </p:spPr>
      </p:sp>
      <p:sp>
        <p:nvSpPr>
          <p:cNvPr id="639" name="object-639">
            <a:extLst>
              <a:ext uri="{FF2B5EF4-FFF2-40B4-BE49-F238E27FC236}">
                <a16:creationId xmlns:a16="http://schemas.microsoft.com/office/drawing/2014/main" id="{20CD1F31-8A8B-4505-B3AE-2CF7AF0BC7B5}"/>
              </a:ext>
            </a:extLst>
          </p:cNvPr>
          <p:cNvSpPr>
            <a:spLocks noGrp="1"/>
          </p:cNvSpPr>
          <p:nvPr/>
        </p:nvSpPr>
        <p:spPr>
          <a:xfrm>
            <a:off x="8974931" y="4048125"/>
            <a:ext cx="26194" cy="547688"/>
          </a:xfrm>
          <a:prstGeom prst="rect">
            <a:avLst/>
          </a:prstGeom>
          <a:solidFill>
            <a:srgbClr val="1D4ED8"/>
          </a:solidFill>
          <a:ln w="13097">
            <a:solidFill>
              <a:srgbClr val="172B4D"/>
            </a:solidFill>
          </a:ln>
        </p:spPr>
      </p:sp>
      <p:sp>
        <p:nvSpPr>
          <p:cNvPr id="640" name="object-640">
            <a:extLst>
              <a:ext uri="{FF2B5EF4-FFF2-40B4-BE49-F238E27FC236}">
                <a16:creationId xmlns:a16="http://schemas.microsoft.com/office/drawing/2014/main" id="{19DAD7D5-B5F7-4A1F-98ED-E838C7FB4532}"/>
              </a:ext>
            </a:extLst>
          </p:cNvPr>
          <p:cNvSpPr>
            <a:spLocks noGrp="1"/>
          </p:cNvSpPr>
          <p:nvPr/>
        </p:nvSpPr>
        <p:spPr>
          <a:xfrm>
            <a:off x="9001125" y="4048125"/>
            <a:ext cx="26194" cy="547688"/>
          </a:xfrm>
          <a:prstGeom prst="rect">
            <a:avLst/>
          </a:prstGeom>
          <a:solidFill>
            <a:srgbClr val="1D4ED8"/>
          </a:solidFill>
          <a:ln w="13097">
            <a:solidFill>
              <a:srgbClr val="172B4D"/>
            </a:solidFill>
          </a:ln>
        </p:spPr>
      </p:sp>
      <p:sp>
        <p:nvSpPr>
          <p:cNvPr id="641" name="object-641">
            <a:extLst>
              <a:ext uri="{FF2B5EF4-FFF2-40B4-BE49-F238E27FC236}">
                <a16:creationId xmlns:a16="http://schemas.microsoft.com/office/drawing/2014/main" id="{9D6C636B-AD41-4154-B6B5-A24C78600D7B}"/>
              </a:ext>
            </a:extLst>
          </p:cNvPr>
          <p:cNvSpPr>
            <a:spLocks noGrp="1"/>
          </p:cNvSpPr>
          <p:nvPr/>
        </p:nvSpPr>
        <p:spPr>
          <a:xfrm>
            <a:off x="9027319" y="4048125"/>
            <a:ext cx="26194" cy="547688"/>
          </a:xfrm>
          <a:prstGeom prst="rect">
            <a:avLst/>
          </a:prstGeom>
          <a:solidFill>
            <a:srgbClr val="1D4ED8"/>
          </a:solidFill>
          <a:ln w="13097">
            <a:solidFill>
              <a:srgbClr val="172B4D"/>
            </a:solidFill>
          </a:ln>
        </p:spPr>
      </p:sp>
      <p:sp>
        <p:nvSpPr>
          <p:cNvPr id="642" name="object-642">
            <a:extLst>
              <a:ext uri="{FF2B5EF4-FFF2-40B4-BE49-F238E27FC236}">
                <a16:creationId xmlns:a16="http://schemas.microsoft.com/office/drawing/2014/main" id="{6A85E5B1-F8D2-4136-9791-B9BDA34D026D}"/>
              </a:ext>
            </a:extLst>
          </p:cNvPr>
          <p:cNvSpPr>
            <a:spLocks noGrp="1"/>
          </p:cNvSpPr>
          <p:nvPr/>
        </p:nvSpPr>
        <p:spPr>
          <a:xfrm>
            <a:off x="9053513" y="4048125"/>
            <a:ext cx="26194" cy="547688"/>
          </a:xfrm>
          <a:prstGeom prst="rect">
            <a:avLst/>
          </a:prstGeom>
          <a:solidFill>
            <a:srgbClr val="1D4ED8"/>
          </a:solidFill>
          <a:ln w="13097">
            <a:solidFill>
              <a:srgbClr val="172B4D"/>
            </a:solidFill>
          </a:ln>
        </p:spPr>
      </p:sp>
      <p:sp>
        <p:nvSpPr>
          <p:cNvPr id="643" name="object-643">
            <a:extLst>
              <a:ext uri="{FF2B5EF4-FFF2-40B4-BE49-F238E27FC236}">
                <a16:creationId xmlns:a16="http://schemas.microsoft.com/office/drawing/2014/main" id="{FD4AE449-2603-4CD8-94D7-8E82646A12A4}"/>
              </a:ext>
            </a:extLst>
          </p:cNvPr>
          <p:cNvSpPr>
            <a:spLocks noGrp="1"/>
          </p:cNvSpPr>
          <p:nvPr/>
        </p:nvSpPr>
        <p:spPr>
          <a:xfrm>
            <a:off x="9079706" y="4048125"/>
            <a:ext cx="26194" cy="547688"/>
          </a:xfrm>
          <a:prstGeom prst="rect">
            <a:avLst/>
          </a:prstGeom>
          <a:solidFill>
            <a:srgbClr val="1D4ED8"/>
          </a:solidFill>
          <a:ln w="13097">
            <a:solidFill>
              <a:srgbClr val="172B4D"/>
            </a:solidFill>
          </a:ln>
        </p:spPr>
      </p:sp>
      <p:sp>
        <p:nvSpPr>
          <p:cNvPr id="644" name="object-644">
            <a:extLst>
              <a:ext uri="{FF2B5EF4-FFF2-40B4-BE49-F238E27FC236}">
                <a16:creationId xmlns:a16="http://schemas.microsoft.com/office/drawing/2014/main" id="{A5F4D353-A86E-4144-A044-15256F95B641}"/>
              </a:ext>
            </a:extLst>
          </p:cNvPr>
          <p:cNvSpPr>
            <a:spLocks noGrp="1"/>
          </p:cNvSpPr>
          <p:nvPr/>
        </p:nvSpPr>
        <p:spPr>
          <a:xfrm>
            <a:off x="9105900" y="4048125"/>
            <a:ext cx="26194" cy="547688"/>
          </a:xfrm>
          <a:prstGeom prst="rect">
            <a:avLst/>
          </a:prstGeom>
          <a:solidFill>
            <a:srgbClr val="1D4ED8"/>
          </a:solidFill>
          <a:ln w="13097">
            <a:solidFill>
              <a:srgbClr val="172B4D"/>
            </a:solidFill>
          </a:ln>
        </p:spPr>
      </p:sp>
      <p:sp>
        <p:nvSpPr>
          <p:cNvPr id="645" name="object-645">
            <a:extLst>
              <a:ext uri="{FF2B5EF4-FFF2-40B4-BE49-F238E27FC236}">
                <a16:creationId xmlns:a16="http://schemas.microsoft.com/office/drawing/2014/main" id="{01CE6D47-3C14-4F79-8543-87E2B642DD2E}"/>
              </a:ext>
            </a:extLst>
          </p:cNvPr>
          <p:cNvSpPr>
            <a:spLocks noGrp="1"/>
          </p:cNvSpPr>
          <p:nvPr/>
        </p:nvSpPr>
        <p:spPr>
          <a:xfrm>
            <a:off x="9132094" y="4048125"/>
            <a:ext cx="26194" cy="547688"/>
          </a:xfrm>
          <a:prstGeom prst="rect">
            <a:avLst/>
          </a:prstGeom>
          <a:solidFill>
            <a:srgbClr val="1D4ED8"/>
          </a:solidFill>
          <a:ln w="13097">
            <a:solidFill>
              <a:srgbClr val="172B4D"/>
            </a:solidFill>
          </a:ln>
        </p:spPr>
      </p:sp>
      <p:sp>
        <p:nvSpPr>
          <p:cNvPr id="646" name="object-646">
            <a:extLst>
              <a:ext uri="{FF2B5EF4-FFF2-40B4-BE49-F238E27FC236}">
                <a16:creationId xmlns:a16="http://schemas.microsoft.com/office/drawing/2014/main" id="{4C4C324C-90BC-4BC7-9D33-1ABFFD5F836A}"/>
              </a:ext>
            </a:extLst>
          </p:cNvPr>
          <p:cNvSpPr>
            <a:spLocks noGrp="1"/>
          </p:cNvSpPr>
          <p:nvPr/>
        </p:nvSpPr>
        <p:spPr>
          <a:xfrm>
            <a:off x="9158288" y="4048125"/>
            <a:ext cx="26194" cy="547688"/>
          </a:xfrm>
          <a:prstGeom prst="rect">
            <a:avLst/>
          </a:prstGeom>
          <a:solidFill>
            <a:srgbClr val="1D4ED8"/>
          </a:solidFill>
          <a:ln w="13097">
            <a:solidFill>
              <a:srgbClr val="172B4D"/>
            </a:solidFill>
          </a:ln>
        </p:spPr>
      </p:sp>
      <p:sp>
        <p:nvSpPr>
          <p:cNvPr id="647" name="object-647">
            <a:extLst>
              <a:ext uri="{FF2B5EF4-FFF2-40B4-BE49-F238E27FC236}">
                <a16:creationId xmlns:a16="http://schemas.microsoft.com/office/drawing/2014/main" id="{F87B7413-903C-49A4-9A74-60436B77895E}"/>
              </a:ext>
            </a:extLst>
          </p:cNvPr>
          <p:cNvSpPr>
            <a:spLocks noGrp="1"/>
          </p:cNvSpPr>
          <p:nvPr/>
        </p:nvSpPr>
        <p:spPr>
          <a:xfrm>
            <a:off x="9184481" y="4048125"/>
            <a:ext cx="26194" cy="547688"/>
          </a:xfrm>
          <a:prstGeom prst="rect">
            <a:avLst/>
          </a:prstGeom>
          <a:solidFill>
            <a:srgbClr val="1D4ED8"/>
          </a:solidFill>
          <a:ln w="13097">
            <a:solidFill>
              <a:srgbClr val="172B4D"/>
            </a:solidFill>
          </a:ln>
        </p:spPr>
      </p:sp>
      <p:sp>
        <p:nvSpPr>
          <p:cNvPr id="648" name="object-648">
            <a:extLst>
              <a:ext uri="{FF2B5EF4-FFF2-40B4-BE49-F238E27FC236}">
                <a16:creationId xmlns:a16="http://schemas.microsoft.com/office/drawing/2014/main" id="{9EBB266A-7262-49D4-96E6-A51237B7302D}"/>
              </a:ext>
            </a:extLst>
          </p:cNvPr>
          <p:cNvSpPr>
            <a:spLocks noGrp="1"/>
          </p:cNvSpPr>
          <p:nvPr/>
        </p:nvSpPr>
        <p:spPr>
          <a:xfrm>
            <a:off x="9210675" y="4048125"/>
            <a:ext cx="26194" cy="547688"/>
          </a:xfrm>
          <a:prstGeom prst="rect">
            <a:avLst/>
          </a:prstGeom>
          <a:solidFill>
            <a:srgbClr val="1D4ED8"/>
          </a:solidFill>
          <a:ln w="13097">
            <a:solidFill>
              <a:srgbClr val="172B4D"/>
            </a:solidFill>
          </a:ln>
        </p:spPr>
      </p:sp>
      <p:sp>
        <p:nvSpPr>
          <p:cNvPr id="649" name="object-649">
            <a:extLst>
              <a:ext uri="{FF2B5EF4-FFF2-40B4-BE49-F238E27FC236}">
                <a16:creationId xmlns:a16="http://schemas.microsoft.com/office/drawing/2014/main" id="{AECE7AFC-32E0-43AA-9929-85D2C6B5D58C}"/>
              </a:ext>
            </a:extLst>
          </p:cNvPr>
          <p:cNvSpPr>
            <a:spLocks noGrp="1"/>
          </p:cNvSpPr>
          <p:nvPr/>
        </p:nvSpPr>
        <p:spPr>
          <a:xfrm>
            <a:off x="9236869" y="4048125"/>
            <a:ext cx="26194" cy="547688"/>
          </a:xfrm>
          <a:prstGeom prst="rect">
            <a:avLst/>
          </a:prstGeom>
          <a:solidFill>
            <a:srgbClr val="1D4ED8"/>
          </a:solidFill>
          <a:ln w="13097">
            <a:solidFill>
              <a:srgbClr val="172B4D"/>
            </a:solidFill>
          </a:ln>
        </p:spPr>
      </p:sp>
      <p:sp>
        <p:nvSpPr>
          <p:cNvPr id="650" name="object-650">
            <a:extLst>
              <a:ext uri="{FF2B5EF4-FFF2-40B4-BE49-F238E27FC236}">
                <a16:creationId xmlns:a16="http://schemas.microsoft.com/office/drawing/2014/main" id="{6D82397A-BD38-4D9B-8EF7-54FEE2C97185}"/>
              </a:ext>
            </a:extLst>
          </p:cNvPr>
          <p:cNvSpPr>
            <a:spLocks noGrp="1"/>
          </p:cNvSpPr>
          <p:nvPr/>
        </p:nvSpPr>
        <p:spPr>
          <a:xfrm>
            <a:off x="9263063" y="4048125"/>
            <a:ext cx="26194" cy="547688"/>
          </a:xfrm>
          <a:prstGeom prst="rect">
            <a:avLst/>
          </a:prstGeom>
          <a:solidFill>
            <a:srgbClr val="1D4ED8"/>
          </a:solidFill>
          <a:ln w="13097">
            <a:solidFill>
              <a:srgbClr val="172B4D"/>
            </a:solidFill>
          </a:ln>
        </p:spPr>
      </p:sp>
      <p:sp>
        <p:nvSpPr>
          <p:cNvPr id="651" name="object-651">
            <a:extLst>
              <a:ext uri="{FF2B5EF4-FFF2-40B4-BE49-F238E27FC236}">
                <a16:creationId xmlns:a16="http://schemas.microsoft.com/office/drawing/2014/main" id="{96ABFDF6-4124-4440-B500-F6200F1E2DD6}"/>
              </a:ext>
            </a:extLst>
          </p:cNvPr>
          <p:cNvSpPr>
            <a:spLocks noGrp="1"/>
          </p:cNvSpPr>
          <p:nvPr/>
        </p:nvSpPr>
        <p:spPr>
          <a:xfrm>
            <a:off x="9289256" y="4048125"/>
            <a:ext cx="26194" cy="547688"/>
          </a:xfrm>
          <a:prstGeom prst="rect">
            <a:avLst/>
          </a:prstGeom>
          <a:solidFill>
            <a:srgbClr val="1D4ED8"/>
          </a:solidFill>
          <a:ln w="13097">
            <a:solidFill>
              <a:srgbClr val="172B4D"/>
            </a:solidFill>
          </a:ln>
        </p:spPr>
      </p:sp>
      <p:sp>
        <p:nvSpPr>
          <p:cNvPr id="652" name="object-652">
            <a:extLst>
              <a:ext uri="{FF2B5EF4-FFF2-40B4-BE49-F238E27FC236}">
                <a16:creationId xmlns:a16="http://schemas.microsoft.com/office/drawing/2014/main" id="{7A29CA6A-AEFE-4D5D-B377-653FC3C9A158}"/>
              </a:ext>
            </a:extLst>
          </p:cNvPr>
          <p:cNvSpPr>
            <a:spLocks noGrp="1"/>
          </p:cNvSpPr>
          <p:nvPr/>
        </p:nvSpPr>
        <p:spPr>
          <a:xfrm>
            <a:off x="9315450" y="4048125"/>
            <a:ext cx="26194" cy="547688"/>
          </a:xfrm>
          <a:prstGeom prst="rect">
            <a:avLst/>
          </a:prstGeom>
          <a:solidFill>
            <a:srgbClr val="1D4ED8"/>
          </a:solidFill>
          <a:ln w="13097">
            <a:solidFill>
              <a:srgbClr val="172B4D"/>
            </a:solidFill>
          </a:ln>
        </p:spPr>
      </p:sp>
      <p:sp>
        <p:nvSpPr>
          <p:cNvPr id="653" name="object-653">
            <a:extLst>
              <a:ext uri="{FF2B5EF4-FFF2-40B4-BE49-F238E27FC236}">
                <a16:creationId xmlns:a16="http://schemas.microsoft.com/office/drawing/2014/main" id="{4EF39C29-C2D5-4A08-BD63-8465E7235AE1}"/>
              </a:ext>
            </a:extLst>
          </p:cNvPr>
          <p:cNvSpPr>
            <a:spLocks noGrp="1"/>
          </p:cNvSpPr>
          <p:nvPr/>
        </p:nvSpPr>
        <p:spPr>
          <a:xfrm>
            <a:off x="9341644" y="4048125"/>
            <a:ext cx="26194" cy="547688"/>
          </a:xfrm>
          <a:prstGeom prst="rect">
            <a:avLst/>
          </a:prstGeom>
          <a:solidFill>
            <a:srgbClr val="1D4ED8"/>
          </a:solidFill>
          <a:ln w="13097">
            <a:solidFill>
              <a:srgbClr val="172B4D"/>
            </a:solidFill>
          </a:ln>
        </p:spPr>
      </p:sp>
      <p:sp>
        <p:nvSpPr>
          <p:cNvPr id="654" name="object-654">
            <a:extLst>
              <a:ext uri="{FF2B5EF4-FFF2-40B4-BE49-F238E27FC236}">
                <a16:creationId xmlns:a16="http://schemas.microsoft.com/office/drawing/2014/main" id="{62339C18-4C09-4CD6-BB60-9F668C265A9A}"/>
              </a:ext>
            </a:extLst>
          </p:cNvPr>
          <p:cNvSpPr>
            <a:spLocks noGrp="1"/>
          </p:cNvSpPr>
          <p:nvPr/>
        </p:nvSpPr>
        <p:spPr>
          <a:xfrm>
            <a:off x="9367838" y="4048125"/>
            <a:ext cx="26194" cy="547688"/>
          </a:xfrm>
          <a:prstGeom prst="rect">
            <a:avLst/>
          </a:prstGeom>
          <a:solidFill>
            <a:srgbClr val="1D4ED8"/>
          </a:solidFill>
          <a:ln w="13097">
            <a:solidFill>
              <a:srgbClr val="172B4D"/>
            </a:solidFill>
          </a:ln>
        </p:spPr>
      </p:sp>
      <p:sp>
        <p:nvSpPr>
          <p:cNvPr id="655" name="object-655">
            <a:extLst>
              <a:ext uri="{FF2B5EF4-FFF2-40B4-BE49-F238E27FC236}">
                <a16:creationId xmlns:a16="http://schemas.microsoft.com/office/drawing/2014/main" id="{91F243DE-565C-40C4-8890-993F2041E00D}"/>
              </a:ext>
            </a:extLst>
          </p:cNvPr>
          <p:cNvSpPr>
            <a:spLocks noGrp="1"/>
          </p:cNvSpPr>
          <p:nvPr/>
        </p:nvSpPr>
        <p:spPr>
          <a:xfrm>
            <a:off x="9394031" y="4048125"/>
            <a:ext cx="26194" cy="547688"/>
          </a:xfrm>
          <a:prstGeom prst="rect">
            <a:avLst/>
          </a:prstGeom>
          <a:solidFill>
            <a:srgbClr val="1D4ED8"/>
          </a:solidFill>
          <a:ln w="13097">
            <a:solidFill>
              <a:srgbClr val="172B4D"/>
            </a:solidFill>
          </a:ln>
        </p:spPr>
      </p:sp>
      <p:sp>
        <p:nvSpPr>
          <p:cNvPr id="656" name="object-656">
            <a:extLst>
              <a:ext uri="{FF2B5EF4-FFF2-40B4-BE49-F238E27FC236}">
                <a16:creationId xmlns:a16="http://schemas.microsoft.com/office/drawing/2014/main" id="{966D3169-9BAB-43A9-8A07-91691A1B7379}"/>
              </a:ext>
            </a:extLst>
          </p:cNvPr>
          <p:cNvSpPr>
            <a:spLocks noGrp="1"/>
          </p:cNvSpPr>
          <p:nvPr/>
        </p:nvSpPr>
        <p:spPr>
          <a:xfrm>
            <a:off x="9420225" y="4048125"/>
            <a:ext cx="26194" cy="547688"/>
          </a:xfrm>
          <a:prstGeom prst="rect">
            <a:avLst/>
          </a:prstGeom>
          <a:solidFill>
            <a:srgbClr val="1D4ED8"/>
          </a:solidFill>
          <a:ln w="13097">
            <a:solidFill>
              <a:srgbClr val="172B4D"/>
            </a:solidFill>
          </a:ln>
        </p:spPr>
      </p:sp>
      <p:sp>
        <p:nvSpPr>
          <p:cNvPr id="657" name="object-657">
            <a:extLst>
              <a:ext uri="{FF2B5EF4-FFF2-40B4-BE49-F238E27FC236}">
                <a16:creationId xmlns:a16="http://schemas.microsoft.com/office/drawing/2014/main" id="{67506C06-93E2-4DF6-A9FE-942FED890319}"/>
              </a:ext>
            </a:extLst>
          </p:cNvPr>
          <p:cNvSpPr>
            <a:spLocks noGrp="1"/>
          </p:cNvSpPr>
          <p:nvPr/>
        </p:nvSpPr>
        <p:spPr>
          <a:xfrm>
            <a:off x="9446419" y="4048125"/>
            <a:ext cx="26194" cy="547688"/>
          </a:xfrm>
          <a:prstGeom prst="rect">
            <a:avLst/>
          </a:prstGeom>
          <a:solidFill>
            <a:srgbClr val="1D4ED8"/>
          </a:solidFill>
          <a:ln w="13097">
            <a:solidFill>
              <a:srgbClr val="172B4D"/>
            </a:solidFill>
          </a:ln>
        </p:spPr>
      </p:sp>
      <p:sp>
        <p:nvSpPr>
          <p:cNvPr id="658" name="object-658">
            <a:extLst>
              <a:ext uri="{FF2B5EF4-FFF2-40B4-BE49-F238E27FC236}">
                <a16:creationId xmlns:a16="http://schemas.microsoft.com/office/drawing/2014/main" id="{F4FD48AC-E2C1-43B4-A6A7-A49F58B36396}"/>
              </a:ext>
            </a:extLst>
          </p:cNvPr>
          <p:cNvSpPr>
            <a:spLocks noGrp="1"/>
          </p:cNvSpPr>
          <p:nvPr/>
        </p:nvSpPr>
        <p:spPr>
          <a:xfrm>
            <a:off x="9472613" y="4048125"/>
            <a:ext cx="26194" cy="547688"/>
          </a:xfrm>
          <a:prstGeom prst="rect">
            <a:avLst/>
          </a:prstGeom>
          <a:solidFill>
            <a:srgbClr val="1D4ED8"/>
          </a:solidFill>
          <a:ln w="13097">
            <a:solidFill>
              <a:srgbClr val="172B4D"/>
            </a:solidFill>
          </a:ln>
        </p:spPr>
      </p:sp>
      <p:sp>
        <p:nvSpPr>
          <p:cNvPr id="659" name="object-659">
            <a:extLst>
              <a:ext uri="{FF2B5EF4-FFF2-40B4-BE49-F238E27FC236}">
                <a16:creationId xmlns:a16="http://schemas.microsoft.com/office/drawing/2014/main" id="{D1DC6B2D-2315-467D-8B9E-526A619F886A}"/>
              </a:ext>
            </a:extLst>
          </p:cNvPr>
          <p:cNvSpPr>
            <a:spLocks noGrp="1"/>
          </p:cNvSpPr>
          <p:nvPr/>
        </p:nvSpPr>
        <p:spPr>
          <a:xfrm>
            <a:off x="9498806" y="4048125"/>
            <a:ext cx="26194" cy="547688"/>
          </a:xfrm>
          <a:prstGeom prst="rect">
            <a:avLst/>
          </a:prstGeom>
          <a:solidFill>
            <a:srgbClr val="1D4ED8"/>
          </a:solidFill>
          <a:ln w="13097">
            <a:solidFill>
              <a:srgbClr val="172B4D"/>
            </a:solidFill>
          </a:ln>
        </p:spPr>
      </p:sp>
      <p:sp>
        <p:nvSpPr>
          <p:cNvPr id="660" name="object-660">
            <a:extLst>
              <a:ext uri="{FF2B5EF4-FFF2-40B4-BE49-F238E27FC236}">
                <a16:creationId xmlns:a16="http://schemas.microsoft.com/office/drawing/2014/main" id="{4E6B8E3E-0639-412D-A379-2BF875FBE0FD}"/>
              </a:ext>
            </a:extLst>
          </p:cNvPr>
          <p:cNvSpPr>
            <a:spLocks noGrp="1"/>
          </p:cNvSpPr>
          <p:nvPr/>
        </p:nvSpPr>
        <p:spPr>
          <a:xfrm>
            <a:off x="9525000" y="4048125"/>
            <a:ext cx="26194" cy="547688"/>
          </a:xfrm>
          <a:prstGeom prst="rect">
            <a:avLst/>
          </a:prstGeom>
          <a:solidFill>
            <a:srgbClr val="1D4ED8"/>
          </a:solidFill>
          <a:ln w="13097">
            <a:solidFill>
              <a:srgbClr val="172B4D"/>
            </a:solidFill>
          </a:ln>
        </p:spPr>
      </p:sp>
      <p:sp>
        <p:nvSpPr>
          <p:cNvPr id="661" name="object-661">
            <a:extLst>
              <a:ext uri="{FF2B5EF4-FFF2-40B4-BE49-F238E27FC236}">
                <a16:creationId xmlns:a16="http://schemas.microsoft.com/office/drawing/2014/main" id="{BFC23F9E-E76F-4C03-A7AD-5B0ADBEB8EB9}"/>
              </a:ext>
            </a:extLst>
          </p:cNvPr>
          <p:cNvSpPr>
            <a:spLocks noGrp="1"/>
          </p:cNvSpPr>
          <p:nvPr/>
        </p:nvSpPr>
        <p:spPr>
          <a:xfrm>
            <a:off x="9551194" y="4048125"/>
            <a:ext cx="26194" cy="547688"/>
          </a:xfrm>
          <a:prstGeom prst="rect">
            <a:avLst/>
          </a:prstGeom>
          <a:solidFill>
            <a:srgbClr val="1D4ED8"/>
          </a:solidFill>
          <a:ln w="13097">
            <a:solidFill>
              <a:srgbClr val="172B4D"/>
            </a:solidFill>
          </a:ln>
        </p:spPr>
      </p:sp>
      <p:sp>
        <p:nvSpPr>
          <p:cNvPr id="662" name="object-662">
            <a:extLst>
              <a:ext uri="{FF2B5EF4-FFF2-40B4-BE49-F238E27FC236}">
                <a16:creationId xmlns:a16="http://schemas.microsoft.com/office/drawing/2014/main" id="{331959C6-A283-49F5-900E-620D95FE5E8F}"/>
              </a:ext>
            </a:extLst>
          </p:cNvPr>
          <p:cNvSpPr>
            <a:spLocks noGrp="1"/>
          </p:cNvSpPr>
          <p:nvPr/>
        </p:nvSpPr>
        <p:spPr>
          <a:xfrm>
            <a:off x="9577388" y="4048125"/>
            <a:ext cx="26194" cy="547688"/>
          </a:xfrm>
          <a:prstGeom prst="rect">
            <a:avLst/>
          </a:prstGeom>
          <a:solidFill>
            <a:srgbClr val="1D4ED8"/>
          </a:solidFill>
          <a:ln w="13097">
            <a:solidFill>
              <a:srgbClr val="172B4D"/>
            </a:solidFill>
          </a:ln>
        </p:spPr>
      </p:sp>
      <p:sp>
        <p:nvSpPr>
          <p:cNvPr id="663" name="object-663">
            <a:extLst>
              <a:ext uri="{FF2B5EF4-FFF2-40B4-BE49-F238E27FC236}">
                <a16:creationId xmlns:a16="http://schemas.microsoft.com/office/drawing/2014/main" id="{7B9ED879-E0EB-4AA4-9200-970772512210}"/>
              </a:ext>
            </a:extLst>
          </p:cNvPr>
          <p:cNvSpPr>
            <a:spLocks noGrp="1"/>
          </p:cNvSpPr>
          <p:nvPr/>
        </p:nvSpPr>
        <p:spPr>
          <a:xfrm>
            <a:off x="9603581" y="4048125"/>
            <a:ext cx="26194" cy="547688"/>
          </a:xfrm>
          <a:prstGeom prst="rect">
            <a:avLst/>
          </a:prstGeom>
          <a:solidFill>
            <a:srgbClr val="1D4ED8"/>
          </a:solidFill>
          <a:ln w="13097">
            <a:solidFill>
              <a:srgbClr val="172B4D"/>
            </a:solidFill>
          </a:ln>
        </p:spPr>
      </p:sp>
      <p:sp>
        <p:nvSpPr>
          <p:cNvPr id="664" name="object-664">
            <a:extLst>
              <a:ext uri="{FF2B5EF4-FFF2-40B4-BE49-F238E27FC236}">
                <a16:creationId xmlns:a16="http://schemas.microsoft.com/office/drawing/2014/main" id="{3DF183C1-BB5D-4C0B-B608-B8C2A5EF18EC}"/>
              </a:ext>
            </a:extLst>
          </p:cNvPr>
          <p:cNvSpPr>
            <a:spLocks noGrp="1"/>
          </p:cNvSpPr>
          <p:nvPr/>
        </p:nvSpPr>
        <p:spPr>
          <a:xfrm>
            <a:off x="9629775" y="4048125"/>
            <a:ext cx="26194" cy="547688"/>
          </a:xfrm>
          <a:prstGeom prst="rect">
            <a:avLst/>
          </a:prstGeom>
          <a:solidFill>
            <a:srgbClr val="1D4ED8"/>
          </a:solidFill>
          <a:ln w="13097">
            <a:solidFill>
              <a:srgbClr val="172B4D"/>
            </a:solidFill>
          </a:ln>
        </p:spPr>
      </p:sp>
      <p:sp>
        <p:nvSpPr>
          <p:cNvPr id="665" name="object-665">
            <a:extLst>
              <a:ext uri="{FF2B5EF4-FFF2-40B4-BE49-F238E27FC236}">
                <a16:creationId xmlns:a16="http://schemas.microsoft.com/office/drawing/2014/main" id="{7F38EC1E-0130-41B7-99E6-597F258BA241}"/>
              </a:ext>
            </a:extLst>
          </p:cNvPr>
          <p:cNvSpPr>
            <a:spLocks noGrp="1"/>
          </p:cNvSpPr>
          <p:nvPr/>
        </p:nvSpPr>
        <p:spPr>
          <a:xfrm>
            <a:off x="9655969" y="4048125"/>
            <a:ext cx="26194" cy="547688"/>
          </a:xfrm>
          <a:prstGeom prst="rect">
            <a:avLst/>
          </a:prstGeom>
          <a:solidFill>
            <a:srgbClr val="1D4ED8"/>
          </a:solidFill>
          <a:ln w="13097">
            <a:solidFill>
              <a:srgbClr val="172B4D"/>
            </a:solidFill>
          </a:ln>
        </p:spPr>
      </p:sp>
      <p:sp>
        <p:nvSpPr>
          <p:cNvPr id="666" name="object-666">
            <a:extLst>
              <a:ext uri="{FF2B5EF4-FFF2-40B4-BE49-F238E27FC236}">
                <a16:creationId xmlns:a16="http://schemas.microsoft.com/office/drawing/2014/main" id="{7AB9F440-281E-482A-A584-285D7BFA7DA4}"/>
              </a:ext>
            </a:extLst>
          </p:cNvPr>
          <p:cNvSpPr>
            <a:spLocks noGrp="1"/>
          </p:cNvSpPr>
          <p:nvPr/>
        </p:nvSpPr>
        <p:spPr>
          <a:xfrm>
            <a:off x="9682163" y="4048125"/>
            <a:ext cx="26194" cy="547688"/>
          </a:xfrm>
          <a:prstGeom prst="rect">
            <a:avLst/>
          </a:prstGeom>
          <a:solidFill>
            <a:srgbClr val="1D4ED8"/>
          </a:solidFill>
          <a:ln w="13097">
            <a:solidFill>
              <a:srgbClr val="172B4D"/>
            </a:solidFill>
          </a:ln>
        </p:spPr>
      </p:sp>
      <p:sp>
        <p:nvSpPr>
          <p:cNvPr id="667" name="object-667">
            <a:extLst>
              <a:ext uri="{FF2B5EF4-FFF2-40B4-BE49-F238E27FC236}">
                <a16:creationId xmlns:a16="http://schemas.microsoft.com/office/drawing/2014/main" id="{6150DC36-1D79-4258-8B56-E25CF99C4B69}"/>
              </a:ext>
            </a:extLst>
          </p:cNvPr>
          <p:cNvSpPr>
            <a:spLocks noGrp="1"/>
          </p:cNvSpPr>
          <p:nvPr/>
        </p:nvSpPr>
        <p:spPr>
          <a:xfrm>
            <a:off x="9708356" y="4048125"/>
            <a:ext cx="26194" cy="547688"/>
          </a:xfrm>
          <a:prstGeom prst="rect">
            <a:avLst/>
          </a:prstGeom>
          <a:solidFill>
            <a:srgbClr val="1D4ED8"/>
          </a:solidFill>
          <a:ln w="13097">
            <a:solidFill>
              <a:srgbClr val="172B4D"/>
            </a:solidFill>
          </a:ln>
        </p:spPr>
      </p:sp>
      <p:sp>
        <p:nvSpPr>
          <p:cNvPr id="668" name="object-668">
            <a:extLst>
              <a:ext uri="{FF2B5EF4-FFF2-40B4-BE49-F238E27FC236}">
                <a16:creationId xmlns:a16="http://schemas.microsoft.com/office/drawing/2014/main" id="{41048B46-6D4D-42A3-ACE5-161AE491AB3F}"/>
              </a:ext>
            </a:extLst>
          </p:cNvPr>
          <p:cNvSpPr>
            <a:spLocks noGrp="1"/>
          </p:cNvSpPr>
          <p:nvPr/>
        </p:nvSpPr>
        <p:spPr>
          <a:xfrm>
            <a:off x="9734550" y="4048125"/>
            <a:ext cx="26194" cy="547688"/>
          </a:xfrm>
          <a:prstGeom prst="rect">
            <a:avLst/>
          </a:prstGeom>
          <a:solidFill>
            <a:srgbClr val="1D4ED8"/>
          </a:solidFill>
          <a:ln w="13097">
            <a:solidFill>
              <a:srgbClr val="172B4D"/>
            </a:solidFill>
          </a:ln>
        </p:spPr>
      </p:sp>
      <p:sp>
        <p:nvSpPr>
          <p:cNvPr id="669" name="object-669">
            <a:extLst>
              <a:ext uri="{FF2B5EF4-FFF2-40B4-BE49-F238E27FC236}">
                <a16:creationId xmlns:a16="http://schemas.microsoft.com/office/drawing/2014/main" id="{A25B6FC3-6169-4B87-A4A8-6367A9514F5C}"/>
              </a:ext>
            </a:extLst>
          </p:cNvPr>
          <p:cNvSpPr>
            <a:spLocks noGrp="1"/>
          </p:cNvSpPr>
          <p:nvPr/>
        </p:nvSpPr>
        <p:spPr>
          <a:xfrm>
            <a:off x="9760744" y="4048125"/>
            <a:ext cx="26194" cy="547688"/>
          </a:xfrm>
          <a:prstGeom prst="rect">
            <a:avLst/>
          </a:prstGeom>
          <a:solidFill>
            <a:srgbClr val="1D4ED8"/>
          </a:solidFill>
          <a:ln w="13097">
            <a:solidFill>
              <a:srgbClr val="172B4D"/>
            </a:solidFill>
          </a:ln>
        </p:spPr>
      </p:sp>
      <p:sp>
        <p:nvSpPr>
          <p:cNvPr id="670" name="object-670">
            <a:extLst>
              <a:ext uri="{FF2B5EF4-FFF2-40B4-BE49-F238E27FC236}">
                <a16:creationId xmlns:a16="http://schemas.microsoft.com/office/drawing/2014/main" id="{97CB927F-AD8A-49F7-AF2C-C61C07138B0B}"/>
              </a:ext>
            </a:extLst>
          </p:cNvPr>
          <p:cNvSpPr>
            <a:spLocks noGrp="1"/>
          </p:cNvSpPr>
          <p:nvPr/>
        </p:nvSpPr>
        <p:spPr>
          <a:xfrm>
            <a:off x="9786938" y="4048125"/>
            <a:ext cx="26194" cy="547688"/>
          </a:xfrm>
          <a:prstGeom prst="rect">
            <a:avLst/>
          </a:prstGeom>
          <a:solidFill>
            <a:srgbClr val="1D4ED8"/>
          </a:solidFill>
          <a:ln w="13097">
            <a:solidFill>
              <a:srgbClr val="172B4D"/>
            </a:solidFill>
          </a:ln>
        </p:spPr>
      </p:sp>
      <p:sp>
        <p:nvSpPr>
          <p:cNvPr id="671" name="object-671">
            <a:extLst>
              <a:ext uri="{FF2B5EF4-FFF2-40B4-BE49-F238E27FC236}">
                <a16:creationId xmlns:a16="http://schemas.microsoft.com/office/drawing/2014/main" id="{C78C406D-BB5A-475C-9FED-ECE742952947}"/>
              </a:ext>
            </a:extLst>
          </p:cNvPr>
          <p:cNvSpPr>
            <a:spLocks noGrp="1"/>
          </p:cNvSpPr>
          <p:nvPr/>
        </p:nvSpPr>
        <p:spPr>
          <a:xfrm>
            <a:off x="9813131" y="4048125"/>
            <a:ext cx="26194" cy="547688"/>
          </a:xfrm>
          <a:prstGeom prst="rect">
            <a:avLst/>
          </a:prstGeom>
          <a:solidFill>
            <a:srgbClr val="1D4ED8"/>
          </a:solidFill>
          <a:ln w="13097">
            <a:solidFill>
              <a:srgbClr val="172B4D"/>
            </a:solidFill>
          </a:ln>
        </p:spPr>
      </p:sp>
      <p:sp>
        <p:nvSpPr>
          <p:cNvPr id="672" name="object-672">
            <a:extLst>
              <a:ext uri="{FF2B5EF4-FFF2-40B4-BE49-F238E27FC236}">
                <a16:creationId xmlns:a16="http://schemas.microsoft.com/office/drawing/2014/main" id="{B0CF56BD-1442-4B50-8118-974BB855C35C}"/>
              </a:ext>
            </a:extLst>
          </p:cNvPr>
          <p:cNvSpPr>
            <a:spLocks noGrp="1"/>
          </p:cNvSpPr>
          <p:nvPr/>
        </p:nvSpPr>
        <p:spPr>
          <a:xfrm>
            <a:off x="9839325" y="4048125"/>
            <a:ext cx="26194" cy="547688"/>
          </a:xfrm>
          <a:prstGeom prst="rect">
            <a:avLst/>
          </a:prstGeom>
          <a:solidFill>
            <a:srgbClr val="1D4ED8"/>
          </a:solidFill>
          <a:ln w="13097">
            <a:solidFill>
              <a:srgbClr val="172B4D"/>
            </a:solidFill>
          </a:ln>
        </p:spPr>
      </p:sp>
      <p:sp>
        <p:nvSpPr>
          <p:cNvPr id="673" name="object-673">
            <a:extLst>
              <a:ext uri="{FF2B5EF4-FFF2-40B4-BE49-F238E27FC236}">
                <a16:creationId xmlns:a16="http://schemas.microsoft.com/office/drawing/2014/main" id="{AFF5BCC2-017D-4BC2-872B-D0B65E60B185}"/>
              </a:ext>
            </a:extLst>
          </p:cNvPr>
          <p:cNvSpPr>
            <a:spLocks noGrp="1"/>
          </p:cNvSpPr>
          <p:nvPr/>
        </p:nvSpPr>
        <p:spPr>
          <a:xfrm>
            <a:off x="9865519" y="4048125"/>
            <a:ext cx="26194" cy="547688"/>
          </a:xfrm>
          <a:prstGeom prst="rect">
            <a:avLst/>
          </a:prstGeom>
          <a:solidFill>
            <a:srgbClr val="1D4ED8"/>
          </a:solidFill>
          <a:ln w="13097">
            <a:solidFill>
              <a:srgbClr val="172B4D"/>
            </a:solidFill>
          </a:ln>
        </p:spPr>
      </p:sp>
      <p:sp>
        <p:nvSpPr>
          <p:cNvPr id="674" name="object-674">
            <a:extLst>
              <a:ext uri="{FF2B5EF4-FFF2-40B4-BE49-F238E27FC236}">
                <a16:creationId xmlns:a16="http://schemas.microsoft.com/office/drawing/2014/main" id="{07AC5304-9A8E-467A-A2ED-166F920FC827}"/>
              </a:ext>
            </a:extLst>
          </p:cNvPr>
          <p:cNvSpPr>
            <a:spLocks noGrp="1"/>
          </p:cNvSpPr>
          <p:nvPr/>
        </p:nvSpPr>
        <p:spPr>
          <a:xfrm>
            <a:off x="9891713" y="4048125"/>
            <a:ext cx="26194" cy="547688"/>
          </a:xfrm>
          <a:prstGeom prst="rect">
            <a:avLst/>
          </a:prstGeom>
          <a:solidFill>
            <a:srgbClr val="1D4ED8"/>
          </a:solidFill>
          <a:ln w="13097">
            <a:solidFill>
              <a:srgbClr val="172B4D"/>
            </a:solidFill>
          </a:ln>
        </p:spPr>
      </p:sp>
      <p:sp>
        <p:nvSpPr>
          <p:cNvPr id="675" name="object-675">
            <a:extLst>
              <a:ext uri="{FF2B5EF4-FFF2-40B4-BE49-F238E27FC236}">
                <a16:creationId xmlns:a16="http://schemas.microsoft.com/office/drawing/2014/main" id="{E3947694-F437-4CD1-8C52-ED140F76E5C3}"/>
              </a:ext>
            </a:extLst>
          </p:cNvPr>
          <p:cNvSpPr>
            <a:spLocks noGrp="1"/>
          </p:cNvSpPr>
          <p:nvPr/>
        </p:nvSpPr>
        <p:spPr>
          <a:xfrm>
            <a:off x="9917906" y="4048125"/>
            <a:ext cx="26194" cy="547688"/>
          </a:xfrm>
          <a:prstGeom prst="rect">
            <a:avLst/>
          </a:prstGeom>
          <a:solidFill>
            <a:srgbClr val="1D4ED8"/>
          </a:solidFill>
          <a:ln w="13097">
            <a:solidFill>
              <a:srgbClr val="172B4D"/>
            </a:solidFill>
          </a:ln>
        </p:spPr>
      </p:sp>
      <p:sp>
        <p:nvSpPr>
          <p:cNvPr id="676" name="object-676">
            <a:extLst>
              <a:ext uri="{FF2B5EF4-FFF2-40B4-BE49-F238E27FC236}">
                <a16:creationId xmlns:a16="http://schemas.microsoft.com/office/drawing/2014/main" id="{D0B91EFF-E86B-4BAA-8E56-AE3E96DC31BA}"/>
              </a:ext>
            </a:extLst>
          </p:cNvPr>
          <p:cNvSpPr>
            <a:spLocks noGrp="1"/>
          </p:cNvSpPr>
          <p:nvPr/>
        </p:nvSpPr>
        <p:spPr>
          <a:xfrm>
            <a:off x="9944100" y="4048125"/>
            <a:ext cx="26194" cy="547688"/>
          </a:xfrm>
          <a:prstGeom prst="rect">
            <a:avLst/>
          </a:prstGeom>
          <a:solidFill>
            <a:srgbClr val="1D4ED8"/>
          </a:solidFill>
          <a:ln w="13097">
            <a:solidFill>
              <a:srgbClr val="172B4D"/>
            </a:solidFill>
          </a:ln>
        </p:spPr>
      </p:sp>
      <p:sp>
        <p:nvSpPr>
          <p:cNvPr id="677" name="object-677">
            <a:extLst>
              <a:ext uri="{FF2B5EF4-FFF2-40B4-BE49-F238E27FC236}">
                <a16:creationId xmlns:a16="http://schemas.microsoft.com/office/drawing/2014/main" id="{6D0010CB-C7FA-44F3-AB49-A1668E126FD1}"/>
              </a:ext>
            </a:extLst>
          </p:cNvPr>
          <p:cNvSpPr>
            <a:spLocks noGrp="1"/>
          </p:cNvSpPr>
          <p:nvPr/>
        </p:nvSpPr>
        <p:spPr>
          <a:xfrm>
            <a:off x="9970294" y="4048125"/>
            <a:ext cx="26194" cy="547688"/>
          </a:xfrm>
          <a:prstGeom prst="rect">
            <a:avLst/>
          </a:prstGeom>
          <a:solidFill>
            <a:srgbClr val="1D4ED8"/>
          </a:solidFill>
          <a:ln w="13097">
            <a:solidFill>
              <a:srgbClr val="172B4D"/>
            </a:solidFill>
          </a:ln>
        </p:spPr>
      </p:sp>
      <p:sp>
        <p:nvSpPr>
          <p:cNvPr id="678" name="object-678">
            <a:extLst>
              <a:ext uri="{FF2B5EF4-FFF2-40B4-BE49-F238E27FC236}">
                <a16:creationId xmlns:a16="http://schemas.microsoft.com/office/drawing/2014/main" id="{79F29742-6A34-4095-BA99-DB74E657A909}"/>
              </a:ext>
            </a:extLst>
          </p:cNvPr>
          <p:cNvSpPr>
            <a:spLocks noGrp="1"/>
          </p:cNvSpPr>
          <p:nvPr/>
        </p:nvSpPr>
        <p:spPr>
          <a:xfrm>
            <a:off x="9996488" y="4048125"/>
            <a:ext cx="26194" cy="547688"/>
          </a:xfrm>
          <a:prstGeom prst="rect">
            <a:avLst/>
          </a:prstGeom>
          <a:solidFill>
            <a:srgbClr val="1D4ED8"/>
          </a:solidFill>
          <a:ln w="13097">
            <a:solidFill>
              <a:srgbClr val="172B4D"/>
            </a:solidFill>
          </a:ln>
        </p:spPr>
      </p:sp>
      <p:sp>
        <p:nvSpPr>
          <p:cNvPr id="679" name="object-679">
            <a:extLst>
              <a:ext uri="{FF2B5EF4-FFF2-40B4-BE49-F238E27FC236}">
                <a16:creationId xmlns:a16="http://schemas.microsoft.com/office/drawing/2014/main" id="{7CF057C4-880E-40F4-9540-A019A0BCB8B7}"/>
              </a:ext>
            </a:extLst>
          </p:cNvPr>
          <p:cNvSpPr>
            <a:spLocks noGrp="1"/>
          </p:cNvSpPr>
          <p:nvPr/>
        </p:nvSpPr>
        <p:spPr>
          <a:xfrm>
            <a:off x="10022681" y="4048125"/>
            <a:ext cx="26194" cy="547688"/>
          </a:xfrm>
          <a:prstGeom prst="rect">
            <a:avLst/>
          </a:prstGeom>
          <a:solidFill>
            <a:srgbClr val="1D4ED8"/>
          </a:solidFill>
          <a:ln w="13097">
            <a:solidFill>
              <a:srgbClr val="172B4D"/>
            </a:solidFill>
          </a:ln>
        </p:spPr>
      </p:sp>
      <p:sp>
        <p:nvSpPr>
          <p:cNvPr id="680" name="object-680">
            <a:extLst>
              <a:ext uri="{FF2B5EF4-FFF2-40B4-BE49-F238E27FC236}">
                <a16:creationId xmlns:a16="http://schemas.microsoft.com/office/drawing/2014/main" id="{CDE3BE47-6482-4F78-809A-E7EF36F86693}"/>
              </a:ext>
            </a:extLst>
          </p:cNvPr>
          <p:cNvSpPr>
            <a:spLocks noGrp="1"/>
          </p:cNvSpPr>
          <p:nvPr/>
        </p:nvSpPr>
        <p:spPr>
          <a:xfrm>
            <a:off x="10048875" y="4048125"/>
            <a:ext cx="26194" cy="547688"/>
          </a:xfrm>
          <a:prstGeom prst="rect">
            <a:avLst/>
          </a:prstGeom>
          <a:solidFill>
            <a:srgbClr val="1D4ED8"/>
          </a:solidFill>
          <a:ln w="13097">
            <a:solidFill>
              <a:srgbClr val="172B4D"/>
            </a:solidFill>
          </a:ln>
        </p:spPr>
      </p:sp>
      <p:sp>
        <p:nvSpPr>
          <p:cNvPr id="681" name="object-681">
            <a:extLst>
              <a:ext uri="{FF2B5EF4-FFF2-40B4-BE49-F238E27FC236}">
                <a16:creationId xmlns:a16="http://schemas.microsoft.com/office/drawing/2014/main" id="{8E721EF2-FC6E-4887-ADCF-C1A3BB7AB7BE}"/>
              </a:ext>
            </a:extLst>
          </p:cNvPr>
          <p:cNvSpPr>
            <a:spLocks noGrp="1"/>
          </p:cNvSpPr>
          <p:nvPr/>
        </p:nvSpPr>
        <p:spPr>
          <a:xfrm>
            <a:off x="10075069" y="4048125"/>
            <a:ext cx="26194" cy="547688"/>
          </a:xfrm>
          <a:prstGeom prst="rect">
            <a:avLst/>
          </a:prstGeom>
          <a:solidFill>
            <a:srgbClr val="1D4ED8"/>
          </a:solidFill>
          <a:ln w="13097">
            <a:solidFill>
              <a:srgbClr val="172B4D"/>
            </a:solidFill>
          </a:ln>
        </p:spPr>
      </p:sp>
      <p:sp>
        <p:nvSpPr>
          <p:cNvPr id="682" name="object-682">
            <a:extLst>
              <a:ext uri="{FF2B5EF4-FFF2-40B4-BE49-F238E27FC236}">
                <a16:creationId xmlns:a16="http://schemas.microsoft.com/office/drawing/2014/main" id="{D13E12D9-32F9-404A-B746-1E5233F19CD9}"/>
              </a:ext>
            </a:extLst>
          </p:cNvPr>
          <p:cNvSpPr>
            <a:spLocks noGrp="1"/>
          </p:cNvSpPr>
          <p:nvPr/>
        </p:nvSpPr>
        <p:spPr>
          <a:xfrm>
            <a:off x="10101263" y="4048125"/>
            <a:ext cx="26194" cy="547688"/>
          </a:xfrm>
          <a:prstGeom prst="rect">
            <a:avLst/>
          </a:prstGeom>
          <a:solidFill>
            <a:srgbClr val="1D4ED8"/>
          </a:solidFill>
          <a:ln w="13097">
            <a:solidFill>
              <a:srgbClr val="172B4D"/>
            </a:solidFill>
          </a:ln>
        </p:spPr>
      </p:sp>
      <p:sp>
        <p:nvSpPr>
          <p:cNvPr id="683" name="object-683">
            <a:extLst>
              <a:ext uri="{FF2B5EF4-FFF2-40B4-BE49-F238E27FC236}">
                <a16:creationId xmlns:a16="http://schemas.microsoft.com/office/drawing/2014/main" id="{3429F25A-B12A-43EA-A7F8-07789C6B6705}"/>
              </a:ext>
            </a:extLst>
          </p:cNvPr>
          <p:cNvSpPr>
            <a:spLocks noGrp="1"/>
          </p:cNvSpPr>
          <p:nvPr/>
        </p:nvSpPr>
        <p:spPr>
          <a:xfrm>
            <a:off x="10127456" y="4048125"/>
            <a:ext cx="26194" cy="547688"/>
          </a:xfrm>
          <a:prstGeom prst="rect">
            <a:avLst/>
          </a:prstGeom>
          <a:solidFill>
            <a:srgbClr val="1D4ED8"/>
          </a:solidFill>
          <a:ln w="13097">
            <a:solidFill>
              <a:srgbClr val="172B4D"/>
            </a:solidFill>
          </a:ln>
        </p:spPr>
      </p:sp>
      <p:sp>
        <p:nvSpPr>
          <p:cNvPr id="684" name="object-684">
            <a:extLst>
              <a:ext uri="{FF2B5EF4-FFF2-40B4-BE49-F238E27FC236}">
                <a16:creationId xmlns:a16="http://schemas.microsoft.com/office/drawing/2014/main" id="{9D6B94E9-3081-40CD-9A79-2836A4817ECC}"/>
              </a:ext>
            </a:extLst>
          </p:cNvPr>
          <p:cNvSpPr>
            <a:spLocks noGrp="1"/>
          </p:cNvSpPr>
          <p:nvPr/>
        </p:nvSpPr>
        <p:spPr>
          <a:xfrm>
            <a:off x="10153650" y="4048125"/>
            <a:ext cx="26194" cy="547688"/>
          </a:xfrm>
          <a:prstGeom prst="rect">
            <a:avLst/>
          </a:prstGeom>
          <a:solidFill>
            <a:srgbClr val="1D4ED8"/>
          </a:solidFill>
          <a:ln w="13097">
            <a:solidFill>
              <a:srgbClr val="172B4D"/>
            </a:solidFill>
          </a:ln>
        </p:spPr>
      </p:sp>
      <p:sp>
        <p:nvSpPr>
          <p:cNvPr id="685" name="object-685">
            <a:extLst>
              <a:ext uri="{FF2B5EF4-FFF2-40B4-BE49-F238E27FC236}">
                <a16:creationId xmlns:a16="http://schemas.microsoft.com/office/drawing/2014/main" id="{399C1D62-A0A8-41EB-A463-7C1B174D5598}"/>
              </a:ext>
            </a:extLst>
          </p:cNvPr>
          <p:cNvSpPr>
            <a:spLocks noGrp="1"/>
          </p:cNvSpPr>
          <p:nvPr/>
        </p:nvSpPr>
        <p:spPr>
          <a:xfrm>
            <a:off x="10179844" y="4048125"/>
            <a:ext cx="26194" cy="547688"/>
          </a:xfrm>
          <a:prstGeom prst="rect">
            <a:avLst/>
          </a:prstGeom>
          <a:solidFill>
            <a:srgbClr val="1D4ED8"/>
          </a:solidFill>
          <a:ln w="13097">
            <a:solidFill>
              <a:srgbClr val="172B4D"/>
            </a:solidFill>
          </a:ln>
        </p:spPr>
      </p:sp>
      <p:sp>
        <p:nvSpPr>
          <p:cNvPr id="686" name="object-686">
            <a:extLst>
              <a:ext uri="{FF2B5EF4-FFF2-40B4-BE49-F238E27FC236}">
                <a16:creationId xmlns:a16="http://schemas.microsoft.com/office/drawing/2014/main" id="{756BF667-56B7-4724-80F9-23C2CC3B0D5D}"/>
              </a:ext>
            </a:extLst>
          </p:cNvPr>
          <p:cNvSpPr>
            <a:spLocks noGrp="1"/>
          </p:cNvSpPr>
          <p:nvPr/>
        </p:nvSpPr>
        <p:spPr>
          <a:xfrm>
            <a:off x="10206038" y="4048125"/>
            <a:ext cx="26194" cy="547688"/>
          </a:xfrm>
          <a:prstGeom prst="rect">
            <a:avLst/>
          </a:prstGeom>
          <a:solidFill>
            <a:srgbClr val="1D4ED8"/>
          </a:solidFill>
          <a:ln w="13097">
            <a:solidFill>
              <a:srgbClr val="172B4D"/>
            </a:solidFill>
          </a:ln>
        </p:spPr>
      </p:sp>
      <p:sp>
        <p:nvSpPr>
          <p:cNvPr id="687" name="object-687">
            <a:extLst>
              <a:ext uri="{FF2B5EF4-FFF2-40B4-BE49-F238E27FC236}">
                <a16:creationId xmlns:a16="http://schemas.microsoft.com/office/drawing/2014/main" id="{2204D3BA-173E-4BEB-9379-191E39975893}"/>
              </a:ext>
            </a:extLst>
          </p:cNvPr>
          <p:cNvSpPr>
            <a:spLocks noGrp="1"/>
          </p:cNvSpPr>
          <p:nvPr/>
        </p:nvSpPr>
        <p:spPr>
          <a:xfrm>
            <a:off x="10232231" y="4048125"/>
            <a:ext cx="26194" cy="547688"/>
          </a:xfrm>
          <a:prstGeom prst="rect">
            <a:avLst/>
          </a:prstGeom>
          <a:solidFill>
            <a:srgbClr val="1D4ED8"/>
          </a:solidFill>
          <a:ln w="13097">
            <a:solidFill>
              <a:srgbClr val="172B4D"/>
            </a:solidFill>
          </a:ln>
        </p:spPr>
      </p:sp>
      <p:sp>
        <p:nvSpPr>
          <p:cNvPr id="688" name="object-688">
            <a:extLst>
              <a:ext uri="{FF2B5EF4-FFF2-40B4-BE49-F238E27FC236}">
                <a16:creationId xmlns:a16="http://schemas.microsoft.com/office/drawing/2014/main" id="{12D16C0C-BD25-4AB5-A7E1-F8991D654565}"/>
              </a:ext>
            </a:extLst>
          </p:cNvPr>
          <p:cNvSpPr>
            <a:spLocks noGrp="1"/>
          </p:cNvSpPr>
          <p:nvPr/>
        </p:nvSpPr>
        <p:spPr>
          <a:xfrm>
            <a:off x="10258425" y="4048125"/>
            <a:ext cx="26194" cy="547688"/>
          </a:xfrm>
          <a:prstGeom prst="rect">
            <a:avLst/>
          </a:prstGeom>
          <a:solidFill>
            <a:srgbClr val="1D4ED8"/>
          </a:solidFill>
          <a:ln w="13097">
            <a:solidFill>
              <a:srgbClr val="172B4D"/>
            </a:solidFill>
          </a:ln>
        </p:spPr>
      </p:sp>
      <p:sp>
        <p:nvSpPr>
          <p:cNvPr id="689" name="object-689">
            <a:extLst>
              <a:ext uri="{FF2B5EF4-FFF2-40B4-BE49-F238E27FC236}">
                <a16:creationId xmlns:a16="http://schemas.microsoft.com/office/drawing/2014/main" id="{D8346530-E58E-40C6-A216-52DA262A0C78}"/>
              </a:ext>
            </a:extLst>
          </p:cNvPr>
          <p:cNvSpPr>
            <a:spLocks noGrp="1"/>
          </p:cNvSpPr>
          <p:nvPr/>
        </p:nvSpPr>
        <p:spPr>
          <a:xfrm>
            <a:off x="10284619" y="4048125"/>
            <a:ext cx="26194" cy="547688"/>
          </a:xfrm>
          <a:prstGeom prst="rect">
            <a:avLst/>
          </a:prstGeom>
          <a:solidFill>
            <a:srgbClr val="1D4ED8"/>
          </a:solidFill>
          <a:ln w="13097">
            <a:solidFill>
              <a:srgbClr val="172B4D"/>
            </a:solidFill>
          </a:ln>
        </p:spPr>
      </p:sp>
      <p:sp>
        <p:nvSpPr>
          <p:cNvPr id="690" name="object-690">
            <a:extLst>
              <a:ext uri="{FF2B5EF4-FFF2-40B4-BE49-F238E27FC236}">
                <a16:creationId xmlns:a16="http://schemas.microsoft.com/office/drawing/2014/main" id="{ED29A3EF-9B2B-40FB-A320-B978DE09392C}"/>
              </a:ext>
            </a:extLst>
          </p:cNvPr>
          <p:cNvSpPr>
            <a:spLocks noGrp="1"/>
          </p:cNvSpPr>
          <p:nvPr/>
        </p:nvSpPr>
        <p:spPr>
          <a:xfrm>
            <a:off x="10310813" y="4048125"/>
            <a:ext cx="26194" cy="547688"/>
          </a:xfrm>
          <a:prstGeom prst="rect">
            <a:avLst/>
          </a:prstGeom>
          <a:solidFill>
            <a:srgbClr val="1D4ED8"/>
          </a:solidFill>
          <a:ln w="13097">
            <a:solidFill>
              <a:srgbClr val="172B4D"/>
            </a:solidFill>
          </a:ln>
        </p:spPr>
      </p:sp>
      <p:sp>
        <p:nvSpPr>
          <p:cNvPr id="691" name="object-691">
            <a:extLst>
              <a:ext uri="{FF2B5EF4-FFF2-40B4-BE49-F238E27FC236}">
                <a16:creationId xmlns:a16="http://schemas.microsoft.com/office/drawing/2014/main" id="{D02080E1-5718-46F1-B993-A76A51E31851}"/>
              </a:ext>
            </a:extLst>
          </p:cNvPr>
          <p:cNvSpPr>
            <a:spLocks noGrp="1"/>
          </p:cNvSpPr>
          <p:nvPr/>
        </p:nvSpPr>
        <p:spPr>
          <a:xfrm>
            <a:off x="10337006" y="4048125"/>
            <a:ext cx="26194" cy="547688"/>
          </a:xfrm>
          <a:prstGeom prst="rect">
            <a:avLst/>
          </a:prstGeom>
          <a:solidFill>
            <a:srgbClr val="1D4ED8"/>
          </a:solidFill>
          <a:ln w="13097">
            <a:solidFill>
              <a:srgbClr val="172B4D"/>
            </a:solidFill>
          </a:ln>
        </p:spPr>
      </p:sp>
      <p:sp>
        <p:nvSpPr>
          <p:cNvPr id="692" name="object-692">
            <a:extLst>
              <a:ext uri="{FF2B5EF4-FFF2-40B4-BE49-F238E27FC236}">
                <a16:creationId xmlns:a16="http://schemas.microsoft.com/office/drawing/2014/main" id="{B46327AE-D582-4D7E-9D16-3FEEB2C696EB}"/>
              </a:ext>
            </a:extLst>
          </p:cNvPr>
          <p:cNvSpPr>
            <a:spLocks noGrp="1"/>
          </p:cNvSpPr>
          <p:nvPr/>
        </p:nvSpPr>
        <p:spPr>
          <a:xfrm>
            <a:off x="10363200" y="4048125"/>
            <a:ext cx="26194" cy="547688"/>
          </a:xfrm>
          <a:prstGeom prst="rect">
            <a:avLst/>
          </a:prstGeom>
          <a:solidFill>
            <a:srgbClr val="1D4ED8"/>
          </a:solidFill>
          <a:ln w="13097">
            <a:solidFill>
              <a:srgbClr val="172B4D"/>
            </a:solidFill>
          </a:ln>
        </p:spPr>
      </p:sp>
      <p:sp>
        <p:nvSpPr>
          <p:cNvPr id="693" name="object-693">
            <a:extLst>
              <a:ext uri="{FF2B5EF4-FFF2-40B4-BE49-F238E27FC236}">
                <a16:creationId xmlns:a16="http://schemas.microsoft.com/office/drawing/2014/main" id="{63862721-17E2-4FB1-993C-4C86840D13C2}"/>
              </a:ext>
            </a:extLst>
          </p:cNvPr>
          <p:cNvSpPr>
            <a:spLocks noGrp="1"/>
          </p:cNvSpPr>
          <p:nvPr/>
        </p:nvSpPr>
        <p:spPr>
          <a:xfrm>
            <a:off x="10389394" y="4048125"/>
            <a:ext cx="26194" cy="547688"/>
          </a:xfrm>
          <a:prstGeom prst="rect">
            <a:avLst/>
          </a:prstGeom>
          <a:solidFill>
            <a:srgbClr val="1D4ED8"/>
          </a:solidFill>
          <a:ln w="13097">
            <a:solidFill>
              <a:srgbClr val="172B4D"/>
            </a:solidFill>
          </a:ln>
        </p:spPr>
      </p:sp>
      <p:sp>
        <p:nvSpPr>
          <p:cNvPr id="694" name="object-694">
            <a:extLst>
              <a:ext uri="{FF2B5EF4-FFF2-40B4-BE49-F238E27FC236}">
                <a16:creationId xmlns:a16="http://schemas.microsoft.com/office/drawing/2014/main" id="{DEE8D386-B438-442E-8D41-624E88EA1855}"/>
              </a:ext>
            </a:extLst>
          </p:cNvPr>
          <p:cNvSpPr>
            <a:spLocks noGrp="1"/>
          </p:cNvSpPr>
          <p:nvPr/>
        </p:nvSpPr>
        <p:spPr>
          <a:xfrm>
            <a:off x="10415588" y="4048125"/>
            <a:ext cx="26194" cy="547688"/>
          </a:xfrm>
          <a:prstGeom prst="rect">
            <a:avLst/>
          </a:prstGeom>
          <a:solidFill>
            <a:srgbClr val="1D4ED8"/>
          </a:solidFill>
          <a:ln w="13097">
            <a:solidFill>
              <a:srgbClr val="172B4D"/>
            </a:solidFill>
          </a:ln>
        </p:spPr>
      </p:sp>
      <p:sp>
        <p:nvSpPr>
          <p:cNvPr id="695" name="object-695">
            <a:extLst>
              <a:ext uri="{FF2B5EF4-FFF2-40B4-BE49-F238E27FC236}">
                <a16:creationId xmlns:a16="http://schemas.microsoft.com/office/drawing/2014/main" id="{B1E9407E-F177-4C0E-9E8E-7ED354ADDC10}"/>
              </a:ext>
            </a:extLst>
          </p:cNvPr>
          <p:cNvSpPr>
            <a:spLocks noGrp="1"/>
          </p:cNvSpPr>
          <p:nvPr/>
        </p:nvSpPr>
        <p:spPr>
          <a:xfrm>
            <a:off x="10441781" y="4048125"/>
            <a:ext cx="26194" cy="547688"/>
          </a:xfrm>
          <a:prstGeom prst="rect">
            <a:avLst/>
          </a:prstGeom>
          <a:solidFill>
            <a:srgbClr val="1D4ED8"/>
          </a:solidFill>
          <a:ln w="13097">
            <a:solidFill>
              <a:srgbClr val="172B4D"/>
            </a:solidFill>
          </a:ln>
        </p:spPr>
      </p:sp>
      <p:sp>
        <p:nvSpPr>
          <p:cNvPr id="696" name="object-696">
            <a:extLst>
              <a:ext uri="{FF2B5EF4-FFF2-40B4-BE49-F238E27FC236}">
                <a16:creationId xmlns:a16="http://schemas.microsoft.com/office/drawing/2014/main" id="{5CB040C0-A232-40A7-985F-C66F780476B1}"/>
              </a:ext>
            </a:extLst>
          </p:cNvPr>
          <p:cNvSpPr>
            <a:spLocks noGrp="1"/>
          </p:cNvSpPr>
          <p:nvPr/>
        </p:nvSpPr>
        <p:spPr>
          <a:xfrm>
            <a:off x="10467975" y="4048125"/>
            <a:ext cx="26194" cy="547688"/>
          </a:xfrm>
          <a:prstGeom prst="rect">
            <a:avLst/>
          </a:prstGeom>
          <a:solidFill>
            <a:srgbClr val="1D4ED8"/>
          </a:solidFill>
          <a:ln w="13097">
            <a:solidFill>
              <a:srgbClr val="172B4D"/>
            </a:solidFill>
          </a:ln>
        </p:spPr>
      </p:sp>
      <p:sp>
        <p:nvSpPr>
          <p:cNvPr id="697" name="object-697">
            <a:extLst>
              <a:ext uri="{FF2B5EF4-FFF2-40B4-BE49-F238E27FC236}">
                <a16:creationId xmlns:a16="http://schemas.microsoft.com/office/drawing/2014/main" id="{E597A3D7-A2D4-4AD1-8727-BFB31E68AF36}"/>
              </a:ext>
            </a:extLst>
          </p:cNvPr>
          <p:cNvSpPr>
            <a:spLocks noGrp="1"/>
          </p:cNvSpPr>
          <p:nvPr/>
        </p:nvSpPr>
        <p:spPr>
          <a:xfrm>
            <a:off x="10494169" y="4048125"/>
            <a:ext cx="26194" cy="547688"/>
          </a:xfrm>
          <a:prstGeom prst="rect">
            <a:avLst/>
          </a:prstGeom>
          <a:solidFill>
            <a:srgbClr val="1D4ED8"/>
          </a:solidFill>
          <a:ln w="13097">
            <a:solidFill>
              <a:srgbClr val="172B4D"/>
            </a:solidFill>
          </a:ln>
        </p:spPr>
      </p:sp>
      <p:sp>
        <p:nvSpPr>
          <p:cNvPr id="698" name="object-698">
            <a:extLst>
              <a:ext uri="{FF2B5EF4-FFF2-40B4-BE49-F238E27FC236}">
                <a16:creationId xmlns:a16="http://schemas.microsoft.com/office/drawing/2014/main" id="{901DB2A2-5554-42E5-9B18-624EB65E0CDA}"/>
              </a:ext>
            </a:extLst>
          </p:cNvPr>
          <p:cNvSpPr>
            <a:spLocks noGrp="1"/>
          </p:cNvSpPr>
          <p:nvPr/>
        </p:nvSpPr>
        <p:spPr>
          <a:xfrm>
            <a:off x="10520363" y="4048125"/>
            <a:ext cx="26194" cy="547688"/>
          </a:xfrm>
          <a:prstGeom prst="rect">
            <a:avLst/>
          </a:prstGeom>
          <a:solidFill>
            <a:srgbClr val="1D4ED8"/>
          </a:solidFill>
          <a:ln w="13097">
            <a:solidFill>
              <a:srgbClr val="172B4D"/>
            </a:solidFill>
          </a:ln>
        </p:spPr>
      </p:sp>
      <p:sp>
        <p:nvSpPr>
          <p:cNvPr id="699" name="object-699">
            <a:extLst>
              <a:ext uri="{FF2B5EF4-FFF2-40B4-BE49-F238E27FC236}">
                <a16:creationId xmlns:a16="http://schemas.microsoft.com/office/drawing/2014/main" id="{6E9AF01B-8AE7-4875-A201-B6541C4C96BC}"/>
              </a:ext>
            </a:extLst>
          </p:cNvPr>
          <p:cNvSpPr>
            <a:spLocks noGrp="1"/>
          </p:cNvSpPr>
          <p:nvPr/>
        </p:nvSpPr>
        <p:spPr>
          <a:xfrm>
            <a:off x="10546556" y="4048125"/>
            <a:ext cx="26194" cy="547688"/>
          </a:xfrm>
          <a:prstGeom prst="rect">
            <a:avLst/>
          </a:prstGeom>
          <a:solidFill>
            <a:srgbClr val="1D4ED8"/>
          </a:solidFill>
          <a:ln w="13097">
            <a:solidFill>
              <a:srgbClr val="172B4D"/>
            </a:solidFill>
          </a:ln>
        </p:spPr>
      </p:sp>
      <p:sp>
        <p:nvSpPr>
          <p:cNvPr id="700" name="object-700">
            <a:extLst>
              <a:ext uri="{FF2B5EF4-FFF2-40B4-BE49-F238E27FC236}">
                <a16:creationId xmlns:a16="http://schemas.microsoft.com/office/drawing/2014/main" id="{62C1B2ED-D59D-4EC2-AEB4-56CB436BBF27}"/>
              </a:ext>
            </a:extLst>
          </p:cNvPr>
          <p:cNvSpPr>
            <a:spLocks noGrp="1"/>
          </p:cNvSpPr>
          <p:nvPr/>
        </p:nvSpPr>
        <p:spPr>
          <a:xfrm>
            <a:off x="10572750" y="4048125"/>
            <a:ext cx="26194" cy="547688"/>
          </a:xfrm>
          <a:prstGeom prst="rect">
            <a:avLst/>
          </a:prstGeom>
          <a:solidFill>
            <a:srgbClr val="1D4ED8"/>
          </a:solidFill>
          <a:ln w="13097">
            <a:solidFill>
              <a:srgbClr val="172B4D"/>
            </a:solidFill>
          </a:ln>
        </p:spPr>
      </p:sp>
      <p:sp>
        <p:nvSpPr>
          <p:cNvPr id="701" name="object-701">
            <a:extLst>
              <a:ext uri="{FF2B5EF4-FFF2-40B4-BE49-F238E27FC236}">
                <a16:creationId xmlns:a16="http://schemas.microsoft.com/office/drawing/2014/main" id="{82F5E0E6-A92D-49F3-922D-0E8A5A877A23}"/>
              </a:ext>
            </a:extLst>
          </p:cNvPr>
          <p:cNvSpPr>
            <a:spLocks noGrp="1"/>
          </p:cNvSpPr>
          <p:nvPr/>
        </p:nvSpPr>
        <p:spPr>
          <a:xfrm>
            <a:off x="10598944" y="4048125"/>
            <a:ext cx="26194" cy="547688"/>
          </a:xfrm>
          <a:prstGeom prst="rect">
            <a:avLst/>
          </a:prstGeom>
          <a:solidFill>
            <a:srgbClr val="1D4ED8"/>
          </a:solidFill>
          <a:ln w="13097">
            <a:solidFill>
              <a:srgbClr val="172B4D"/>
            </a:solidFill>
          </a:ln>
        </p:spPr>
      </p:sp>
      <p:sp>
        <p:nvSpPr>
          <p:cNvPr id="702" name="object-702">
            <a:extLst>
              <a:ext uri="{FF2B5EF4-FFF2-40B4-BE49-F238E27FC236}">
                <a16:creationId xmlns:a16="http://schemas.microsoft.com/office/drawing/2014/main" id="{DFCE95E3-448C-444B-B8A6-C5E7CDCF8114}"/>
              </a:ext>
            </a:extLst>
          </p:cNvPr>
          <p:cNvSpPr>
            <a:spLocks noGrp="1"/>
          </p:cNvSpPr>
          <p:nvPr/>
        </p:nvSpPr>
        <p:spPr>
          <a:xfrm>
            <a:off x="10625138" y="4048125"/>
            <a:ext cx="26194" cy="547688"/>
          </a:xfrm>
          <a:prstGeom prst="rect">
            <a:avLst/>
          </a:prstGeom>
          <a:solidFill>
            <a:srgbClr val="1D4ED8"/>
          </a:solidFill>
          <a:ln w="13097">
            <a:solidFill>
              <a:srgbClr val="172B4D"/>
            </a:solidFill>
          </a:ln>
        </p:spPr>
      </p:sp>
      <p:sp>
        <p:nvSpPr>
          <p:cNvPr id="703" name="object-703">
            <a:extLst>
              <a:ext uri="{FF2B5EF4-FFF2-40B4-BE49-F238E27FC236}">
                <a16:creationId xmlns:a16="http://schemas.microsoft.com/office/drawing/2014/main" id="{E1FA4265-E9BD-4495-BD25-814FBFE75B0F}"/>
              </a:ext>
            </a:extLst>
          </p:cNvPr>
          <p:cNvSpPr>
            <a:spLocks noGrp="1"/>
          </p:cNvSpPr>
          <p:nvPr/>
        </p:nvSpPr>
        <p:spPr>
          <a:xfrm>
            <a:off x="10651331" y="4048125"/>
            <a:ext cx="26194" cy="547688"/>
          </a:xfrm>
          <a:prstGeom prst="rect">
            <a:avLst/>
          </a:prstGeom>
          <a:solidFill>
            <a:srgbClr val="1D4ED8"/>
          </a:solidFill>
          <a:ln w="13097">
            <a:solidFill>
              <a:srgbClr val="172B4D"/>
            </a:solidFill>
          </a:ln>
        </p:spPr>
      </p:sp>
      <p:sp>
        <p:nvSpPr>
          <p:cNvPr id="704" name="object-704">
            <a:extLst>
              <a:ext uri="{FF2B5EF4-FFF2-40B4-BE49-F238E27FC236}">
                <a16:creationId xmlns:a16="http://schemas.microsoft.com/office/drawing/2014/main" id="{F87CE7DC-2623-4675-9058-A7EDC1215F35}"/>
              </a:ext>
            </a:extLst>
          </p:cNvPr>
          <p:cNvSpPr>
            <a:spLocks noGrp="1"/>
          </p:cNvSpPr>
          <p:nvPr/>
        </p:nvSpPr>
        <p:spPr>
          <a:xfrm>
            <a:off x="10677525" y="4048125"/>
            <a:ext cx="26194" cy="547688"/>
          </a:xfrm>
          <a:prstGeom prst="rect">
            <a:avLst/>
          </a:prstGeom>
          <a:solidFill>
            <a:srgbClr val="1D4ED8"/>
          </a:solidFill>
          <a:ln w="13097">
            <a:solidFill>
              <a:srgbClr val="172B4D"/>
            </a:solidFill>
          </a:ln>
        </p:spPr>
      </p:sp>
      <p:sp>
        <p:nvSpPr>
          <p:cNvPr id="705" name="object-705">
            <a:extLst>
              <a:ext uri="{FF2B5EF4-FFF2-40B4-BE49-F238E27FC236}">
                <a16:creationId xmlns:a16="http://schemas.microsoft.com/office/drawing/2014/main" id="{870FE4A6-7A0A-419D-875B-F191761135F9}"/>
              </a:ext>
            </a:extLst>
          </p:cNvPr>
          <p:cNvSpPr>
            <a:spLocks noGrp="1"/>
          </p:cNvSpPr>
          <p:nvPr/>
        </p:nvSpPr>
        <p:spPr>
          <a:xfrm>
            <a:off x="10703719" y="4048125"/>
            <a:ext cx="26194" cy="547688"/>
          </a:xfrm>
          <a:prstGeom prst="rect">
            <a:avLst/>
          </a:prstGeom>
          <a:solidFill>
            <a:srgbClr val="1D4ED8"/>
          </a:solidFill>
          <a:ln w="13097">
            <a:solidFill>
              <a:srgbClr val="172B4D"/>
            </a:solidFill>
          </a:ln>
        </p:spPr>
      </p:sp>
      <p:sp>
        <p:nvSpPr>
          <p:cNvPr id="706" name="object-706">
            <a:extLst>
              <a:ext uri="{FF2B5EF4-FFF2-40B4-BE49-F238E27FC236}">
                <a16:creationId xmlns:a16="http://schemas.microsoft.com/office/drawing/2014/main" id="{060DC0B6-9821-440F-827E-39164EA1A1CB}"/>
              </a:ext>
            </a:extLst>
          </p:cNvPr>
          <p:cNvSpPr>
            <a:spLocks noGrp="1"/>
          </p:cNvSpPr>
          <p:nvPr/>
        </p:nvSpPr>
        <p:spPr>
          <a:xfrm>
            <a:off x="10729913" y="4048125"/>
            <a:ext cx="26194" cy="547688"/>
          </a:xfrm>
          <a:prstGeom prst="rect">
            <a:avLst/>
          </a:prstGeom>
          <a:solidFill>
            <a:srgbClr val="1D4ED8"/>
          </a:solidFill>
          <a:ln w="13097">
            <a:solidFill>
              <a:srgbClr val="172B4D"/>
            </a:solidFill>
          </a:ln>
        </p:spPr>
      </p:sp>
      <p:sp>
        <p:nvSpPr>
          <p:cNvPr id="707" name="object-707">
            <a:extLst>
              <a:ext uri="{FF2B5EF4-FFF2-40B4-BE49-F238E27FC236}">
                <a16:creationId xmlns:a16="http://schemas.microsoft.com/office/drawing/2014/main" id="{AEEC480F-18B2-4D45-8C94-C77DCEC626E4}"/>
              </a:ext>
            </a:extLst>
          </p:cNvPr>
          <p:cNvSpPr>
            <a:spLocks noGrp="1"/>
          </p:cNvSpPr>
          <p:nvPr/>
        </p:nvSpPr>
        <p:spPr>
          <a:xfrm>
            <a:off x="10756106" y="4048125"/>
            <a:ext cx="26194" cy="547688"/>
          </a:xfrm>
          <a:prstGeom prst="rect">
            <a:avLst/>
          </a:prstGeom>
          <a:solidFill>
            <a:srgbClr val="1D4ED8"/>
          </a:solidFill>
          <a:ln w="13097">
            <a:solidFill>
              <a:srgbClr val="172B4D"/>
            </a:solidFill>
          </a:ln>
        </p:spPr>
      </p:sp>
      <p:sp>
        <p:nvSpPr>
          <p:cNvPr id="708" name="object-708">
            <a:extLst>
              <a:ext uri="{FF2B5EF4-FFF2-40B4-BE49-F238E27FC236}">
                <a16:creationId xmlns:a16="http://schemas.microsoft.com/office/drawing/2014/main" id="{93CB3F4A-4A14-4ACC-9F0C-520D26E18AE9}"/>
              </a:ext>
            </a:extLst>
          </p:cNvPr>
          <p:cNvSpPr>
            <a:spLocks noGrp="1"/>
          </p:cNvSpPr>
          <p:nvPr/>
        </p:nvSpPr>
        <p:spPr>
          <a:xfrm>
            <a:off x="10782300" y="4048125"/>
            <a:ext cx="26194" cy="547688"/>
          </a:xfrm>
          <a:prstGeom prst="rect">
            <a:avLst/>
          </a:prstGeom>
          <a:solidFill>
            <a:srgbClr val="1D4ED8"/>
          </a:solidFill>
          <a:ln w="13097">
            <a:solidFill>
              <a:srgbClr val="172B4D"/>
            </a:solidFill>
          </a:ln>
        </p:spPr>
      </p:sp>
      <p:sp>
        <p:nvSpPr>
          <p:cNvPr id="709" name="object-709">
            <a:extLst>
              <a:ext uri="{FF2B5EF4-FFF2-40B4-BE49-F238E27FC236}">
                <a16:creationId xmlns:a16="http://schemas.microsoft.com/office/drawing/2014/main" id="{FB46C4C4-A7FA-4418-B203-7683F5B01083}"/>
              </a:ext>
            </a:extLst>
          </p:cNvPr>
          <p:cNvSpPr>
            <a:spLocks noGrp="1"/>
          </p:cNvSpPr>
          <p:nvPr/>
        </p:nvSpPr>
        <p:spPr>
          <a:xfrm>
            <a:off x="10808494" y="4048125"/>
            <a:ext cx="26194" cy="547688"/>
          </a:xfrm>
          <a:prstGeom prst="rect">
            <a:avLst/>
          </a:prstGeom>
          <a:solidFill>
            <a:srgbClr val="1D4ED8"/>
          </a:solidFill>
          <a:ln w="13097">
            <a:solidFill>
              <a:srgbClr val="172B4D"/>
            </a:solidFill>
          </a:ln>
        </p:spPr>
      </p:sp>
      <p:sp>
        <p:nvSpPr>
          <p:cNvPr id="710" name="object-710">
            <a:extLst>
              <a:ext uri="{FF2B5EF4-FFF2-40B4-BE49-F238E27FC236}">
                <a16:creationId xmlns:a16="http://schemas.microsoft.com/office/drawing/2014/main" id="{64073853-EA31-413F-892F-0415E8D61BAA}"/>
              </a:ext>
            </a:extLst>
          </p:cNvPr>
          <p:cNvSpPr>
            <a:spLocks noGrp="1"/>
          </p:cNvSpPr>
          <p:nvPr/>
        </p:nvSpPr>
        <p:spPr>
          <a:xfrm>
            <a:off x="10834688" y="4048125"/>
            <a:ext cx="26194" cy="547688"/>
          </a:xfrm>
          <a:prstGeom prst="rect">
            <a:avLst/>
          </a:prstGeom>
          <a:solidFill>
            <a:srgbClr val="1D4ED8"/>
          </a:solidFill>
          <a:ln w="13097">
            <a:solidFill>
              <a:srgbClr val="172B4D"/>
            </a:solidFill>
          </a:ln>
        </p:spPr>
      </p:sp>
      <p:sp>
        <p:nvSpPr>
          <p:cNvPr id="711" name="object-711">
            <a:extLst>
              <a:ext uri="{FF2B5EF4-FFF2-40B4-BE49-F238E27FC236}">
                <a16:creationId xmlns:a16="http://schemas.microsoft.com/office/drawing/2014/main" id="{FB71A3D1-B13D-4582-93D4-C93B1A0F566F}"/>
              </a:ext>
            </a:extLst>
          </p:cNvPr>
          <p:cNvSpPr>
            <a:spLocks noGrp="1"/>
          </p:cNvSpPr>
          <p:nvPr/>
        </p:nvSpPr>
        <p:spPr>
          <a:xfrm>
            <a:off x="10860881" y="4048125"/>
            <a:ext cx="26194" cy="547688"/>
          </a:xfrm>
          <a:prstGeom prst="rect">
            <a:avLst/>
          </a:prstGeom>
          <a:solidFill>
            <a:srgbClr val="1D4ED8"/>
          </a:solidFill>
          <a:ln w="13097">
            <a:solidFill>
              <a:srgbClr val="172B4D"/>
            </a:solidFill>
          </a:ln>
        </p:spPr>
      </p:sp>
      <p:sp>
        <p:nvSpPr>
          <p:cNvPr id="712" name="object-712">
            <a:extLst>
              <a:ext uri="{FF2B5EF4-FFF2-40B4-BE49-F238E27FC236}">
                <a16:creationId xmlns:a16="http://schemas.microsoft.com/office/drawing/2014/main" id="{B4C054FF-9D97-4BE0-81C1-CCD79D66BD14}"/>
              </a:ext>
            </a:extLst>
          </p:cNvPr>
          <p:cNvSpPr>
            <a:spLocks noGrp="1"/>
          </p:cNvSpPr>
          <p:nvPr/>
        </p:nvSpPr>
        <p:spPr>
          <a:xfrm>
            <a:off x="10887075" y="4048125"/>
            <a:ext cx="26194" cy="547688"/>
          </a:xfrm>
          <a:prstGeom prst="rect">
            <a:avLst/>
          </a:prstGeom>
          <a:solidFill>
            <a:srgbClr val="1D4ED8"/>
          </a:solidFill>
          <a:ln w="13097">
            <a:solidFill>
              <a:srgbClr val="172B4D"/>
            </a:solidFill>
          </a:ln>
        </p:spPr>
      </p:sp>
      <p:sp>
        <p:nvSpPr>
          <p:cNvPr id="713" name="object-713">
            <a:extLst>
              <a:ext uri="{FF2B5EF4-FFF2-40B4-BE49-F238E27FC236}">
                <a16:creationId xmlns:a16="http://schemas.microsoft.com/office/drawing/2014/main" id="{030653EE-CB1E-4CE3-A6C4-75028C6DE7A1}"/>
              </a:ext>
            </a:extLst>
          </p:cNvPr>
          <p:cNvSpPr>
            <a:spLocks noGrp="1"/>
          </p:cNvSpPr>
          <p:nvPr/>
        </p:nvSpPr>
        <p:spPr>
          <a:xfrm>
            <a:off x="10913269" y="4048125"/>
            <a:ext cx="26194" cy="547688"/>
          </a:xfrm>
          <a:prstGeom prst="rect">
            <a:avLst/>
          </a:prstGeom>
          <a:solidFill>
            <a:srgbClr val="1D4ED8"/>
          </a:solidFill>
          <a:ln w="13097">
            <a:solidFill>
              <a:srgbClr val="172B4D"/>
            </a:solidFill>
          </a:ln>
        </p:spPr>
      </p:sp>
      <p:sp>
        <p:nvSpPr>
          <p:cNvPr id="714" name="object-714">
            <a:extLst>
              <a:ext uri="{FF2B5EF4-FFF2-40B4-BE49-F238E27FC236}">
                <a16:creationId xmlns:a16="http://schemas.microsoft.com/office/drawing/2014/main" id="{624A952C-52D4-4A22-96CD-E249B741E726}"/>
              </a:ext>
            </a:extLst>
          </p:cNvPr>
          <p:cNvSpPr>
            <a:spLocks noGrp="1"/>
          </p:cNvSpPr>
          <p:nvPr/>
        </p:nvSpPr>
        <p:spPr>
          <a:xfrm>
            <a:off x="10939463" y="4048125"/>
            <a:ext cx="26194" cy="547688"/>
          </a:xfrm>
          <a:prstGeom prst="rect">
            <a:avLst/>
          </a:prstGeom>
          <a:solidFill>
            <a:srgbClr val="1D4ED8"/>
          </a:solidFill>
          <a:ln w="13097">
            <a:solidFill>
              <a:srgbClr val="172B4D"/>
            </a:solidFill>
          </a:ln>
        </p:spPr>
      </p:sp>
      <p:sp>
        <p:nvSpPr>
          <p:cNvPr id="715" name="object-715">
            <a:extLst>
              <a:ext uri="{FF2B5EF4-FFF2-40B4-BE49-F238E27FC236}">
                <a16:creationId xmlns:a16="http://schemas.microsoft.com/office/drawing/2014/main" id="{CE9D0B84-1A8C-4211-84B7-97315B5D04F5}"/>
              </a:ext>
            </a:extLst>
          </p:cNvPr>
          <p:cNvSpPr>
            <a:spLocks noGrp="1"/>
          </p:cNvSpPr>
          <p:nvPr/>
        </p:nvSpPr>
        <p:spPr>
          <a:xfrm>
            <a:off x="10965656" y="4048125"/>
            <a:ext cx="26194" cy="547688"/>
          </a:xfrm>
          <a:prstGeom prst="rect">
            <a:avLst/>
          </a:prstGeom>
          <a:solidFill>
            <a:srgbClr val="1D4ED8"/>
          </a:solidFill>
          <a:ln w="13097">
            <a:solidFill>
              <a:srgbClr val="172B4D"/>
            </a:solidFill>
          </a:ln>
        </p:spPr>
      </p:sp>
      <p:sp>
        <p:nvSpPr>
          <p:cNvPr id="716" name="object-716">
            <a:extLst>
              <a:ext uri="{FF2B5EF4-FFF2-40B4-BE49-F238E27FC236}">
                <a16:creationId xmlns:a16="http://schemas.microsoft.com/office/drawing/2014/main" id="{BD1A6D33-3332-4294-BF21-88E49DBF345C}"/>
              </a:ext>
            </a:extLst>
          </p:cNvPr>
          <p:cNvSpPr>
            <a:spLocks noGrp="1"/>
          </p:cNvSpPr>
          <p:nvPr/>
        </p:nvSpPr>
        <p:spPr>
          <a:xfrm>
            <a:off x="10991850" y="4048125"/>
            <a:ext cx="26194" cy="547688"/>
          </a:xfrm>
          <a:prstGeom prst="rect">
            <a:avLst/>
          </a:prstGeom>
          <a:solidFill>
            <a:srgbClr val="1D4ED8"/>
          </a:solidFill>
          <a:ln w="13097">
            <a:solidFill>
              <a:srgbClr val="172B4D"/>
            </a:solidFill>
          </a:ln>
        </p:spPr>
      </p:sp>
      <p:sp>
        <p:nvSpPr>
          <p:cNvPr id="717" name="object-717">
            <a:extLst>
              <a:ext uri="{FF2B5EF4-FFF2-40B4-BE49-F238E27FC236}">
                <a16:creationId xmlns:a16="http://schemas.microsoft.com/office/drawing/2014/main" id="{AC3C0F5A-C3BA-4303-A488-F8362F5028DC}"/>
              </a:ext>
            </a:extLst>
          </p:cNvPr>
          <p:cNvSpPr>
            <a:spLocks noGrp="1"/>
          </p:cNvSpPr>
          <p:nvPr/>
        </p:nvSpPr>
        <p:spPr>
          <a:xfrm>
            <a:off x="11018044" y="4048125"/>
            <a:ext cx="26194" cy="547688"/>
          </a:xfrm>
          <a:prstGeom prst="rect">
            <a:avLst/>
          </a:prstGeom>
          <a:solidFill>
            <a:srgbClr val="1D4ED8"/>
          </a:solidFill>
          <a:ln w="13097">
            <a:solidFill>
              <a:srgbClr val="172B4D"/>
            </a:solidFill>
          </a:ln>
        </p:spPr>
      </p:sp>
      <p:sp>
        <p:nvSpPr>
          <p:cNvPr id="718" name="object-718">
            <a:extLst>
              <a:ext uri="{FF2B5EF4-FFF2-40B4-BE49-F238E27FC236}">
                <a16:creationId xmlns:a16="http://schemas.microsoft.com/office/drawing/2014/main" id="{EB02063C-9460-4270-B516-3E3AC29F0C6E}"/>
              </a:ext>
            </a:extLst>
          </p:cNvPr>
          <p:cNvSpPr>
            <a:spLocks noGrp="1"/>
          </p:cNvSpPr>
          <p:nvPr/>
        </p:nvSpPr>
        <p:spPr>
          <a:xfrm>
            <a:off x="11044238" y="4048125"/>
            <a:ext cx="26194" cy="547688"/>
          </a:xfrm>
          <a:prstGeom prst="rect">
            <a:avLst/>
          </a:prstGeom>
          <a:solidFill>
            <a:srgbClr val="1D4ED8"/>
          </a:solidFill>
          <a:ln w="13097">
            <a:solidFill>
              <a:srgbClr val="172B4D"/>
            </a:solidFill>
          </a:ln>
        </p:spPr>
      </p:sp>
      <p:sp>
        <p:nvSpPr>
          <p:cNvPr id="719" name="object-719">
            <a:extLst>
              <a:ext uri="{FF2B5EF4-FFF2-40B4-BE49-F238E27FC236}">
                <a16:creationId xmlns:a16="http://schemas.microsoft.com/office/drawing/2014/main" id="{A61262D9-4265-41F5-9DFE-F839C43C5EE3}"/>
              </a:ext>
            </a:extLst>
          </p:cNvPr>
          <p:cNvSpPr>
            <a:spLocks noGrp="1"/>
          </p:cNvSpPr>
          <p:nvPr/>
        </p:nvSpPr>
        <p:spPr>
          <a:xfrm>
            <a:off x="11070431" y="4048125"/>
            <a:ext cx="26194" cy="547688"/>
          </a:xfrm>
          <a:prstGeom prst="rect">
            <a:avLst/>
          </a:prstGeom>
          <a:solidFill>
            <a:srgbClr val="1D4ED8"/>
          </a:solidFill>
          <a:ln w="13097">
            <a:solidFill>
              <a:srgbClr val="172B4D"/>
            </a:solidFill>
          </a:ln>
        </p:spPr>
      </p:sp>
      <p:sp>
        <p:nvSpPr>
          <p:cNvPr id="720" name="object-720">
            <a:extLst>
              <a:ext uri="{FF2B5EF4-FFF2-40B4-BE49-F238E27FC236}">
                <a16:creationId xmlns:a16="http://schemas.microsoft.com/office/drawing/2014/main" id="{3FED943A-E573-4945-BEB2-CE725CD3A490}"/>
              </a:ext>
            </a:extLst>
          </p:cNvPr>
          <p:cNvSpPr>
            <a:spLocks noGrp="1"/>
          </p:cNvSpPr>
          <p:nvPr/>
        </p:nvSpPr>
        <p:spPr>
          <a:xfrm>
            <a:off x="11096625" y="4048125"/>
            <a:ext cx="26194" cy="547688"/>
          </a:xfrm>
          <a:prstGeom prst="rect">
            <a:avLst/>
          </a:prstGeom>
          <a:solidFill>
            <a:srgbClr val="1D4ED8"/>
          </a:solidFill>
          <a:ln w="13097">
            <a:solidFill>
              <a:srgbClr val="172B4D"/>
            </a:solidFill>
          </a:ln>
        </p:spPr>
      </p:sp>
      <p:sp>
        <p:nvSpPr>
          <p:cNvPr id="721" name="object-721">
            <a:extLst>
              <a:ext uri="{FF2B5EF4-FFF2-40B4-BE49-F238E27FC236}">
                <a16:creationId xmlns:a16="http://schemas.microsoft.com/office/drawing/2014/main" id="{66600ED9-99FD-4D64-A3B7-CDCC2AF790FA}"/>
              </a:ext>
            </a:extLst>
          </p:cNvPr>
          <p:cNvSpPr>
            <a:spLocks noGrp="1"/>
          </p:cNvSpPr>
          <p:nvPr/>
        </p:nvSpPr>
        <p:spPr>
          <a:xfrm>
            <a:off x="11122819" y="4048125"/>
            <a:ext cx="26194" cy="547688"/>
          </a:xfrm>
          <a:prstGeom prst="rect">
            <a:avLst/>
          </a:prstGeom>
          <a:solidFill>
            <a:srgbClr val="1D4ED8"/>
          </a:solidFill>
          <a:ln w="13097">
            <a:solidFill>
              <a:srgbClr val="172B4D"/>
            </a:solidFill>
          </a:ln>
        </p:spPr>
      </p:sp>
      <p:sp>
        <p:nvSpPr>
          <p:cNvPr id="722" name="object-722">
            <a:extLst>
              <a:ext uri="{FF2B5EF4-FFF2-40B4-BE49-F238E27FC236}">
                <a16:creationId xmlns:a16="http://schemas.microsoft.com/office/drawing/2014/main" id="{B600DC76-2736-48F8-87A1-DA102174CB22}"/>
              </a:ext>
            </a:extLst>
          </p:cNvPr>
          <p:cNvSpPr>
            <a:spLocks noGrp="1"/>
          </p:cNvSpPr>
          <p:nvPr/>
        </p:nvSpPr>
        <p:spPr>
          <a:xfrm>
            <a:off x="11149013" y="4048125"/>
            <a:ext cx="26194" cy="547688"/>
          </a:xfrm>
          <a:prstGeom prst="rect">
            <a:avLst/>
          </a:prstGeom>
          <a:solidFill>
            <a:srgbClr val="1D4ED8"/>
          </a:solidFill>
          <a:ln w="13097">
            <a:solidFill>
              <a:srgbClr val="172B4D"/>
            </a:solidFill>
          </a:ln>
        </p:spPr>
      </p:sp>
      <p:sp>
        <p:nvSpPr>
          <p:cNvPr id="723" name="object-723">
            <a:extLst>
              <a:ext uri="{FF2B5EF4-FFF2-40B4-BE49-F238E27FC236}">
                <a16:creationId xmlns:a16="http://schemas.microsoft.com/office/drawing/2014/main" id="{B12D1CCD-3725-406D-A8A2-2EEA1D9852FE}"/>
              </a:ext>
            </a:extLst>
          </p:cNvPr>
          <p:cNvSpPr>
            <a:spLocks noGrp="1"/>
          </p:cNvSpPr>
          <p:nvPr/>
        </p:nvSpPr>
        <p:spPr>
          <a:xfrm>
            <a:off x="11175206" y="4048125"/>
            <a:ext cx="26194" cy="547688"/>
          </a:xfrm>
          <a:prstGeom prst="rect">
            <a:avLst/>
          </a:prstGeom>
          <a:solidFill>
            <a:srgbClr val="1D4ED8"/>
          </a:solidFill>
          <a:ln w="13097">
            <a:solidFill>
              <a:srgbClr val="172B4D"/>
            </a:solidFill>
          </a:ln>
        </p:spPr>
      </p:sp>
      <p:sp>
        <p:nvSpPr>
          <p:cNvPr id="724" name="object-724">
            <a:extLst>
              <a:ext uri="{FF2B5EF4-FFF2-40B4-BE49-F238E27FC236}">
                <a16:creationId xmlns:a16="http://schemas.microsoft.com/office/drawing/2014/main" id="{571C720A-AB6F-4CCF-9A83-85FBEA68344B}"/>
              </a:ext>
            </a:extLst>
          </p:cNvPr>
          <p:cNvSpPr>
            <a:spLocks noGrp="1"/>
          </p:cNvSpPr>
          <p:nvPr/>
        </p:nvSpPr>
        <p:spPr>
          <a:xfrm>
            <a:off x="11201400" y="4048125"/>
            <a:ext cx="26194" cy="547688"/>
          </a:xfrm>
          <a:prstGeom prst="rect">
            <a:avLst/>
          </a:prstGeom>
          <a:solidFill>
            <a:srgbClr val="1D4ED8"/>
          </a:solidFill>
          <a:ln w="13097">
            <a:solidFill>
              <a:srgbClr val="172B4D"/>
            </a:solidFill>
          </a:ln>
        </p:spPr>
      </p:sp>
      <p:sp>
        <p:nvSpPr>
          <p:cNvPr id="725" name="object-725">
            <a:extLst>
              <a:ext uri="{FF2B5EF4-FFF2-40B4-BE49-F238E27FC236}">
                <a16:creationId xmlns:a16="http://schemas.microsoft.com/office/drawing/2014/main" id="{FFF83E1C-8794-4772-A08E-CF954399FB6C}"/>
              </a:ext>
            </a:extLst>
          </p:cNvPr>
          <p:cNvSpPr>
            <a:spLocks noGrp="1"/>
          </p:cNvSpPr>
          <p:nvPr/>
        </p:nvSpPr>
        <p:spPr>
          <a:xfrm>
            <a:off x="11227594" y="4048125"/>
            <a:ext cx="26194" cy="547688"/>
          </a:xfrm>
          <a:prstGeom prst="rect">
            <a:avLst/>
          </a:prstGeom>
          <a:solidFill>
            <a:srgbClr val="1D4ED8"/>
          </a:solidFill>
          <a:ln w="13097">
            <a:solidFill>
              <a:srgbClr val="172B4D"/>
            </a:solidFill>
          </a:ln>
        </p:spPr>
      </p:sp>
      <p:sp>
        <p:nvSpPr>
          <p:cNvPr id="726" name="object-726">
            <a:extLst>
              <a:ext uri="{FF2B5EF4-FFF2-40B4-BE49-F238E27FC236}">
                <a16:creationId xmlns:a16="http://schemas.microsoft.com/office/drawing/2014/main" id="{4A26F831-BF9D-4929-85D9-E17587E0F237}"/>
              </a:ext>
            </a:extLst>
          </p:cNvPr>
          <p:cNvSpPr>
            <a:spLocks noGrp="1"/>
          </p:cNvSpPr>
          <p:nvPr/>
        </p:nvSpPr>
        <p:spPr>
          <a:xfrm>
            <a:off x="11253788" y="4048125"/>
            <a:ext cx="26194" cy="547688"/>
          </a:xfrm>
          <a:prstGeom prst="rect">
            <a:avLst/>
          </a:prstGeom>
          <a:solidFill>
            <a:srgbClr val="1D4ED8"/>
          </a:solidFill>
          <a:ln w="13097">
            <a:solidFill>
              <a:srgbClr val="172B4D"/>
            </a:solidFill>
          </a:ln>
        </p:spPr>
      </p:sp>
      <p:sp>
        <p:nvSpPr>
          <p:cNvPr id="727" name="object-727">
            <a:extLst>
              <a:ext uri="{FF2B5EF4-FFF2-40B4-BE49-F238E27FC236}">
                <a16:creationId xmlns:a16="http://schemas.microsoft.com/office/drawing/2014/main" id="{887A97C4-A062-49B9-B206-AF6055466799}"/>
              </a:ext>
            </a:extLst>
          </p:cNvPr>
          <p:cNvSpPr>
            <a:spLocks noGrp="1"/>
          </p:cNvSpPr>
          <p:nvPr/>
        </p:nvSpPr>
        <p:spPr>
          <a:xfrm>
            <a:off x="11279981" y="4048125"/>
            <a:ext cx="26194" cy="547688"/>
          </a:xfrm>
          <a:prstGeom prst="rect">
            <a:avLst/>
          </a:prstGeom>
          <a:solidFill>
            <a:srgbClr val="1D4ED8"/>
          </a:solidFill>
          <a:ln w="13097">
            <a:solidFill>
              <a:srgbClr val="172B4D"/>
            </a:solidFill>
          </a:ln>
        </p:spPr>
      </p:sp>
      <p:sp>
        <p:nvSpPr>
          <p:cNvPr id="728" name="object-728">
            <a:extLst>
              <a:ext uri="{FF2B5EF4-FFF2-40B4-BE49-F238E27FC236}">
                <a16:creationId xmlns:a16="http://schemas.microsoft.com/office/drawing/2014/main" id="{ABBE1D3C-00B5-4806-83BC-65A8D18CFFF4}"/>
              </a:ext>
            </a:extLst>
          </p:cNvPr>
          <p:cNvSpPr>
            <a:spLocks noGrp="1"/>
          </p:cNvSpPr>
          <p:nvPr/>
        </p:nvSpPr>
        <p:spPr>
          <a:xfrm>
            <a:off x="11306175" y="4048125"/>
            <a:ext cx="26194" cy="547688"/>
          </a:xfrm>
          <a:prstGeom prst="rect">
            <a:avLst/>
          </a:prstGeom>
          <a:solidFill>
            <a:srgbClr val="1D4ED8"/>
          </a:solidFill>
          <a:ln w="13097">
            <a:solidFill>
              <a:srgbClr val="172B4D"/>
            </a:solidFill>
          </a:ln>
        </p:spPr>
      </p:sp>
      <p:sp>
        <p:nvSpPr>
          <p:cNvPr id="729" name="object-729">
            <a:extLst>
              <a:ext uri="{FF2B5EF4-FFF2-40B4-BE49-F238E27FC236}">
                <a16:creationId xmlns:a16="http://schemas.microsoft.com/office/drawing/2014/main" id="{693E88DF-2A2C-4EA4-9F7F-8FD711930813}"/>
              </a:ext>
            </a:extLst>
          </p:cNvPr>
          <p:cNvSpPr>
            <a:spLocks noGrp="1"/>
          </p:cNvSpPr>
          <p:nvPr/>
        </p:nvSpPr>
        <p:spPr>
          <a:xfrm>
            <a:off x="11332369" y="4048125"/>
            <a:ext cx="26194" cy="547688"/>
          </a:xfrm>
          <a:prstGeom prst="rect">
            <a:avLst/>
          </a:prstGeom>
          <a:solidFill>
            <a:srgbClr val="1D4ED8"/>
          </a:solidFill>
          <a:ln w="13097">
            <a:solidFill>
              <a:srgbClr val="172B4D"/>
            </a:solidFill>
          </a:ln>
        </p:spPr>
      </p:sp>
      <p:sp>
        <p:nvSpPr>
          <p:cNvPr id="730" name="object-730">
            <a:extLst>
              <a:ext uri="{FF2B5EF4-FFF2-40B4-BE49-F238E27FC236}">
                <a16:creationId xmlns:a16="http://schemas.microsoft.com/office/drawing/2014/main" id="{700055C1-2B27-4BE0-B00D-1C961C530E63}"/>
              </a:ext>
            </a:extLst>
          </p:cNvPr>
          <p:cNvSpPr>
            <a:spLocks noGrp="1"/>
          </p:cNvSpPr>
          <p:nvPr/>
        </p:nvSpPr>
        <p:spPr>
          <a:xfrm>
            <a:off x="11358563" y="4048125"/>
            <a:ext cx="26194" cy="547688"/>
          </a:xfrm>
          <a:prstGeom prst="rect">
            <a:avLst/>
          </a:prstGeom>
          <a:solidFill>
            <a:srgbClr val="1D4ED8"/>
          </a:solidFill>
          <a:ln w="13097">
            <a:solidFill>
              <a:srgbClr val="172B4D"/>
            </a:solidFill>
          </a:ln>
        </p:spPr>
      </p:sp>
      <p:sp>
        <p:nvSpPr>
          <p:cNvPr id="731" name="object-731">
            <a:extLst>
              <a:ext uri="{FF2B5EF4-FFF2-40B4-BE49-F238E27FC236}">
                <a16:creationId xmlns:a16="http://schemas.microsoft.com/office/drawing/2014/main" id="{A3CFD5D7-B96A-4F5B-9D2C-B0942DE5E9BF}"/>
              </a:ext>
            </a:extLst>
          </p:cNvPr>
          <p:cNvSpPr>
            <a:spLocks noGrp="1"/>
          </p:cNvSpPr>
          <p:nvPr/>
        </p:nvSpPr>
        <p:spPr>
          <a:xfrm>
            <a:off x="11384756" y="4048125"/>
            <a:ext cx="26194" cy="547688"/>
          </a:xfrm>
          <a:prstGeom prst="rect">
            <a:avLst/>
          </a:prstGeom>
          <a:solidFill>
            <a:srgbClr val="1D4ED8"/>
          </a:solidFill>
          <a:ln w="13097">
            <a:solidFill>
              <a:srgbClr val="172B4D"/>
            </a:solidFill>
          </a:ln>
        </p:spPr>
      </p:sp>
      <p:sp>
        <p:nvSpPr>
          <p:cNvPr id="732" name="object-732">
            <a:extLst>
              <a:ext uri="{FF2B5EF4-FFF2-40B4-BE49-F238E27FC236}">
                <a16:creationId xmlns:a16="http://schemas.microsoft.com/office/drawing/2014/main" id="{E5AEB149-FCA1-48E9-BDF6-EFCE1EDE03F3}"/>
              </a:ext>
            </a:extLst>
          </p:cNvPr>
          <p:cNvSpPr>
            <a:spLocks noGrp="1"/>
          </p:cNvSpPr>
          <p:nvPr/>
        </p:nvSpPr>
        <p:spPr>
          <a:xfrm>
            <a:off x="11410950" y="4048125"/>
            <a:ext cx="26194" cy="547688"/>
          </a:xfrm>
          <a:prstGeom prst="rect">
            <a:avLst/>
          </a:prstGeom>
          <a:solidFill>
            <a:srgbClr val="1D4ED8"/>
          </a:solidFill>
          <a:ln w="13097">
            <a:solidFill>
              <a:srgbClr val="172B4D"/>
            </a:solidFill>
          </a:ln>
        </p:spPr>
      </p:sp>
      <p:sp>
        <p:nvSpPr>
          <p:cNvPr id="733" name="object-733">
            <a:extLst>
              <a:ext uri="{FF2B5EF4-FFF2-40B4-BE49-F238E27FC236}">
                <a16:creationId xmlns:a16="http://schemas.microsoft.com/office/drawing/2014/main" id="{129B7320-6EC1-40F4-B046-3BA6271765F1}"/>
              </a:ext>
            </a:extLst>
          </p:cNvPr>
          <p:cNvSpPr>
            <a:spLocks noGrp="1"/>
          </p:cNvSpPr>
          <p:nvPr/>
        </p:nvSpPr>
        <p:spPr>
          <a:xfrm>
            <a:off x="11437144" y="4048125"/>
            <a:ext cx="26194" cy="547688"/>
          </a:xfrm>
          <a:prstGeom prst="rect">
            <a:avLst/>
          </a:prstGeom>
          <a:solidFill>
            <a:srgbClr val="1D4ED8"/>
          </a:solidFill>
          <a:ln w="13097">
            <a:solidFill>
              <a:srgbClr val="172B4D"/>
            </a:solidFill>
          </a:ln>
        </p:spPr>
      </p:sp>
      <p:sp>
        <p:nvSpPr>
          <p:cNvPr id="734" name="object-734">
            <a:extLst>
              <a:ext uri="{FF2B5EF4-FFF2-40B4-BE49-F238E27FC236}">
                <a16:creationId xmlns:a16="http://schemas.microsoft.com/office/drawing/2014/main" id="{B5D42AD2-7834-4DEA-A651-FACD49BE45B8}"/>
              </a:ext>
            </a:extLst>
          </p:cNvPr>
          <p:cNvSpPr>
            <a:spLocks noGrp="1"/>
          </p:cNvSpPr>
          <p:nvPr/>
        </p:nvSpPr>
        <p:spPr>
          <a:xfrm>
            <a:off x="11463338" y="4048125"/>
            <a:ext cx="26194" cy="547688"/>
          </a:xfrm>
          <a:prstGeom prst="rect">
            <a:avLst/>
          </a:prstGeom>
          <a:solidFill>
            <a:srgbClr val="1D4ED8"/>
          </a:solidFill>
          <a:ln w="13097">
            <a:solidFill>
              <a:srgbClr val="172B4D"/>
            </a:solidFill>
          </a:ln>
        </p:spPr>
      </p:sp>
      <p:sp>
        <p:nvSpPr>
          <p:cNvPr id="735" name="object-735">
            <a:extLst>
              <a:ext uri="{FF2B5EF4-FFF2-40B4-BE49-F238E27FC236}">
                <a16:creationId xmlns:a16="http://schemas.microsoft.com/office/drawing/2014/main" id="{7CA18878-74E8-4C68-8E4E-EC8CE0305CD3}"/>
              </a:ext>
            </a:extLst>
          </p:cNvPr>
          <p:cNvSpPr>
            <a:spLocks noGrp="1"/>
          </p:cNvSpPr>
          <p:nvPr/>
        </p:nvSpPr>
        <p:spPr>
          <a:xfrm>
            <a:off x="11489531" y="4048125"/>
            <a:ext cx="26194" cy="547688"/>
          </a:xfrm>
          <a:prstGeom prst="rect">
            <a:avLst/>
          </a:prstGeom>
          <a:solidFill>
            <a:srgbClr val="1D4ED8"/>
          </a:solidFill>
          <a:ln w="13097">
            <a:solidFill>
              <a:srgbClr val="172B4D"/>
            </a:solidFill>
          </a:ln>
        </p:spPr>
      </p:sp>
      <p:sp>
        <p:nvSpPr>
          <p:cNvPr id="736" name="object-736">
            <a:extLst>
              <a:ext uri="{FF2B5EF4-FFF2-40B4-BE49-F238E27FC236}">
                <a16:creationId xmlns:a16="http://schemas.microsoft.com/office/drawing/2014/main" id="{9789F1EC-AEFD-42D8-97A4-9D2D6A5241DE}"/>
              </a:ext>
            </a:extLst>
          </p:cNvPr>
          <p:cNvSpPr>
            <a:spLocks noGrp="1"/>
          </p:cNvSpPr>
          <p:nvPr/>
        </p:nvSpPr>
        <p:spPr>
          <a:xfrm>
            <a:off x="11515725" y="4048125"/>
            <a:ext cx="26194" cy="547688"/>
          </a:xfrm>
          <a:prstGeom prst="rect">
            <a:avLst/>
          </a:prstGeom>
          <a:solidFill>
            <a:srgbClr val="1D4ED8"/>
          </a:solidFill>
          <a:ln w="13097">
            <a:solidFill>
              <a:srgbClr val="172B4D"/>
            </a:solidFill>
          </a:ln>
        </p:spPr>
      </p:sp>
      <p:sp>
        <p:nvSpPr>
          <p:cNvPr id="737" name="object-737">
            <a:extLst>
              <a:ext uri="{FF2B5EF4-FFF2-40B4-BE49-F238E27FC236}">
                <a16:creationId xmlns:a16="http://schemas.microsoft.com/office/drawing/2014/main" id="{5B3B08BF-7EEF-4274-8B36-C9891412B2E1}"/>
              </a:ext>
            </a:extLst>
          </p:cNvPr>
          <p:cNvSpPr>
            <a:spLocks noGrp="1"/>
          </p:cNvSpPr>
          <p:nvPr/>
        </p:nvSpPr>
        <p:spPr>
          <a:xfrm>
            <a:off x="11541919" y="4048125"/>
            <a:ext cx="26194" cy="547688"/>
          </a:xfrm>
          <a:prstGeom prst="rect">
            <a:avLst/>
          </a:prstGeom>
          <a:solidFill>
            <a:srgbClr val="1D4ED8"/>
          </a:solidFill>
          <a:ln w="13097">
            <a:solidFill>
              <a:srgbClr val="172B4D"/>
            </a:solidFill>
          </a:ln>
        </p:spPr>
      </p:sp>
      <p:sp>
        <p:nvSpPr>
          <p:cNvPr id="738" name="object-738">
            <a:extLst>
              <a:ext uri="{FF2B5EF4-FFF2-40B4-BE49-F238E27FC236}">
                <a16:creationId xmlns:a16="http://schemas.microsoft.com/office/drawing/2014/main" id="{0BB334CA-6C29-4B88-8763-EE8CB6DAA847}"/>
              </a:ext>
            </a:extLst>
          </p:cNvPr>
          <p:cNvSpPr>
            <a:spLocks noGrp="1"/>
          </p:cNvSpPr>
          <p:nvPr/>
        </p:nvSpPr>
        <p:spPr>
          <a:xfrm>
            <a:off x="11568113" y="4048125"/>
            <a:ext cx="26194" cy="547688"/>
          </a:xfrm>
          <a:prstGeom prst="rect">
            <a:avLst/>
          </a:prstGeom>
          <a:solidFill>
            <a:srgbClr val="1D4ED8"/>
          </a:solidFill>
          <a:ln w="13097">
            <a:solidFill>
              <a:srgbClr val="172B4D"/>
            </a:solidFill>
          </a:ln>
        </p:spPr>
      </p:sp>
      <p:sp>
        <p:nvSpPr>
          <p:cNvPr id="739" name="object-739">
            <a:extLst>
              <a:ext uri="{FF2B5EF4-FFF2-40B4-BE49-F238E27FC236}">
                <a16:creationId xmlns:a16="http://schemas.microsoft.com/office/drawing/2014/main" id="{C9B7149E-056A-4DD5-B896-1E3414C0C08B}"/>
              </a:ext>
            </a:extLst>
          </p:cNvPr>
          <p:cNvSpPr>
            <a:spLocks noGrp="1"/>
          </p:cNvSpPr>
          <p:nvPr/>
        </p:nvSpPr>
        <p:spPr>
          <a:xfrm>
            <a:off x="11594306" y="4048125"/>
            <a:ext cx="26194" cy="547688"/>
          </a:xfrm>
          <a:prstGeom prst="rect">
            <a:avLst/>
          </a:prstGeom>
          <a:solidFill>
            <a:srgbClr val="1D4ED8"/>
          </a:solidFill>
          <a:ln w="13097">
            <a:solidFill>
              <a:srgbClr val="172B4D"/>
            </a:solidFill>
          </a:ln>
        </p:spPr>
      </p:sp>
      <p:sp>
        <p:nvSpPr>
          <p:cNvPr id="740" name="object-740">
            <a:extLst>
              <a:ext uri="{FF2B5EF4-FFF2-40B4-BE49-F238E27FC236}">
                <a16:creationId xmlns:a16="http://schemas.microsoft.com/office/drawing/2014/main" id="{D60521FB-F4DA-4A58-9B63-7897C5F5D77B}"/>
              </a:ext>
            </a:extLst>
          </p:cNvPr>
          <p:cNvSpPr>
            <a:spLocks noGrp="1"/>
          </p:cNvSpPr>
          <p:nvPr/>
        </p:nvSpPr>
        <p:spPr>
          <a:xfrm>
            <a:off x="11620500" y="4048125"/>
            <a:ext cx="26194" cy="547688"/>
          </a:xfrm>
          <a:prstGeom prst="rect">
            <a:avLst/>
          </a:prstGeom>
          <a:solidFill>
            <a:srgbClr val="1D4ED8"/>
          </a:solidFill>
          <a:ln w="13097">
            <a:solidFill>
              <a:srgbClr val="172B4D"/>
            </a:solidFill>
          </a:ln>
        </p:spPr>
      </p:sp>
      <p:sp>
        <p:nvSpPr>
          <p:cNvPr id="741" name="object-741">
            <a:extLst>
              <a:ext uri="{FF2B5EF4-FFF2-40B4-BE49-F238E27FC236}">
                <a16:creationId xmlns:a16="http://schemas.microsoft.com/office/drawing/2014/main" id="{7D7411B3-2BAC-4BAA-8ED3-D1C1A40C6734}"/>
              </a:ext>
            </a:extLst>
          </p:cNvPr>
          <p:cNvSpPr>
            <a:spLocks noGrp="1"/>
          </p:cNvSpPr>
          <p:nvPr/>
        </p:nvSpPr>
        <p:spPr>
          <a:xfrm>
            <a:off x="11646694" y="4048125"/>
            <a:ext cx="26194" cy="547688"/>
          </a:xfrm>
          <a:prstGeom prst="rect">
            <a:avLst/>
          </a:prstGeom>
          <a:solidFill>
            <a:srgbClr val="1D4ED8"/>
          </a:solidFill>
          <a:ln w="13097">
            <a:solidFill>
              <a:srgbClr val="172B4D"/>
            </a:solidFill>
          </a:ln>
        </p:spPr>
      </p:sp>
      <p:sp>
        <p:nvSpPr>
          <p:cNvPr id="742" name="object-742">
            <a:extLst>
              <a:ext uri="{FF2B5EF4-FFF2-40B4-BE49-F238E27FC236}">
                <a16:creationId xmlns:a16="http://schemas.microsoft.com/office/drawing/2014/main" id="{23BB1EB6-58A3-4F79-88D9-1C4812E46E0F}"/>
              </a:ext>
            </a:extLst>
          </p:cNvPr>
          <p:cNvSpPr>
            <a:spLocks noGrp="1"/>
          </p:cNvSpPr>
          <p:nvPr/>
        </p:nvSpPr>
        <p:spPr>
          <a:xfrm>
            <a:off x="11672888" y="4048125"/>
            <a:ext cx="26194" cy="547688"/>
          </a:xfrm>
          <a:prstGeom prst="rect">
            <a:avLst/>
          </a:prstGeom>
          <a:solidFill>
            <a:srgbClr val="1D4ED8"/>
          </a:solidFill>
          <a:ln w="13097">
            <a:solidFill>
              <a:srgbClr val="172B4D"/>
            </a:solidFill>
          </a:ln>
        </p:spPr>
      </p:sp>
      <p:sp>
        <p:nvSpPr>
          <p:cNvPr id="743" name="object-743">
            <a:extLst>
              <a:ext uri="{FF2B5EF4-FFF2-40B4-BE49-F238E27FC236}">
                <a16:creationId xmlns:a16="http://schemas.microsoft.com/office/drawing/2014/main" id="{81550CF7-CA28-42CB-8013-2370F16F8225}"/>
              </a:ext>
            </a:extLst>
          </p:cNvPr>
          <p:cNvSpPr>
            <a:spLocks noGrp="1"/>
          </p:cNvSpPr>
          <p:nvPr/>
        </p:nvSpPr>
        <p:spPr>
          <a:xfrm>
            <a:off x="11699081" y="4048125"/>
            <a:ext cx="26194" cy="547688"/>
          </a:xfrm>
          <a:prstGeom prst="rect">
            <a:avLst/>
          </a:prstGeom>
          <a:solidFill>
            <a:srgbClr val="1D4ED8"/>
          </a:solidFill>
          <a:ln w="13097">
            <a:solidFill>
              <a:srgbClr val="172B4D"/>
            </a:solidFill>
          </a:ln>
        </p:spPr>
      </p:sp>
      <p:sp>
        <p:nvSpPr>
          <p:cNvPr id="744" name="object-744">
            <a:extLst>
              <a:ext uri="{FF2B5EF4-FFF2-40B4-BE49-F238E27FC236}">
                <a16:creationId xmlns:a16="http://schemas.microsoft.com/office/drawing/2014/main" id="{7C84364A-B1C6-4F09-A732-CA03E5A88753}"/>
              </a:ext>
            </a:extLst>
          </p:cNvPr>
          <p:cNvSpPr>
            <a:spLocks noGrp="1"/>
          </p:cNvSpPr>
          <p:nvPr/>
        </p:nvSpPr>
        <p:spPr>
          <a:xfrm>
            <a:off x="11725275" y="4048125"/>
            <a:ext cx="26194" cy="547688"/>
          </a:xfrm>
          <a:prstGeom prst="rect">
            <a:avLst/>
          </a:prstGeom>
          <a:solidFill>
            <a:srgbClr val="1D4ED8"/>
          </a:solidFill>
          <a:ln w="13097">
            <a:solidFill>
              <a:srgbClr val="172B4D"/>
            </a:solidFill>
          </a:ln>
        </p:spPr>
      </p:sp>
      <p:sp>
        <p:nvSpPr>
          <p:cNvPr id="745" name="object-745">
            <a:extLst>
              <a:ext uri="{FF2B5EF4-FFF2-40B4-BE49-F238E27FC236}">
                <a16:creationId xmlns:a16="http://schemas.microsoft.com/office/drawing/2014/main" id="{BA57988D-BFD2-417F-A427-2205C1330937}"/>
              </a:ext>
            </a:extLst>
          </p:cNvPr>
          <p:cNvSpPr>
            <a:spLocks noGrp="1"/>
          </p:cNvSpPr>
          <p:nvPr/>
        </p:nvSpPr>
        <p:spPr>
          <a:xfrm>
            <a:off x="11751469" y="4048125"/>
            <a:ext cx="26194" cy="547688"/>
          </a:xfrm>
          <a:prstGeom prst="rect">
            <a:avLst/>
          </a:prstGeom>
          <a:solidFill>
            <a:srgbClr val="1D4ED8"/>
          </a:solidFill>
          <a:ln w="13097">
            <a:solidFill>
              <a:srgbClr val="172B4D"/>
            </a:solidFill>
          </a:ln>
        </p:spPr>
      </p:sp>
      <p:sp>
        <p:nvSpPr>
          <p:cNvPr id="746" name="object-746">
            <a:extLst>
              <a:ext uri="{FF2B5EF4-FFF2-40B4-BE49-F238E27FC236}">
                <a16:creationId xmlns:a16="http://schemas.microsoft.com/office/drawing/2014/main" id="{1CBB471C-BE7F-4FA3-950B-89C7AE8780EB}"/>
              </a:ext>
            </a:extLst>
          </p:cNvPr>
          <p:cNvSpPr>
            <a:spLocks noGrp="1"/>
          </p:cNvSpPr>
          <p:nvPr/>
        </p:nvSpPr>
        <p:spPr>
          <a:xfrm>
            <a:off x="11777663" y="4048125"/>
            <a:ext cx="26194" cy="547688"/>
          </a:xfrm>
          <a:prstGeom prst="rect">
            <a:avLst/>
          </a:prstGeom>
          <a:solidFill>
            <a:srgbClr val="1D4ED8"/>
          </a:solidFill>
          <a:ln w="13097">
            <a:solidFill>
              <a:srgbClr val="172B4D"/>
            </a:solidFill>
          </a:ln>
        </p:spPr>
      </p:sp>
      <p:sp>
        <p:nvSpPr>
          <p:cNvPr id="747" name="object-747">
            <a:extLst>
              <a:ext uri="{FF2B5EF4-FFF2-40B4-BE49-F238E27FC236}">
                <a16:creationId xmlns:a16="http://schemas.microsoft.com/office/drawing/2014/main" id="{8A15D828-A9B7-4DA3-9247-3E5D2C222CAC}"/>
              </a:ext>
            </a:extLst>
          </p:cNvPr>
          <p:cNvSpPr>
            <a:spLocks noGrp="1"/>
          </p:cNvSpPr>
          <p:nvPr/>
        </p:nvSpPr>
        <p:spPr>
          <a:xfrm>
            <a:off x="11803856" y="4048125"/>
            <a:ext cx="26194" cy="547688"/>
          </a:xfrm>
          <a:prstGeom prst="rect">
            <a:avLst/>
          </a:prstGeom>
          <a:solidFill>
            <a:srgbClr val="1D4ED8"/>
          </a:solidFill>
          <a:ln w="13097">
            <a:solidFill>
              <a:srgbClr val="172B4D"/>
            </a:solidFill>
          </a:ln>
        </p:spPr>
      </p:sp>
      <p:sp>
        <p:nvSpPr>
          <p:cNvPr id="748" name="object-748">
            <a:extLst>
              <a:ext uri="{FF2B5EF4-FFF2-40B4-BE49-F238E27FC236}">
                <a16:creationId xmlns:a16="http://schemas.microsoft.com/office/drawing/2014/main" id="{87ED9DB1-E414-496E-87CC-C559F987CA54}"/>
              </a:ext>
            </a:extLst>
          </p:cNvPr>
          <p:cNvSpPr>
            <a:spLocks noGrp="1"/>
          </p:cNvSpPr>
          <p:nvPr/>
        </p:nvSpPr>
        <p:spPr>
          <a:xfrm>
            <a:off x="11830050" y="4048125"/>
            <a:ext cx="26194" cy="547688"/>
          </a:xfrm>
          <a:prstGeom prst="rect">
            <a:avLst/>
          </a:prstGeom>
          <a:solidFill>
            <a:srgbClr val="1D4ED8"/>
          </a:solidFill>
          <a:ln w="13097">
            <a:solidFill>
              <a:srgbClr val="172B4D"/>
            </a:solidFill>
          </a:ln>
        </p:spPr>
      </p:sp>
      <p:sp>
        <p:nvSpPr>
          <p:cNvPr id="749" name="object-749">
            <a:extLst>
              <a:ext uri="{FF2B5EF4-FFF2-40B4-BE49-F238E27FC236}">
                <a16:creationId xmlns:a16="http://schemas.microsoft.com/office/drawing/2014/main" id="{2BA8E500-7672-47E5-9C3B-D24ED97736D1}"/>
              </a:ext>
            </a:extLst>
          </p:cNvPr>
          <p:cNvSpPr>
            <a:spLocks noGrp="1"/>
          </p:cNvSpPr>
          <p:nvPr/>
        </p:nvSpPr>
        <p:spPr>
          <a:xfrm>
            <a:off x="11856244" y="4048125"/>
            <a:ext cx="26194" cy="547688"/>
          </a:xfrm>
          <a:prstGeom prst="rect">
            <a:avLst/>
          </a:prstGeom>
          <a:solidFill>
            <a:srgbClr val="1D4ED8"/>
          </a:solidFill>
          <a:ln w="13097">
            <a:solidFill>
              <a:srgbClr val="172B4D"/>
            </a:solidFill>
          </a:ln>
        </p:spPr>
      </p:sp>
      <p:sp>
        <p:nvSpPr>
          <p:cNvPr id="750" name="object-750">
            <a:extLst>
              <a:ext uri="{FF2B5EF4-FFF2-40B4-BE49-F238E27FC236}">
                <a16:creationId xmlns:a16="http://schemas.microsoft.com/office/drawing/2014/main" id="{B2FFE8CF-4967-4AED-B08C-13182696ADA2}"/>
              </a:ext>
            </a:extLst>
          </p:cNvPr>
          <p:cNvSpPr>
            <a:spLocks noGrp="1"/>
          </p:cNvSpPr>
          <p:nvPr/>
        </p:nvSpPr>
        <p:spPr>
          <a:xfrm>
            <a:off x="11882438" y="4048125"/>
            <a:ext cx="26194" cy="547688"/>
          </a:xfrm>
          <a:prstGeom prst="rect">
            <a:avLst/>
          </a:prstGeom>
          <a:solidFill>
            <a:srgbClr val="1D4ED8"/>
          </a:solidFill>
          <a:ln w="13097">
            <a:solidFill>
              <a:srgbClr val="172B4D"/>
            </a:solidFill>
          </a:ln>
        </p:spPr>
      </p:sp>
      <p:sp>
        <p:nvSpPr>
          <p:cNvPr id="751" name="object-751">
            <a:extLst>
              <a:ext uri="{FF2B5EF4-FFF2-40B4-BE49-F238E27FC236}">
                <a16:creationId xmlns:a16="http://schemas.microsoft.com/office/drawing/2014/main" id="{02650C3C-3AD0-4090-BB83-6F1B63774B76}"/>
              </a:ext>
            </a:extLst>
          </p:cNvPr>
          <p:cNvSpPr>
            <a:spLocks noGrp="1"/>
          </p:cNvSpPr>
          <p:nvPr/>
        </p:nvSpPr>
        <p:spPr>
          <a:xfrm>
            <a:off x="11908631" y="4048125"/>
            <a:ext cx="26194" cy="547688"/>
          </a:xfrm>
          <a:prstGeom prst="rect">
            <a:avLst/>
          </a:prstGeom>
          <a:solidFill>
            <a:srgbClr val="1D4ED8"/>
          </a:solidFill>
          <a:ln w="13097">
            <a:solidFill>
              <a:srgbClr val="172B4D"/>
            </a:solidFill>
          </a:ln>
        </p:spPr>
      </p:sp>
      <p:sp>
        <p:nvSpPr>
          <p:cNvPr id="752" name="object-752">
            <a:extLst>
              <a:ext uri="{FF2B5EF4-FFF2-40B4-BE49-F238E27FC236}">
                <a16:creationId xmlns:a16="http://schemas.microsoft.com/office/drawing/2014/main" id="{7B452D57-CB6E-4C5A-A589-7E06ACF38621}"/>
              </a:ext>
            </a:extLst>
          </p:cNvPr>
          <p:cNvSpPr>
            <a:spLocks noGrp="1"/>
          </p:cNvSpPr>
          <p:nvPr/>
        </p:nvSpPr>
        <p:spPr>
          <a:xfrm>
            <a:off x="11934825" y="4048125"/>
            <a:ext cx="26194" cy="547688"/>
          </a:xfrm>
          <a:prstGeom prst="rect">
            <a:avLst/>
          </a:prstGeom>
          <a:solidFill>
            <a:srgbClr val="1D4ED8"/>
          </a:solidFill>
          <a:ln w="13097">
            <a:solidFill>
              <a:srgbClr val="172B4D"/>
            </a:solidFill>
          </a:ln>
        </p:spPr>
      </p:sp>
      <p:sp>
        <p:nvSpPr>
          <p:cNvPr id="753" name="object-753">
            <a:extLst>
              <a:ext uri="{FF2B5EF4-FFF2-40B4-BE49-F238E27FC236}">
                <a16:creationId xmlns:a16="http://schemas.microsoft.com/office/drawing/2014/main" id="{69E926C5-A1B1-4AB5-A603-4BA360D4A6D1}"/>
              </a:ext>
            </a:extLst>
          </p:cNvPr>
          <p:cNvSpPr>
            <a:spLocks noGrp="1"/>
          </p:cNvSpPr>
          <p:nvPr/>
        </p:nvSpPr>
        <p:spPr>
          <a:xfrm>
            <a:off x="11961019" y="4048125"/>
            <a:ext cx="26194" cy="547688"/>
          </a:xfrm>
          <a:prstGeom prst="rect">
            <a:avLst/>
          </a:prstGeom>
          <a:solidFill>
            <a:srgbClr val="1D4ED8"/>
          </a:solidFill>
          <a:ln w="13097">
            <a:solidFill>
              <a:srgbClr val="172B4D"/>
            </a:solidFill>
          </a:ln>
        </p:spPr>
      </p:sp>
      <p:sp>
        <p:nvSpPr>
          <p:cNvPr id="754" name="object-754">
            <a:extLst>
              <a:ext uri="{FF2B5EF4-FFF2-40B4-BE49-F238E27FC236}">
                <a16:creationId xmlns:a16="http://schemas.microsoft.com/office/drawing/2014/main" id="{0F8B610E-75E4-4EFB-ADEE-E477C598E477}"/>
              </a:ext>
            </a:extLst>
          </p:cNvPr>
          <p:cNvSpPr>
            <a:spLocks noGrp="1"/>
          </p:cNvSpPr>
          <p:nvPr/>
        </p:nvSpPr>
        <p:spPr>
          <a:xfrm>
            <a:off x="11987213" y="4048125"/>
            <a:ext cx="26194" cy="547688"/>
          </a:xfrm>
          <a:prstGeom prst="rect">
            <a:avLst/>
          </a:prstGeom>
          <a:solidFill>
            <a:srgbClr val="1D4ED8"/>
          </a:solidFill>
          <a:ln w="13097">
            <a:solidFill>
              <a:srgbClr val="172B4D"/>
            </a:solidFill>
          </a:ln>
        </p:spPr>
      </p:sp>
      <p:sp>
        <p:nvSpPr>
          <p:cNvPr id="755" name="object-755">
            <a:extLst>
              <a:ext uri="{FF2B5EF4-FFF2-40B4-BE49-F238E27FC236}">
                <a16:creationId xmlns:a16="http://schemas.microsoft.com/office/drawing/2014/main" id="{D7C4F816-1D4C-40CC-8196-64AF55C2E26C}"/>
              </a:ext>
            </a:extLst>
          </p:cNvPr>
          <p:cNvSpPr>
            <a:spLocks noGrp="1"/>
          </p:cNvSpPr>
          <p:nvPr/>
        </p:nvSpPr>
        <p:spPr>
          <a:xfrm>
            <a:off x="12013406" y="4048125"/>
            <a:ext cx="26194" cy="547688"/>
          </a:xfrm>
          <a:prstGeom prst="rect">
            <a:avLst/>
          </a:prstGeom>
          <a:solidFill>
            <a:srgbClr val="1D4ED8"/>
          </a:solidFill>
          <a:ln w="13097">
            <a:solidFill>
              <a:srgbClr val="172B4D"/>
            </a:solidFill>
          </a:ln>
        </p:spPr>
      </p:sp>
      <p:sp>
        <p:nvSpPr>
          <p:cNvPr id="756" name="object-756">
            <a:extLst>
              <a:ext uri="{FF2B5EF4-FFF2-40B4-BE49-F238E27FC236}">
                <a16:creationId xmlns:a16="http://schemas.microsoft.com/office/drawing/2014/main" id="{1B8151FB-3AE0-48BF-A878-74C432AFF78C}"/>
              </a:ext>
            </a:extLst>
          </p:cNvPr>
          <p:cNvSpPr>
            <a:spLocks noGrp="1"/>
          </p:cNvSpPr>
          <p:nvPr/>
        </p:nvSpPr>
        <p:spPr>
          <a:xfrm>
            <a:off x="12039600" y="4048125"/>
            <a:ext cx="26194" cy="547688"/>
          </a:xfrm>
          <a:prstGeom prst="rect">
            <a:avLst/>
          </a:prstGeom>
          <a:solidFill>
            <a:srgbClr val="1D4ED8"/>
          </a:solidFill>
          <a:ln w="13097">
            <a:solidFill>
              <a:srgbClr val="172B4D"/>
            </a:solidFill>
          </a:ln>
        </p:spPr>
      </p:sp>
      <p:sp>
        <p:nvSpPr>
          <p:cNvPr id="757" name="object-757">
            <a:extLst>
              <a:ext uri="{FF2B5EF4-FFF2-40B4-BE49-F238E27FC236}">
                <a16:creationId xmlns:a16="http://schemas.microsoft.com/office/drawing/2014/main" id="{0792CCC9-6973-4D4D-A804-4DAE578A541E}"/>
              </a:ext>
            </a:extLst>
          </p:cNvPr>
          <p:cNvSpPr>
            <a:spLocks noGrp="1"/>
          </p:cNvSpPr>
          <p:nvPr/>
        </p:nvSpPr>
        <p:spPr>
          <a:xfrm>
            <a:off x="12065794" y="4048125"/>
            <a:ext cx="26194" cy="547688"/>
          </a:xfrm>
          <a:prstGeom prst="rect">
            <a:avLst/>
          </a:prstGeom>
          <a:solidFill>
            <a:srgbClr val="1D4ED8"/>
          </a:solidFill>
          <a:ln w="13097">
            <a:solidFill>
              <a:srgbClr val="172B4D"/>
            </a:solidFill>
          </a:ln>
        </p:spPr>
      </p:sp>
      <p:sp>
        <p:nvSpPr>
          <p:cNvPr id="758" name="object-758">
            <a:extLst>
              <a:ext uri="{FF2B5EF4-FFF2-40B4-BE49-F238E27FC236}">
                <a16:creationId xmlns:a16="http://schemas.microsoft.com/office/drawing/2014/main" id="{28AD89F5-01CA-4A5B-BCF3-629501F457C0}"/>
              </a:ext>
            </a:extLst>
          </p:cNvPr>
          <p:cNvSpPr>
            <a:spLocks noGrp="1"/>
          </p:cNvSpPr>
          <p:nvPr/>
        </p:nvSpPr>
        <p:spPr>
          <a:xfrm>
            <a:off x="12091988" y="4048125"/>
            <a:ext cx="26194" cy="547688"/>
          </a:xfrm>
          <a:prstGeom prst="rect">
            <a:avLst/>
          </a:prstGeom>
          <a:solidFill>
            <a:srgbClr val="1D4ED8"/>
          </a:solidFill>
          <a:ln w="13097">
            <a:solidFill>
              <a:srgbClr val="172B4D"/>
            </a:solidFill>
          </a:ln>
        </p:spPr>
      </p:sp>
      <p:sp>
        <p:nvSpPr>
          <p:cNvPr id="759" name="object-759">
            <a:extLst>
              <a:ext uri="{FF2B5EF4-FFF2-40B4-BE49-F238E27FC236}">
                <a16:creationId xmlns:a16="http://schemas.microsoft.com/office/drawing/2014/main" id="{B2217450-5FE5-4B03-A579-BE9FC167FB7A}"/>
              </a:ext>
            </a:extLst>
          </p:cNvPr>
          <p:cNvSpPr>
            <a:spLocks noGrp="1"/>
          </p:cNvSpPr>
          <p:nvPr/>
        </p:nvSpPr>
        <p:spPr>
          <a:xfrm>
            <a:off x="12118181" y="4048125"/>
            <a:ext cx="26194" cy="547688"/>
          </a:xfrm>
          <a:prstGeom prst="rect">
            <a:avLst/>
          </a:prstGeom>
          <a:solidFill>
            <a:srgbClr val="1D4ED8"/>
          </a:solidFill>
          <a:ln w="13097">
            <a:solidFill>
              <a:srgbClr val="172B4D"/>
            </a:solidFill>
          </a:ln>
        </p:spPr>
      </p:sp>
      <p:sp>
        <p:nvSpPr>
          <p:cNvPr id="760" name="object-760">
            <a:extLst>
              <a:ext uri="{FF2B5EF4-FFF2-40B4-BE49-F238E27FC236}">
                <a16:creationId xmlns:a16="http://schemas.microsoft.com/office/drawing/2014/main" id="{F5C47D5F-0CE1-4B15-A09B-B7762477B9F9}"/>
              </a:ext>
            </a:extLst>
          </p:cNvPr>
          <p:cNvSpPr>
            <a:spLocks noGrp="1"/>
          </p:cNvSpPr>
          <p:nvPr/>
        </p:nvSpPr>
        <p:spPr>
          <a:xfrm>
            <a:off x="12144375" y="4048125"/>
            <a:ext cx="26194" cy="547688"/>
          </a:xfrm>
          <a:prstGeom prst="rect">
            <a:avLst/>
          </a:prstGeom>
          <a:solidFill>
            <a:srgbClr val="1D4ED8"/>
          </a:solidFill>
          <a:ln w="13097">
            <a:solidFill>
              <a:srgbClr val="172B4D"/>
            </a:solidFill>
          </a:ln>
        </p:spPr>
      </p:sp>
      <p:sp>
        <p:nvSpPr>
          <p:cNvPr id="761" name="object-761">
            <a:extLst>
              <a:ext uri="{FF2B5EF4-FFF2-40B4-BE49-F238E27FC236}">
                <a16:creationId xmlns:a16="http://schemas.microsoft.com/office/drawing/2014/main" id="{C17CF38D-04CE-4D83-A5A1-A093FAA4D7F2}"/>
              </a:ext>
            </a:extLst>
          </p:cNvPr>
          <p:cNvSpPr>
            <a:spLocks noGrp="1"/>
          </p:cNvSpPr>
          <p:nvPr/>
        </p:nvSpPr>
        <p:spPr>
          <a:xfrm>
            <a:off x="12170569" y="4048125"/>
            <a:ext cx="26194" cy="547688"/>
          </a:xfrm>
          <a:prstGeom prst="rect">
            <a:avLst/>
          </a:prstGeom>
          <a:solidFill>
            <a:srgbClr val="1D4ED8"/>
          </a:solidFill>
          <a:ln w="13097">
            <a:solidFill>
              <a:srgbClr val="172B4D"/>
            </a:solidFill>
          </a:ln>
        </p:spPr>
      </p:sp>
      <p:sp>
        <p:nvSpPr>
          <p:cNvPr id="762" name="object-762">
            <a:extLst>
              <a:ext uri="{FF2B5EF4-FFF2-40B4-BE49-F238E27FC236}">
                <a16:creationId xmlns:a16="http://schemas.microsoft.com/office/drawing/2014/main" id="{A5249662-92BB-4F67-A63C-9557AE5157CA}"/>
              </a:ext>
            </a:extLst>
          </p:cNvPr>
          <p:cNvSpPr>
            <a:spLocks noGrp="1"/>
          </p:cNvSpPr>
          <p:nvPr/>
        </p:nvSpPr>
        <p:spPr>
          <a:xfrm>
            <a:off x="12196763" y="4048125"/>
            <a:ext cx="26194" cy="547688"/>
          </a:xfrm>
          <a:prstGeom prst="rect">
            <a:avLst/>
          </a:prstGeom>
          <a:solidFill>
            <a:srgbClr val="1D4ED8"/>
          </a:solidFill>
          <a:ln w="13097">
            <a:solidFill>
              <a:srgbClr val="172B4D"/>
            </a:solidFill>
          </a:ln>
        </p:spPr>
      </p:sp>
      <p:sp>
        <p:nvSpPr>
          <p:cNvPr id="763" name="object-763">
            <a:extLst>
              <a:ext uri="{FF2B5EF4-FFF2-40B4-BE49-F238E27FC236}">
                <a16:creationId xmlns:a16="http://schemas.microsoft.com/office/drawing/2014/main" id="{F890988F-A005-468F-882D-574127BDB741}"/>
              </a:ext>
            </a:extLst>
          </p:cNvPr>
          <p:cNvSpPr>
            <a:spLocks noGrp="1"/>
          </p:cNvSpPr>
          <p:nvPr/>
        </p:nvSpPr>
        <p:spPr>
          <a:xfrm>
            <a:off x="12222956" y="4048125"/>
            <a:ext cx="26194" cy="547688"/>
          </a:xfrm>
          <a:prstGeom prst="rect">
            <a:avLst/>
          </a:prstGeom>
          <a:solidFill>
            <a:srgbClr val="1D4ED8"/>
          </a:solidFill>
          <a:ln w="13097">
            <a:solidFill>
              <a:srgbClr val="172B4D"/>
            </a:solidFill>
          </a:ln>
        </p:spPr>
      </p:sp>
      <p:sp>
        <p:nvSpPr>
          <p:cNvPr id="764" name="object-764">
            <a:extLst>
              <a:ext uri="{FF2B5EF4-FFF2-40B4-BE49-F238E27FC236}">
                <a16:creationId xmlns:a16="http://schemas.microsoft.com/office/drawing/2014/main" id="{6BD2E0C4-6A46-4B02-91C8-7CA7FEAEF1D1}"/>
              </a:ext>
            </a:extLst>
          </p:cNvPr>
          <p:cNvSpPr>
            <a:spLocks noGrp="1"/>
          </p:cNvSpPr>
          <p:nvPr/>
        </p:nvSpPr>
        <p:spPr>
          <a:xfrm>
            <a:off x="12249150" y="4048125"/>
            <a:ext cx="26194" cy="547688"/>
          </a:xfrm>
          <a:prstGeom prst="rect">
            <a:avLst/>
          </a:prstGeom>
          <a:solidFill>
            <a:srgbClr val="1D4ED8"/>
          </a:solidFill>
          <a:ln w="13097">
            <a:solidFill>
              <a:srgbClr val="172B4D"/>
            </a:solidFill>
          </a:ln>
        </p:spPr>
      </p:sp>
      <p:sp>
        <p:nvSpPr>
          <p:cNvPr id="765" name="object-765">
            <a:extLst>
              <a:ext uri="{FF2B5EF4-FFF2-40B4-BE49-F238E27FC236}">
                <a16:creationId xmlns:a16="http://schemas.microsoft.com/office/drawing/2014/main" id="{7AD6533F-3EF3-4154-90D4-EB61FE1AC686}"/>
              </a:ext>
            </a:extLst>
          </p:cNvPr>
          <p:cNvSpPr>
            <a:spLocks noGrp="1"/>
          </p:cNvSpPr>
          <p:nvPr/>
        </p:nvSpPr>
        <p:spPr>
          <a:xfrm>
            <a:off x="12275344" y="4048125"/>
            <a:ext cx="26194" cy="547688"/>
          </a:xfrm>
          <a:prstGeom prst="rect">
            <a:avLst/>
          </a:prstGeom>
          <a:solidFill>
            <a:srgbClr val="1D4ED8"/>
          </a:solidFill>
          <a:ln w="13097">
            <a:solidFill>
              <a:srgbClr val="172B4D"/>
            </a:solidFill>
          </a:ln>
        </p:spPr>
      </p:sp>
      <p:sp>
        <p:nvSpPr>
          <p:cNvPr id="766" name="object-766">
            <a:extLst>
              <a:ext uri="{FF2B5EF4-FFF2-40B4-BE49-F238E27FC236}">
                <a16:creationId xmlns:a16="http://schemas.microsoft.com/office/drawing/2014/main" id="{01ADB3CF-C443-40DA-9BBF-9106545617BA}"/>
              </a:ext>
            </a:extLst>
          </p:cNvPr>
          <p:cNvSpPr>
            <a:spLocks noGrp="1"/>
          </p:cNvSpPr>
          <p:nvPr/>
        </p:nvSpPr>
        <p:spPr>
          <a:xfrm>
            <a:off x="12301538" y="4048125"/>
            <a:ext cx="26194" cy="547688"/>
          </a:xfrm>
          <a:prstGeom prst="rect">
            <a:avLst/>
          </a:prstGeom>
          <a:solidFill>
            <a:srgbClr val="1D4ED8"/>
          </a:solidFill>
          <a:ln w="13097">
            <a:solidFill>
              <a:srgbClr val="172B4D"/>
            </a:solidFill>
          </a:ln>
        </p:spPr>
      </p:sp>
      <p:sp>
        <p:nvSpPr>
          <p:cNvPr id="767" name="object-767">
            <a:extLst>
              <a:ext uri="{FF2B5EF4-FFF2-40B4-BE49-F238E27FC236}">
                <a16:creationId xmlns:a16="http://schemas.microsoft.com/office/drawing/2014/main" id="{C76E077C-BC10-48FE-A5D5-1CFD0CD627E0}"/>
              </a:ext>
            </a:extLst>
          </p:cNvPr>
          <p:cNvSpPr>
            <a:spLocks noGrp="1"/>
          </p:cNvSpPr>
          <p:nvPr/>
        </p:nvSpPr>
        <p:spPr>
          <a:xfrm>
            <a:off x="12327731" y="4048125"/>
            <a:ext cx="26194" cy="547688"/>
          </a:xfrm>
          <a:prstGeom prst="rect">
            <a:avLst/>
          </a:prstGeom>
          <a:solidFill>
            <a:srgbClr val="1D4ED8"/>
          </a:solidFill>
          <a:ln w="13097">
            <a:solidFill>
              <a:srgbClr val="172B4D"/>
            </a:solidFill>
          </a:ln>
        </p:spPr>
      </p:sp>
      <p:sp>
        <p:nvSpPr>
          <p:cNvPr id="768" name="object-768">
            <a:extLst>
              <a:ext uri="{FF2B5EF4-FFF2-40B4-BE49-F238E27FC236}">
                <a16:creationId xmlns:a16="http://schemas.microsoft.com/office/drawing/2014/main" id="{8FC7E624-70E7-4D90-AD55-6A95F20C84E1}"/>
              </a:ext>
            </a:extLst>
          </p:cNvPr>
          <p:cNvSpPr>
            <a:spLocks noGrp="1"/>
          </p:cNvSpPr>
          <p:nvPr/>
        </p:nvSpPr>
        <p:spPr>
          <a:xfrm>
            <a:off x="12353925" y="4048125"/>
            <a:ext cx="26194" cy="547688"/>
          </a:xfrm>
          <a:prstGeom prst="rect">
            <a:avLst/>
          </a:prstGeom>
          <a:solidFill>
            <a:srgbClr val="1D4ED8"/>
          </a:solidFill>
          <a:ln w="13097">
            <a:solidFill>
              <a:srgbClr val="172B4D"/>
            </a:solidFill>
          </a:ln>
        </p:spPr>
      </p:sp>
      <p:sp>
        <p:nvSpPr>
          <p:cNvPr id="769" name="object-769">
            <a:extLst>
              <a:ext uri="{FF2B5EF4-FFF2-40B4-BE49-F238E27FC236}">
                <a16:creationId xmlns:a16="http://schemas.microsoft.com/office/drawing/2014/main" id="{55BD24E3-AAF9-4399-963B-1BE2BBCAE432}"/>
              </a:ext>
            </a:extLst>
          </p:cNvPr>
          <p:cNvSpPr>
            <a:spLocks noGrp="1"/>
          </p:cNvSpPr>
          <p:nvPr/>
        </p:nvSpPr>
        <p:spPr>
          <a:xfrm>
            <a:off x="12380119" y="4048125"/>
            <a:ext cx="26194" cy="547688"/>
          </a:xfrm>
          <a:prstGeom prst="rect">
            <a:avLst/>
          </a:prstGeom>
          <a:solidFill>
            <a:srgbClr val="1D4ED8"/>
          </a:solidFill>
          <a:ln w="13097">
            <a:solidFill>
              <a:srgbClr val="172B4D"/>
            </a:solidFill>
          </a:ln>
        </p:spPr>
      </p:sp>
      <p:sp>
        <p:nvSpPr>
          <p:cNvPr id="770" name="object-770">
            <a:extLst>
              <a:ext uri="{FF2B5EF4-FFF2-40B4-BE49-F238E27FC236}">
                <a16:creationId xmlns:a16="http://schemas.microsoft.com/office/drawing/2014/main" id="{A07F7502-F578-4546-8EB0-B4AED1182F7F}"/>
              </a:ext>
            </a:extLst>
          </p:cNvPr>
          <p:cNvSpPr>
            <a:spLocks noGrp="1"/>
          </p:cNvSpPr>
          <p:nvPr/>
        </p:nvSpPr>
        <p:spPr>
          <a:xfrm>
            <a:off x="12406313" y="4048125"/>
            <a:ext cx="26194" cy="547688"/>
          </a:xfrm>
          <a:prstGeom prst="rect">
            <a:avLst/>
          </a:prstGeom>
          <a:solidFill>
            <a:srgbClr val="1D4ED8"/>
          </a:solidFill>
          <a:ln w="13097">
            <a:solidFill>
              <a:srgbClr val="172B4D"/>
            </a:solidFill>
          </a:ln>
        </p:spPr>
      </p:sp>
      <p:sp>
        <p:nvSpPr>
          <p:cNvPr id="771" name="object-771">
            <a:extLst>
              <a:ext uri="{FF2B5EF4-FFF2-40B4-BE49-F238E27FC236}">
                <a16:creationId xmlns:a16="http://schemas.microsoft.com/office/drawing/2014/main" id="{E320222B-C534-4DB9-BF09-D8F489DE4C70}"/>
              </a:ext>
            </a:extLst>
          </p:cNvPr>
          <p:cNvSpPr>
            <a:spLocks noGrp="1"/>
          </p:cNvSpPr>
          <p:nvPr/>
        </p:nvSpPr>
        <p:spPr>
          <a:xfrm>
            <a:off x="12432506" y="4048125"/>
            <a:ext cx="26194" cy="547688"/>
          </a:xfrm>
          <a:prstGeom prst="rect">
            <a:avLst/>
          </a:prstGeom>
          <a:solidFill>
            <a:srgbClr val="1D4ED8"/>
          </a:solidFill>
          <a:ln w="13097">
            <a:solidFill>
              <a:srgbClr val="172B4D"/>
            </a:solidFill>
          </a:ln>
        </p:spPr>
      </p:sp>
      <p:sp>
        <p:nvSpPr>
          <p:cNvPr id="772" name="object-772">
            <a:extLst>
              <a:ext uri="{FF2B5EF4-FFF2-40B4-BE49-F238E27FC236}">
                <a16:creationId xmlns:a16="http://schemas.microsoft.com/office/drawing/2014/main" id="{4D6A6A55-1066-41D2-A597-88F7D1AFC38B}"/>
              </a:ext>
            </a:extLst>
          </p:cNvPr>
          <p:cNvSpPr>
            <a:spLocks noGrp="1"/>
          </p:cNvSpPr>
          <p:nvPr/>
        </p:nvSpPr>
        <p:spPr>
          <a:xfrm>
            <a:off x="12458700" y="4048125"/>
            <a:ext cx="26194" cy="547688"/>
          </a:xfrm>
          <a:prstGeom prst="rect">
            <a:avLst/>
          </a:prstGeom>
          <a:solidFill>
            <a:srgbClr val="1D4ED8"/>
          </a:solidFill>
          <a:ln w="13097">
            <a:solidFill>
              <a:srgbClr val="172B4D"/>
            </a:solidFill>
          </a:ln>
        </p:spPr>
      </p:sp>
      <p:sp>
        <p:nvSpPr>
          <p:cNvPr id="773" name="object-773">
            <a:extLst>
              <a:ext uri="{FF2B5EF4-FFF2-40B4-BE49-F238E27FC236}">
                <a16:creationId xmlns:a16="http://schemas.microsoft.com/office/drawing/2014/main" id="{9A0B3893-BAB5-4812-8CB4-244D1198BAB5}"/>
              </a:ext>
            </a:extLst>
          </p:cNvPr>
          <p:cNvSpPr>
            <a:spLocks noGrp="1"/>
          </p:cNvSpPr>
          <p:nvPr/>
        </p:nvSpPr>
        <p:spPr>
          <a:xfrm>
            <a:off x="12484894" y="4048125"/>
            <a:ext cx="26194" cy="547688"/>
          </a:xfrm>
          <a:prstGeom prst="rect">
            <a:avLst/>
          </a:prstGeom>
          <a:solidFill>
            <a:srgbClr val="1D4ED8"/>
          </a:solidFill>
          <a:ln w="13097">
            <a:solidFill>
              <a:srgbClr val="172B4D"/>
            </a:solidFill>
          </a:ln>
        </p:spPr>
      </p:sp>
      <p:sp>
        <p:nvSpPr>
          <p:cNvPr id="774" name="object-774">
            <a:extLst>
              <a:ext uri="{FF2B5EF4-FFF2-40B4-BE49-F238E27FC236}">
                <a16:creationId xmlns:a16="http://schemas.microsoft.com/office/drawing/2014/main" id="{358E6BF1-13E7-4E19-892D-50C5162C72F8}"/>
              </a:ext>
            </a:extLst>
          </p:cNvPr>
          <p:cNvSpPr>
            <a:spLocks noGrp="1"/>
          </p:cNvSpPr>
          <p:nvPr/>
        </p:nvSpPr>
        <p:spPr>
          <a:xfrm>
            <a:off x="12511088" y="4048125"/>
            <a:ext cx="26194" cy="547688"/>
          </a:xfrm>
          <a:prstGeom prst="rect">
            <a:avLst/>
          </a:prstGeom>
          <a:solidFill>
            <a:srgbClr val="1D4ED8"/>
          </a:solidFill>
          <a:ln w="13097">
            <a:solidFill>
              <a:srgbClr val="172B4D"/>
            </a:solidFill>
          </a:ln>
        </p:spPr>
      </p:sp>
      <p:sp>
        <p:nvSpPr>
          <p:cNvPr id="775" name="object-775">
            <a:extLst>
              <a:ext uri="{FF2B5EF4-FFF2-40B4-BE49-F238E27FC236}">
                <a16:creationId xmlns:a16="http://schemas.microsoft.com/office/drawing/2014/main" id="{0A859C09-F720-4432-956A-ECE2F52F2B77}"/>
              </a:ext>
            </a:extLst>
          </p:cNvPr>
          <p:cNvSpPr>
            <a:spLocks noGrp="1"/>
          </p:cNvSpPr>
          <p:nvPr/>
        </p:nvSpPr>
        <p:spPr>
          <a:xfrm>
            <a:off x="12537281" y="4048125"/>
            <a:ext cx="26194" cy="547688"/>
          </a:xfrm>
          <a:prstGeom prst="rect">
            <a:avLst/>
          </a:prstGeom>
          <a:solidFill>
            <a:srgbClr val="1D4ED8"/>
          </a:solidFill>
          <a:ln w="13097">
            <a:solidFill>
              <a:srgbClr val="172B4D"/>
            </a:solidFill>
          </a:ln>
        </p:spPr>
      </p:sp>
      <p:sp>
        <p:nvSpPr>
          <p:cNvPr id="776" name="object-776">
            <a:extLst>
              <a:ext uri="{FF2B5EF4-FFF2-40B4-BE49-F238E27FC236}">
                <a16:creationId xmlns:a16="http://schemas.microsoft.com/office/drawing/2014/main" id="{5399799C-7692-4672-B40D-270C849E1A5B}"/>
              </a:ext>
            </a:extLst>
          </p:cNvPr>
          <p:cNvSpPr>
            <a:spLocks noGrp="1"/>
          </p:cNvSpPr>
          <p:nvPr/>
        </p:nvSpPr>
        <p:spPr>
          <a:xfrm>
            <a:off x="12563475" y="4048125"/>
            <a:ext cx="26194" cy="547688"/>
          </a:xfrm>
          <a:prstGeom prst="rect">
            <a:avLst/>
          </a:prstGeom>
          <a:solidFill>
            <a:srgbClr val="1D4ED8"/>
          </a:solidFill>
          <a:ln w="13097">
            <a:solidFill>
              <a:srgbClr val="172B4D"/>
            </a:solidFill>
          </a:ln>
        </p:spPr>
      </p:sp>
      <p:sp>
        <p:nvSpPr>
          <p:cNvPr id="777" name="object-777">
            <a:extLst>
              <a:ext uri="{FF2B5EF4-FFF2-40B4-BE49-F238E27FC236}">
                <a16:creationId xmlns:a16="http://schemas.microsoft.com/office/drawing/2014/main" id="{7224AF73-833F-4491-B557-436EE6A5AEAC}"/>
              </a:ext>
            </a:extLst>
          </p:cNvPr>
          <p:cNvSpPr>
            <a:spLocks noGrp="1"/>
          </p:cNvSpPr>
          <p:nvPr/>
        </p:nvSpPr>
        <p:spPr>
          <a:xfrm>
            <a:off x="12589669" y="4048125"/>
            <a:ext cx="26194" cy="547688"/>
          </a:xfrm>
          <a:prstGeom prst="rect">
            <a:avLst/>
          </a:prstGeom>
          <a:solidFill>
            <a:srgbClr val="1D4ED8"/>
          </a:solidFill>
          <a:ln w="13097">
            <a:solidFill>
              <a:srgbClr val="172B4D"/>
            </a:solidFill>
          </a:ln>
        </p:spPr>
      </p:sp>
      <p:sp>
        <p:nvSpPr>
          <p:cNvPr id="778" name="object-778">
            <a:extLst>
              <a:ext uri="{FF2B5EF4-FFF2-40B4-BE49-F238E27FC236}">
                <a16:creationId xmlns:a16="http://schemas.microsoft.com/office/drawing/2014/main" id="{C07F435B-DBDD-4545-9E20-27064623F886}"/>
              </a:ext>
            </a:extLst>
          </p:cNvPr>
          <p:cNvSpPr>
            <a:spLocks noGrp="1"/>
          </p:cNvSpPr>
          <p:nvPr/>
        </p:nvSpPr>
        <p:spPr>
          <a:xfrm>
            <a:off x="12615863" y="4048125"/>
            <a:ext cx="26194" cy="547688"/>
          </a:xfrm>
          <a:prstGeom prst="rect">
            <a:avLst/>
          </a:prstGeom>
          <a:solidFill>
            <a:srgbClr val="1D4ED8"/>
          </a:solidFill>
          <a:ln w="13097">
            <a:solidFill>
              <a:srgbClr val="172B4D"/>
            </a:solidFill>
          </a:ln>
        </p:spPr>
      </p:sp>
      <p:sp>
        <p:nvSpPr>
          <p:cNvPr id="779" name="object-779">
            <a:extLst>
              <a:ext uri="{FF2B5EF4-FFF2-40B4-BE49-F238E27FC236}">
                <a16:creationId xmlns:a16="http://schemas.microsoft.com/office/drawing/2014/main" id="{3792A59D-F4D2-4664-AD1E-8D991566F44F}"/>
              </a:ext>
            </a:extLst>
          </p:cNvPr>
          <p:cNvSpPr>
            <a:spLocks noGrp="1"/>
          </p:cNvSpPr>
          <p:nvPr/>
        </p:nvSpPr>
        <p:spPr>
          <a:xfrm>
            <a:off x="12642056" y="4048125"/>
            <a:ext cx="26194" cy="547688"/>
          </a:xfrm>
          <a:prstGeom prst="rect">
            <a:avLst/>
          </a:prstGeom>
          <a:solidFill>
            <a:srgbClr val="1D4ED8"/>
          </a:solidFill>
          <a:ln w="13097">
            <a:solidFill>
              <a:srgbClr val="172B4D"/>
            </a:solidFill>
          </a:ln>
        </p:spPr>
      </p:sp>
      <p:sp>
        <p:nvSpPr>
          <p:cNvPr id="780" name="object-780">
            <a:extLst>
              <a:ext uri="{FF2B5EF4-FFF2-40B4-BE49-F238E27FC236}">
                <a16:creationId xmlns:a16="http://schemas.microsoft.com/office/drawing/2014/main" id="{FF258B7D-7590-48FF-8C6E-1138D3577C86}"/>
              </a:ext>
            </a:extLst>
          </p:cNvPr>
          <p:cNvSpPr>
            <a:spLocks noGrp="1"/>
          </p:cNvSpPr>
          <p:nvPr/>
        </p:nvSpPr>
        <p:spPr>
          <a:xfrm>
            <a:off x="12668250" y="4048125"/>
            <a:ext cx="26194" cy="547688"/>
          </a:xfrm>
          <a:prstGeom prst="rect">
            <a:avLst/>
          </a:prstGeom>
          <a:solidFill>
            <a:srgbClr val="FFFFFF"/>
          </a:solidFill>
          <a:ln w="13097">
            <a:solidFill>
              <a:srgbClr val="172B4D"/>
            </a:solidFill>
          </a:ln>
        </p:spPr>
      </p:sp>
      <p:sp>
        <p:nvSpPr>
          <p:cNvPr id="781" name="object-781">
            <a:extLst>
              <a:ext uri="{FF2B5EF4-FFF2-40B4-BE49-F238E27FC236}">
                <a16:creationId xmlns:a16="http://schemas.microsoft.com/office/drawing/2014/main" id="{596E9793-7454-40AC-911F-7E1786B3D2C4}"/>
              </a:ext>
            </a:extLst>
          </p:cNvPr>
          <p:cNvSpPr>
            <a:spLocks noGrp="1"/>
          </p:cNvSpPr>
          <p:nvPr/>
        </p:nvSpPr>
        <p:spPr>
          <a:xfrm>
            <a:off x="12694444" y="4048125"/>
            <a:ext cx="26194" cy="547688"/>
          </a:xfrm>
          <a:prstGeom prst="rect">
            <a:avLst/>
          </a:prstGeom>
          <a:solidFill>
            <a:srgbClr val="FFFFFF"/>
          </a:solidFill>
          <a:ln w="13097">
            <a:solidFill>
              <a:srgbClr val="172B4D"/>
            </a:solidFill>
          </a:ln>
        </p:spPr>
      </p:sp>
      <p:sp>
        <p:nvSpPr>
          <p:cNvPr id="782" name="object-782">
            <a:extLst>
              <a:ext uri="{FF2B5EF4-FFF2-40B4-BE49-F238E27FC236}">
                <a16:creationId xmlns:a16="http://schemas.microsoft.com/office/drawing/2014/main" id="{1A57E38B-4C29-40EE-B84C-A3367A147D8E}"/>
              </a:ext>
            </a:extLst>
          </p:cNvPr>
          <p:cNvSpPr>
            <a:spLocks noGrp="1"/>
          </p:cNvSpPr>
          <p:nvPr/>
        </p:nvSpPr>
        <p:spPr>
          <a:xfrm>
            <a:off x="12720638" y="4048125"/>
            <a:ext cx="26194" cy="547688"/>
          </a:xfrm>
          <a:prstGeom prst="rect">
            <a:avLst/>
          </a:prstGeom>
          <a:solidFill>
            <a:srgbClr val="FFFFFF"/>
          </a:solidFill>
          <a:ln w="13097">
            <a:solidFill>
              <a:srgbClr val="172B4D"/>
            </a:solidFill>
          </a:ln>
        </p:spPr>
      </p:sp>
      <p:sp>
        <p:nvSpPr>
          <p:cNvPr id="783" name="object-783">
            <a:extLst>
              <a:ext uri="{FF2B5EF4-FFF2-40B4-BE49-F238E27FC236}">
                <a16:creationId xmlns:a16="http://schemas.microsoft.com/office/drawing/2014/main" id="{2EFCA017-CFC6-4D04-AA87-8DEA0ED11F6C}"/>
              </a:ext>
            </a:extLst>
          </p:cNvPr>
          <p:cNvSpPr>
            <a:spLocks noGrp="1"/>
          </p:cNvSpPr>
          <p:nvPr/>
        </p:nvSpPr>
        <p:spPr>
          <a:xfrm>
            <a:off x="12746831" y="4048125"/>
            <a:ext cx="26194" cy="547688"/>
          </a:xfrm>
          <a:prstGeom prst="rect">
            <a:avLst/>
          </a:prstGeom>
          <a:solidFill>
            <a:srgbClr val="FFFFFF"/>
          </a:solidFill>
          <a:ln w="13097">
            <a:solidFill>
              <a:srgbClr val="172B4D"/>
            </a:solidFill>
          </a:ln>
        </p:spPr>
      </p:sp>
      <p:sp>
        <p:nvSpPr>
          <p:cNvPr id="784" name="object-784">
            <a:extLst>
              <a:ext uri="{FF2B5EF4-FFF2-40B4-BE49-F238E27FC236}">
                <a16:creationId xmlns:a16="http://schemas.microsoft.com/office/drawing/2014/main" id="{5F24EB55-C999-493D-9655-67C71093CCA7}"/>
              </a:ext>
            </a:extLst>
          </p:cNvPr>
          <p:cNvSpPr>
            <a:spLocks noGrp="1"/>
          </p:cNvSpPr>
          <p:nvPr/>
        </p:nvSpPr>
        <p:spPr>
          <a:xfrm>
            <a:off x="12773025" y="4048125"/>
            <a:ext cx="26194" cy="547688"/>
          </a:xfrm>
          <a:prstGeom prst="rect">
            <a:avLst/>
          </a:prstGeom>
          <a:solidFill>
            <a:srgbClr val="FFFFFF"/>
          </a:solidFill>
          <a:ln w="13097">
            <a:solidFill>
              <a:srgbClr val="172B4D"/>
            </a:solidFill>
          </a:ln>
        </p:spPr>
      </p:sp>
      <p:sp>
        <p:nvSpPr>
          <p:cNvPr id="785" name="object-785">
            <a:extLst>
              <a:ext uri="{FF2B5EF4-FFF2-40B4-BE49-F238E27FC236}">
                <a16:creationId xmlns:a16="http://schemas.microsoft.com/office/drawing/2014/main" id="{A01260AA-0F94-4AF9-B550-0D59552D78F5}"/>
              </a:ext>
            </a:extLst>
          </p:cNvPr>
          <p:cNvSpPr>
            <a:spLocks noGrp="1"/>
          </p:cNvSpPr>
          <p:nvPr/>
        </p:nvSpPr>
        <p:spPr>
          <a:xfrm>
            <a:off x="12799219" y="4048125"/>
            <a:ext cx="26194" cy="547688"/>
          </a:xfrm>
          <a:prstGeom prst="rect">
            <a:avLst/>
          </a:prstGeom>
          <a:solidFill>
            <a:srgbClr val="FFFFFF"/>
          </a:solidFill>
          <a:ln w="13097">
            <a:solidFill>
              <a:srgbClr val="172B4D"/>
            </a:solidFill>
          </a:ln>
        </p:spPr>
      </p:sp>
      <p:sp>
        <p:nvSpPr>
          <p:cNvPr id="786" name="object-786">
            <a:extLst>
              <a:ext uri="{FF2B5EF4-FFF2-40B4-BE49-F238E27FC236}">
                <a16:creationId xmlns:a16="http://schemas.microsoft.com/office/drawing/2014/main" id="{BFFA0117-DF7E-4808-A520-FE7C09936B2E}"/>
              </a:ext>
            </a:extLst>
          </p:cNvPr>
          <p:cNvSpPr>
            <a:spLocks noGrp="1"/>
          </p:cNvSpPr>
          <p:nvPr/>
        </p:nvSpPr>
        <p:spPr>
          <a:xfrm>
            <a:off x="12825413" y="4048125"/>
            <a:ext cx="26194" cy="547688"/>
          </a:xfrm>
          <a:prstGeom prst="rect">
            <a:avLst/>
          </a:prstGeom>
          <a:solidFill>
            <a:srgbClr val="FFFFFF"/>
          </a:solidFill>
          <a:ln w="13097">
            <a:solidFill>
              <a:srgbClr val="172B4D"/>
            </a:solidFill>
          </a:ln>
        </p:spPr>
      </p:sp>
      <p:sp>
        <p:nvSpPr>
          <p:cNvPr id="787" name="object-787">
            <a:extLst>
              <a:ext uri="{FF2B5EF4-FFF2-40B4-BE49-F238E27FC236}">
                <a16:creationId xmlns:a16="http://schemas.microsoft.com/office/drawing/2014/main" id="{351A37E8-C9DA-492E-813C-D157E32F488A}"/>
              </a:ext>
            </a:extLst>
          </p:cNvPr>
          <p:cNvSpPr>
            <a:spLocks noGrp="1"/>
          </p:cNvSpPr>
          <p:nvPr/>
        </p:nvSpPr>
        <p:spPr>
          <a:xfrm>
            <a:off x="12851606" y="4048125"/>
            <a:ext cx="26194" cy="547688"/>
          </a:xfrm>
          <a:prstGeom prst="rect">
            <a:avLst/>
          </a:prstGeom>
          <a:solidFill>
            <a:srgbClr val="FFFFFF"/>
          </a:solidFill>
          <a:ln w="13097">
            <a:solidFill>
              <a:srgbClr val="172B4D"/>
            </a:solidFill>
          </a:ln>
        </p:spPr>
      </p:sp>
      <p:sp>
        <p:nvSpPr>
          <p:cNvPr id="788" name="object-788">
            <a:extLst>
              <a:ext uri="{FF2B5EF4-FFF2-40B4-BE49-F238E27FC236}">
                <a16:creationId xmlns:a16="http://schemas.microsoft.com/office/drawing/2014/main" id="{394A3F05-DBC1-4291-88B3-3F4DADE9F8E7}"/>
              </a:ext>
            </a:extLst>
          </p:cNvPr>
          <p:cNvSpPr>
            <a:spLocks noGrp="1"/>
          </p:cNvSpPr>
          <p:nvPr/>
        </p:nvSpPr>
        <p:spPr>
          <a:xfrm>
            <a:off x="12877800" y="4048125"/>
            <a:ext cx="26194" cy="547688"/>
          </a:xfrm>
          <a:prstGeom prst="rect">
            <a:avLst/>
          </a:prstGeom>
          <a:solidFill>
            <a:srgbClr val="FFFFFF"/>
          </a:solidFill>
          <a:ln w="13097">
            <a:solidFill>
              <a:srgbClr val="172B4D"/>
            </a:solidFill>
          </a:ln>
        </p:spPr>
      </p:sp>
      <p:sp>
        <p:nvSpPr>
          <p:cNvPr id="789" name="object-789">
            <a:extLst>
              <a:ext uri="{FF2B5EF4-FFF2-40B4-BE49-F238E27FC236}">
                <a16:creationId xmlns:a16="http://schemas.microsoft.com/office/drawing/2014/main" id="{8ED89E11-1F61-407F-BF2F-65BF1A0BFCD3}"/>
              </a:ext>
            </a:extLst>
          </p:cNvPr>
          <p:cNvSpPr>
            <a:spLocks noGrp="1"/>
          </p:cNvSpPr>
          <p:nvPr/>
        </p:nvSpPr>
        <p:spPr>
          <a:xfrm>
            <a:off x="12903994" y="4048125"/>
            <a:ext cx="26194" cy="547688"/>
          </a:xfrm>
          <a:prstGeom prst="rect">
            <a:avLst/>
          </a:prstGeom>
          <a:solidFill>
            <a:srgbClr val="FFFFFF"/>
          </a:solidFill>
          <a:ln w="13097">
            <a:solidFill>
              <a:srgbClr val="172B4D"/>
            </a:solidFill>
          </a:ln>
        </p:spPr>
      </p:sp>
      <p:sp>
        <p:nvSpPr>
          <p:cNvPr id="790" name="object-790">
            <a:extLst>
              <a:ext uri="{FF2B5EF4-FFF2-40B4-BE49-F238E27FC236}">
                <a16:creationId xmlns:a16="http://schemas.microsoft.com/office/drawing/2014/main" id="{064E148C-4526-4012-8AFF-C368F0B2F64A}"/>
              </a:ext>
            </a:extLst>
          </p:cNvPr>
          <p:cNvSpPr>
            <a:spLocks noGrp="1"/>
          </p:cNvSpPr>
          <p:nvPr/>
        </p:nvSpPr>
        <p:spPr>
          <a:xfrm>
            <a:off x="12930188" y="4048125"/>
            <a:ext cx="26194" cy="547688"/>
          </a:xfrm>
          <a:prstGeom prst="rect">
            <a:avLst/>
          </a:prstGeom>
          <a:solidFill>
            <a:srgbClr val="FFFFFF"/>
          </a:solidFill>
          <a:ln w="13097">
            <a:solidFill>
              <a:srgbClr val="172B4D"/>
            </a:solidFill>
          </a:ln>
        </p:spPr>
      </p:sp>
      <p:sp>
        <p:nvSpPr>
          <p:cNvPr id="791" name="object-791">
            <a:extLst>
              <a:ext uri="{FF2B5EF4-FFF2-40B4-BE49-F238E27FC236}">
                <a16:creationId xmlns:a16="http://schemas.microsoft.com/office/drawing/2014/main" id="{BACEB18F-6222-4D63-85FC-984D0837316A}"/>
              </a:ext>
            </a:extLst>
          </p:cNvPr>
          <p:cNvSpPr>
            <a:spLocks noGrp="1"/>
          </p:cNvSpPr>
          <p:nvPr/>
        </p:nvSpPr>
        <p:spPr>
          <a:xfrm>
            <a:off x="12956381" y="4048125"/>
            <a:ext cx="26194" cy="547688"/>
          </a:xfrm>
          <a:prstGeom prst="rect">
            <a:avLst/>
          </a:prstGeom>
          <a:solidFill>
            <a:srgbClr val="FFFFFF"/>
          </a:solidFill>
          <a:ln w="13097">
            <a:solidFill>
              <a:srgbClr val="172B4D"/>
            </a:solidFill>
          </a:ln>
        </p:spPr>
      </p:sp>
      <p:sp>
        <p:nvSpPr>
          <p:cNvPr id="792" name="object-792">
            <a:extLst>
              <a:ext uri="{FF2B5EF4-FFF2-40B4-BE49-F238E27FC236}">
                <a16:creationId xmlns:a16="http://schemas.microsoft.com/office/drawing/2014/main" id="{0AC7822A-A417-492F-B3CF-AF91997A4D16}"/>
              </a:ext>
            </a:extLst>
          </p:cNvPr>
          <p:cNvSpPr>
            <a:spLocks noGrp="1"/>
          </p:cNvSpPr>
          <p:nvPr/>
        </p:nvSpPr>
        <p:spPr>
          <a:xfrm>
            <a:off x="12982575" y="4048125"/>
            <a:ext cx="26194" cy="547688"/>
          </a:xfrm>
          <a:prstGeom prst="rect">
            <a:avLst/>
          </a:prstGeom>
          <a:solidFill>
            <a:srgbClr val="FFFFFF"/>
          </a:solidFill>
          <a:ln w="13097">
            <a:solidFill>
              <a:srgbClr val="172B4D"/>
            </a:solidFill>
          </a:ln>
        </p:spPr>
      </p:sp>
      <p:sp>
        <p:nvSpPr>
          <p:cNvPr id="793" name="object-793">
            <a:extLst>
              <a:ext uri="{FF2B5EF4-FFF2-40B4-BE49-F238E27FC236}">
                <a16:creationId xmlns:a16="http://schemas.microsoft.com/office/drawing/2014/main" id="{3A78E8BE-6B39-4F2B-83E9-F667E467DC06}"/>
              </a:ext>
            </a:extLst>
          </p:cNvPr>
          <p:cNvSpPr>
            <a:spLocks noGrp="1"/>
          </p:cNvSpPr>
          <p:nvPr/>
        </p:nvSpPr>
        <p:spPr>
          <a:xfrm>
            <a:off x="13008769" y="4048125"/>
            <a:ext cx="26194" cy="547688"/>
          </a:xfrm>
          <a:prstGeom prst="rect">
            <a:avLst/>
          </a:prstGeom>
          <a:solidFill>
            <a:srgbClr val="FFFFFF"/>
          </a:solidFill>
          <a:ln w="13097">
            <a:solidFill>
              <a:srgbClr val="172B4D"/>
            </a:solidFill>
          </a:ln>
        </p:spPr>
      </p:sp>
      <p:sp>
        <p:nvSpPr>
          <p:cNvPr id="794" name="object-794">
            <a:extLst>
              <a:ext uri="{FF2B5EF4-FFF2-40B4-BE49-F238E27FC236}">
                <a16:creationId xmlns:a16="http://schemas.microsoft.com/office/drawing/2014/main" id="{4BFD753B-4C31-4499-9E7E-29AA297A6140}"/>
              </a:ext>
            </a:extLst>
          </p:cNvPr>
          <p:cNvSpPr>
            <a:spLocks noGrp="1"/>
          </p:cNvSpPr>
          <p:nvPr/>
        </p:nvSpPr>
        <p:spPr>
          <a:xfrm>
            <a:off x="13034963" y="4048125"/>
            <a:ext cx="26194" cy="547688"/>
          </a:xfrm>
          <a:prstGeom prst="rect">
            <a:avLst/>
          </a:prstGeom>
          <a:solidFill>
            <a:srgbClr val="FFFFFF"/>
          </a:solidFill>
          <a:ln w="13097">
            <a:solidFill>
              <a:srgbClr val="172B4D"/>
            </a:solidFill>
          </a:ln>
        </p:spPr>
      </p:sp>
      <p:sp>
        <p:nvSpPr>
          <p:cNvPr id="795" name="object-795">
            <a:extLst>
              <a:ext uri="{FF2B5EF4-FFF2-40B4-BE49-F238E27FC236}">
                <a16:creationId xmlns:a16="http://schemas.microsoft.com/office/drawing/2014/main" id="{7CCF9ADE-DFD5-4147-8A1E-2AC68A32581B}"/>
              </a:ext>
            </a:extLst>
          </p:cNvPr>
          <p:cNvSpPr>
            <a:spLocks noGrp="1"/>
          </p:cNvSpPr>
          <p:nvPr/>
        </p:nvSpPr>
        <p:spPr>
          <a:xfrm>
            <a:off x="13061156" y="4048125"/>
            <a:ext cx="26194" cy="547688"/>
          </a:xfrm>
          <a:prstGeom prst="rect">
            <a:avLst/>
          </a:prstGeom>
          <a:solidFill>
            <a:srgbClr val="FFFFFF"/>
          </a:solidFill>
          <a:ln w="13097">
            <a:solidFill>
              <a:srgbClr val="172B4D"/>
            </a:solidFill>
          </a:ln>
        </p:spPr>
      </p:sp>
      <p:sp>
        <p:nvSpPr>
          <p:cNvPr id="796" name="object-796">
            <a:extLst>
              <a:ext uri="{FF2B5EF4-FFF2-40B4-BE49-F238E27FC236}">
                <a16:creationId xmlns:a16="http://schemas.microsoft.com/office/drawing/2014/main" id="{21EFFDF7-C10A-4806-B8DC-5867A6298E3D}"/>
              </a:ext>
            </a:extLst>
          </p:cNvPr>
          <p:cNvSpPr>
            <a:spLocks noGrp="1"/>
          </p:cNvSpPr>
          <p:nvPr/>
        </p:nvSpPr>
        <p:spPr>
          <a:xfrm>
            <a:off x="13087350" y="4048125"/>
            <a:ext cx="26194" cy="547688"/>
          </a:xfrm>
          <a:prstGeom prst="rect">
            <a:avLst/>
          </a:prstGeom>
          <a:solidFill>
            <a:srgbClr val="FFFFFF"/>
          </a:solidFill>
          <a:ln w="13097">
            <a:solidFill>
              <a:srgbClr val="172B4D"/>
            </a:solidFill>
          </a:ln>
        </p:spPr>
      </p:sp>
      <p:sp>
        <p:nvSpPr>
          <p:cNvPr id="797" name="object-797">
            <a:extLst>
              <a:ext uri="{FF2B5EF4-FFF2-40B4-BE49-F238E27FC236}">
                <a16:creationId xmlns:a16="http://schemas.microsoft.com/office/drawing/2014/main" id="{98238CF2-3408-46C3-BDCD-A3C0721DA184}"/>
              </a:ext>
            </a:extLst>
          </p:cNvPr>
          <p:cNvSpPr>
            <a:spLocks noGrp="1"/>
          </p:cNvSpPr>
          <p:nvPr/>
        </p:nvSpPr>
        <p:spPr>
          <a:xfrm>
            <a:off x="13113544" y="4048125"/>
            <a:ext cx="26194" cy="547688"/>
          </a:xfrm>
          <a:prstGeom prst="rect">
            <a:avLst/>
          </a:prstGeom>
          <a:solidFill>
            <a:srgbClr val="FFFFFF"/>
          </a:solidFill>
          <a:ln w="13097">
            <a:solidFill>
              <a:srgbClr val="172B4D"/>
            </a:solidFill>
          </a:ln>
        </p:spPr>
      </p:sp>
      <p:sp>
        <p:nvSpPr>
          <p:cNvPr id="798" name="object-798">
            <a:extLst>
              <a:ext uri="{FF2B5EF4-FFF2-40B4-BE49-F238E27FC236}">
                <a16:creationId xmlns:a16="http://schemas.microsoft.com/office/drawing/2014/main" id="{2215D5DC-EA2B-4411-AA5C-FC7F9A59ED65}"/>
              </a:ext>
            </a:extLst>
          </p:cNvPr>
          <p:cNvSpPr>
            <a:spLocks noGrp="1"/>
          </p:cNvSpPr>
          <p:nvPr/>
        </p:nvSpPr>
        <p:spPr>
          <a:xfrm>
            <a:off x="13139738" y="4048125"/>
            <a:ext cx="26194" cy="547688"/>
          </a:xfrm>
          <a:prstGeom prst="rect">
            <a:avLst/>
          </a:prstGeom>
          <a:solidFill>
            <a:srgbClr val="FFFFFF"/>
          </a:solidFill>
          <a:ln w="13097">
            <a:solidFill>
              <a:srgbClr val="172B4D"/>
            </a:solidFill>
          </a:ln>
        </p:spPr>
      </p:sp>
      <p:sp>
        <p:nvSpPr>
          <p:cNvPr id="799" name="object-799">
            <a:extLst>
              <a:ext uri="{FF2B5EF4-FFF2-40B4-BE49-F238E27FC236}">
                <a16:creationId xmlns:a16="http://schemas.microsoft.com/office/drawing/2014/main" id="{C7B58D1F-D430-4CB9-874C-B507422B6BD4}"/>
              </a:ext>
            </a:extLst>
          </p:cNvPr>
          <p:cNvSpPr>
            <a:spLocks noGrp="1"/>
          </p:cNvSpPr>
          <p:nvPr/>
        </p:nvSpPr>
        <p:spPr>
          <a:xfrm>
            <a:off x="13165931" y="4048125"/>
            <a:ext cx="26194" cy="547688"/>
          </a:xfrm>
          <a:prstGeom prst="rect">
            <a:avLst/>
          </a:prstGeom>
          <a:solidFill>
            <a:srgbClr val="FFFFFF"/>
          </a:solidFill>
          <a:ln w="13097">
            <a:solidFill>
              <a:srgbClr val="172B4D"/>
            </a:solidFill>
          </a:ln>
        </p:spPr>
      </p:sp>
      <p:sp>
        <p:nvSpPr>
          <p:cNvPr id="800" name="object-800">
            <a:extLst>
              <a:ext uri="{FF2B5EF4-FFF2-40B4-BE49-F238E27FC236}">
                <a16:creationId xmlns:a16="http://schemas.microsoft.com/office/drawing/2014/main" id="{52944D6A-3A7F-4FBF-9016-EEB0D5570310}"/>
              </a:ext>
            </a:extLst>
          </p:cNvPr>
          <p:cNvSpPr>
            <a:spLocks noGrp="1"/>
          </p:cNvSpPr>
          <p:nvPr/>
        </p:nvSpPr>
        <p:spPr>
          <a:xfrm>
            <a:off x="13192125" y="4048125"/>
            <a:ext cx="26194" cy="547688"/>
          </a:xfrm>
          <a:prstGeom prst="rect">
            <a:avLst/>
          </a:prstGeom>
          <a:solidFill>
            <a:srgbClr val="FFFFFF"/>
          </a:solidFill>
          <a:ln w="13097">
            <a:solidFill>
              <a:srgbClr val="172B4D"/>
            </a:solidFill>
          </a:ln>
        </p:spPr>
      </p:sp>
      <p:sp>
        <p:nvSpPr>
          <p:cNvPr id="801" name="object-801">
            <a:extLst>
              <a:ext uri="{FF2B5EF4-FFF2-40B4-BE49-F238E27FC236}">
                <a16:creationId xmlns:a16="http://schemas.microsoft.com/office/drawing/2014/main" id="{BD8331C6-5C75-4A0B-991E-F41AFF1D135A}"/>
              </a:ext>
            </a:extLst>
          </p:cNvPr>
          <p:cNvSpPr>
            <a:spLocks noGrp="1"/>
          </p:cNvSpPr>
          <p:nvPr/>
        </p:nvSpPr>
        <p:spPr>
          <a:xfrm>
            <a:off x="13218319" y="4048125"/>
            <a:ext cx="26194" cy="547688"/>
          </a:xfrm>
          <a:prstGeom prst="rect">
            <a:avLst/>
          </a:prstGeom>
          <a:solidFill>
            <a:srgbClr val="FFFFFF"/>
          </a:solidFill>
          <a:ln w="13097">
            <a:solidFill>
              <a:srgbClr val="172B4D"/>
            </a:solidFill>
          </a:ln>
        </p:spPr>
      </p:sp>
      <p:sp>
        <p:nvSpPr>
          <p:cNvPr id="802" name="object-802">
            <a:extLst>
              <a:ext uri="{FF2B5EF4-FFF2-40B4-BE49-F238E27FC236}">
                <a16:creationId xmlns:a16="http://schemas.microsoft.com/office/drawing/2014/main" id="{D600503A-8C46-4E6E-8ED0-DDC148C42CDD}"/>
              </a:ext>
            </a:extLst>
          </p:cNvPr>
          <p:cNvSpPr>
            <a:spLocks noGrp="1"/>
          </p:cNvSpPr>
          <p:nvPr/>
        </p:nvSpPr>
        <p:spPr>
          <a:xfrm>
            <a:off x="13244513" y="4048125"/>
            <a:ext cx="26194" cy="547688"/>
          </a:xfrm>
          <a:prstGeom prst="rect">
            <a:avLst/>
          </a:prstGeom>
          <a:solidFill>
            <a:srgbClr val="FFFFFF"/>
          </a:solidFill>
          <a:ln w="13097">
            <a:solidFill>
              <a:srgbClr val="172B4D"/>
            </a:solidFill>
          </a:ln>
        </p:spPr>
      </p:sp>
      <p:sp>
        <p:nvSpPr>
          <p:cNvPr id="803" name="object-803">
            <a:extLst>
              <a:ext uri="{FF2B5EF4-FFF2-40B4-BE49-F238E27FC236}">
                <a16:creationId xmlns:a16="http://schemas.microsoft.com/office/drawing/2014/main" id="{6A73C56B-DF79-46A1-8842-63F1A98215B9}"/>
              </a:ext>
            </a:extLst>
          </p:cNvPr>
          <p:cNvSpPr>
            <a:spLocks noGrp="1"/>
          </p:cNvSpPr>
          <p:nvPr/>
        </p:nvSpPr>
        <p:spPr>
          <a:xfrm>
            <a:off x="13270706" y="4048125"/>
            <a:ext cx="26194" cy="547688"/>
          </a:xfrm>
          <a:prstGeom prst="rect">
            <a:avLst/>
          </a:prstGeom>
          <a:solidFill>
            <a:srgbClr val="FFFFFF"/>
          </a:solidFill>
          <a:ln w="13097">
            <a:solidFill>
              <a:srgbClr val="172B4D"/>
            </a:solidFill>
          </a:ln>
        </p:spPr>
      </p:sp>
      <p:sp>
        <p:nvSpPr>
          <p:cNvPr id="804" name="object-804">
            <a:extLst>
              <a:ext uri="{FF2B5EF4-FFF2-40B4-BE49-F238E27FC236}">
                <a16:creationId xmlns:a16="http://schemas.microsoft.com/office/drawing/2014/main" id="{1E36A295-04E5-4DEC-9380-440C875042BC}"/>
              </a:ext>
            </a:extLst>
          </p:cNvPr>
          <p:cNvSpPr>
            <a:spLocks noGrp="1"/>
          </p:cNvSpPr>
          <p:nvPr/>
        </p:nvSpPr>
        <p:spPr>
          <a:xfrm>
            <a:off x="13296900" y="4048125"/>
            <a:ext cx="26194" cy="547688"/>
          </a:xfrm>
          <a:prstGeom prst="rect">
            <a:avLst/>
          </a:prstGeom>
          <a:solidFill>
            <a:srgbClr val="FFFFFF"/>
          </a:solidFill>
          <a:ln w="13097">
            <a:solidFill>
              <a:srgbClr val="172B4D"/>
            </a:solidFill>
          </a:ln>
        </p:spPr>
      </p:sp>
      <p:sp>
        <p:nvSpPr>
          <p:cNvPr id="805" name="object-805">
            <a:extLst>
              <a:ext uri="{FF2B5EF4-FFF2-40B4-BE49-F238E27FC236}">
                <a16:creationId xmlns:a16="http://schemas.microsoft.com/office/drawing/2014/main" id="{B6D77AAE-6C9B-40BD-845B-BB0DF7FAE09F}"/>
              </a:ext>
            </a:extLst>
          </p:cNvPr>
          <p:cNvSpPr>
            <a:spLocks noGrp="1"/>
          </p:cNvSpPr>
          <p:nvPr/>
        </p:nvSpPr>
        <p:spPr>
          <a:xfrm>
            <a:off x="13323094" y="4048125"/>
            <a:ext cx="26194" cy="547688"/>
          </a:xfrm>
          <a:prstGeom prst="rect">
            <a:avLst/>
          </a:prstGeom>
          <a:solidFill>
            <a:srgbClr val="FFFFFF"/>
          </a:solidFill>
          <a:ln w="13097">
            <a:solidFill>
              <a:srgbClr val="172B4D"/>
            </a:solidFill>
          </a:ln>
        </p:spPr>
      </p:sp>
      <p:sp>
        <p:nvSpPr>
          <p:cNvPr id="806" name="object-806">
            <a:extLst>
              <a:ext uri="{FF2B5EF4-FFF2-40B4-BE49-F238E27FC236}">
                <a16:creationId xmlns:a16="http://schemas.microsoft.com/office/drawing/2014/main" id="{C8D7B4B2-0AD2-4827-B486-A54E196CBFF2}"/>
              </a:ext>
            </a:extLst>
          </p:cNvPr>
          <p:cNvSpPr>
            <a:spLocks noGrp="1"/>
          </p:cNvSpPr>
          <p:nvPr/>
        </p:nvSpPr>
        <p:spPr>
          <a:xfrm>
            <a:off x="13349288" y="4048125"/>
            <a:ext cx="26194" cy="547688"/>
          </a:xfrm>
          <a:prstGeom prst="rect">
            <a:avLst/>
          </a:prstGeom>
          <a:solidFill>
            <a:srgbClr val="FFFFFF"/>
          </a:solidFill>
          <a:ln w="13097">
            <a:solidFill>
              <a:srgbClr val="172B4D"/>
            </a:solidFill>
          </a:ln>
        </p:spPr>
      </p:sp>
      <p:sp>
        <p:nvSpPr>
          <p:cNvPr id="807" name="object-807">
            <a:extLst>
              <a:ext uri="{FF2B5EF4-FFF2-40B4-BE49-F238E27FC236}">
                <a16:creationId xmlns:a16="http://schemas.microsoft.com/office/drawing/2014/main" id="{4AC551D3-68CC-4A96-A1A0-71B136B95773}"/>
              </a:ext>
            </a:extLst>
          </p:cNvPr>
          <p:cNvSpPr>
            <a:spLocks noGrp="1"/>
          </p:cNvSpPr>
          <p:nvPr/>
        </p:nvSpPr>
        <p:spPr>
          <a:xfrm>
            <a:off x="13375481" y="4048125"/>
            <a:ext cx="26194" cy="547688"/>
          </a:xfrm>
          <a:prstGeom prst="rect">
            <a:avLst/>
          </a:prstGeom>
          <a:solidFill>
            <a:srgbClr val="FFFFFF"/>
          </a:solidFill>
          <a:ln w="13097">
            <a:solidFill>
              <a:srgbClr val="172B4D"/>
            </a:solidFill>
          </a:ln>
        </p:spPr>
      </p:sp>
      <p:sp>
        <p:nvSpPr>
          <p:cNvPr id="808" name="object-808">
            <a:extLst>
              <a:ext uri="{FF2B5EF4-FFF2-40B4-BE49-F238E27FC236}">
                <a16:creationId xmlns:a16="http://schemas.microsoft.com/office/drawing/2014/main" id="{0EA6959C-2FF6-4381-B2AB-52B23E6385D0}"/>
              </a:ext>
            </a:extLst>
          </p:cNvPr>
          <p:cNvSpPr>
            <a:spLocks noGrp="1"/>
          </p:cNvSpPr>
          <p:nvPr/>
        </p:nvSpPr>
        <p:spPr>
          <a:xfrm>
            <a:off x="13401675" y="4048125"/>
            <a:ext cx="26194" cy="547688"/>
          </a:xfrm>
          <a:prstGeom prst="rect">
            <a:avLst/>
          </a:prstGeom>
          <a:solidFill>
            <a:srgbClr val="FFFFFF"/>
          </a:solidFill>
          <a:ln w="13097">
            <a:solidFill>
              <a:srgbClr val="172B4D"/>
            </a:solidFill>
          </a:ln>
        </p:spPr>
      </p:sp>
      <p:sp>
        <p:nvSpPr>
          <p:cNvPr id="809" name="object-809">
            <a:extLst>
              <a:ext uri="{FF2B5EF4-FFF2-40B4-BE49-F238E27FC236}">
                <a16:creationId xmlns:a16="http://schemas.microsoft.com/office/drawing/2014/main" id="{476E4BC7-6D6C-4490-9B5E-83E10E4DC059}"/>
              </a:ext>
            </a:extLst>
          </p:cNvPr>
          <p:cNvSpPr>
            <a:spLocks noGrp="1"/>
          </p:cNvSpPr>
          <p:nvPr/>
        </p:nvSpPr>
        <p:spPr>
          <a:xfrm>
            <a:off x="13427869" y="4048125"/>
            <a:ext cx="26194" cy="547688"/>
          </a:xfrm>
          <a:prstGeom prst="rect">
            <a:avLst/>
          </a:prstGeom>
          <a:solidFill>
            <a:srgbClr val="FFFFFF"/>
          </a:solidFill>
          <a:ln w="13097">
            <a:solidFill>
              <a:srgbClr val="172B4D"/>
            </a:solidFill>
          </a:ln>
        </p:spPr>
      </p:sp>
      <p:sp>
        <p:nvSpPr>
          <p:cNvPr id="810" name="object-810">
            <a:extLst>
              <a:ext uri="{FF2B5EF4-FFF2-40B4-BE49-F238E27FC236}">
                <a16:creationId xmlns:a16="http://schemas.microsoft.com/office/drawing/2014/main" id="{9D4F1696-6902-4B5C-82CF-3EB56F229718}"/>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370/100</a:t>
            </a:r>
          </a:p>
        </p:txBody>
      </p:sp>
      <p:sp>
        <p:nvSpPr>
          <p:cNvPr id="811" name="object-811">
            <a:extLst>
              <a:ext uri="{FF2B5EF4-FFF2-40B4-BE49-F238E27FC236}">
                <a16:creationId xmlns:a16="http://schemas.microsoft.com/office/drawing/2014/main" id="{298813AF-0842-4856-844A-95B4886CC78E}"/>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373%</a:t>
            </a:r>
          </a:p>
        </p:txBody>
      </p:sp>
      <p:sp>
        <p:nvSpPr>
          <p:cNvPr id="812" name="object-812">
            <a:extLst>
              <a:ext uri="{FF2B5EF4-FFF2-40B4-BE49-F238E27FC236}">
                <a16:creationId xmlns:a16="http://schemas.microsoft.com/office/drawing/2014/main" id="{325DCF34-BB81-4837-B14C-A2472ABD0A16}"/>
              </a:ext>
            </a:extLst>
          </p:cNvPr>
          <p:cNvSpPr>
            <a:spLocks noGrp="1"/>
          </p:cNvSpPr>
          <p:nvPr/>
        </p:nvSpPr>
        <p:spPr>
          <a:xfrm>
            <a:off x="2976563" y="5238750"/>
            <a:ext cx="26194" cy="547688"/>
          </a:xfrm>
          <a:prstGeom prst="rect">
            <a:avLst/>
          </a:prstGeom>
          <a:solidFill>
            <a:srgbClr val="1D4ED8"/>
          </a:solidFill>
          <a:ln w="13097">
            <a:solidFill>
              <a:srgbClr val="172B4D"/>
            </a:solidFill>
          </a:ln>
        </p:spPr>
      </p:sp>
      <p:sp>
        <p:nvSpPr>
          <p:cNvPr id="813" name="object-813">
            <a:extLst>
              <a:ext uri="{FF2B5EF4-FFF2-40B4-BE49-F238E27FC236}">
                <a16:creationId xmlns:a16="http://schemas.microsoft.com/office/drawing/2014/main" id="{00AC2EE3-4F97-4C75-BF74-24FA01E43D21}"/>
              </a:ext>
            </a:extLst>
          </p:cNvPr>
          <p:cNvSpPr>
            <a:spLocks noGrp="1"/>
          </p:cNvSpPr>
          <p:nvPr/>
        </p:nvSpPr>
        <p:spPr>
          <a:xfrm>
            <a:off x="3002756" y="5238750"/>
            <a:ext cx="26194" cy="547688"/>
          </a:xfrm>
          <a:prstGeom prst="rect">
            <a:avLst/>
          </a:prstGeom>
          <a:solidFill>
            <a:srgbClr val="1D4ED8"/>
          </a:solidFill>
          <a:ln w="13097">
            <a:solidFill>
              <a:srgbClr val="172B4D"/>
            </a:solidFill>
          </a:ln>
        </p:spPr>
      </p:sp>
      <p:sp>
        <p:nvSpPr>
          <p:cNvPr id="814" name="object-814">
            <a:extLst>
              <a:ext uri="{FF2B5EF4-FFF2-40B4-BE49-F238E27FC236}">
                <a16:creationId xmlns:a16="http://schemas.microsoft.com/office/drawing/2014/main" id="{1884591D-ADB9-4B98-94E1-B4D0740F31EC}"/>
              </a:ext>
            </a:extLst>
          </p:cNvPr>
          <p:cNvSpPr>
            <a:spLocks noGrp="1"/>
          </p:cNvSpPr>
          <p:nvPr/>
        </p:nvSpPr>
        <p:spPr>
          <a:xfrm>
            <a:off x="3028950" y="5238750"/>
            <a:ext cx="26194" cy="547688"/>
          </a:xfrm>
          <a:prstGeom prst="rect">
            <a:avLst/>
          </a:prstGeom>
          <a:solidFill>
            <a:srgbClr val="1D4ED8"/>
          </a:solidFill>
          <a:ln w="13097">
            <a:solidFill>
              <a:srgbClr val="172B4D"/>
            </a:solidFill>
          </a:ln>
        </p:spPr>
      </p:sp>
      <p:sp>
        <p:nvSpPr>
          <p:cNvPr id="815" name="object-815">
            <a:extLst>
              <a:ext uri="{FF2B5EF4-FFF2-40B4-BE49-F238E27FC236}">
                <a16:creationId xmlns:a16="http://schemas.microsoft.com/office/drawing/2014/main" id="{2A994104-0016-49D0-B61F-941DAB945C52}"/>
              </a:ext>
            </a:extLst>
          </p:cNvPr>
          <p:cNvSpPr>
            <a:spLocks noGrp="1"/>
          </p:cNvSpPr>
          <p:nvPr/>
        </p:nvSpPr>
        <p:spPr>
          <a:xfrm>
            <a:off x="3055144" y="5238750"/>
            <a:ext cx="26194" cy="547688"/>
          </a:xfrm>
          <a:prstGeom prst="rect">
            <a:avLst/>
          </a:prstGeom>
          <a:solidFill>
            <a:srgbClr val="1D4ED8"/>
          </a:solidFill>
          <a:ln w="13097">
            <a:solidFill>
              <a:srgbClr val="172B4D"/>
            </a:solidFill>
          </a:ln>
        </p:spPr>
      </p:sp>
      <p:sp>
        <p:nvSpPr>
          <p:cNvPr id="816" name="object-816">
            <a:extLst>
              <a:ext uri="{FF2B5EF4-FFF2-40B4-BE49-F238E27FC236}">
                <a16:creationId xmlns:a16="http://schemas.microsoft.com/office/drawing/2014/main" id="{7D3BB9A2-8D2B-4BC5-8638-FB2CB065D91F}"/>
              </a:ext>
            </a:extLst>
          </p:cNvPr>
          <p:cNvSpPr>
            <a:spLocks noGrp="1"/>
          </p:cNvSpPr>
          <p:nvPr/>
        </p:nvSpPr>
        <p:spPr>
          <a:xfrm>
            <a:off x="3081338" y="5238750"/>
            <a:ext cx="26194" cy="547688"/>
          </a:xfrm>
          <a:prstGeom prst="rect">
            <a:avLst/>
          </a:prstGeom>
          <a:solidFill>
            <a:srgbClr val="1D4ED8"/>
          </a:solidFill>
          <a:ln w="13097">
            <a:solidFill>
              <a:srgbClr val="172B4D"/>
            </a:solidFill>
          </a:ln>
        </p:spPr>
      </p:sp>
      <p:sp>
        <p:nvSpPr>
          <p:cNvPr id="817" name="object-817">
            <a:extLst>
              <a:ext uri="{FF2B5EF4-FFF2-40B4-BE49-F238E27FC236}">
                <a16:creationId xmlns:a16="http://schemas.microsoft.com/office/drawing/2014/main" id="{C3AEA82C-BF1F-4837-A563-4CA2BB5F8823}"/>
              </a:ext>
            </a:extLst>
          </p:cNvPr>
          <p:cNvSpPr>
            <a:spLocks noGrp="1"/>
          </p:cNvSpPr>
          <p:nvPr/>
        </p:nvSpPr>
        <p:spPr>
          <a:xfrm>
            <a:off x="3107531" y="5238750"/>
            <a:ext cx="26194" cy="547688"/>
          </a:xfrm>
          <a:prstGeom prst="rect">
            <a:avLst/>
          </a:prstGeom>
          <a:solidFill>
            <a:srgbClr val="1D4ED8"/>
          </a:solidFill>
          <a:ln w="13097">
            <a:solidFill>
              <a:srgbClr val="172B4D"/>
            </a:solidFill>
          </a:ln>
        </p:spPr>
      </p:sp>
      <p:sp>
        <p:nvSpPr>
          <p:cNvPr id="818" name="object-818">
            <a:extLst>
              <a:ext uri="{FF2B5EF4-FFF2-40B4-BE49-F238E27FC236}">
                <a16:creationId xmlns:a16="http://schemas.microsoft.com/office/drawing/2014/main" id="{B425F0C3-171E-4CAF-8822-F04CFE60E07A}"/>
              </a:ext>
            </a:extLst>
          </p:cNvPr>
          <p:cNvSpPr>
            <a:spLocks noGrp="1"/>
          </p:cNvSpPr>
          <p:nvPr/>
        </p:nvSpPr>
        <p:spPr>
          <a:xfrm>
            <a:off x="3133725" y="5238750"/>
            <a:ext cx="26194" cy="547688"/>
          </a:xfrm>
          <a:prstGeom prst="rect">
            <a:avLst/>
          </a:prstGeom>
          <a:solidFill>
            <a:srgbClr val="1D4ED8"/>
          </a:solidFill>
          <a:ln w="13097">
            <a:solidFill>
              <a:srgbClr val="172B4D"/>
            </a:solidFill>
          </a:ln>
        </p:spPr>
      </p:sp>
      <p:sp>
        <p:nvSpPr>
          <p:cNvPr id="819" name="object-819">
            <a:extLst>
              <a:ext uri="{FF2B5EF4-FFF2-40B4-BE49-F238E27FC236}">
                <a16:creationId xmlns:a16="http://schemas.microsoft.com/office/drawing/2014/main" id="{E8D03FDF-910F-448D-BA25-65DC50034F90}"/>
              </a:ext>
            </a:extLst>
          </p:cNvPr>
          <p:cNvSpPr>
            <a:spLocks noGrp="1"/>
          </p:cNvSpPr>
          <p:nvPr/>
        </p:nvSpPr>
        <p:spPr>
          <a:xfrm>
            <a:off x="3159919" y="5238750"/>
            <a:ext cx="26194" cy="547688"/>
          </a:xfrm>
          <a:prstGeom prst="rect">
            <a:avLst/>
          </a:prstGeom>
          <a:solidFill>
            <a:srgbClr val="1D4ED8"/>
          </a:solidFill>
          <a:ln w="13097">
            <a:solidFill>
              <a:srgbClr val="172B4D"/>
            </a:solidFill>
          </a:ln>
        </p:spPr>
      </p:sp>
      <p:sp>
        <p:nvSpPr>
          <p:cNvPr id="820" name="object-820">
            <a:extLst>
              <a:ext uri="{FF2B5EF4-FFF2-40B4-BE49-F238E27FC236}">
                <a16:creationId xmlns:a16="http://schemas.microsoft.com/office/drawing/2014/main" id="{8BDDA4BE-6D71-4AE1-B6A1-05BE2817D7B5}"/>
              </a:ext>
            </a:extLst>
          </p:cNvPr>
          <p:cNvSpPr>
            <a:spLocks noGrp="1"/>
          </p:cNvSpPr>
          <p:nvPr/>
        </p:nvSpPr>
        <p:spPr>
          <a:xfrm>
            <a:off x="3186113" y="5238750"/>
            <a:ext cx="26194" cy="547688"/>
          </a:xfrm>
          <a:prstGeom prst="rect">
            <a:avLst/>
          </a:prstGeom>
          <a:solidFill>
            <a:srgbClr val="1D4ED8"/>
          </a:solidFill>
          <a:ln w="13097">
            <a:solidFill>
              <a:srgbClr val="172B4D"/>
            </a:solidFill>
          </a:ln>
        </p:spPr>
      </p:sp>
      <p:sp>
        <p:nvSpPr>
          <p:cNvPr id="821" name="object-821">
            <a:extLst>
              <a:ext uri="{FF2B5EF4-FFF2-40B4-BE49-F238E27FC236}">
                <a16:creationId xmlns:a16="http://schemas.microsoft.com/office/drawing/2014/main" id="{B8D287B4-C7BF-423F-8BCA-7A661B5339EA}"/>
              </a:ext>
            </a:extLst>
          </p:cNvPr>
          <p:cNvSpPr>
            <a:spLocks noGrp="1"/>
          </p:cNvSpPr>
          <p:nvPr/>
        </p:nvSpPr>
        <p:spPr>
          <a:xfrm>
            <a:off x="3212306" y="5238750"/>
            <a:ext cx="26194" cy="547688"/>
          </a:xfrm>
          <a:prstGeom prst="rect">
            <a:avLst/>
          </a:prstGeom>
          <a:solidFill>
            <a:srgbClr val="1D4ED8"/>
          </a:solidFill>
          <a:ln w="13097">
            <a:solidFill>
              <a:srgbClr val="172B4D"/>
            </a:solidFill>
          </a:ln>
        </p:spPr>
      </p:sp>
      <p:sp>
        <p:nvSpPr>
          <p:cNvPr id="822" name="object-822">
            <a:extLst>
              <a:ext uri="{FF2B5EF4-FFF2-40B4-BE49-F238E27FC236}">
                <a16:creationId xmlns:a16="http://schemas.microsoft.com/office/drawing/2014/main" id="{C82DD5C0-7A34-4740-9AED-347BA06C0109}"/>
              </a:ext>
            </a:extLst>
          </p:cNvPr>
          <p:cNvSpPr>
            <a:spLocks noGrp="1"/>
          </p:cNvSpPr>
          <p:nvPr/>
        </p:nvSpPr>
        <p:spPr>
          <a:xfrm>
            <a:off x="3238500" y="5238750"/>
            <a:ext cx="26194" cy="547688"/>
          </a:xfrm>
          <a:prstGeom prst="rect">
            <a:avLst/>
          </a:prstGeom>
          <a:solidFill>
            <a:srgbClr val="1D4ED8"/>
          </a:solidFill>
          <a:ln w="13097">
            <a:solidFill>
              <a:srgbClr val="172B4D"/>
            </a:solidFill>
          </a:ln>
        </p:spPr>
      </p:sp>
      <p:sp>
        <p:nvSpPr>
          <p:cNvPr id="823" name="object-823">
            <a:extLst>
              <a:ext uri="{FF2B5EF4-FFF2-40B4-BE49-F238E27FC236}">
                <a16:creationId xmlns:a16="http://schemas.microsoft.com/office/drawing/2014/main" id="{3AF9EE8C-9A3A-43A9-B72B-6AE931B36A4D}"/>
              </a:ext>
            </a:extLst>
          </p:cNvPr>
          <p:cNvSpPr>
            <a:spLocks noGrp="1"/>
          </p:cNvSpPr>
          <p:nvPr/>
        </p:nvSpPr>
        <p:spPr>
          <a:xfrm>
            <a:off x="3264694" y="5238750"/>
            <a:ext cx="26194" cy="547688"/>
          </a:xfrm>
          <a:prstGeom prst="rect">
            <a:avLst/>
          </a:prstGeom>
          <a:solidFill>
            <a:srgbClr val="1D4ED8"/>
          </a:solidFill>
          <a:ln w="13097">
            <a:solidFill>
              <a:srgbClr val="172B4D"/>
            </a:solidFill>
          </a:ln>
        </p:spPr>
      </p:sp>
      <p:sp>
        <p:nvSpPr>
          <p:cNvPr id="824" name="object-824">
            <a:extLst>
              <a:ext uri="{FF2B5EF4-FFF2-40B4-BE49-F238E27FC236}">
                <a16:creationId xmlns:a16="http://schemas.microsoft.com/office/drawing/2014/main" id="{89D323EB-8E86-472C-8D1F-14F3AFA26EC6}"/>
              </a:ext>
            </a:extLst>
          </p:cNvPr>
          <p:cNvSpPr>
            <a:spLocks noGrp="1"/>
          </p:cNvSpPr>
          <p:nvPr/>
        </p:nvSpPr>
        <p:spPr>
          <a:xfrm>
            <a:off x="3290888" y="5238750"/>
            <a:ext cx="26194" cy="547688"/>
          </a:xfrm>
          <a:prstGeom prst="rect">
            <a:avLst/>
          </a:prstGeom>
          <a:solidFill>
            <a:srgbClr val="1D4ED8"/>
          </a:solidFill>
          <a:ln w="13097">
            <a:solidFill>
              <a:srgbClr val="172B4D"/>
            </a:solidFill>
          </a:ln>
        </p:spPr>
      </p:sp>
      <p:sp>
        <p:nvSpPr>
          <p:cNvPr id="825" name="object-825">
            <a:extLst>
              <a:ext uri="{FF2B5EF4-FFF2-40B4-BE49-F238E27FC236}">
                <a16:creationId xmlns:a16="http://schemas.microsoft.com/office/drawing/2014/main" id="{2A80F113-9B44-4C74-9F7B-DDEE1390DBF3}"/>
              </a:ext>
            </a:extLst>
          </p:cNvPr>
          <p:cNvSpPr>
            <a:spLocks noGrp="1"/>
          </p:cNvSpPr>
          <p:nvPr/>
        </p:nvSpPr>
        <p:spPr>
          <a:xfrm>
            <a:off x="3317081" y="5238750"/>
            <a:ext cx="26194" cy="547688"/>
          </a:xfrm>
          <a:prstGeom prst="rect">
            <a:avLst/>
          </a:prstGeom>
          <a:solidFill>
            <a:srgbClr val="1D4ED8"/>
          </a:solidFill>
          <a:ln w="13097">
            <a:solidFill>
              <a:srgbClr val="172B4D"/>
            </a:solidFill>
          </a:ln>
        </p:spPr>
      </p:sp>
      <p:sp>
        <p:nvSpPr>
          <p:cNvPr id="826" name="object-826">
            <a:extLst>
              <a:ext uri="{FF2B5EF4-FFF2-40B4-BE49-F238E27FC236}">
                <a16:creationId xmlns:a16="http://schemas.microsoft.com/office/drawing/2014/main" id="{0CB6B8BC-A70F-403C-AFEF-982D2D9C922C}"/>
              </a:ext>
            </a:extLst>
          </p:cNvPr>
          <p:cNvSpPr>
            <a:spLocks noGrp="1"/>
          </p:cNvSpPr>
          <p:nvPr/>
        </p:nvSpPr>
        <p:spPr>
          <a:xfrm>
            <a:off x="3343275" y="5238750"/>
            <a:ext cx="26194" cy="547688"/>
          </a:xfrm>
          <a:prstGeom prst="rect">
            <a:avLst/>
          </a:prstGeom>
          <a:solidFill>
            <a:srgbClr val="1D4ED8"/>
          </a:solidFill>
          <a:ln w="13097">
            <a:solidFill>
              <a:srgbClr val="172B4D"/>
            </a:solidFill>
          </a:ln>
        </p:spPr>
      </p:sp>
      <p:sp>
        <p:nvSpPr>
          <p:cNvPr id="827" name="object-827">
            <a:extLst>
              <a:ext uri="{FF2B5EF4-FFF2-40B4-BE49-F238E27FC236}">
                <a16:creationId xmlns:a16="http://schemas.microsoft.com/office/drawing/2014/main" id="{0A4BCFFF-6CF1-4E91-8BC3-4AEE88C6C520}"/>
              </a:ext>
            </a:extLst>
          </p:cNvPr>
          <p:cNvSpPr>
            <a:spLocks noGrp="1"/>
          </p:cNvSpPr>
          <p:nvPr/>
        </p:nvSpPr>
        <p:spPr>
          <a:xfrm>
            <a:off x="3369469" y="5238750"/>
            <a:ext cx="26194" cy="547688"/>
          </a:xfrm>
          <a:prstGeom prst="rect">
            <a:avLst/>
          </a:prstGeom>
          <a:solidFill>
            <a:srgbClr val="1D4ED8"/>
          </a:solidFill>
          <a:ln w="13097">
            <a:solidFill>
              <a:srgbClr val="172B4D"/>
            </a:solidFill>
          </a:ln>
        </p:spPr>
      </p:sp>
      <p:sp>
        <p:nvSpPr>
          <p:cNvPr id="828" name="object-828">
            <a:extLst>
              <a:ext uri="{FF2B5EF4-FFF2-40B4-BE49-F238E27FC236}">
                <a16:creationId xmlns:a16="http://schemas.microsoft.com/office/drawing/2014/main" id="{2DAAEDD0-41D4-4A13-A4D8-47C5D8764ADE}"/>
              </a:ext>
            </a:extLst>
          </p:cNvPr>
          <p:cNvSpPr>
            <a:spLocks noGrp="1"/>
          </p:cNvSpPr>
          <p:nvPr/>
        </p:nvSpPr>
        <p:spPr>
          <a:xfrm>
            <a:off x="3395663" y="5238750"/>
            <a:ext cx="26194" cy="547688"/>
          </a:xfrm>
          <a:prstGeom prst="rect">
            <a:avLst/>
          </a:prstGeom>
          <a:solidFill>
            <a:srgbClr val="1D4ED8"/>
          </a:solidFill>
          <a:ln w="13097">
            <a:solidFill>
              <a:srgbClr val="172B4D"/>
            </a:solidFill>
          </a:ln>
        </p:spPr>
      </p:sp>
      <p:sp>
        <p:nvSpPr>
          <p:cNvPr id="829" name="object-829">
            <a:extLst>
              <a:ext uri="{FF2B5EF4-FFF2-40B4-BE49-F238E27FC236}">
                <a16:creationId xmlns:a16="http://schemas.microsoft.com/office/drawing/2014/main" id="{0EE8A5EE-B304-4FA0-9082-4FBF4C1A5D4D}"/>
              </a:ext>
            </a:extLst>
          </p:cNvPr>
          <p:cNvSpPr>
            <a:spLocks noGrp="1"/>
          </p:cNvSpPr>
          <p:nvPr/>
        </p:nvSpPr>
        <p:spPr>
          <a:xfrm>
            <a:off x="3421856" y="5238750"/>
            <a:ext cx="26194" cy="547688"/>
          </a:xfrm>
          <a:prstGeom prst="rect">
            <a:avLst/>
          </a:prstGeom>
          <a:solidFill>
            <a:srgbClr val="1D4ED8"/>
          </a:solidFill>
          <a:ln w="13097">
            <a:solidFill>
              <a:srgbClr val="172B4D"/>
            </a:solidFill>
          </a:ln>
        </p:spPr>
      </p:sp>
      <p:sp>
        <p:nvSpPr>
          <p:cNvPr id="830" name="object-830">
            <a:extLst>
              <a:ext uri="{FF2B5EF4-FFF2-40B4-BE49-F238E27FC236}">
                <a16:creationId xmlns:a16="http://schemas.microsoft.com/office/drawing/2014/main" id="{2628646F-AD41-48EC-94E5-EF670D528979}"/>
              </a:ext>
            </a:extLst>
          </p:cNvPr>
          <p:cNvSpPr>
            <a:spLocks noGrp="1"/>
          </p:cNvSpPr>
          <p:nvPr/>
        </p:nvSpPr>
        <p:spPr>
          <a:xfrm>
            <a:off x="3448050" y="5238750"/>
            <a:ext cx="26194" cy="547688"/>
          </a:xfrm>
          <a:prstGeom prst="rect">
            <a:avLst/>
          </a:prstGeom>
          <a:solidFill>
            <a:srgbClr val="1D4ED8"/>
          </a:solidFill>
          <a:ln w="13097">
            <a:solidFill>
              <a:srgbClr val="172B4D"/>
            </a:solidFill>
          </a:ln>
        </p:spPr>
      </p:sp>
      <p:sp>
        <p:nvSpPr>
          <p:cNvPr id="831" name="object-831">
            <a:extLst>
              <a:ext uri="{FF2B5EF4-FFF2-40B4-BE49-F238E27FC236}">
                <a16:creationId xmlns:a16="http://schemas.microsoft.com/office/drawing/2014/main" id="{2737E949-DDE5-4812-9D24-AEA334782936}"/>
              </a:ext>
            </a:extLst>
          </p:cNvPr>
          <p:cNvSpPr>
            <a:spLocks noGrp="1"/>
          </p:cNvSpPr>
          <p:nvPr/>
        </p:nvSpPr>
        <p:spPr>
          <a:xfrm>
            <a:off x="3474244" y="5238750"/>
            <a:ext cx="26194" cy="547688"/>
          </a:xfrm>
          <a:prstGeom prst="rect">
            <a:avLst/>
          </a:prstGeom>
          <a:solidFill>
            <a:srgbClr val="1D4ED8"/>
          </a:solidFill>
          <a:ln w="13097">
            <a:solidFill>
              <a:srgbClr val="172B4D"/>
            </a:solidFill>
          </a:ln>
        </p:spPr>
      </p:sp>
      <p:sp>
        <p:nvSpPr>
          <p:cNvPr id="832" name="object-832">
            <a:extLst>
              <a:ext uri="{FF2B5EF4-FFF2-40B4-BE49-F238E27FC236}">
                <a16:creationId xmlns:a16="http://schemas.microsoft.com/office/drawing/2014/main" id="{FEE3D89B-499A-4B26-A5FE-F7B40ABC1947}"/>
              </a:ext>
            </a:extLst>
          </p:cNvPr>
          <p:cNvSpPr>
            <a:spLocks noGrp="1"/>
          </p:cNvSpPr>
          <p:nvPr/>
        </p:nvSpPr>
        <p:spPr>
          <a:xfrm>
            <a:off x="3500438" y="5238750"/>
            <a:ext cx="26194" cy="547688"/>
          </a:xfrm>
          <a:prstGeom prst="rect">
            <a:avLst/>
          </a:prstGeom>
          <a:solidFill>
            <a:srgbClr val="1D4ED8"/>
          </a:solidFill>
          <a:ln w="13097">
            <a:solidFill>
              <a:srgbClr val="172B4D"/>
            </a:solidFill>
          </a:ln>
        </p:spPr>
      </p:sp>
      <p:sp>
        <p:nvSpPr>
          <p:cNvPr id="833" name="object-833">
            <a:extLst>
              <a:ext uri="{FF2B5EF4-FFF2-40B4-BE49-F238E27FC236}">
                <a16:creationId xmlns:a16="http://schemas.microsoft.com/office/drawing/2014/main" id="{2BD13F8E-2583-4BE4-A6C5-3B0D52BF907A}"/>
              </a:ext>
            </a:extLst>
          </p:cNvPr>
          <p:cNvSpPr>
            <a:spLocks noGrp="1"/>
          </p:cNvSpPr>
          <p:nvPr/>
        </p:nvSpPr>
        <p:spPr>
          <a:xfrm>
            <a:off x="3526631" y="5238750"/>
            <a:ext cx="26194" cy="547688"/>
          </a:xfrm>
          <a:prstGeom prst="rect">
            <a:avLst/>
          </a:prstGeom>
          <a:solidFill>
            <a:srgbClr val="1D4ED8"/>
          </a:solidFill>
          <a:ln w="13097">
            <a:solidFill>
              <a:srgbClr val="172B4D"/>
            </a:solidFill>
          </a:ln>
        </p:spPr>
      </p:sp>
      <p:sp>
        <p:nvSpPr>
          <p:cNvPr id="834" name="object-834">
            <a:extLst>
              <a:ext uri="{FF2B5EF4-FFF2-40B4-BE49-F238E27FC236}">
                <a16:creationId xmlns:a16="http://schemas.microsoft.com/office/drawing/2014/main" id="{3A758153-04EF-45F8-9D43-FC798207A8C6}"/>
              </a:ext>
            </a:extLst>
          </p:cNvPr>
          <p:cNvSpPr>
            <a:spLocks noGrp="1"/>
          </p:cNvSpPr>
          <p:nvPr/>
        </p:nvSpPr>
        <p:spPr>
          <a:xfrm>
            <a:off x="3552825" y="5238750"/>
            <a:ext cx="26194" cy="547688"/>
          </a:xfrm>
          <a:prstGeom prst="rect">
            <a:avLst/>
          </a:prstGeom>
          <a:solidFill>
            <a:srgbClr val="1D4ED8"/>
          </a:solidFill>
          <a:ln w="13097">
            <a:solidFill>
              <a:srgbClr val="172B4D"/>
            </a:solidFill>
          </a:ln>
        </p:spPr>
      </p:sp>
      <p:sp>
        <p:nvSpPr>
          <p:cNvPr id="835" name="object-835">
            <a:extLst>
              <a:ext uri="{FF2B5EF4-FFF2-40B4-BE49-F238E27FC236}">
                <a16:creationId xmlns:a16="http://schemas.microsoft.com/office/drawing/2014/main" id="{B7881CD9-14E1-4A4F-8C55-E32C500FA1BE}"/>
              </a:ext>
            </a:extLst>
          </p:cNvPr>
          <p:cNvSpPr>
            <a:spLocks noGrp="1"/>
          </p:cNvSpPr>
          <p:nvPr/>
        </p:nvSpPr>
        <p:spPr>
          <a:xfrm>
            <a:off x="3579019" y="5238750"/>
            <a:ext cx="26194" cy="547688"/>
          </a:xfrm>
          <a:prstGeom prst="rect">
            <a:avLst/>
          </a:prstGeom>
          <a:solidFill>
            <a:srgbClr val="1D4ED8"/>
          </a:solidFill>
          <a:ln w="13097">
            <a:solidFill>
              <a:srgbClr val="172B4D"/>
            </a:solidFill>
          </a:ln>
        </p:spPr>
      </p:sp>
      <p:sp>
        <p:nvSpPr>
          <p:cNvPr id="836" name="object-836">
            <a:extLst>
              <a:ext uri="{FF2B5EF4-FFF2-40B4-BE49-F238E27FC236}">
                <a16:creationId xmlns:a16="http://schemas.microsoft.com/office/drawing/2014/main" id="{219BE05C-A49D-400D-8DA1-2887CFB5C7E8}"/>
              </a:ext>
            </a:extLst>
          </p:cNvPr>
          <p:cNvSpPr>
            <a:spLocks noGrp="1"/>
          </p:cNvSpPr>
          <p:nvPr/>
        </p:nvSpPr>
        <p:spPr>
          <a:xfrm>
            <a:off x="3605213" y="5238750"/>
            <a:ext cx="26194" cy="547688"/>
          </a:xfrm>
          <a:prstGeom prst="rect">
            <a:avLst/>
          </a:prstGeom>
          <a:solidFill>
            <a:srgbClr val="1D4ED8"/>
          </a:solidFill>
          <a:ln w="13097">
            <a:solidFill>
              <a:srgbClr val="172B4D"/>
            </a:solidFill>
          </a:ln>
        </p:spPr>
      </p:sp>
      <p:sp>
        <p:nvSpPr>
          <p:cNvPr id="837" name="object-837">
            <a:extLst>
              <a:ext uri="{FF2B5EF4-FFF2-40B4-BE49-F238E27FC236}">
                <a16:creationId xmlns:a16="http://schemas.microsoft.com/office/drawing/2014/main" id="{86BEFA5B-B6A2-4EE0-9F0C-3036A1D23B69}"/>
              </a:ext>
            </a:extLst>
          </p:cNvPr>
          <p:cNvSpPr>
            <a:spLocks noGrp="1"/>
          </p:cNvSpPr>
          <p:nvPr/>
        </p:nvSpPr>
        <p:spPr>
          <a:xfrm>
            <a:off x="3631406" y="5238750"/>
            <a:ext cx="26194" cy="547688"/>
          </a:xfrm>
          <a:prstGeom prst="rect">
            <a:avLst/>
          </a:prstGeom>
          <a:solidFill>
            <a:srgbClr val="1D4ED8"/>
          </a:solidFill>
          <a:ln w="13097">
            <a:solidFill>
              <a:srgbClr val="172B4D"/>
            </a:solidFill>
          </a:ln>
        </p:spPr>
      </p:sp>
      <p:sp>
        <p:nvSpPr>
          <p:cNvPr id="838" name="object-838">
            <a:extLst>
              <a:ext uri="{FF2B5EF4-FFF2-40B4-BE49-F238E27FC236}">
                <a16:creationId xmlns:a16="http://schemas.microsoft.com/office/drawing/2014/main" id="{0A1A597B-DF0F-4D12-A8EA-1B8BAADE6ED0}"/>
              </a:ext>
            </a:extLst>
          </p:cNvPr>
          <p:cNvSpPr>
            <a:spLocks noGrp="1"/>
          </p:cNvSpPr>
          <p:nvPr/>
        </p:nvSpPr>
        <p:spPr>
          <a:xfrm>
            <a:off x="3657600" y="5238750"/>
            <a:ext cx="26194" cy="547688"/>
          </a:xfrm>
          <a:prstGeom prst="rect">
            <a:avLst/>
          </a:prstGeom>
          <a:solidFill>
            <a:srgbClr val="1D4ED8"/>
          </a:solidFill>
          <a:ln w="13097">
            <a:solidFill>
              <a:srgbClr val="172B4D"/>
            </a:solidFill>
          </a:ln>
        </p:spPr>
      </p:sp>
      <p:sp>
        <p:nvSpPr>
          <p:cNvPr id="839" name="object-839">
            <a:extLst>
              <a:ext uri="{FF2B5EF4-FFF2-40B4-BE49-F238E27FC236}">
                <a16:creationId xmlns:a16="http://schemas.microsoft.com/office/drawing/2014/main" id="{4759A2B4-7E06-42D3-9953-0578D2D8E996}"/>
              </a:ext>
            </a:extLst>
          </p:cNvPr>
          <p:cNvSpPr>
            <a:spLocks noGrp="1"/>
          </p:cNvSpPr>
          <p:nvPr/>
        </p:nvSpPr>
        <p:spPr>
          <a:xfrm>
            <a:off x="3683794" y="5238750"/>
            <a:ext cx="26194" cy="547688"/>
          </a:xfrm>
          <a:prstGeom prst="rect">
            <a:avLst/>
          </a:prstGeom>
          <a:solidFill>
            <a:srgbClr val="1D4ED8"/>
          </a:solidFill>
          <a:ln w="13097">
            <a:solidFill>
              <a:srgbClr val="172B4D"/>
            </a:solidFill>
          </a:ln>
        </p:spPr>
      </p:sp>
      <p:sp>
        <p:nvSpPr>
          <p:cNvPr id="840" name="object-840">
            <a:extLst>
              <a:ext uri="{FF2B5EF4-FFF2-40B4-BE49-F238E27FC236}">
                <a16:creationId xmlns:a16="http://schemas.microsoft.com/office/drawing/2014/main" id="{46839C42-6B14-4EBF-9ACD-54EEADC4E5A6}"/>
              </a:ext>
            </a:extLst>
          </p:cNvPr>
          <p:cNvSpPr>
            <a:spLocks noGrp="1"/>
          </p:cNvSpPr>
          <p:nvPr/>
        </p:nvSpPr>
        <p:spPr>
          <a:xfrm>
            <a:off x="3709988" y="5238750"/>
            <a:ext cx="26194" cy="547688"/>
          </a:xfrm>
          <a:prstGeom prst="rect">
            <a:avLst/>
          </a:prstGeom>
          <a:solidFill>
            <a:srgbClr val="1D4ED8"/>
          </a:solidFill>
          <a:ln w="13097">
            <a:solidFill>
              <a:srgbClr val="172B4D"/>
            </a:solidFill>
          </a:ln>
        </p:spPr>
      </p:sp>
      <p:sp>
        <p:nvSpPr>
          <p:cNvPr id="841" name="object-841">
            <a:extLst>
              <a:ext uri="{FF2B5EF4-FFF2-40B4-BE49-F238E27FC236}">
                <a16:creationId xmlns:a16="http://schemas.microsoft.com/office/drawing/2014/main" id="{D4954483-5150-4EBD-8EFA-E9809356B8CD}"/>
              </a:ext>
            </a:extLst>
          </p:cNvPr>
          <p:cNvSpPr>
            <a:spLocks noGrp="1"/>
          </p:cNvSpPr>
          <p:nvPr/>
        </p:nvSpPr>
        <p:spPr>
          <a:xfrm>
            <a:off x="3736181" y="5238750"/>
            <a:ext cx="26194" cy="547688"/>
          </a:xfrm>
          <a:prstGeom prst="rect">
            <a:avLst/>
          </a:prstGeom>
          <a:solidFill>
            <a:srgbClr val="1D4ED8"/>
          </a:solidFill>
          <a:ln w="13097">
            <a:solidFill>
              <a:srgbClr val="172B4D"/>
            </a:solidFill>
          </a:ln>
        </p:spPr>
      </p:sp>
      <p:sp>
        <p:nvSpPr>
          <p:cNvPr id="842" name="object-842">
            <a:extLst>
              <a:ext uri="{FF2B5EF4-FFF2-40B4-BE49-F238E27FC236}">
                <a16:creationId xmlns:a16="http://schemas.microsoft.com/office/drawing/2014/main" id="{490018E7-B21F-4E18-96D2-5E52963FEEA6}"/>
              </a:ext>
            </a:extLst>
          </p:cNvPr>
          <p:cNvSpPr>
            <a:spLocks noGrp="1"/>
          </p:cNvSpPr>
          <p:nvPr/>
        </p:nvSpPr>
        <p:spPr>
          <a:xfrm>
            <a:off x="3762375" y="5238750"/>
            <a:ext cx="26194" cy="547688"/>
          </a:xfrm>
          <a:prstGeom prst="rect">
            <a:avLst/>
          </a:prstGeom>
          <a:solidFill>
            <a:srgbClr val="1D4ED8"/>
          </a:solidFill>
          <a:ln w="13097">
            <a:solidFill>
              <a:srgbClr val="172B4D"/>
            </a:solidFill>
          </a:ln>
        </p:spPr>
      </p:sp>
      <p:sp>
        <p:nvSpPr>
          <p:cNvPr id="843" name="object-843">
            <a:extLst>
              <a:ext uri="{FF2B5EF4-FFF2-40B4-BE49-F238E27FC236}">
                <a16:creationId xmlns:a16="http://schemas.microsoft.com/office/drawing/2014/main" id="{79828BA5-75C3-4EC1-8099-5C6EDEE00372}"/>
              </a:ext>
            </a:extLst>
          </p:cNvPr>
          <p:cNvSpPr>
            <a:spLocks noGrp="1"/>
          </p:cNvSpPr>
          <p:nvPr/>
        </p:nvSpPr>
        <p:spPr>
          <a:xfrm>
            <a:off x="3788569" y="5238750"/>
            <a:ext cx="26194" cy="547688"/>
          </a:xfrm>
          <a:prstGeom prst="rect">
            <a:avLst/>
          </a:prstGeom>
          <a:solidFill>
            <a:srgbClr val="1D4ED8"/>
          </a:solidFill>
          <a:ln w="13097">
            <a:solidFill>
              <a:srgbClr val="172B4D"/>
            </a:solidFill>
          </a:ln>
        </p:spPr>
      </p:sp>
      <p:sp>
        <p:nvSpPr>
          <p:cNvPr id="844" name="object-844">
            <a:extLst>
              <a:ext uri="{FF2B5EF4-FFF2-40B4-BE49-F238E27FC236}">
                <a16:creationId xmlns:a16="http://schemas.microsoft.com/office/drawing/2014/main" id="{E8765160-C1F5-4E4B-996B-2130EE345029}"/>
              </a:ext>
            </a:extLst>
          </p:cNvPr>
          <p:cNvSpPr>
            <a:spLocks noGrp="1"/>
          </p:cNvSpPr>
          <p:nvPr/>
        </p:nvSpPr>
        <p:spPr>
          <a:xfrm>
            <a:off x="3814763" y="5238750"/>
            <a:ext cx="26194" cy="547688"/>
          </a:xfrm>
          <a:prstGeom prst="rect">
            <a:avLst/>
          </a:prstGeom>
          <a:solidFill>
            <a:srgbClr val="1D4ED8"/>
          </a:solidFill>
          <a:ln w="13097">
            <a:solidFill>
              <a:srgbClr val="172B4D"/>
            </a:solidFill>
          </a:ln>
        </p:spPr>
      </p:sp>
      <p:sp>
        <p:nvSpPr>
          <p:cNvPr id="845" name="object-845">
            <a:extLst>
              <a:ext uri="{FF2B5EF4-FFF2-40B4-BE49-F238E27FC236}">
                <a16:creationId xmlns:a16="http://schemas.microsoft.com/office/drawing/2014/main" id="{2D1D5503-71FF-41D0-9A67-08CB28298B70}"/>
              </a:ext>
            </a:extLst>
          </p:cNvPr>
          <p:cNvSpPr>
            <a:spLocks noGrp="1"/>
          </p:cNvSpPr>
          <p:nvPr/>
        </p:nvSpPr>
        <p:spPr>
          <a:xfrm>
            <a:off x="3840956" y="5238750"/>
            <a:ext cx="26194" cy="547688"/>
          </a:xfrm>
          <a:prstGeom prst="rect">
            <a:avLst/>
          </a:prstGeom>
          <a:solidFill>
            <a:srgbClr val="1D4ED8"/>
          </a:solidFill>
          <a:ln w="13097">
            <a:solidFill>
              <a:srgbClr val="172B4D"/>
            </a:solidFill>
          </a:ln>
        </p:spPr>
      </p:sp>
      <p:sp>
        <p:nvSpPr>
          <p:cNvPr id="846" name="object-846">
            <a:extLst>
              <a:ext uri="{FF2B5EF4-FFF2-40B4-BE49-F238E27FC236}">
                <a16:creationId xmlns:a16="http://schemas.microsoft.com/office/drawing/2014/main" id="{C7E91ACE-B43E-428B-9029-964EDC417382}"/>
              </a:ext>
            </a:extLst>
          </p:cNvPr>
          <p:cNvSpPr>
            <a:spLocks noGrp="1"/>
          </p:cNvSpPr>
          <p:nvPr/>
        </p:nvSpPr>
        <p:spPr>
          <a:xfrm>
            <a:off x="3867150" y="5238750"/>
            <a:ext cx="26194" cy="547688"/>
          </a:xfrm>
          <a:prstGeom prst="rect">
            <a:avLst/>
          </a:prstGeom>
          <a:solidFill>
            <a:srgbClr val="1D4ED8"/>
          </a:solidFill>
          <a:ln w="13097">
            <a:solidFill>
              <a:srgbClr val="172B4D"/>
            </a:solidFill>
          </a:ln>
        </p:spPr>
      </p:sp>
      <p:sp>
        <p:nvSpPr>
          <p:cNvPr id="847" name="object-847">
            <a:extLst>
              <a:ext uri="{FF2B5EF4-FFF2-40B4-BE49-F238E27FC236}">
                <a16:creationId xmlns:a16="http://schemas.microsoft.com/office/drawing/2014/main" id="{02B63124-51B4-48D6-A802-745968DB7944}"/>
              </a:ext>
            </a:extLst>
          </p:cNvPr>
          <p:cNvSpPr>
            <a:spLocks noGrp="1"/>
          </p:cNvSpPr>
          <p:nvPr/>
        </p:nvSpPr>
        <p:spPr>
          <a:xfrm>
            <a:off x="3893344" y="5238750"/>
            <a:ext cx="26194" cy="547688"/>
          </a:xfrm>
          <a:prstGeom prst="rect">
            <a:avLst/>
          </a:prstGeom>
          <a:solidFill>
            <a:srgbClr val="1D4ED8"/>
          </a:solidFill>
          <a:ln w="13097">
            <a:solidFill>
              <a:srgbClr val="172B4D"/>
            </a:solidFill>
          </a:ln>
        </p:spPr>
      </p:sp>
      <p:sp>
        <p:nvSpPr>
          <p:cNvPr id="848" name="object-848">
            <a:extLst>
              <a:ext uri="{FF2B5EF4-FFF2-40B4-BE49-F238E27FC236}">
                <a16:creationId xmlns:a16="http://schemas.microsoft.com/office/drawing/2014/main" id="{56F1D424-A83F-437F-A846-AF93A6B9BAF7}"/>
              </a:ext>
            </a:extLst>
          </p:cNvPr>
          <p:cNvSpPr>
            <a:spLocks noGrp="1"/>
          </p:cNvSpPr>
          <p:nvPr/>
        </p:nvSpPr>
        <p:spPr>
          <a:xfrm>
            <a:off x="3919538" y="5238750"/>
            <a:ext cx="26194" cy="547688"/>
          </a:xfrm>
          <a:prstGeom prst="rect">
            <a:avLst/>
          </a:prstGeom>
          <a:solidFill>
            <a:srgbClr val="1D4ED8"/>
          </a:solidFill>
          <a:ln w="13097">
            <a:solidFill>
              <a:srgbClr val="172B4D"/>
            </a:solidFill>
          </a:ln>
        </p:spPr>
      </p:sp>
      <p:sp>
        <p:nvSpPr>
          <p:cNvPr id="849" name="object-849">
            <a:extLst>
              <a:ext uri="{FF2B5EF4-FFF2-40B4-BE49-F238E27FC236}">
                <a16:creationId xmlns:a16="http://schemas.microsoft.com/office/drawing/2014/main" id="{C098FBE5-30CC-415C-88D9-5F937171716A}"/>
              </a:ext>
            </a:extLst>
          </p:cNvPr>
          <p:cNvSpPr>
            <a:spLocks noGrp="1"/>
          </p:cNvSpPr>
          <p:nvPr/>
        </p:nvSpPr>
        <p:spPr>
          <a:xfrm>
            <a:off x="3945731" y="5238750"/>
            <a:ext cx="26194" cy="547688"/>
          </a:xfrm>
          <a:prstGeom prst="rect">
            <a:avLst/>
          </a:prstGeom>
          <a:solidFill>
            <a:srgbClr val="1D4ED8"/>
          </a:solidFill>
          <a:ln w="13097">
            <a:solidFill>
              <a:srgbClr val="172B4D"/>
            </a:solidFill>
          </a:ln>
        </p:spPr>
      </p:sp>
      <p:sp>
        <p:nvSpPr>
          <p:cNvPr id="850" name="object-850">
            <a:extLst>
              <a:ext uri="{FF2B5EF4-FFF2-40B4-BE49-F238E27FC236}">
                <a16:creationId xmlns:a16="http://schemas.microsoft.com/office/drawing/2014/main" id="{D4B55B4D-5729-4D3F-9F9C-47017E99AFBF}"/>
              </a:ext>
            </a:extLst>
          </p:cNvPr>
          <p:cNvSpPr>
            <a:spLocks noGrp="1"/>
          </p:cNvSpPr>
          <p:nvPr/>
        </p:nvSpPr>
        <p:spPr>
          <a:xfrm>
            <a:off x="3971925" y="5238750"/>
            <a:ext cx="26194" cy="547688"/>
          </a:xfrm>
          <a:prstGeom prst="rect">
            <a:avLst/>
          </a:prstGeom>
          <a:solidFill>
            <a:srgbClr val="1D4ED8"/>
          </a:solidFill>
          <a:ln w="13097">
            <a:solidFill>
              <a:srgbClr val="172B4D"/>
            </a:solidFill>
          </a:ln>
        </p:spPr>
      </p:sp>
      <p:sp>
        <p:nvSpPr>
          <p:cNvPr id="851" name="object-851">
            <a:extLst>
              <a:ext uri="{FF2B5EF4-FFF2-40B4-BE49-F238E27FC236}">
                <a16:creationId xmlns:a16="http://schemas.microsoft.com/office/drawing/2014/main" id="{F4D3413D-C75C-4D8D-9818-7DD6F498FB4A}"/>
              </a:ext>
            </a:extLst>
          </p:cNvPr>
          <p:cNvSpPr>
            <a:spLocks noGrp="1"/>
          </p:cNvSpPr>
          <p:nvPr/>
        </p:nvSpPr>
        <p:spPr>
          <a:xfrm>
            <a:off x="3998119" y="5238750"/>
            <a:ext cx="26194" cy="547688"/>
          </a:xfrm>
          <a:prstGeom prst="rect">
            <a:avLst/>
          </a:prstGeom>
          <a:solidFill>
            <a:srgbClr val="1D4ED8"/>
          </a:solidFill>
          <a:ln w="13097">
            <a:solidFill>
              <a:srgbClr val="172B4D"/>
            </a:solidFill>
          </a:ln>
        </p:spPr>
      </p:sp>
      <p:sp>
        <p:nvSpPr>
          <p:cNvPr id="852" name="object-852">
            <a:extLst>
              <a:ext uri="{FF2B5EF4-FFF2-40B4-BE49-F238E27FC236}">
                <a16:creationId xmlns:a16="http://schemas.microsoft.com/office/drawing/2014/main" id="{F3C9EE7E-E721-4258-87FB-CBD3879651B1}"/>
              </a:ext>
            </a:extLst>
          </p:cNvPr>
          <p:cNvSpPr>
            <a:spLocks noGrp="1"/>
          </p:cNvSpPr>
          <p:nvPr/>
        </p:nvSpPr>
        <p:spPr>
          <a:xfrm>
            <a:off x="4024313" y="5238750"/>
            <a:ext cx="26194" cy="547688"/>
          </a:xfrm>
          <a:prstGeom prst="rect">
            <a:avLst/>
          </a:prstGeom>
          <a:solidFill>
            <a:srgbClr val="1D4ED8"/>
          </a:solidFill>
          <a:ln w="13097">
            <a:solidFill>
              <a:srgbClr val="172B4D"/>
            </a:solidFill>
          </a:ln>
        </p:spPr>
      </p:sp>
      <p:sp>
        <p:nvSpPr>
          <p:cNvPr id="853" name="object-853">
            <a:extLst>
              <a:ext uri="{FF2B5EF4-FFF2-40B4-BE49-F238E27FC236}">
                <a16:creationId xmlns:a16="http://schemas.microsoft.com/office/drawing/2014/main" id="{09EF7F5F-3CC7-4573-858B-F0E6A3C5890F}"/>
              </a:ext>
            </a:extLst>
          </p:cNvPr>
          <p:cNvSpPr>
            <a:spLocks noGrp="1"/>
          </p:cNvSpPr>
          <p:nvPr/>
        </p:nvSpPr>
        <p:spPr>
          <a:xfrm>
            <a:off x="4050506" y="5238750"/>
            <a:ext cx="26194" cy="547688"/>
          </a:xfrm>
          <a:prstGeom prst="rect">
            <a:avLst/>
          </a:prstGeom>
          <a:solidFill>
            <a:srgbClr val="1D4ED8"/>
          </a:solidFill>
          <a:ln w="13097">
            <a:solidFill>
              <a:srgbClr val="172B4D"/>
            </a:solidFill>
          </a:ln>
        </p:spPr>
      </p:sp>
      <p:sp>
        <p:nvSpPr>
          <p:cNvPr id="854" name="object-854">
            <a:extLst>
              <a:ext uri="{FF2B5EF4-FFF2-40B4-BE49-F238E27FC236}">
                <a16:creationId xmlns:a16="http://schemas.microsoft.com/office/drawing/2014/main" id="{862D036C-A97A-4F4C-9AD0-1546CDD8B22F}"/>
              </a:ext>
            </a:extLst>
          </p:cNvPr>
          <p:cNvSpPr>
            <a:spLocks noGrp="1"/>
          </p:cNvSpPr>
          <p:nvPr/>
        </p:nvSpPr>
        <p:spPr>
          <a:xfrm>
            <a:off x="4076700" y="5238750"/>
            <a:ext cx="26194" cy="547688"/>
          </a:xfrm>
          <a:prstGeom prst="rect">
            <a:avLst/>
          </a:prstGeom>
          <a:solidFill>
            <a:srgbClr val="1D4ED8"/>
          </a:solidFill>
          <a:ln w="13097">
            <a:solidFill>
              <a:srgbClr val="172B4D"/>
            </a:solidFill>
          </a:ln>
        </p:spPr>
      </p:sp>
      <p:sp>
        <p:nvSpPr>
          <p:cNvPr id="855" name="object-855">
            <a:extLst>
              <a:ext uri="{FF2B5EF4-FFF2-40B4-BE49-F238E27FC236}">
                <a16:creationId xmlns:a16="http://schemas.microsoft.com/office/drawing/2014/main" id="{7DDB5A5A-FCEA-4D3B-A3E2-A10B8C7D1305}"/>
              </a:ext>
            </a:extLst>
          </p:cNvPr>
          <p:cNvSpPr>
            <a:spLocks noGrp="1"/>
          </p:cNvSpPr>
          <p:nvPr/>
        </p:nvSpPr>
        <p:spPr>
          <a:xfrm>
            <a:off x="4102894" y="5238750"/>
            <a:ext cx="26194" cy="547688"/>
          </a:xfrm>
          <a:prstGeom prst="rect">
            <a:avLst/>
          </a:prstGeom>
          <a:solidFill>
            <a:srgbClr val="1D4ED8"/>
          </a:solidFill>
          <a:ln w="13097">
            <a:solidFill>
              <a:srgbClr val="172B4D"/>
            </a:solidFill>
          </a:ln>
        </p:spPr>
      </p:sp>
      <p:sp>
        <p:nvSpPr>
          <p:cNvPr id="856" name="object-856">
            <a:extLst>
              <a:ext uri="{FF2B5EF4-FFF2-40B4-BE49-F238E27FC236}">
                <a16:creationId xmlns:a16="http://schemas.microsoft.com/office/drawing/2014/main" id="{65C0A8DC-EA44-4B33-BCA6-6DF19D51B47F}"/>
              </a:ext>
            </a:extLst>
          </p:cNvPr>
          <p:cNvSpPr>
            <a:spLocks noGrp="1"/>
          </p:cNvSpPr>
          <p:nvPr/>
        </p:nvSpPr>
        <p:spPr>
          <a:xfrm>
            <a:off x="4129088" y="5238750"/>
            <a:ext cx="26194" cy="547688"/>
          </a:xfrm>
          <a:prstGeom prst="rect">
            <a:avLst/>
          </a:prstGeom>
          <a:solidFill>
            <a:srgbClr val="1D4ED8"/>
          </a:solidFill>
          <a:ln w="13097">
            <a:solidFill>
              <a:srgbClr val="172B4D"/>
            </a:solidFill>
          </a:ln>
        </p:spPr>
      </p:sp>
      <p:sp>
        <p:nvSpPr>
          <p:cNvPr id="857" name="object-857">
            <a:extLst>
              <a:ext uri="{FF2B5EF4-FFF2-40B4-BE49-F238E27FC236}">
                <a16:creationId xmlns:a16="http://schemas.microsoft.com/office/drawing/2014/main" id="{EC989ADF-7F04-4B8D-9727-3AE4748F10F2}"/>
              </a:ext>
            </a:extLst>
          </p:cNvPr>
          <p:cNvSpPr>
            <a:spLocks noGrp="1"/>
          </p:cNvSpPr>
          <p:nvPr/>
        </p:nvSpPr>
        <p:spPr>
          <a:xfrm>
            <a:off x="4155281" y="5238750"/>
            <a:ext cx="26194" cy="547688"/>
          </a:xfrm>
          <a:prstGeom prst="rect">
            <a:avLst/>
          </a:prstGeom>
          <a:solidFill>
            <a:srgbClr val="1D4ED8"/>
          </a:solidFill>
          <a:ln w="13097">
            <a:solidFill>
              <a:srgbClr val="172B4D"/>
            </a:solidFill>
          </a:ln>
        </p:spPr>
      </p:sp>
      <p:sp>
        <p:nvSpPr>
          <p:cNvPr id="858" name="object-858">
            <a:extLst>
              <a:ext uri="{FF2B5EF4-FFF2-40B4-BE49-F238E27FC236}">
                <a16:creationId xmlns:a16="http://schemas.microsoft.com/office/drawing/2014/main" id="{871EC5B9-DBCD-44A5-BE48-F53F913CEA73}"/>
              </a:ext>
            </a:extLst>
          </p:cNvPr>
          <p:cNvSpPr>
            <a:spLocks noGrp="1"/>
          </p:cNvSpPr>
          <p:nvPr/>
        </p:nvSpPr>
        <p:spPr>
          <a:xfrm>
            <a:off x="4181475" y="5238750"/>
            <a:ext cx="26194" cy="547688"/>
          </a:xfrm>
          <a:prstGeom prst="rect">
            <a:avLst/>
          </a:prstGeom>
          <a:solidFill>
            <a:srgbClr val="1D4ED8"/>
          </a:solidFill>
          <a:ln w="13097">
            <a:solidFill>
              <a:srgbClr val="172B4D"/>
            </a:solidFill>
          </a:ln>
        </p:spPr>
      </p:sp>
      <p:sp>
        <p:nvSpPr>
          <p:cNvPr id="859" name="object-859">
            <a:extLst>
              <a:ext uri="{FF2B5EF4-FFF2-40B4-BE49-F238E27FC236}">
                <a16:creationId xmlns:a16="http://schemas.microsoft.com/office/drawing/2014/main" id="{82468292-F2BD-45E9-98DD-C2E4D8CA858A}"/>
              </a:ext>
            </a:extLst>
          </p:cNvPr>
          <p:cNvSpPr>
            <a:spLocks noGrp="1"/>
          </p:cNvSpPr>
          <p:nvPr/>
        </p:nvSpPr>
        <p:spPr>
          <a:xfrm>
            <a:off x="4207669" y="5238750"/>
            <a:ext cx="26194" cy="547688"/>
          </a:xfrm>
          <a:prstGeom prst="rect">
            <a:avLst/>
          </a:prstGeom>
          <a:solidFill>
            <a:srgbClr val="1D4ED8"/>
          </a:solidFill>
          <a:ln w="13097">
            <a:solidFill>
              <a:srgbClr val="172B4D"/>
            </a:solidFill>
          </a:ln>
        </p:spPr>
      </p:sp>
      <p:sp>
        <p:nvSpPr>
          <p:cNvPr id="860" name="object-860">
            <a:extLst>
              <a:ext uri="{FF2B5EF4-FFF2-40B4-BE49-F238E27FC236}">
                <a16:creationId xmlns:a16="http://schemas.microsoft.com/office/drawing/2014/main" id="{E1CB5358-13B9-471E-B78C-421300788713}"/>
              </a:ext>
            </a:extLst>
          </p:cNvPr>
          <p:cNvSpPr>
            <a:spLocks noGrp="1"/>
          </p:cNvSpPr>
          <p:nvPr/>
        </p:nvSpPr>
        <p:spPr>
          <a:xfrm>
            <a:off x="4233863" y="5238750"/>
            <a:ext cx="26194" cy="547688"/>
          </a:xfrm>
          <a:prstGeom prst="rect">
            <a:avLst/>
          </a:prstGeom>
          <a:solidFill>
            <a:srgbClr val="1D4ED8"/>
          </a:solidFill>
          <a:ln w="13097">
            <a:solidFill>
              <a:srgbClr val="172B4D"/>
            </a:solidFill>
          </a:ln>
        </p:spPr>
      </p:sp>
      <p:sp>
        <p:nvSpPr>
          <p:cNvPr id="861" name="object-861">
            <a:extLst>
              <a:ext uri="{FF2B5EF4-FFF2-40B4-BE49-F238E27FC236}">
                <a16:creationId xmlns:a16="http://schemas.microsoft.com/office/drawing/2014/main" id="{B491B554-6A68-455B-9A9E-2AA58A8A1291}"/>
              </a:ext>
            </a:extLst>
          </p:cNvPr>
          <p:cNvSpPr>
            <a:spLocks noGrp="1"/>
          </p:cNvSpPr>
          <p:nvPr/>
        </p:nvSpPr>
        <p:spPr>
          <a:xfrm>
            <a:off x="4260056" y="5238750"/>
            <a:ext cx="26194" cy="547688"/>
          </a:xfrm>
          <a:prstGeom prst="rect">
            <a:avLst/>
          </a:prstGeom>
          <a:solidFill>
            <a:srgbClr val="1D4ED8"/>
          </a:solidFill>
          <a:ln w="13097">
            <a:solidFill>
              <a:srgbClr val="172B4D"/>
            </a:solidFill>
          </a:ln>
        </p:spPr>
      </p:sp>
      <p:sp>
        <p:nvSpPr>
          <p:cNvPr id="862" name="object-862">
            <a:extLst>
              <a:ext uri="{FF2B5EF4-FFF2-40B4-BE49-F238E27FC236}">
                <a16:creationId xmlns:a16="http://schemas.microsoft.com/office/drawing/2014/main" id="{ADBC65E9-2432-488C-A4B9-BC4841B33180}"/>
              </a:ext>
            </a:extLst>
          </p:cNvPr>
          <p:cNvSpPr>
            <a:spLocks noGrp="1"/>
          </p:cNvSpPr>
          <p:nvPr/>
        </p:nvSpPr>
        <p:spPr>
          <a:xfrm>
            <a:off x="4286250" y="5238750"/>
            <a:ext cx="26194" cy="547688"/>
          </a:xfrm>
          <a:prstGeom prst="rect">
            <a:avLst/>
          </a:prstGeom>
          <a:solidFill>
            <a:srgbClr val="1D4ED8"/>
          </a:solidFill>
          <a:ln w="13097">
            <a:solidFill>
              <a:srgbClr val="172B4D"/>
            </a:solidFill>
          </a:ln>
        </p:spPr>
      </p:sp>
      <p:sp>
        <p:nvSpPr>
          <p:cNvPr id="863" name="object-863">
            <a:extLst>
              <a:ext uri="{FF2B5EF4-FFF2-40B4-BE49-F238E27FC236}">
                <a16:creationId xmlns:a16="http://schemas.microsoft.com/office/drawing/2014/main" id="{056F907D-1586-4F7A-87E7-7AEA90999242}"/>
              </a:ext>
            </a:extLst>
          </p:cNvPr>
          <p:cNvSpPr>
            <a:spLocks noGrp="1"/>
          </p:cNvSpPr>
          <p:nvPr/>
        </p:nvSpPr>
        <p:spPr>
          <a:xfrm>
            <a:off x="4312444" y="5238750"/>
            <a:ext cx="26194" cy="547688"/>
          </a:xfrm>
          <a:prstGeom prst="rect">
            <a:avLst/>
          </a:prstGeom>
          <a:solidFill>
            <a:srgbClr val="1D4ED8"/>
          </a:solidFill>
          <a:ln w="13097">
            <a:solidFill>
              <a:srgbClr val="172B4D"/>
            </a:solidFill>
          </a:ln>
        </p:spPr>
      </p:sp>
      <p:sp>
        <p:nvSpPr>
          <p:cNvPr id="864" name="object-864">
            <a:extLst>
              <a:ext uri="{FF2B5EF4-FFF2-40B4-BE49-F238E27FC236}">
                <a16:creationId xmlns:a16="http://schemas.microsoft.com/office/drawing/2014/main" id="{AB6A6225-F1E4-4D68-988F-21AC33D85763}"/>
              </a:ext>
            </a:extLst>
          </p:cNvPr>
          <p:cNvSpPr>
            <a:spLocks noGrp="1"/>
          </p:cNvSpPr>
          <p:nvPr/>
        </p:nvSpPr>
        <p:spPr>
          <a:xfrm>
            <a:off x="4338638" y="5238750"/>
            <a:ext cx="26194" cy="547688"/>
          </a:xfrm>
          <a:prstGeom prst="rect">
            <a:avLst/>
          </a:prstGeom>
          <a:solidFill>
            <a:srgbClr val="1D4ED8"/>
          </a:solidFill>
          <a:ln w="13097">
            <a:solidFill>
              <a:srgbClr val="172B4D"/>
            </a:solidFill>
          </a:ln>
        </p:spPr>
      </p:sp>
      <p:sp>
        <p:nvSpPr>
          <p:cNvPr id="865" name="object-865">
            <a:extLst>
              <a:ext uri="{FF2B5EF4-FFF2-40B4-BE49-F238E27FC236}">
                <a16:creationId xmlns:a16="http://schemas.microsoft.com/office/drawing/2014/main" id="{278C7B03-1477-4CEA-965F-FF7F2012F118}"/>
              </a:ext>
            </a:extLst>
          </p:cNvPr>
          <p:cNvSpPr>
            <a:spLocks noGrp="1"/>
          </p:cNvSpPr>
          <p:nvPr/>
        </p:nvSpPr>
        <p:spPr>
          <a:xfrm>
            <a:off x="4364831" y="5238750"/>
            <a:ext cx="26194" cy="547688"/>
          </a:xfrm>
          <a:prstGeom prst="rect">
            <a:avLst/>
          </a:prstGeom>
          <a:solidFill>
            <a:srgbClr val="1D4ED8"/>
          </a:solidFill>
          <a:ln w="13097">
            <a:solidFill>
              <a:srgbClr val="172B4D"/>
            </a:solidFill>
          </a:ln>
        </p:spPr>
      </p:sp>
      <p:sp>
        <p:nvSpPr>
          <p:cNvPr id="866" name="object-866">
            <a:extLst>
              <a:ext uri="{FF2B5EF4-FFF2-40B4-BE49-F238E27FC236}">
                <a16:creationId xmlns:a16="http://schemas.microsoft.com/office/drawing/2014/main" id="{86086026-ACFA-4AFD-AD4B-0B2159A2E39F}"/>
              </a:ext>
            </a:extLst>
          </p:cNvPr>
          <p:cNvSpPr>
            <a:spLocks noGrp="1"/>
          </p:cNvSpPr>
          <p:nvPr/>
        </p:nvSpPr>
        <p:spPr>
          <a:xfrm>
            <a:off x="4391025" y="5238750"/>
            <a:ext cx="26194" cy="547688"/>
          </a:xfrm>
          <a:prstGeom prst="rect">
            <a:avLst/>
          </a:prstGeom>
          <a:solidFill>
            <a:srgbClr val="1D4ED8"/>
          </a:solidFill>
          <a:ln w="13097">
            <a:solidFill>
              <a:srgbClr val="172B4D"/>
            </a:solidFill>
          </a:ln>
        </p:spPr>
      </p:sp>
      <p:sp>
        <p:nvSpPr>
          <p:cNvPr id="867" name="object-867">
            <a:extLst>
              <a:ext uri="{FF2B5EF4-FFF2-40B4-BE49-F238E27FC236}">
                <a16:creationId xmlns:a16="http://schemas.microsoft.com/office/drawing/2014/main" id="{72E8BE3F-0BE1-420C-B378-AE5AE1B7E737}"/>
              </a:ext>
            </a:extLst>
          </p:cNvPr>
          <p:cNvSpPr>
            <a:spLocks noGrp="1"/>
          </p:cNvSpPr>
          <p:nvPr/>
        </p:nvSpPr>
        <p:spPr>
          <a:xfrm>
            <a:off x="4417219" y="5238750"/>
            <a:ext cx="26194" cy="547688"/>
          </a:xfrm>
          <a:prstGeom prst="rect">
            <a:avLst/>
          </a:prstGeom>
          <a:solidFill>
            <a:srgbClr val="1D4ED8"/>
          </a:solidFill>
          <a:ln w="13097">
            <a:solidFill>
              <a:srgbClr val="172B4D"/>
            </a:solidFill>
          </a:ln>
        </p:spPr>
      </p:sp>
      <p:sp>
        <p:nvSpPr>
          <p:cNvPr id="868" name="object-868">
            <a:extLst>
              <a:ext uri="{FF2B5EF4-FFF2-40B4-BE49-F238E27FC236}">
                <a16:creationId xmlns:a16="http://schemas.microsoft.com/office/drawing/2014/main" id="{9E617F42-A4EB-40A6-8289-1310EE99ACB1}"/>
              </a:ext>
            </a:extLst>
          </p:cNvPr>
          <p:cNvSpPr>
            <a:spLocks noGrp="1"/>
          </p:cNvSpPr>
          <p:nvPr/>
        </p:nvSpPr>
        <p:spPr>
          <a:xfrm>
            <a:off x="4443413" y="5238750"/>
            <a:ext cx="26194" cy="547688"/>
          </a:xfrm>
          <a:prstGeom prst="rect">
            <a:avLst/>
          </a:prstGeom>
          <a:solidFill>
            <a:srgbClr val="1D4ED8"/>
          </a:solidFill>
          <a:ln w="13097">
            <a:solidFill>
              <a:srgbClr val="172B4D"/>
            </a:solidFill>
          </a:ln>
        </p:spPr>
      </p:sp>
      <p:sp>
        <p:nvSpPr>
          <p:cNvPr id="869" name="object-869">
            <a:extLst>
              <a:ext uri="{FF2B5EF4-FFF2-40B4-BE49-F238E27FC236}">
                <a16:creationId xmlns:a16="http://schemas.microsoft.com/office/drawing/2014/main" id="{F1AFA3BA-B9B4-42C0-9AE3-6F99E9BB6B05}"/>
              </a:ext>
            </a:extLst>
          </p:cNvPr>
          <p:cNvSpPr>
            <a:spLocks noGrp="1"/>
          </p:cNvSpPr>
          <p:nvPr/>
        </p:nvSpPr>
        <p:spPr>
          <a:xfrm>
            <a:off x="4469606" y="5238750"/>
            <a:ext cx="26194" cy="547688"/>
          </a:xfrm>
          <a:prstGeom prst="rect">
            <a:avLst/>
          </a:prstGeom>
          <a:solidFill>
            <a:srgbClr val="1D4ED8"/>
          </a:solidFill>
          <a:ln w="13097">
            <a:solidFill>
              <a:srgbClr val="172B4D"/>
            </a:solidFill>
          </a:ln>
        </p:spPr>
      </p:sp>
      <p:sp>
        <p:nvSpPr>
          <p:cNvPr id="870" name="object-870">
            <a:extLst>
              <a:ext uri="{FF2B5EF4-FFF2-40B4-BE49-F238E27FC236}">
                <a16:creationId xmlns:a16="http://schemas.microsoft.com/office/drawing/2014/main" id="{0B9280B9-97A3-4033-B246-76BFFF074F69}"/>
              </a:ext>
            </a:extLst>
          </p:cNvPr>
          <p:cNvSpPr>
            <a:spLocks noGrp="1"/>
          </p:cNvSpPr>
          <p:nvPr/>
        </p:nvSpPr>
        <p:spPr>
          <a:xfrm>
            <a:off x="4495800" y="5238750"/>
            <a:ext cx="26194" cy="547688"/>
          </a:xfrm>
          <a:prstGeom prst="rect">
            <a:avLst/>
          </a:prstGeom>
          <a:solidFill>
            <a:srgbClr val="1D4ED8"/>
          </a:solidFill>
          <a:ln w="13097">
            <a:solidFill>
              <a:srgbClr val="172B4D"/>
            </a:solidFill>
          </a:ln>
        </p:spPr>
      </p:sp>
      <p:sp>
        <p:nvSpPr>
          <p:cNvPr id="871" name="object-871">
            <a:extLst>
              <a:ext uri="{FF2B5EF4-FFF2-40B4-BE49-F238E27FC236}">
                <a16:creationId xmlns:a16="http://schemas.microsoft.com/office/drawing/2014/main" id="{3373565F-3207-4535-B342-8D79FD085A3B}"/>
              </a:ext>
            </a:extLst>
          </p:cNvPr>
          <p:cNvSpPr>
            <a:spLocks noGrp="1"/>
          </p:cNvSpPr>
          <p:nvPr/>
        </p:nvSpPr>
        <p:spPr>
          <a:xfrm>
            <a:off x="4521994" y="5238750"/>
            <a:ext cx="26194" cy="547688"/>
          </a:xfrm>
          <a:prstGeom prst="rect">
            <a:avLst/>
          </a:prstGeom>
          <a:solidFill>
            <a:srgbClr val="1D4ED8"/>
          </a:solidFill>
          <a:ln w="13097">
            <a:solidFill>
              <a:srgbClr val="172B4D"/>
            </a:solidFill>
          </a:ln>
        </p:spPr>
      </p:sp>
      <p:sp>
        <p:nvSpPr>
          <p:cNvPr id="872" name="object-872">
            <a:extLst>
              <a:ext uri="{FF2B5EF4-FFF2-40B4-BE49-F238E27FC236}">
                <a16:creationId xmlns:a16="http://schemas.microsoft.com/office/drawing/2014/main" id="{75387C79-7D6A-4BE0-A183-25E182979F9F}"/>
              </a:ext>
            </a:extLst>
          </p:cNvPr>
          <p:cNvSpPr>
            <a:spLocks noGrp="1"/>
          </p:cNvSpPr>
          <p:nvPr/>
        </p:nvSpPr>
        <p:spPr>
          <a:xfrm>
            <a:off x="4548188" y="5238750"/>
            <a:ext cx="26194" cy="547688"/>
          </a:xfrm>
          <a:prstGeom prst="rect">
            <a:avLst/>
          </a:prstGeom>
          <a:solidFill>
            <a:srgbClr val="1D4ED8"/>
          </a:solidFill>
          <a:ln w="13097">
            <a:solidFill>
              <a:srgbClr val="172B4D"/>
            </a:solidFill>
          </a:ln>
        </p:spPr>
      </p:sp>
      <p:sp>
        <p:nvSpPr>
          <p:cNvPr id="873" name="object-873">
            <a:extLst>
              <a:ext uri="{FF2B5EF4-FFF2-40B4-BE49-F238E27FC236}">
                <a16:creationId xmlns:a16="http://schemas.microsoft.com/office/drawing/2014/main" id="{F60AC4C5-1F68-4799-93B8-466091C3E706}"/>
              </a:ext>
            </a:extLst>
          </p:cNvPr>
          <p:cNvSpPr>
            <a:spLocks noGrp="1"/>
          </p:cNvSpPr>
          <p:nvPr/>
        </p:nvSpPr>
        <p:spPr>
          <a:xfrm>
            <a:off x="4574381" y="5238750"/>
            <a:ext cx="26194" cy="547688"/>
          </a:xfrm>
          <a:prstGeom prst="rect">
            <a:avLst/>
          </a:prstGeom>
          <a:solidFill>
            <a:srgbClr val="1D4ED8"/>
          </a:solidFill>
          <a:ln w="13097">
            <a:solidFill>
              <a:srgbClr val="172B4D"/>
            </a:solidFill>
          </a:ln>
        </p:spPr>
      </p:sp>
      <p:sp>
        <p:nvSpPr>
          <p:cNvPr id="874" name="object-874">
            <a:extLst>
              <a:ext uri="{FF2B5EF4-FFF2-40B4-BE49-F238E27FC236}">
                <a16:creationId xmlns:a16="http://schemas.microsoft.com/office/drawing/2014/main" id="{177F00A0-11D8-4DF2-B0D9-0FFD67E8A16C}"/>
              </a:ext>
            </a:extLst>
          </p:cNvPr>
          <p:cNvSpPr>
            <a:spLocks noGrp="1"/>
          </p:cNvSpPr>
          <p:nvPr/>
        </p:nvSpPr>
        <p:spPr>
          <a:xfrm>
            <a:off x="4600575" y="5238750"/>
            <a:ext cx="26194" cy="547688"/>
          </a:xfrm>
          <a:prstGeom prst="rect">
            <a:avLst/>
          </a:prstGeom>
          <a:solidFill>
            <a:srgbClr val="1D4ED8"/>
          </a:solidFill>
          <a:ln w="13097">
            <a:solidFill>
              <a:srgbClr val="172B4D"/>
            </a:solidFill>
          </a:ln>
        </p:spPr>
      </p:sp>
      <p:sp>
        <p:nvSpPr>
          <p:cNvPr id="875" name="object-875">
            <a:extLst>
              <a:ext uri="{FF2B5EF4-FFF2-40B4-BE49-F238E27FC236}">
                <a16:creationId xmlns:a16="http://schemas.microsoft.com/office/drawing/2014/main" id="{BBE2E138-FFF4-4D7E-8502-999B9587E637}"/>
              </a:ext>
            </a:extLst>
          </p:cNvPr>
          <p:cNvSpPr>
            <a:spLocks noGrp="1"/>
          </p:cNvSpPr>
          <p:nvPr/>
        </p:nvSpPr>
        <p:spPr>
          <a:xfrm>
            <a:off x="4626769" y="5238750"/>
            <a:ext cx="26194" cy="547688"/>
          </a:xfrm>
          <a:prstGeom prst="rect">
            <a:avLst/>
          </a:prstGeom>
          <a:solidFill>
            <a:srgbClr val="1D4ED8"/>
          </a:solidFill>
          <a:ln w="13097">
            <a:solidFill>
              <a:srgbClr val="172B4D"/>
            </a:solidFill>
          </a:ln>
        </p:spPr>
      </p:sp>
      <p:sp>
        <p:nvSpPr>
          <p:cNvPr id="876" name="object-876">
            <a:extLst>
              <a:ext uri="{FF2B5EF4-FFF2-40B4-BE49-F238E27FC236}">
                <a16:creationId xmlns:a16="http://schemas.microsoft.com/office/drawing/2014/main" id="{34E2E86B-46E3-4A69-AAD1-46DE515FC879}"/>
              </a:ext>
            </a:extLst>
          </p:cNvPr>
          <p:cNvSpPr>
            <a:spLocks noGrp="1"/>
          </p:cNvSpPr>
          <p:nvPr/>
        </p:nvSpPr>
        <p:spPr>
          <a:xfrm>
            <a:off x="4652963" y="5238750"/>
            <a:ext cx="26194" cy="547688"/>
          </a:xfrm>
          <a:prstGeom prst="rect">
            <a:avLst/>
          </a:prstGeom>
          <a:solidFill>
            <a:srgbClr val="1D4ED8"/>
          </a:solidFill>
          <a:ln w="13097">
            <a:solidFill>
              <a:srgbClr val="172B4D"/>
            </a:solidFill>
          </a:ln>
        </p:spPr>
      </p:sp>
      <p:sp>
        <p:nvSpPr>
          <p:cNvPr id="877" name="object-877">
            <a:extLst>
              <a:ext uri="{FF2B5EF4-FFF2-40B4-BE49-F238E27FC236}">
                <a16:creationId xmlns:a16="http://schemas.microsoft.com/office/drawing/2014/main" id="{F929FCD1-FC7E-4ED1-B0A0-37274783E6D1}"/>
              </a:ext>
            </a:extLst>
          </p:cNvPr>
          <p:cNvSpPr>
            <a:spLocks noGrp="1"/>
          </p:cNvSpPr>
          <p:nvPr/>
        </p:nvSpPr>
        <p:spPr>
          <a:xfrm>
            <a:off x="4679156" y="5238750"/>
            <a:ext cx="26194" cy="547688"/>
          </a:xfrm>
          <a:prstGeom prst="rect">
            <a:avLst/>
          </a:prstGeom>
          <a:solidFill>
            <a:srgbClr val="1D4ED8"/>
          </a:solidFill>
          <a:ln w="13097">
            <a:solidFill>
              <a:srgbClr val="172B4D"/>
            </a:solidFill>
          </a:ln>
        </p:spPr>
      </p:sp>
      <p:sp>
        <p:nvSpPr>
          <p:cNvPr id="878" name="object-878">
            <a:extLst>
              <a:ext uri="{FF2B5EF4-FFF2-40B4-BE49-F238E27FC236}">
                <a16:creationId xmlns:a16="http://schemas.microsoft.com/office/drawing/2014/main" id="{EB192CEF-0BC8-41F1-8324-413318D8D7EA}"/>
              </a:ext>
            </a:extLst>
          </p:cNvPr>
          <p:cNvSpPr>
            <a:spLocks noGrp="1"/>
          </p:cNvSpPr>
          <p:nvPr/>
        </p:nvSpPr>
        <p:spPr>
          <a:xfrm>
            <a:off x="4705350" y="5238750"/>
            <a:ext cx="26194" cy="547688"/>
          </a:xfrm>
          <a:prstGeom prst="rect">
            <a:avLst/>
          </a:prstGeom>
          <a:solidFill>
            <a:srgbClr val="1D4ED8"/>
          </a:solidFill>
          <a:ln w="13097">
            <a:solidFill>
              <a:srgbClr val="172B4D"/>
            </a:solidFill>
          </a:ln>
        </p:spPr>
      </p:sp>
      <p:sp>
        <p:nvSpPr>
          <p:cNvPr id="879" name="object-879">
            <a:extLst>
              <a:ext uri="{FF2B5EF4-FFF2-40B4-BE49-F238E27FC236}">
                <a16:creationId xmlns:a16="http://schemas.microsoft.com/office/drawing/2014/main" id="{2E29B177-7571-4A55-8C53-46F06D7CE24E}"/>
              </a:ext>
            </a:extLst>
          </p:cNvPr>
          <p:cNvSpPr>
            <a:spLocks noGrp="1"/>
          </p:cNvSpPr>
          <p:nvPr/>
        </p:nvSpPr>
        <p:spPr>
          <a:xfrm>
            <a:off x="4731544" y="5238750"/>
            <a:ext cx="26194" cy="547688"/>
          </a:xfrm>
          <a:prstGeom prst="rect">
            <a:avLst/>
          </a:prstGeom>
          <a:solidFill>
            <a:srgbClr val="1D4ED8"/>
          </a:solidFill>
          <a:ln w="13097">
            <a:solidFill>
              <a:srgbClr val="172B4D"/>
            </a:solidFill>
          </a:ln>
        </p:spPr>
      </p:sp>
      <p:sp>
        <p:nvSpPr>
          <p:cNvPr id="880" name="object-880">
            <a:extLst>
              <a:ext uri="{FF2B5EF4-FFF2-40B4-BE49-F238E27FC236}">
                <a16:creationId xmlns:a16="http://schemas.microsoft.com/office/drawing/2014/main" id="{CD8A23BC-8264-40C6-A2BC-1855A4D412A1}"/>
              </a:ext>
            </a:extLst>
          </p:cNvPr>
          <p:cNvSpPr>
            <a:spLocks noGrp="1"/>
          </p:cNvSpPr>
          <p:nvPr/>
        </p:nvSpPr>
        <p:spPr>
          <a:xfrm>
            <a:off x="4757738" y="5238750"/>
            <a:ext cx="26194" cy="547688"/>
          </a:xfrm>
          <a:prstGeom prst="rect">
            <a:avLst/>
          </a:prstGeom>
          <a:solidFill>
            <a:srgbClr val="1D4ED8"/>
          </a:solidFill>
          <a:ln w="13097">
            <a:solidFill>
              <a:srgbClr val="172B4D"/>
            </a:solidFill>
          </a:ln>
        </p:spPr>
      </p:sp>
      <p:sp>
        <p:nvSpPr>
          <p:cNvPr id="881" name="object-881">
            <a:extLst>
              <a:ext uri="{FF2B5EF4-FFF2-40B4-BE49-F238E27FC236}">
                <a16:creationId xmlns:a16="http://schemas.microsoft.com/office/drawing/2014/main" id="{C8CE4333-70AF-4ED6-BF0E-67C3297E74F2}"/>
              </a:ext>
            </a:extLst>
          </p:cNvPr>
          <p:cNvSpPr>
            <a:spLocks noGrp="1"/>
          </p:cNvSpPr>
          <p:nvPr/>
        </p:nvSpPr>
        <p:spPr>
          <a:xfrm>
            <a:off x="4783931" y="5238750"/>
            <a:ext cx="26194" cy="547688"/>
          </a:xfrm>
          <a:prstGeom prst="rect">
            <a:avLst/>
          </a:prstGeom>
          <a:solidFill>
            <a:srgbClr val="1D4ED8"/>
          </a:solidFill>
          <a:ln w="13097">
            <a:solidFill>
              <a:srgbClr val="172B4D"/>
            </a:solidFill>
          </a:ln>
        </p:spPr>
      </p:sp>
      <p:sp>
        <p:nvSpPr>
          <p:cNvPr id="882" name="object-882">
            <a:extLst>
              <a:ext uri="{FF2B5EF4-FFF2-40B4-BE49-F238E27FC236}">
                <a16:creationId xmlns:a16="http://schemas.microsoft.com/office/drawing/2014/main" id="{65815594-63B0-40C5-BA69-437383477348}"/>
              </a:ext>
            </a:extLst>
          </p:cNvPr>
          <p:cNvSpPr>
            <a:spLocks noGrp="1"/>
          </p:cNvSpPr>
          <p:nvPr/>
        </p:nvSpPr>
        <p:spPr>
          <a:xfrm>
            <a:off x="4810125" y="5238750"/>
            <a:ext cx="26194" cy="547688"/>
          </a:xfrm>
          <a:prstGeom prst="rect">
            <a:avLst/>
          </a:prstGeom>
          <a:solidFill>
            <a:srgbClr val="1D4ED8"/>
          </a:solidFill>
          <a:ln w="13097">
            <a:solidFill>
              <a:srgbClr val="172B4D"/>
            </a:solidFill>
          </a:ln>
        </p:spPr>
      </p:sp>
      <p:sp>
        <p:nvSpPr>
          <p:cNvPr id="883" name="object-883">
            <a:extLst>
              <a:ext uri="{FF2B5EF4-FFF2-40B4-BE49-F238E27FC236}">
                <a16:creationId xmlns:a16="http://schemas.microsoft.com/office/drawing/2014/main" id="{EA63A805-3053-4D5C-969E-2DA30E8BF33B}"/>
              </a:ext>
            </a:extLst>
          </p:cNvPr>
          <p:cNvSpPr>
            <a:spLocks noGrp="1"/>
          </p:cNvSpPr>
          <p:nvPr/>
        </p:nvSpPr>
        <p:spPr>
          <a:xfrm>
            <a:off x="4836319" y="5238750"/>
            <a:ext cx="26194" cy="547688"/>
          </a:xfrm>
          <a:prstGeom prst="rect">
            <a:avLst/>
          </a:prstGeom>
          <a:solidFill>
            <a:srgbClr val="1D4ED8"/>
          </a:solidFill>
          <a:ln w="13097">
            <a:solidFill>
              <a:srgbClr val="172B4D"/>
            </a:solidFill>
          </a:ln>
        </p:spPr>
      </p:sp>
      <p:sp>
        <p:nvSpPr>
          <p:cNvPr id="884" name="object-884">
            <a:extLst>
              <a:ext uri="{FF2B5EF4-FFF2-40B4-BE49-F238E27FC236}">
                <a16:creationId xmlns:a16="http://schemas.microsoft.com/office/drawing/2014/main" id="{2D3A404A-FA6F-4AA8-BB3A-AC73A3FDCA44}"/>
              </a:ext>
            </a:extLst>
          </p:cNvPr>
          <p:cNvSpPr>
            <a:spLocks noGrp="1"/>
          </p:cNvSpPr>
          <p:nvPr/>
        </p:nvSpPr>
        <p:spPr>
          <a:xfrm>
            <a:off x="4862513" y="5238750"/>
            <a:ext cx="26194" cy="547688"/>
          </a:xfrm>
          <a:prstGeom prst="rect">
            <a:avLst/>
          </a:prstGeom>
          <a:solidFill>
            <a:srgbClr val="1D4ED8"/>
          </a:solidFill>
          <a:ln w="13097">
            <a:solidFill>
              <a:srgbClr val="172B4D"/>
            </a:solidFill>
          </a:ln>
        </p:spPr>
      </p:sp>
      <p:sp>
        <p:nvSpPr>
          <p:cNvPr id="885" name="object-885">
            <a:extLst>
              <a:ext uri="{FF2B5EF4-FFF2-40B4-BE49-F238E27FC236}">
                <a16:creationId xmlns:a16="http://schemas.microsoft.com/office/drawing/2014/main" id="{0C58B37D-12C3-428D-A772-ECD879C53EAC}"/>
              </a:ext>
            </a:extLst>
          </p:cNvPr>
          <p:cNvSpPr>
            <a:spLocks noGrp="1"/>
          </p:cNvSpPr>
          <p:nvPr/>
        </p:nvSpPr>
        <p:spPr>
          <a:xfrm>
            <a:off x="4888706" y="5238750"/>
            <a:ext cx="26194" cy="547688"/>
          </a:xfrm>
          <a:prstGeom prst="rect">
            <a:avLst/>
          </a:prstGeom>
          <a:solidFill>
            <a:srgbClr val="1D4ED8"/>
          </a:solidFill>
          <a:ln w="13097">
            <a:solidFill>
              <a:srgbClr val="172B4D"/>
            </a:solidFill>
          </a:ln>
        </p:spPr>
      </p:sp>
      <p:sp>
        <p:nvSpPr>
          <p:cNvPr id="886" name="object-886">
            <a:extLst>
              <a:ext uri="{FF2B5EF4-FFF2-40B4-BE49-F238E27FC236}">
                <a16:creationId xmlns:a16="http://schemas.microsoft.com/office/drawing/2014/main" id="{3AA66FB5-5081-407F-B696-4396766F41A7}"/>
              </a:ext>
            </a:extLst>
          </p:cNvPr>
          <p:cNvSpPr>
            <a:spLocks noGrp="1"/>
          </p:cNvSpPr>
          <p:nvPr/>
        </p:nvSpPr>
        <p:spPr>
          <a:xfrm>
            <a:off x="4914900" y="5238750"/>
            <a:ext cx="26194" cy="547688"/>
          </a:xfrm>
          <a:prstGeom prst="rect">
            <a:avLst/>
          </a:prstGeom>
          <a:solidFill>
            <a:srgbClr val="1D4ED8"/>
          </a:solidFill>
          <a:ln w="13097">
            <a:solidFill>
              <a:srgbClr val="172B4D"/>
            </a:solidFill>
          </a:ln>
        </p:spPr>
      </p:sp>
      <p:sp>
        <p:nvSpPr>
          <p:cNvPr id="887" name="object-887">
            <a:extLst>
              <a:ext uri="{FF2B5EF4-FFF2-40B4-BE49-F238E27FC236}">
                <a16:creationId xmlns:a16="http://schemas.microsoft.com/office/drawing/2014/main" id="{CC251CFF-FB0C-4079-B298-BD304AF61F60}"/>
              </a:ext>
            </a:extLst>
          </p:cNvPr>
          <p:cNvSpPr>
            <a:spLocks noGrp="1"/>
          </p:cNvSpPr>
          <p:nvPr/>
        </p:nvSpPr>
        <p:spPr>
          <a:xfrm>
            <a:off x="4941094" y="5238750"/>
            <a:ext cx="26194" cy="547688"/>
          </a:xfrm>
          <a:prstGeom prst="rect">
            <a:avLst/>
          </a:prstGeom>
          <a:solidFill>
            <a:srgbClr val="1D4ED8"/>
          </a:solidFill>
          <a:ln w="13097">
            <a:solidFill>
              <a:srgbClr val="172B4D"/>
            </a:solidFill>
          </a:ln>
        </p:spPr>
      </p:sp>
      <p:sp>
        <p:nvSpPr>
          <p:cNvPr id="888" name="object-888">
            <a:extLst>
              <a:ext uri="{FF2B5EF4-FFF2-40B4-BE49-F238E27FC236}">
                <a16:creationId xmlns:a16="http://schemas.microsoft.com/office/drawing/2014/main" id="{C1665363-BCF3-49C9-B169-7924E468763A}"/>
              </a:ext>
            </a:extLst>
          </p:cNvPr>
          <p:cNvSpPr>
            <a:spLocks noGrp="1"/>
          </p:cNvSpPr>
          <p:nvPr/>
        </p:nvSpPr>
        <p:spPr>
          <a:xfrm>
            <a:off x="4967288" y="5238750"/>
            <a:ext cx="26194" cy="547688"/>
          </a:xfrm>
          <a:prstGeom prst="rect">
            <a:avLst/>
          </a:prstGeom>
          <a:solidFill>
            <a:srgbClr val="1D4ED8"/>
          </a:solidFill>
          <a:ln w="13097">
            <a:solidFill>
              <a:srgbClr val="172B4D"/>
            </a:solidFill>
          </a:ln>
        </p:spPr>
      </p:sp>
      <p:sp>
        <p:nvSpPr>
          <p:cNvPr id="889" name="object-889">
            <a:extLst>
              <a:ext uri="{FF2B5EF4-FFF2-40B4-BE49-F238E27FC236}">
                <a16:creationId xmlns:a16="http://schemas.microsoft.com/office/drawing/2014/main" id="{4587DF8F-EFA2-4FF8-B668-FF7DFDECEBDD}"/>
              </a:ext>
            </a:extLst>
          </p:cNvPr>
          <p:cNvSpPr>
            <a:spLocks noGrp="1"/>
          </p:cNvSpPr>
          <p:nvPr/>
        </p:nvSpPr>
        <p:spPr>
          <a:xfrm>
            <a:off x="4993481" y="5238750"/>
            <a:ext cx="26194" cy="547688"/>
          </a:xfrm>
          <a:prstGeom prst="rect">
            <a:avLst/>
          </a:prstGeom>
          <a:solidFill>
            <a:srgbClr val="1D4ED8"/>
          </a:solidFill>
          <a:ln w="13097">
            <a:solidFill>
              <a:srgbClr val="172B4D"/>
            </a:solidFill>
          </a:ln>
        </p:spPr>
      </p:sp>
      <p:sp>
        <p:nvSpPr>
          <p:cNvPr id="890" name="object-890">
            <a:extLst>
              <a:ext uri="{FF2B5EF4-FFF2-40B4-BE49-F238E27FC236}">
                <a16:creationId xmlns:a16="http://schemas.microsoft.com/office/drawing/2014/main" id="{44C55EDF-8ABB-4549-8D57-5BE8B1A4FDF6}"/>
              </a:ext>
            </a:extLst>
          </p:cNvPr>
          <p:cNvSpPr>
            <a:spLocks noGrp="1"/>
          </p:cNvSpPr>
          <p:nvPr/>
        </p:nvSpPr>
        <p:spPr>
          <a:xfrm>
            <a:off x="5019675" y="5238750"/>
            <a:ext cx="26194" cy="547688"/>
          </a:xfrm>
          <a:prstGeom prst="rect">
            <a:avLst/>
          </a:prstGeom>
          <a:solidFill>
            <a:srgbClr val="1D4ED8"/>
          </a:solidFill>
          <a:ln w="13097">
            <a:solidFill>
              <a:srgbClr val="172B4D"/>
            </a:solidFill>
          </a:ln>
        </p:spPr>
      </p:sp>
      <p:sp>
        <p:nvSpPr>
          <p:cNvPr id="891" name="object-891">
            <a:extLst>
              <a:ext uri="{FF2B5EF4-FFF2-40B4-BE49-F238E27FC236}">
                <a16:creationId xmlns:a16="http://schemas.microsoft.com/office/drawing/2014/main" id="{3D3C9D23-5919-489F-83D6-017A28A58022}"/>
              </a:ext>
            </a:extLst>
          </p:cNvPr>
          <p:cNvSpPr>
            <a:spLocks noGrp="1"/>
          </p:cNvSpPr>
          <p:nvPr/>
        </p:nvSpPr>
        <p:spPr>
          <a:xfrm>
            <a:off x="5045869" y="5238750"/>
            <a:ext cx="26194" cy="547688"/>
          </a:xfrm>
          <a:prstGeom prst="rect">
            <a:avLst/>
          </a:prstGeom>
          <a:solidFill>
            <a:srgbClr val="1D4ED8"/>
          </a:solidFill>
          <a:ln w="13097">
            <a:solidFill>
              <a:srgbClr val="172B4D"/>
            </a:solidFill>
          </a:ln>
        </p:spPr>
      </p:sp>
      <p:sp>
        <p:nvSpPr>
          <p:cNvPr id="892" name="object-892">
            <a:extLst>
              <a:ext uri="{FF2B5EF4-FFF2-40B4-BE49-F238E27FC236}">
                <a16:creationId xmlns:a16="http://schemas.microsoft.com/office/drawing/2014/main" id="{C184A079-45DB-437E-AB67-8F16B72AB370}"/>
              </a:ext>
            </a:extLst>
          </p:cNvPr>
          <p:cNvSpPr>
            <a:spLocks noGrp="1"/>
          </p:cNvSpPr>
          <p:nvPr/>
        </p:nvSpPr>
        <p:spPr>
          <a:xfrm>
            <a:off x="5072063" y="5238750"/>
            <a:ext cx="26194" cy="547688"/>
          </a:xfrm>
          <a:prstGeom prst="rect">
            <a:avLst/>
          </a:prstGeom>
          <a:solidFill>
            <a:srgbClr val="1D4ED8"/>
          </a:solidFill>
          <a:ln w="13097">
            <a:solidFill>
              <a:srgbClr val="172B4D"/>
            </a:solidFill>
          </a:ln>
        </p:spPr>
      </p:sp>
      <p:sp>
        <p:nvSpPr>
          <p:cNvPr id="893" name="object-893">
            <a:extLst>
              <a:ext uri="{FF2B5EF4-FFF2-40B4-BE49-F238E27FC236}">
                <a16:creationId xmlns:a16="http://schemas.microsoft.com/office/drawing/2014/main" id="{CB2AFFE9-F93D-4944-BDD0-6689197FCCA5}"/>
              </a:ext>
            </a:extLst>
          </p:cNvPr>
          <p:cNvSpPr>
            <a:spLocks noGrp="1"/>
          </p:cNvSpPr>
          <p:nvPr/>
        </p:nvSpPr>
        <p:spPr>
          <a:xfrm>
            <a:off x="5098256" y="5238750"/>
            <a:ext cx="26194" cy="547688"/>
          </a:xfrm>
          <a:prstGeom prst="rect">
            <a:avLst/>
          </a:prstGeom>
          <a:solidFill>
            <a:srgbClr val="1D4ED8"/>
          </a:solidFill>
          <a:ln w="13097">
            <a:solidFill>
              <a:srgbClr val="172B4D"/>
            </a:solidFill>
          </a:ln>
        </p:spPr>
      </p:sp>
      <p:sp>
        <p:nvSpPr>
          <p:cNvPr id="894" name="object-894">
            <a:extLst>
              <a:ext uri="{FF2B5EF4-FFF2-40B4-BE49-F238E27FC236}">
                <a16:creationId xmlns:a16="http://schemas.microsoft.com/office/drawing/2014/main" id="{E73A834A-4AB6-422A-B8E2-9B5453E0D1A0}"/>
              </a:ext>
            </a:extLst>
          </p:cNvPr>
          <p:cNvSpPr>
            <a:spLocks noGrp="1"/>
          </p:cNvSpPr>
          <p:nvPr/>
        </p:nvSpPr>
        <p:spPr>
          <a:xfrm>
            <a:off x="5124450" y="5238750"/>
            <a:ext cx="26194" cy="547688"/>
          </a:xfrm>
          <a:prstGeom prst="rect">
            <a:avLst/>
          </a:prstGeom>
          <a:solidFill>
            <a:srgbClr val="1D4ED8"/>
          </a:solidFill>
          <a:ln w="13097">
            <a:solidFill>
              <a:srgbClr val="172B4D"/>
            </a:solidFill>
          </a:ln>
        </p:spPr>
      </p:sp>
      <p:sp>
        <p:nvSpPr>
          <p:cNvPr id="895" name="object-895">
            <a:extLst>
              <a:ext uri="{FF2B5EF4-FFF2-40B4-BE49-F238E27FC236}">
                <a16:creationId xmlns:a16="http://schemas.microsoft.com/office/drawing/2014/main" id="{404C6CB1-0EF4-4AF2-BA0E-16A691FB8D67}"/>
              </a:ext>
            </a:extLst>
          </p:cNvPr>
          <p:cNvSpPr>
            <a:spLocks noGrp="1"/>
          </p:cNvSpPr>
          <p:nvPr/>
        </p:nvSpPr>
        <p:spPr>
          <a:xfrm>
            <a:off x="5150644" y="5238750"/>
            <a:ext cx="26194" cy="547688"/>
          </a:xfrm>
          <a:prstGeom prst="rect">
            <a:avLst/>
          </a:prstGeom>
          <a:solidFill>
            <a:srgbClr val="1D4ED8"/>
          </a:solidFill>
          <a:ln w="13097">
            <a:solidFill>
              <a:srgbClr val="172B4D"/>
            </a:solidFill>
          </a:ln>
        </p:spPr>
      </p:sp>
      <p:sp>
        <p:nvSpPr>
          <p:cNvPr id="896" name="object-896">
            <a:extLst>
              <a:ext uri="{FF2B5EF4-FFF2-40B4-BE49-F238E27FC236}">
                <a16:creationId xmlns:a16="http://schemas.microsoft.com/office/drawing/2014/main" id="{E874724E-98D9-4AA4-9824-445ED349F62C}"/>
              </a:ext>
            </a:extLst>
          </p:cNvPr>
          <p:cNvSpPr>
            <a:spLocks noGrp="1"/>
          </p:cNvSpPr>
          <p:nvPr/>
        </p:nvSpPr>
        <p:spPr>
          <a:xfrm>
            <a:off x="5176838" y="5238750"/>
            <a:ext cx="26194" cy="547688"/>
          </a:xfrm>
          <a:prstGeom prst="rect">
            <a:avLst/>
          </a:prstGeom>
          <a:solidFill>
            <a:srgbClr val="1D4ED8"/>
          </a:solidFill>
          <a:ln w="13097">
            <a:solidFill>
              <a:srgbClr val="172B4D"/>
            </a:solidFill>
          </a:ln>
        </p:spPr>
      </p:sp>
      <p:sp>
        <p:nvSpPr>
          <p:cNvPr id="897" name="object-897">
            <a:extLst>
              <a:ext uri="{FF2B5EF4-FFF2-40B4-BE49-F238E27FC236}">
                <a16:creationId xmlns:a16="http://schemas.microsoft.com/office/drawing/2014/main" id="{8806E2C9-3FCF-4790-B2FE-D75C1962A56A}"/>
              </a:ext>
            </a:extLst>
          </p:cNvPr>
          <p:cNvSpPr>
            <a:spLocks noGrp="1"/>
          </p:cNvSpPr>
          <p:nvPr/>
        </p:nvSpPr>
        <p:spPr>
          <a:xfrm>
            <a:off x="5203031" y="5238750"/>
            <a:ext cx="26194" cy="547688"/>
          </a:xfrm>
          <a:prstGeom prst="rect">
            <a:avLst/>
          </a:prstGeom>
          <a:solidFill>
            <a:srgbClr val="1D4ED8"/>
          </a:solidFill>
          <a:ln w="13097">
            <a:solidFill>
              <a:srgbClr val="172B4D"/>
            </a:solidFill>
          </a:ln>
        </p:spPr>
      </p:sp>
      <p:sp>
        <p:nvSpPr>
          <p:cNvPr id="898" name="object-898">
            <a:extLst>
              <a:ext uri="{FF2B5EF4-FFF2-40B4-BE49-F238E27FC236}">
                <a16:creationId xmlns:a16="http://schemas.microsoft.com/office/drawing/2014/main" id="{C6F8953F-9EB7-44AA-B6F0-6CECAB209A3E}"/>
              </a:ext>
            </a:extLst>
          </p:cNvPr>
          <p:cNvSpPr>
            <a:spLocks noGrp="1"/>
          </p:cNvSpPr>
          <p:nvPr/>
        </p:nvSpPr>
        <p:spPr>
          <a:xfrm>
            <a:off x="5229225" y="5238750"/>
            <a:ext cx="26194" cy="547688"/>
          </a:xfrm>
          <a:prstGeom prst="rect">
            <a:avLst/>
          </a:prstGeom>
          <a:solidFill>
            <a:srgbClr val="1D4ED8"/>
          </a:solidFill>
          <a:ln w="13097">
            <a:solidFill>
              <a:srgbClr val="172B4D"/>
            </a:solidFill>
          </a:ln>
        </p:spPr>
      </p:sp>
      <p:sp>
        <p:nvSpPr>
          <p:cNvPr id="899" name="object-899">
            <a:extLst>
              <a:ext uri="{FF2B5EF4-FFF2-40B4-BE49-F238E27FC236}">
                <a16:creationId xmlns:a16="http://schemas.microsoft.com/office/drawing/2014/main" id="{2CA3E724-C31B-4966-A90B-3C56F041AA81}"/>
              </a:ext>
            </a:extLst>
          </p:cNvPr>
          <p:cNvSpPr>
            <a:spLocks noGrp="1"/>
          </p:cNvSpPr>
          <p:nvPr/>
        </p:nvSpPr>
        <p:spPr>
          <a:xfrm>
            <a:off x="5255419" y="5238750"/>
            <a:ext cx="26194" cy="547688"/>
          </a:xfrm>
          <a:prstGeom prst="rect">
            <a:avLst/>
          </a:prstGeom>
          <a:solidFill>
            <a:srgbClr val="1D4ED8"/>
          </a:solidFill>
          <a:ln w="13097">
            <a:solidFill>
              <a:srgbClr val="172B4D"/>
            </a:solidFill>
          </a:ln>
        </p:spPr>
      </p:sp>
      <p:sp>
        <p:nvSpPr>
          <p:cNvPr id="900" name="object-900">
            <a:extLst>
              <a:ext uri="{FF2B5EF4-FFF2-40B4-BE49-F238E27FC236}">
                <a16:creationId xmlns:a16="http://schemas.microsoft.com/office/drawing/2014/main" id="{202C55BB-2D32-4E39-8267-115C3AF65B2C}"/>
              </a:ext>
            </a:extLst>
          </p:cNvPr>
          <p:cNvSpPr>
            <a:spLocks noGrp="1"/>
          </p:cNvSpPr>
          <p:nvPr/>
        </p:nvSpPr>
        <p:spPr>
          <a:xfrm>
            <a:off x="5281613" y="5238750"/>
            <a:ext cx="26194" cy="547688"/>
          </a:xfrm>
          <a:prstGeom prst="rect">
            <a:avLst/>
          </a:prstGeom>
          <a:solidFill>
            <a:srgbClr val="1D4ED8"/>
          </a:solidFill>
          <a:ln w="13097">
            <a:solidFill>
              <a:srgbClr val="172B4D"/>
            </a:solidFill>
          </a:ln>
        </p:spPr>
      </p:sp>
      <p:sp>
        <p:nvSpPr>
          <p:cNvPr id="901" name="object-901">
            <a:extLst>
              <a:ext uri="{FF2B5EF4-FFF2-40B4-BE49-F238E27FC236}">
                <a16:creationId xmlns:a16="http://schemas.microsoft.com/office/drawing/2014/main" id="{458F3FEC-FF13-4C8A-83B6-7F86F44AC34B}"/>
              </a:ext>
            </a:extLst>
          </p:cNvPr>
          <p:cNvSpPr>
            <a:spLocks noGrp="1"/>
          </p:cNvSpPr>
          <p:nvPr/>
        </p:nvSpPr>
        <p:spPr>
          <a:xfrm>
            <a:off x="5307806" y="5238750"/>
            <a:ext cx="26194" cy="547688"/>
          </a:xfrm>
          <a:prstGeom prst="rect">
            <a:avLst/>
          </a:prstGeom>
          <a:solidFill>
            <a:srgbClr val="1D4ED8"/>
          </a:solidFill>
          <a:ln w="13097">
            <a:solidFill>
              <a:srgbClr val="172B4D"/>
            </a:solidFill>
          </a:ln>
        </p:spPr>
      </p:sp>
      <p:sp>
        <p:nvSpPr>
          <p:cNvPr id="902" name="object-902">
            <a:extLst>
              <a:ext uri="{FF2B5EF4-FFF2-40B4-BE49-F238E27FC236}">
                <a16:creationId xmlns:a16="http://schemas.microsoft.com/office/drawing/2014/main" id="{98900AC9-87F8-4ABE-8E7A-360E60F6FED3}"/>
              </a:ext>
            </a:extLst>
          </p:cNvPr>
          <p:cNvSpPr>
            <a:spLocks noGrp="1"/>
          </p:cNvSpPr>
          <p:nvPr/>
        </p:nvSpPr>
        <p:spPr>
          <a:xfrm>
            <a:off x="5334000" y="5238750"/>
            <a:ext cx="26194" cy="547688"/>
          </a:xfrm>
          <a:prstGeom prst="rect">
            <a:avLst/>
          </a:prstGeom>
          <a:solidFill>
            <a:srgbClr val="1D4ED8"/>
          </a:solidFill>
          <a:ln w="13097">
            <a:solidFill>
              <a:srgbClr val="172B4D"/>
            </a:solidFill>
          </a:ln>
        </p:spPr>
      </p:sp>
      <p:sp>
        <p:nvSpPr>
          <p:cNvPr id="903" name="object-903">
            <a:extLst>
              <a:ext uri="{FF2B5EF4-FFF2-40B4-BE49-F238E27FC236}">
                <a16:creationId xmlns:a16="http://schemas.microsoft.com/office/drawing/2014/main" id="{29687F66-5041-48D6-A004-21B9BDE499DF}"/>
              </a:ext>
            </a:extLst>
          </p:cNvPr>
          <p:cNvSpPr>
            <a:spLocks noGrp="1"/>
          </p:cNvSpPr>
          <p:nvPr/>
        </p:nvSpPr>
        <p:spPr>
          <a:xfrm>
            <a:off x="5360194" y="5238750"/>
            <a:ext cx="26194" cy="547688"/>
          </a:xfrm>
          <a:prstGeom prst="rect">
            <a:avLst/>
          </a:prstGeom>
          <a:solidFill>
            <a:srgbClr val="1D4ED8"/>
          </a:solidFill>
          <a:ln w="13097">
            <a:solidFill>
              <a:srgbClr val="172B4D"/>
            </a:solidFill>
          </a:ln>
        </p:spPr>
      </p:sp>
      <p:sp>
        <p:nvSpPr>
          <p:cNvPr id="904" name="object-904">
            <a:extLst>
              <a:ext uri="{FF2B5EF4-FFF2-40B4-BE49-F238E27FC236}">
                <a16:creationId xmlns:a16="http://schemas.microsoft.com/office/drawing/2014/main" id="{C36C3666-661E-4A12-AC08-FFE25D7FA868}"/>
              </a:ext>
            </a:extLst>
          </p:cNvPr>
          <p:cNvSpPr>
            <a:spLocks noGrp="1"/>
          </p:cNvSpPr>
          <p:nvPr/>
        </p:nvSpPr>
        <p:spPr>
          <a:xfrm>
            <a:off x="5386388" y="5238750"/>
            <a:ext cx="26194" cy="547688"/>
          </a:xfrm>
          <a:prstGeom prst="rect">
            <a:avLst/>
          </a:prstGeom>
          <a:solidFill>
            <a:srgbClr val="1D4ED8"/>
          </a:solidFill>
          <a:ln w="13097">
            <a:solidFill>
              <a:srgbClr val="172B4D"/>
            </a:solidFill>
          </a:ln>
        </p:spPr>
      </p:sp>
      <p:sp>
        <p:nvSpPr>
          <p:cNvPr id="905" name="object-905">
            <a:extLst>
              <a:ext uri="{FF2B5EF4-FFF2-40B4-BE49-F238E27FC236}">
                <a16:creationId xmlns:a16="http://schemas.microsoft.com/office/drawing/2014/main" id="{57D3F3E2-8800-4A9A-82B0-CAD1BC4A849D}"/>
              </a:ext>
            </a:extLst>
          </p:cNvPr>
          <p:cNvSpPr>
            <a:spLocks noGrp="1"/>
          </p:cNvSpPr>
          <p:nvPr/>
        </p:nvSpPr>
        <p:spPr>
          <a:xfrm>
            <a:off x="5412581" y="5238750"/>
            <a:ext cx="26194" cy="547688"/>
          </a:xfrm>
          <a:prstGeom prst="rect">
            <a:avLst/>
          </a:prstGeom>
          <a:solidFill>
            <a:srgbClr val="1D4ED8"/>
          </a:solidFill>
          <a:ln w="13097">
            <a:solidFill>
              <a:srgbClr val="172B4D"/>
            </a:solidFill>
          </a:ln>
        </p:spPr>
      </p:sp>
      <p:sp>
        <p:nvSpPr>
          <p:cNvPr id="906" name="object-906">
            <a:extLst>
              <a:ext uri="{FF2B5EF4-FFF2-40B4-BE49-F238E27FC236}">
                <a16:creationId xmlns:a16="http://schemas.microsoft.com/office/drawing/2014/main" id="{88477B6C-B1F0-435D-872F-8637B2BB6A97}"/>
              </a:ext>
            </a:extLst>
          </p:cNvPr>
          <p:cNvSpPr>
            <a:spLocks noGrp="1"/>
          </p:cNvSpPr>
          <p:nvPr/>
        </p:nvSpPr>
        <p:spPr>
          <a:xfrm>
            <a:off x="5438775" y="5238750"/>
            <a:ext cx="26194" cy="547688"/>
          </a:xfrm>
          <a:prstGeom prst="rect">
            <a:avLst/>
          </a:prstGeom>
          <a:solidFill>
            <a:srgbClr val="1D4ED8"/>
          </a:solidFill>
          <a:ln w="13097">
            <a:solidFill>
              <a:srgbClr val="172B4D"/>
            </a:solidFill>
          </a:ln>
        </p:spPr>
      </p:sp>
      <p:sp>
        <p:nvSpPr>
          <p:cNvPr id="907" name="object-907">
            <a:extLst>
              <a:ext uri="{FF2B5EF4-FFF2-40B4-BE49-F238E27FC236}">
                <a16:creationId xmlns:a16="http://schemas.microsoft.com/office/drawing/2014/main" id="{C31B533E-7EB6-4AAF-9635-C9766D7ADBFB}"/>
              </a:ext>
            </a:extLst>
          </p:cNvPr>
          <p:cNvSpPr>
            <a:spLocks noGrp="1"/>
          </p:cNvSpPr>
          <p:nvPr/>
        </p:nvSpPr>
        <p:spPr>
          <a:xfrm>
            <a:off x="5464969" y="5238750"/>
            <a:ext cx="26194" cy="547688"/>
          </a:xfrm>
          <a:prstGeom prst="rect">
            <a:avLst/>
          </a:prstGeom>
          <a:solidFill>
            <a:srgbClr val="1D4ED8"/>
          </a:solidFill>
          <a:ln w="13097">
            <a:solidFill>
              <a:srgbClr val="172B4D"/>
            </a:solidFill>
          </a:ln>
        </p:spPr>
      </p:sp>
      <p:sp>
        <p:nvSpPr>
          <p:cNvPr id="908" name="object-908">
            <a:extLst>
              <a:ext uri="{FF2B5EF4-FFF2-40B4-BE49-F238E27FC236}">
                <a16:creationId xmlns:a16="http://schemas.microsoft.com/office/drawing/2014/main" id="{C8AA9EC2-2A25-4021-9837-50645B2C9A9A}"/>
              </a:ext>
            </a:extLst>
          </p:cNvPr>
          <p:cNvSpPr>
            <a:spLocks noGrp="1"/>
          </p:cNvSpPr>
          <p:nvPr/>
        </p:nvSpPr>
        <p:spPr>
          <a:xfrm>
            <a:off x="5491163" y="5238750"/>
            <a:ext cx="26194" cy="547688"/>
          </a:xfrm>
          <a:prstGeom prst="rect">
            <a:avLst/>
          </a:prstGeom>
          <a:solidFill>
            <a:srgbClr val="1D4ED8"/>
          </a:solidFill>
          <a:ln w="13097">
            <a:solidFill>
              <a:srgbClr val="172B4D"/>
            </a:solidFill>
          </a:ln>
        </p:spPr>
      </p:sp>
      <p:sp>
        <p:nvSpPr>
          <p:cNvPr id="909" name="object-909">
            <a:extLst>
              <a:ext uri="{FF2B5EF4-FFF2-40B4-BE49-F238E27FC236}">
                <a16:creationId xmlns:a16="http://schemas.microsoft.com/office/drawing/2014/main" id="{B2DEEE77-C987-4161-B127-46A85E1AC1C1}"/>
              </a:ext>
            </a:extLst>
          </p:cNvPr>
          <p:cNvSpPr>
            <a:spLocks noGrp="1"/>
          </p:cNvSpPr>
          <p:nvPr/>
        </p:nvSpPr>
        <p:spPr>
          <a:xfrm>
            <a:off x="5517356" y="5238750"/>
            <a:ext cx="26194" cy="547688"/>
          </a:xfrm>
          <a:prstGeom prst="rect">
            <a:avLst/>
          </a:prstGeom>
          <a:solidFill>
            <a:srgbClr val="1D4ED8"/>
          </a:solidFill>
          <a:ln w="13097">
            <a:solidFill>
              <a:srgbClr val="172B4D"/>
            </a:solidFill>
          </a:ln>
        </p:spPr>
      </p:sp>
      <p:sp>
        <p:nvSpPr>
          <p:cNvPr id="910" name="object-910">
            <a:extLst>
              <a:ext uri="{FF2B5EF4-FFF2-40B4-BE49-F238E27FC236}">
                <a16:creationId xmlns:a16="http://schemas.microsoft.com/office/drawing/2014/main" id="{4CF4F62B-F5B7-4C95-978B-4834E185D2C9}"/>
              </a:ext>
            </a:extLst>
          </p:cNvPr>
          <p:cNvSpPr>
            <a:spLocks noGrp="1"/>
          </p:cNvSpPr>
          <p:nvPr/>
        </p:nvSpPr>
        <p:spPr>
          <a:xfrm>
            <a:off x="5543550" y="5238750"/>
            <a:ext cx="26194" cy="547688"/>
          </a:xfrm>
          <a:prstGeom prst="rect">
            <a:avLst/>
          </a:prstGeom>
          <a:solidFill>
            <a:srgbClr val="1D4ED8"/>
          </a:solidFill>
          <a:ln w="13097">
            <a:solidFill>
              <a:srgbClr val="172B4D"/>
            </a:solidFill>
          </a:ln>
        </p:spPr>
      </p:sp>
      <p:sp>
        <p:nvSpPr>
          <p:cNvPr id="911" name="object-911">
            <a:extLst>
              <a:ext uri="{FF2B5EF4-FFF2-40B4-BE49-F238E27FC236}">
                <a16:creationId xmlns:a16="http://schemas.microsoft.com/office/drawing/2014/main" id="{B6696F81-05D6-4741-B2FC-8CE1E7CED51A}"/>
              </a:ext>
            </a:extLst>
          </p:cNvPr>
          <p:cNvSpPr>
            <a:spLocks noGrp="1"/>
          </p:cNvSpPr>
          <p:nvPr/>
        </p:nvSpPr>
        <p:spPr>
          <a:xfrm>
            <a:off x="5569744" y="5238750"/>
            <a:ext cx="26194" cy="547688"/>
          </a:xfrm>
          <a:prstGeom prst="rect">
            <a:avLst/>
          </a:prstGeom>
          <a:solidFill>
            <a:srgbClr val="1D4ED8"/>
          </a:solidFill>
          <a:ln w="13097">
            <a:solidFill>
              <a:srgbClr val="172B4D"/>
            </a:solidFill>
          </a:ln>
        </p:spPr>
      </p:sp>
      <p:sp>
        <p:nvSpPr>
          <p:cNvPr id="912" name="object-912">
            <a:extLst>
              <a:ext uri="{FF2B5EF4-FFF2-40B4-BE49-F238E27FC236}">
                <a16:creationId xmlns:a16="http://schemas.microsoft.com/office/drawing/2014/main" id="{EF1AEB44-2697-40DF-B6A4-563ECCB37457}"/>
              </a:ext>
            </a:extLst>
          </p:cNvPr>
          <p:cNvSpPr>
            <a:spLocks noGrp="1"/>
          </p:cNvSpPr>
          <p:nvPr/>
        </p:nvSpPr>
        <p:spPr>
          <a:xfrm>
            <a:off x="5595938" y="5238750"/>
            <a:ext cx="26194" cy="547688"/>
          </a:xfrm>
          <a:prstGeom prst="rect">
            <a:avLst/>
          </a:prstGeom>
          <a:solidFill>
            <a:srgbClr val="1D4ED8"/>
          </a:solidFill>
          <a:ln w="13097">
            <a:solidFill>
              <a:srgbClr val="172B4D"/>
            </a:solidFill>
          </a:ln>
        </p:spPr>
      </p:sp>
      <p:sp>
        <p:nvSpPr>
          <p:cNvPr id="913" name="object-913">
            <a:extLst>
              <a:ext uri="{FF2B5EF4-FFF2-40B4-BE49-F238E27FC236}">
                <a16:creationId xmlns:a16="http://schemas.microsoft.com/office/drawing/2014/main" id="{E532A399-A070-4817-8B50-C72C2875A0B4}"/>
              </a:ext>
            </a:extLst>
          </p:cNvPr>
          <p:cNvSpPr>
            <a:spLocks noGrp="1"/>
          </p:cNvSpPr>
          <p:nvPr/>
        </p:nvSpPr>
        <p:spPr>
          <a:xfrm>
            <a:off x="5622131" y="5238750"/>
            <a:ext cx="26194" cy="547688"/>
          </a:xfrm>
          <a:prstGeom prst="rect">
            <a:avLst/>
          </a:prstGeom>
          <a:solidFill>
            <a:srgbClr val="1D4ED8"/>
          </a:solidFill>
          <a:ln w="13097">
            <a:solidFill>
              <a:srgbClr val="172B4D"/>
            </a:solidFill>
          </a:ln>
        </p:spPr>
      </p:sp>
      <p:sp>
        <p:nvSpPr>
          <p:cNvPr id="914" name="object-914">
            <a:extLst>
              <a:ext uri="{FF2B5EF4-FFF2-40B4-BE49-F238E27FC236}">
                <a16:creationId xmlns:a16="http://schemas.microsoft.com/office/drawing/2014/main" id="{EE572A9F-FED1-443D-9DF7-50CBECBB1B13}"/>
              </a:ext>
            </a:extLst>
          </p:cNvPr>
          <p:cNvSpPr>
            <a:spLocks noGrp="1"/>
          </p:cNvSpPr>
          <p:nvPr/>
        </p:nvSpPr>
        <p:spPr>
          <a:xfrm>
            <a:off x="5648325" y="5238750"/>
            <a:ext cx="26194" cy="547688"/>
          </a:xfrm>
          <a:prstGeom prst="rect">
            <a:avLst/>
          </a:prstGeom>
          <a:solidFill>
            <a:srgbClr val="1D4ED8"/>
          </a:solidFill>
          <a:ln w="13097">
            <a:solidFill>
              <a:srgbClr val="172B4D"/>
            </a:solidFill>
          </a:ln>
        </p:spPr>
      </p:sp>
      <p:sp>
        <p:nvSpPr>
          <p:cNvPr id="915" name="object-915">
            <a:extLst>
              <a:ext uri="{FF2B5EF4-FFF2-40B4-BE49-F238E27FC236}">
                <a16:creationId xmlns:a16="http://schemas.microsoft.com/office/drawing/2014/main" id="{92CA7941-2ED8-4900-8C7F-D00F14398087}"/>
              </a:ext>
            </a:extLst>
          </p:cNvPr>
          <p:cNvSpPr>
            <a:spLocks noGrp="1"/>
          </p:cNvSpPr>
          <p:nvPr/>
        </p:nvSpPr>
        <p:spPr>
          <a:xfrm>
            <a:off x="5674519" y="5238750"/>
            <a:ext cx="26194" cy="547688"/>
          </a:xfrm>
          <a:prstGeom prst="rect">
            <a:avLst/>
          </a:prstGeom>
          <a:solidFill>
            <a:srgbClr val="1D4ED8"/>
          </a:solidFill>
          <a:ln w="13097">
            <a:solidFill>
              <a:srgbClr val="172B4D"/>
            </a:solidFill>
          </a:ln>
        </p:spPr>
      </p:sp>
      <p:sp>
        <p:nvSpPr>
          <p:cNvPr id="916" name="object-916">
            <a:extLst>
              <a:ext uri="{FF2B5EF4-FFF2-40B4-BE49-F238E27FC236}">
                <a16:creationId xmlns:a16="http://schemas.microsoft.com/office/drawing/2014/main" id="{256FB01C-E2AE-414B-B068-C85B2CBD9450}"/>
              </a:ext>
            </a:extLst>
          </p:cNvPr>
          <p:cNvSpPr>
            <a:spLocks noGrp="1"/>
          </p:cNvSpPr>
          <p:nvPr/>
        </p:nvSpPr>
        <p:spPr>
          <a:xfrm>
            <a:off x="5700713" y="5238750"/>
            <a:ext cx="26194" cy="547688"/>
          </a:xfrm>
          <a:prstGeom prst="rect">
            <a:avLst/>
          </a:prstGeom>
          <a:solidFill>
            <a:srgbClr val="1D4ED8"/>
          </a:solidFill>
          <a:ln w="13097">
            <a:solidFill>
              <a:srgbClr val="172B4D"/>
            </a:solidFill>
          </a:ln>
        </p:spPr>
      </p:sp>
      <p:sp>
        <p:nvSpPr>
          <p:cNvPr id="917" name="object-917">
            <a:extLst>
              <a:ext uri="{FF2B5EF4-FFF2-40B4-BE49-F238E27FC236}">
                <a16:creationId xmlns:a16="http://schemas.microsoft.com/office/drawing/2014/main" id="{1C195EC8-3C9A-4619-B322-6FEF1AEF33F8}"/>
              </a:ext>
            </a:extLst>
          </p:cNvPr>
          <p:cNvSpPr>
            <a:spLocks noGrp="1"/>
          </p:cNvSpPr>
          <p:nvPr/>
        </p:nvSpPr>
        <p:spPr>
          <a:xfrm>
            <a:off x="5726906" y="5238750"/>
            <a:ext cx="26194" cy="547688"/>
          </a:xfrm>
          <a:prstGeom prst="rect">
            <a:avLst/>
          </a:prstGeom>
          <a:solidFill>
            <a:srgbClr val="1D4ED8"/>
          </a:solidFill>
          <a:ln w="13097">
            <a:solidFill>
              <a:srgbClr val="172B4D"/>
            </a:solidFill>
          </a:ln>
        </p:spPr>
      </p:sp>
      <p:sp>
        <p:nvSpPr>
          <p:cNvPr id="918" name="object-918">
            <a:extLst>
              <a:ext uri="{FF2B5EF4-FFF2-40B4-BE49-F238E27FC236}">
                <a16:creationId xmlns:a16="http://schemas.microsoft.com/office/drawing/2014/main" id="{C41DCD33-FB73-4058-9920-4A32DDF70DFE}"/>
              </a:ext>
            </a:extLst>
          </p:cNvPr>
          <p:cNvSpPr>
            <a:spLocks noGrp="1"/>
          </p:cNvSpPr>
          <p:nvPr/>
        </p:nvSpPr>
        <p:spPr>
          <a:xfrm>
            <a:off x="5753100" y="5238750"/>
            <a:ext cx="26194" cy="547688"/>
          </a:xfrm>
          <a:prstGeom prst="rect">
            <a:avLst/>
          </a:prstGeom>
          <a:solidFill>
            <a:srgbClr val="1D4ED8"/>
          </a:solidFill>
          <a:ln w="13097">
            <a:solidFill>
              <a:srgbClr val="172B4D"/>
            </a:solidFill>
          </a:ln>
        </p:spPr>
      </p:sp>
      <p:sp>
        <p:nvSpPr>
          <p:cNvPr id="919" name="object-919">
            <a:extLst>
              <a:ext uri="{FF2B5EF4-FFF2-40B4-BE49-F238E27FC236}">
                <a16:creationId xmlns:a16="http://schemas.microsoft.com/office/drawing/2014/main" id="{0ED9EF88-B35B-4EC3-8642-CCF2559B46E7}"/>
              </a:ext>
            </a:extLst>
          </p:cNvPr>
          <p:cNvSpPr>
            <a:spLocks noGrp="1"/>
          </p:cNvSpPr>
          <p:nvPr/>
        </p:nvSpPr>
        <p:spPr>
          <a:xfrm>
            <a:off x="5779294" y="5238750"/>
            <a:ext cx="26194" cy="547688"/>
          </a:xfrm>
          <a:prstGeom prst="rect">
            <a:avLst/>
          </a:prstGeom>
          <a:solidFill>
            <a:srgbClr val="1D4ED8"/>
          </a:solidFill>
          <a:ln w="13097">
            <a:solidFill>
              <a:srgbClr val="172B4D"/>
            </a:solidFill>
          </a:ln>
        </p:spPr>
      </p:sp>
      <p:sp>
        <p:nvSpPr>
          <p:cNvPr id="920" name="object-920">
            <a:extLst>
              <a:ext uri="{FF2B5EF4-FFF2-40B4-BE49-F238E27FC236}">
                <a16:creationId xmlns:a16="http://schemas.microsoft.com/office/drawing/2014/main" id="{7C71D94C-818F-4E2F-9774-06827B9C554D}"/>
              </a:ext>
            </a:extLst>
          </p:cNvPr>
          <p:cNvSpPr>
            <a:spLocks noGrp="1"/>
          </p:cNvSpPr>
          <p:nvPr/>
        </p:nvSpPr>
        <p:spPr>
          <a:xfrm>
            <a:off x="5805488" y="5238750"/>
            <a:ext cx="26194" cy="547688"/>
          </a:xfrm>
          <a:prstGeom prst="rect">
            <a:avLst/>
          </a:prstGeom>
          <a:solidFill>
            <a:srgbClr val="1D4ED8"/>
          </a:solidFill>
          <a:ln w="13097">
            <a:solidFill>
              <a:srgbClr val="172B4D"/>
            </a:solidFill>
          </a:ln>
        </p:spPr>
      </p:sp>
      <p:sp>
        <p:nvSpPr>
          <p:cNvPr id="921" name="object-921">
            <a:extLst>
              <a:ext uri="{FF2B5EF4-FFF2-40B4-BE49-F238E27FC236}">
                <a16:creationId xmlns:a16="http://schemas.microsoft.com/office/drawing/2014/main" id="{A5643714-A33A-4533-8656-92EB3E64BE6B}"/>
              </a:ext>
            </a:extLst>
          </p:cNvPr>
          <p:cNvSpPr>
            <a:spLocks noGrp="1"/>
          </p:cNvSpPr>
          <p:nvPr/>
        </p:nvSpPr>
        <p:spPr>
          <a:xfrm>
            <a:off x="5831681" y="5238750"/>
            <a:ext cx="26194" cy="547688"/>
          </a:xfrm>
          <a:prstGeom prst="rect">
            <a:avLst/>
          </a:prstGeom>
          <a:solidFill>
            <a:srgbClr val="1D4ED8"/>
          </a:solidFill>
          <a:ln w="13097">
            <a:solidFill>
              <a:srgbClr val="172B4D"/>
            </a:solidFill>
          </a:ln>
        </p:spPr>
      </p:sp>
      <p:sp>
        <p:nvSpPr>
          <p:cNvPr id="922" name="object-922">
            <a:extLst>
              <a:ext uri="{FF2B5EF4-FFF2-40B4-BE49-F238E27FC236}">
                <a16:creationId xmlns:a16="http://schemas.microsoft.com/office/drawing/2014/main" id="{48192643-42A0-49A6-95C7-187314170549}"/>
              </a:ext>
            </a:extLst>
          </p:cNvPr>
          <p:cNvSpPr>
            <a:spLocks noGrp="1"/>
          </p:cNvSpPr>
          <p:nvPr/>
        </p:nvSpPr>
        <p:spPr>
          <a:xfrm>
            <a:off x="5857875" y="5238750"/>
            <a:ext cx="26194" cy="547688"/>
          </a:xfrm>
          <a:prstGeom prst="rect">
            <a:avLst/>
          </a:prstGeom>
          <a:solidFill>
            <a:srgbClr val="1D4ED8"/>
          </a:solidFill>
          <a:ln w="13097">
            <a:solidFill>
              <a:srgbClr val="172B4D"/>
            </a:solidFill>
          </a:ln>
        </p:spPr>
      </p:sp>
      <p:sp>
        <p:nvSpPr>
          <p:cNvPr id="923" name="object-923">
            <a:extLst>
              <a:ext uri="{FF2B5EF4-FFF2-40B4-BE49-F238E27FC236}">
                <a16:creationId xmlns:a16="http://schemas.microsoft.com/office/drawing/2014/main" id="{C41A959C-238A-4E69-82F7-29F3B2015113}"/>
              </a:ext>
            </a:extLst>
          </p:cNvPr>
          <p:cNvSpPr>
            <a:spLocks noGrp="1"/>
          </p:cNvSpPr>
          <p:nvPr/>
        </p:nvSpPr>
        <p:spPr>
          <a:xfrm>
            <a:off x="5884069" y="5238750"/>
            <a:ext cx="26194" cy="547688"/>
          </a:xfrm>
          <a:prstGeom prst="rect">
            <a:avLst/>
          </a:prstGeom>
          <a:solidFill>
            <a:srgbClr val="1D4ED8"/>
          </a:solidFill>
          <a:ln w="13097">
            <a:solidFill>
              <a:srgbClr val="172B4D"/>
            </a:solidFill>
          </a:ln>
        </p:spPr>
      </p:sp>
      <p:sp>
        <p:nvSpPr>
          <p:cNvPr id="924" name="object-924">
            <a:extLst>
              <a:ext uri="{FF2B5EF4-FFF2-40B4-BE49-F238E27FC236}">
                <a16:creationId xmlns:a16="http://schemas.microsoft.com/office/drawing/2014/main" id="{01450F88-6005-47D6-BE9D-8242BBD97016}"/>
              </a:ext>
            </a:extLst>
          </p:cNvPr>
          <p:cNvSpPr>
            <a:spLocks noGrp="1"/>
          </p:cNvSpPr>
          <p:nvPr/>
        </p:nvSpPr>
        <p:spPr>
          <a:xfrm>
            <a:off x="5910263" y="5238750"/>
            <a:ext cx="26194" cy="547688"/>
          </a:xfrm>
          <a:prstGeom prst="rect">
            <a:avLst/>
          </a:prstGeom>
          <a:solidFill>
            <a:srgbClr val="1D4ED8"/>
          </a:solidFill>
          <a:ln w="13097">
            <a:solidFill>
              <a:srgbClr val="172B4D"/>
            </a:solidFill>
          </a:ln>
        </p:spPr>
      </p:sp>
      <p:sp>
        <p:nvSpPr>
          <p:cNvPr id="925" name="object-925">
            <a:extLst>
              <a:ext uri="{FF2B5EF4-FFF2-40B4-BE49-F238E27FC236}">
                <a16:creationId xmlns:a16="http://schemas.microsoft.com/office/drawing/2014/main" id="{87BD8A84-3744-4121-AA6E-E4ED201F1B61}"/>
              </a:ext>
            </a:extLst>
          </p:cNvPr>
          <p:cNvSpPr>
            <a:spLocks noGrp="1"/>
          </p:cNvSpPr>
          <p:nvPr/>
        </p:nvSpPr>
        <p:spPr>
          <a:xfrm>
            <a:off x="5936456" y="5238750"/>
            <a:ext cx="26194" cy="547688"/>
          </a:xfrm>
          <a:prstGeom prst="rect">
            <a:avLst/>
          </a:prstGeom>
          <a:solidFill>
            <a:srgbClr val="1D4ED8"/>
          </a:solidFill>
          <a:ln w="13097">
            <a:solidFill>
              <a:srgbClr val="172B4D"/>
            </a:solidFill>
          </a:ln>
        </p:spPr>
      </p:sp>
      <p:sp>
        <p:nvSpPr>
          <p:cNvPr id="926" name="object-926">
            <a:extLst>
              <a:ext uri="{FF2B5EF4-FFF2-40B4-BE49-F238E27FC236}">
                <a16:creationId xmlns:a16="http://schemas.microsoft.com/office/drawing/2014/main" id="{361464F2-E174-4C6E-A537-AA57CD3110D1}"/>
              </a:ext>
            </a:extLst>
          </p:cNvPr>
          <p:cNvSpPr>
            <a:spLocks noGrp="1"/>
          </p:cNvSpPr>
          <p:nvPr/>
        </p:nvSpPr>
        <p:spPr>
          <a:xfrm>
            <a:off x="5962650" y="5238750"/>
            <a:ext cx="26194" cy="547688"/>
          </a:xfrm>
          <a:prstGeom prst="rect">
            <a:avLst/>
          </a:prstGeom>
          <a:solidFill>
            <a:srgbClr val="1D4ED8"/>
          </a:solidFill>
          <a:ln w="13097">
            <a:solidFill>
              <a:srgbClr val="172B4D"/>
            </a:solidFill>
          </a:ln>
        </p:spPr>
      </p:sp>
      <p:sp>
        <p:nvSpPr>
          <p:cNvPr id="927" name="object-927">
            <a:extLst>
              <a:ext uri="{FF2B5EF4-FFF2-40B4-BE49-F238E27FC236}">
                <a16:creationId xmlns:a16="http://schemas.microsoft.com/office/drawing/2014/main" id="{E6C1AC94-60EF-4565-BC56-5104426544E5}"/>
              </a:ext>
            </a:extLst>
          </p:cNvPr>
          <p:cNvSpPr>
            <a:spLocks noGrp="1"/>
          </p:cNvSpPr>
          <p:nvPr/>
        </p:nvSpPr>
        <p:spPr>
          <a:xfrm>
            <a:off x="5988844" y="5238750"/>
            <a:ext cx="26194" cy="547688"/>
          </a:xfrm>
          <a:prstGeom prst="rect">
            <a:avLst/>
          </a:prstGeom>
          <a:solidFill>
            <a:srgbClr val="1D4ED8"/>
          </a:solidFill>
          <a:ln w="13097">
            <a:solidFill>
              <a:srgbClr val="172B4D"/>
            </a:solidFill>
          </a:ln>
        </p:spPr>
      </p:sp>
      <p:sp>
        <p:nvSpPr>
          <p:cNvPr id="928" name="object-928">
            <a:extLst>
              <a:ext uri="{FF2B5EF4-FFF2-40B4-BE49-F238E27FC236}">
                <a16:creationId xmlns:a16="http://schemas.microsoft.com/office/drawing/2014/main" id="{A362385B-EE1A-4EA1-9FFE-A285B3725E3C}"/>
              </a:ext>
            </a:extLst>
          </p:cNvPr>
          <p:cNvSpPr>
            <a:spLocks noGrp="1"/>
          </p:cNvSpPr>
          <p:nvPr/>
        </p:nvSpPr>
        <p:spPr>
          <a:xfrm>
            <a:off x="6015038" y="5238750"/>
            <a:ext cx="26194" cy="547688"/>
          </a:xfrm>
          <a:prstGeom prst="rect">
            <a:avLst/>
          </a:prstGeom>
          <a:solidFill>
            <a:srgbClr val="1D4ED8"/>
          </a:solidFill>
          <a:ln w="13097">
            <a:solidFill>
              <a:srgbClr val="172B4D"/>
            </a:solidFill>
          </a:ln>
        </p:spPr>
      </p:sp>
      <p:sp>
        <p:nvSpPr>
          <p:cNvPr id="929" name="object-929">
            <a:extLst>
              <a:ext uri="{FF2B5EF4-FFF2-40B4-BE49-F238E27FC236}">
                <a16:creationId xmlns:a16="http://schemas.microsoft.com/office/drawing/2014/main" id="{AB076BCC-5374-40FA-87F1-D291C77E1585}"/>
              </a:ext>
            </a:extLst>
          </p:cNvPr>
          <p:cNvSpPr>
            <a:spLocks noGrp="1"/>
          </p:cNvSpPr>
          <p:nvPr/>
        </p:nvSpPr>
        <p:spPr>
          <a:xfrm>
            <a:off x="6041231" y="5238750"/>
            <a:ext cx="26194" cy="547688"/>
          </a:xfrm>
          <a:prstGeom prst="rect">
            <a:avLst/>
          </a:prstGeom>
          <a:solidFill>
            <a:srgbClr val="1D4ED8"/>
          </a:solidFill>
          <a:ln w="13097">
            <a:solidFill>
              <a:srgbClr val="172B4D"/>
            </a:solidFill>
          </a:ln>
        </p:spPr>
      </p:sp>
      <p:sp>
        <p:nvSpPr>
          <p:cNvPr id="930" name="object-930">
            <a:extLst>
              <a:ext uri="{FF2B5EF4-FFF2-40B4-BE49-F238E27FC236}">
                <a16:creationId xmlns:a16="http://schemas.microsoft.com/office/drawing/2014/main" id="{BC48AA28-412D-407E-BA86-295D70414679}"/>
              </a:ext>
            </a:extLst>
          </p:cNvPr>
          <p:cNvSpPr>
            <a:spLocks noGrp="1"/>
          </p:cNvSpPr>
          <p:nvPr/>
        </p:nvSpPr>
        <p:spPr>
          <a:xfrm>
            <a:off x="6067425" y="5238750"/>
            <a:ext cx="26194" cy="547688"/>
          </a:xfrm>
          <a:prstGeom prst="rect">
            <a:avLst/>
          </a:prstGeom>
          <a:solidFill>
            <a:srgbClr val="1D4ED8"/>
          </a:solidFill>
          <a:ln w="13097">
            <a:solidFill>
              <a:srgbClr val="172B4D"/>
            </a:solidFill>
          </a:ln>
        </p:spPr>
      </p:sp>
      <p:sp>
        <p:nvSpPr>
          <p:cNvPr id="931" name="object-931">
            <a:extLst>
              <a:ext uri="{FF2B5EF4-FFF2-40B4-BE49-F238E27FC236}">
                <a16:creationId xmlns:a16="http://schemas.microsoft.com/office/drawing/2014/main" id="{D2876220-4BAE-49A1-8B63-7A75A8A4B314}"/>
              </a:ext>
            </a:extLst>
          </p:cNvPr>
          <p:cNvSpPr>
            <a:spLocks noGrp="1"/>
          </p:cNvSpPr>
          <p:nvPr/>
        </p:nvSpPr>
        <p:spPr>
          <a:xfrm>
            <a:off x="6093619" y="5238750"/>
            <a:ext cx="26194" cy="547688"/>
          </a:xfrm>
          <a:prstGeom prst="rect">
            <a:avLst/>
          </a:prstGeom>
          <a:solidFill>
            <a:srgbClr val="1D4ED8"/>
          </a:solidFill>
          <a:ln w="13097">
            <a:solidFill>
              <a:srgbClr val="172B4D"/>
            </a:solidFill>
          </a:ln>
        </p:spPr>
      </p:sp>
      <p:sp>
        <p:nvSpPr>
          <p:cNvPr id="932" name="object-932">
            <a:extLst>
              <a:ext uri="{FF2B5EF4-FFF2-40B4-BE49-F238E27FC236}">
                <a16:creationId xmlns:a16="http://schemas.microsoft.com/office/drawing/2014/main" id="{4470CFBA-AEB6-41AA-8A37-23D71532BF7F}"/>
              </a:ext>
            </a:extLst>
          </p:cNvPr>
          <p:cNvSpPr>
            <a:spLocks noGrp="1"/>
          </p:cNvSpPr>
          <p:nvPr/>
        </p:nvSpPr>
        <p:spPr>
          <a:xfrm>
            <a:off x="6119813" y="5238750"/>
            <a:ext cx="26194" cy="547688"/>
          </a:xfrm>
          <a:prstGeom prst="rect">
            <a:avLst/>
          </a:prstGeom>
          <a:solidFill>
            <a:srgbClr val="1D4ED8"/>
          </a:solidFill>
          <a:ln w="13097">
            <a:solidFill>
              <a:srgbClr val="172B4D"/>
            </a:solidFill>
          </a:ln>
        </p:spPr>
      </p:sp>
      <p:sp>
        <p:nvSpPr>
          <p:cNvPr id="933" name="object-933">
            <a:extLst>
              <a:ext uri="{FF2B5EF4-FFF2-40B4-BE49-F238E27FC236}">
                <a16:creationId xmlns:a16="http://schemas.microsoft.com/office/drawing/2014/main" id="{17182100-9EDA-42F1-B6F8-942D6F4ECC80}"/>
              </a:ext>
            </a:extLst>
          </p:cNvPr>
          <p:cNvSpPr>
            <a:spLocks noGrp="1"/>
          </p:cNvSpPr>
          <p:nvPr/>
        </p:nvSpPr>
        <p:spPr>
          <a:xfrm>
            <a:off x="6146006" y="5238750"/>
            <a:ext cx="26194" cy="547688"/>
          </a:xfrm>
          <a:prstGeom prst="rect">
            <a:avLst/>
          </a:prstGeom>
          <a:solidFill>
            <a:srgbClr val="1D4ED8"/>
          </a:solidFill>
          <a:ln w="13097">
            <a:solidFill>
              <a:srgbClr val="172B4D"/>
            </a:solidFill>
          </a:ln>
        </p:spPr>
      </p:sp>
      <p:sp>
        <p:nvSpPr>
          <p:cNvPr id="934" name="object-934">
            <a:extLst>
              <a:ext uri="{FF2B5EF4-FFF2-40B4-BE49-F238E27FC236}">
                <a16:creationId xmlns:a16="http://schemas.microsoft.com/office/drawing/2014/main" id="{715A1BDE-F4A5-4E01-87D8-C9BACCB835A3}"/>
              </a:ext>
            </a:extLst>
          </p:cNvPr>
          <p:cNvSpPr>
            <a:spLocks noGrp="1"/>
          </p:cNvSpPr>
          <p:nvPr/>
        </p:nvSpPr>
        <p:spPr>
          <a:xfrm>
            <a:off x="6172200" y="5238750"/>
            <a:ext cx="26194" cy="547688"/>
          </a:xfrm>
          <a:prstGeom prst="rect">
            <a:avLst/>
          </a:prstGeom>
          <a:solidFill>
            <a:srgbClr val="1D4ED8"/>
          </a:solidFill>
          <a:ln w="13097">
            <a:solidFill>
              <a:srgbClr val="172B4D"/>
            </a:solidFill>
          </a:ln>
        </p:spPr>
      </p:sp>
      <p:sp>
        <p:nvSpPr>
          <p:cNvPr id="935" name="object-935">
            <a:extLst>
              <a:ext uri="{FF2B5EF4-FFF2-40B4-BE49-F238E27FC236}">
                <a16:creationId xmlns:a16="http://schemas.microsoft.com/office/drawing/2014/main" id="{41B5E02E-F750-47CD-9C04-2229508E7C4A}"/>
              </a:ext>
            </a:extLst>
          </p:cNvPr>
          <p:cNvSpPr>
            <a:spLocks noGrp="1"/>
          </p:cNvSpPr>
          <p:nvPr/>
        </p:nvSpPr>
        <p:spPr>
          <a:xfrm>
            <a:off x="6198394" y="5238750"/>
            <a:ext cx="26194" cy="547688"/>
          </a:xfrm>
          <a:prstGeom prst="rect">
            <a:avLst/>
          </a:prstGeom>
          <a:solidFill>
            <a:srgbClr val="1D4ED8"/>
          </a:solidFill>
          <a:ln w="13097">
            <a:solidFill>
              <a:srgbClr val="172B4D"/>
            </a:solidFill>
          </a:ln>
        </p:spPr>
      </p:sp>
      <p:sp>
        <p:nvSpPr>
          <p:cNvPr id="936" name="object-936">
            <a:extLst>
              <a:ext uri="{FF2B5EF4-FFF2-40B4-BE49-F238E27FC236}">
                <a16:creationId xmlns:a16="http://schemas.microsoft.com/office/drawing/2014/main" id="{102D4125-6F02-45EA-BD17-D7415AC8B5A0}"/>
              </a:ext>
            </a:extLst>
          </p:cNvPr>
          <p:cNvSpPr>
            <a:spLocks noGrp="1"/>
          </p:cNvSpPr>
          <p:nvPr/>
        </p:nvSpPr>
        <p:spPr>
          <a:xfrm>
            <a:off x="6224588" y="5238750"/>
            <a:ext cx="26194" cy="547688"/>
          </a:xfrm>
          <a:prstGeom prst="rect">
            <a:avLst/>
          </a:prstGeom>
          <a:solidFill>
            <a:srgbClr val="1D4ED8"/>
          </a:solidFill>
          <a:ln w="13097">
            <a:solidFill>
              <a:srgbClr val="172B4D"/>
            </a:solidFill>
          </a:ln>
        </p:spPr>
      </p:sp>
      <p:sp>
        <p:nvSpPr>
          <p:cNvPr id="937" name="object-937">
            <a:extLst>
              <a:ext uri="{FF2B5EF4-FFF2-40B4-BE49-F238E27FC236}">
                <a16:creationId xmlns:a16="http://schemas.microsoft.com/office/drawing/2014/main" id="{036FCA29-464B-4DD3-8516-C9D9F70E59EF}"/>
              </a:ext>
            </a:extLst>
          </p:cNvPr>
          <p:cNvSpPr>
            <a:spLocks noGrp="1"/>
          </p:cNvSpPr>
          <p:nvPr/>
        </p:nvSpPr>
        <p:spPr>
          <a:xfrm>
            <a:off x="6250781" y="5238750"/>
            <a:ext cx="26194" cy="547688"/>
          </a:xfrm>
          <a:prstGeom prst="rect">
            <a:avLst/>
          </a:prstGeom>
          <a:solidFill>
            <a:srgbClr val="1D4ED8"/>
          </a:solidFill>
          <a:ln w="13097">
            <a:solidFill>
              <a:srgbClr val="172B4D"/>
            </a:solidFill>
          </a:ln>
        </p:spPr>
      </p:sp>
      <p:sp>
        <p:nvSpPr>
          <p:cNvPr id="938" name="object-938">
            <a:extLst>
              <a:ext uri="{FF2B5EF4-FFF2-40B4-BE49-F238E27FC236}">
                <a16:creationId xmlns:a16="http://schemas.microsoft.com/office/drawing/2014/main" id="{6A2A1CA9-3EE6-46EB-8A0A-2BFF8071A19A}"/>
              </a:ext>
            </a:extLst>
          </p:cNvPr>
          <p:cNvSpPr>
            <a:spLocks noGrp="1"/>
          </p:cNvSpPr>
          <p:nvPr/>
        </p:nvSpPr>
        <p:spPr>
          <a:xfrm>
            <a:off x="6276975" y="5238750"/>
            <a:ext cx="26194" cy="547688"/>
          </a:xfrm>
          <a:prstGeom prst="rect">
            <a:avLst/>
          </a:prstGeom>
          <a:solidFill>
            <a:srgbClr val="1D4ED8"/>
          </a:solidFill>
          <a:ln w="13097">
            <a:solidFill>
              <a:srgbClr val="172B4D"/>
            </a:solidFill>
          </a:ln>
        </p:spPr>
      </p:sp>
      <p:sp>
        <p:nvSpPr>
          <p:cNvPr id="939" name="object-939">
            <a:extLst>
              <a:ext uri="{FF2B5EF4-FFF2-40B4-BE49-F238E27FC236}">
                <a16:creationId xmlns:a16="http://schemas.microsoft.com/office/drawing/2014/main" id="{1D3C2CF5-D8F6-4884-8BC1-637A13443E71}"/>
              </a:ext>
            </a:extLst>
          </p:cNvPr>
          <p:cNvSpPr>
            <a:spLocks noGrp="1"/>
          </p:cNvSpPr>
          <p:nvPr/>
        </p:nvSpPr>
        <p:spPr>
          <a:xfrm>
            <a:off x="6303169" y="5238750"/>
            <a:ext cx="26194" cy="547688"/>
          </a:xfrm>
          <a:prstGeom prst="rect">
            <a:avLst/>
          </a:prstGeom>
          <a:solidFill>
            <a:srgbClr val="1D4ED8"/>
          </a:solidFill>
          <a:ln w="13097">
            <a:solidFill>
              <a:srgbClr val="172B4D"/>
            </a:solidFill>
          </a:ln>
        </p:spPr>
      </p:sp>
      <p:sp>
        <p:nvSpPr>
          <p:cNvPr id="940" name="object-940">
            <a:extLst>
              <a:ext uri="{FF2B5EF4-FFF2-40B4-BE49-F238E27FC236}">
                <a16:creationId xmlns:a16="http://schemas.microsoft.com/office/drawing/2014/main" id="{61174506-4CA1-4027-A698-6E2B96FE404A}"/>
              </a:ext>
            </a:extLst>
          </p:cNvPr>
          <p:cNvSpPr>
            <a:spLocks noGrp="1"/>
          </p:cNvSpPr>
          <p:nvPr/>
        </p:nvSpPr>
        <p:spPr>
          <a:xfrm>
            <a:off x="6329363" y="5238750"/>
            <a:ext cx="26194" cy="547688"/>
          </a:xfrm>
          <a:prstGeom prst="rect">
            <a:avLst/>
          </a:prstGeom>
          <a:solidFill>
            <a:srgbClr val="1D4ED8"/>
          </a:solidFill>
          <a:ln w="13097">
            <a:solidFill>
              <a:srgbClr val="172B4D"/>
            </a:solidFill>
          </a:ln>
        </p:spPr>
      </p:sp>
      <p:sp>
        <p:nvSpPr>
          <p:cNvPr id="941" name="object-941">
            <a:extLst>
              <a:ext uri="{FF2B5EF4-FFF2-40B4-BE49-F238E27FC236}">
                <a16:creationId xmlns:a16="http://schemas.microsoft.com/office/drawing/2014/main" id="{C8226575-7A92-4D8F-8226-01D13D11D57B}"/>
              </a:ext>
            </a:extLst>
          </p:cNvPr>
          <p:cNvSpPr>
            <a:spLocks noGrp="1"/>
          </p:cNvSpPr>
          <p:nvPr/>
        </p:nvSpPr>
        <p:spPr>
          <a:xfrm>
            <a:off x="6355556" y="5238750"/>
            <a:ext cx="26194" cy="547688"/>
          </a:xfrm>
          <a:prstGeom prst="rect">
            <a:avLst/>
          </a:prstGeom>
          <a:solidFill>
            <a:srgbClr val="1D4ED8"/>
          </a:solidFill>
          <a:ln w="13097">
            <a:solidFill>
              <a:srgbClr val="172B4D"/>
            </a:solidFill>
          </a:ln>
        </p:spPr>
      </p:sp>
      <p:sp>
        <p:nvSpPr>
          <p:cNvPr id="942" name="object-942">
            <a:extLst>
              <a:ext uri="{FF2B5EF4-FFF2-40B4-BE49-F238E27FC236}">
                <a16:creationId xmlns:a16="http://schemas.microsoft.com/office/drawing/2014/main" id="{6DAF2630-1261-4B4E-814B-43EBAC5D9794}"/>
              </a:ext>
            </a:extLst>
          </p:cNvPr>
          <p:cNvSpPr>
            <a:spLocks noGrp="1"/>
          </p:cNvSpPr>
          <p:nvPr/>
        </p:nvSpPr>
        <p:spPr>
          <a:xfrm>
            <a:off x="6381750" y="5238750"/>
            <a:ext cx="26194" cy="547688"/>
          </a:xfrm>
          <a:prstGeom prst="rect">
            <a:avLst/>
          </a:prstGeom>
          <a:solidFill>
            <a:srgbClr val="1D4ED8"/>
          </a:solidFill>
          <a:ln w="13097">
            <a:solidFill>
              <a:srgbClr val="172B4D"/>
            </a:solidFill>
          </a:ln>
        </p:spPr>
      </p:sp>
      <p:sp>
        <p:nvSpPr>
          <p:cNvPr id="943" name="object-943">
            <a:extLst>
              <a:ext uri="{FF2B5EF4-FFF2-40B4-BE49-F238E27FC236}">
                <a16:creationId xmlns:a16="http://schemas.microsoft.com/office/drawing/2014/main" id="{23F8AB71-E9E1-4A96-BB2C-4E330FE6FD17}"/>
              </a:ext>
            </a:extLst>
          </p:cNvPr>
          <p:cNvSpPr>
            <a:spLocks noGrp="1"/>
          </p:cNvSpPr>
          <p:nvPr/>
        </p:nvSpPr>
        <p:spPr>
          <a:xfrm>
            <a:off x="6407944" y="5238750"/>
            <a:ext cx="26194" cy="547688"/>
          </a:xfrm>
          <a:prstGeom prst="rect">
            <a:avLst/>
          </a:prstGeom>
          <a:solidFill>
            <a:srgbClr val="1D4ED8"/>
          </a:solidFill>
          <a:ln w="13097">
            <a:solidFill>
              <a:srgbClr val="172B4D"/>
            </a:solidFill>
          </a:ln>
        </p:spPr>
      </p:sp>
      <p:sp>
        <p:nvSpPr>
          <p:cNvPr id="944" name="object-944">
            <a:extLst>
              <a:ext uri="{FF2B5EF4-FFF2-40B4-BE49-F238E27FC236}">
                <a16:creationId xmlns:a16="http://schemas.microsoft.com/office/drawing/2014/main" id="{70B2EA70-DD17-4653-8748-CB42AC706F6D}"/>
              </a:ext>
            </a:extLst>
          </p:cNvPr>
          <p:cNvSpPr>
            <a:spLocks noGrp="1"/>
          </p:cNvSpPr>
          <p:nvPr/>
        </p:nvSpPr>
        <p:spPr>
          <a:xfrm>
            <a:off x="6434138" y="5238750"/>
            <a:ext cx="26194" cy="547688"/>
          </a:xfrm>
          <a:prstGeom prst="rect">
            <a:avLst/>
          </a:prstGeom>
          <a:solidFill>
            <a:srgbClr val="1D4ED8"/>
          </a:solidFill>
          <a:ln w="13097">
            <a:solidFill>
              <a:srgbClr val="172B4D"/>
            </a:solidFill>
          </a:ln>
        </p:spPr>
      </p:sp>
      <p:sp>
        <p:nvSpPr>
          <p:cNvPr id="945" name="object-945">
            <a:extLst>
              <a:ext uri="{FF2B5EF4-FFF2-40B4-BE49-F238E27FC236}">
                <a16:creationId xmlns:a16="http://schemas.microsoft.com/office/drawing/2014/main" id="{F0194EBE-BCA7-44D1-BA27-0C395C49E8D1}"/>
              </a:ext>
            </a:extLst>
          </p:cNvPr>
          <p:cNvSpPr>
            <a:spLocks noGrp="1"/>
          </p:cNvSpPr>
          <p:nvPr/>
        </p:nvSpPr>
        <p:spPr>
          <a:xfrm>
            <a:off x="6460331" y="5238750"/>
            <a:ext cx="26194" cy="547688"/>
          </a:xfrm>
          <a:prstGeom prst="rect">
            <a:avLst/>
          </a:prstGeom>
          <a:solidFill>
            <a:srgbClr val="1D4ED8"/>
          </a:solidFill>
          <a:ln w="13097">
            <a:solidFill>
              <a:srgbClr val="172B4D"/>
            </a:solidFill>
          </a:ln>
        </p:spPr>
      </p:sp>
      <p:sp>
        <p:nvSpPr>
          <p:cNvPr id="946" name="object-946">
            <a:extLst>
              <a:ext uri="{FF2B5EF4-FFF2-40B4-BE49-F238E27FC236}">
                <a16:creationId xmlns:a16="http://schemas.microsoft.com/office/drawing/2014/main" id="{CCE1E649-D600-40B8-A9E0-463DF65A7168}"/>
              </a:ext>
            </a:extLst>
          </p:cNvPr>
          <p:cNvSpPr>
            <a:spLocks noGrp="1"/>
          </p:cNvSpPr>
          <p:nvPr/>
        </p:nvSpPr>
        <p:spPr>
          <a:xfrm>
            <a:off x="6486525" y="5238750"/>
            <a:ext cx="26194" cy="547688"/>
          </a:xfrm>
          <a:prstGeom prst="rect">
            <a:avLst/>
          </a:prstGeom>
          <a:solidFill>
            <a:srgbClr val="1D4ED8"/>
          </a:solidFill>
          <a:ln w="13097">
            <a:solidFill>
              <a:srgbClr val="172B4D"/>
            </a:solidFill>
          </a:ln>
        </p:spPr>
      </p:sp>
      <p:sp>
        <p:nvSpPr>
          <p:cNvPr id="947" name="object-947">
            <a:extLst>
              <a:ext uri="{FF2B5EF4-FFF2-40B4-BE49-F238E27FC236}">
                <a16:creationId xmlns:a16="http://schemas.microsoft.com/office/drawing/2014/main" id="{BFF7E196-7E28-49CC-A379-89D82A480F58}"/>
              </a:ext>
            </a:extLst>
          </p:cNvPr>
          <p:cNvSpPr>
            <a:spLocks noGrp="1"/>
          </p:cNvSpPr>
          <p:nvPr/>
        </p:nvSpPr>
        <p:spPr>
          <a:xfrm>
            <a:off x="6512719" y="5238750"/>
            <a:ext cx="26194" cy="547688"/>
          </a:xfrm>
          <a:prstGeom prst="rect">
            <a:avLst/>
          </a:prstGeom>
          <a:solidFill>
            <a:srgbClr val="1D4ED8"/>
          </a:solidFill>
          <a:ln w="13097">
            <a:solidFill>
              <a:srgbClr val="172B4D"/>
            </a:solidFill>
          </a:ln>
        </p:spPr>
      </p:sp>
      <p:sp>
        <p:nvSpPr>
          <p:cNvPr id="948" name="object-948">
            <a:extLst>
              <a:ext uri="{FF2B5EF4-FFF2-40B4-BE49-F238E27FC236}">
                <a16:creationId xmlns:a16="http://schemas.microsoft.com/office/drawing/2014/main" id="{2E8899B3-C094-42AC-87A7-20F1EA15226B}"/>
              </a:ext>
            </a:extLst>
          </p:cNvPr>
          <p:cNvSpPr>
            <a:spLocks noGrp="1"/>
          </p:cNvSpPr>
          <p:nvPr/>
        </p:nvSpPr>
        <p:spPr>
          <a:xfrm>
            <a:off x="6538913" y="5238750"/>
            <a:ext cx="26194" cy="547688"/>
          </a:xfrm>
          <a:prstGeom prst="rect">
            <a:avLst/>
          </a:prstGeom>
          <a:solidFill>
            <a:srgbClr val="1D4ED8"/>
          </a:solidFill>
          <a:ln w="13097">
            <a:solidFill>
              <a:srgbClr val="172B4D"/>
            </a:solidFill>
          </a:ln>
        </p:spPr>
      </p:sp>
      <p:sp>
        <p:nvSpPr>
          <p:cNvPr id="949" name="object-949">
            <a:extLst>
              <a:ext uri="{FF2B5EF4-FFF2-40B4-BE49-F238E27FC236}">
                <a16:creationId xmlns:a16="http://schemas.microsoft.com/office/drawing/2014/main" id="{24A0D890-A8FD-481A-8814-557228793C48}"/>
              </a:ext>
            </a:extLst>
          </p:cNvPr>
          <p:cNvSpPr>
            <a:spLocks noGrp="1"/>
          </p:cNvSpPr>
          <p:nvPr/>
        </p:nvSpPr>
        <p:spPr>
          <a:xfrm>
            <a:off x="6565106" y="5238750"/>
            <a:ext cx="26194" cy="547688"/>
          </a:xfrm>
          <a:prstGeom prst="rect">
            <a:avLst/>
          </a:prstGeom>
          <a:solidFill>
            <a:srgbClr val="1D4ED8"/>
          </a:solidFill>
          <a:ln w="13097">
            <a:solidFill>
              <a:srgbClr val="172B4D"/>
            </a:solidFill>
          </a:ln>
        </p:spPr>
      </p:sp>
      <p:sp>
        <p:nvSpPr>
          <p:cNvPr id="950" name="object-950">
            <a:extLst>
              <a:ext uri="{FF2B5EF4-FFF2-40B4-BE49-F238E27FC236}">
                <a16:creationId xmlns:a16="http://schemas.microsoft.com/office/drawing/2014/main" id="{509FC39C-3065-46B3-AD7E-6DAF2D578179}"/>
              </a:ext>
            </a:extLst>
          </p:cNvPr>
          <p:cNvSpPr>
            <a:spLocks noGrp="1"/>
          </p:cNvSpPr>
          <p:nvPr/>
        </p:nvSpPr>
        <p:spPr>
          <a:xfrm>
            <a:off x="6591300" y="5238750"/>
            <a:ext cx="26194" cy="547688"/>
          </a:xfrm>
          <a:prstGeom prst="rect">
            <a:avLst/>
          </a:prstGeom>
          <a:solidFill>
            <a:srgbClr val="1D4ED8"/>
          </a:solidFill>
          <a:ln w="13097">
            <a:solidFill>
              <a:srgbClr val="172B4D"/>
            </a:solidFill>
          </a:ln>
        </p:spPr>
      </p:sp>
      <p:sp>
        <p:nvSpPr>
          <p:cNvPr id="951" name="object-951">
            <a:extLst>
              <a:ext uri="{FF2B5EF4-FFF2-40B4-BE49-F238E27FC236}">
                <a16:creationId xmlns:a16="http://schemas.microsoft.com/office/drawing/2014/main" id="{96D2357E-49AA-4ED4-B8ED-F87DA8B684DB}"/>
              </a:ext>
            </a:extLst>
          </p:cNvPr>
          <p:cNvSpPr>
            <a:spLocks noGrp="1"/>
          </p:cNvSpPr>
          <p:nvPr/>
        </p:nvSpPr>
        <p:spPr>
          <a:xfrm>
            <a:off x="6617494" y="5238750"/>
            <a:ext cx="26194" cy="547688"/>
          </a:xfrm>
          <a:prstGeom prst="rect">
            <a:avLst/>
          </a:prstGeom>
          <a:solidFill>
            <a:srgbClr val="1D4ED8"/>
          </a:solidFill>
          <a:ln w="13097">
            <a:solidFill>
              <a:srgbClr val="172B4D"/>
            </a:solidFill>
          </a:ln>
        </p:spPr>
      </p:sp>
      <p:sp>
        <p:nvSpPr>
          <p:cNvPr id="952" name="object-952">
            <a:extLst>
              <a:ext uri="{FF2B5EF4-FFF2-40B4-BE49-F238E27FC236}">
                <a16:creationId xmlns:a16="http://schemas.microsoft.com/office/drawing/2014/main" id="{D662F410-D4D7-4D3A-8F13-B2E205E49B2D}"/>
              </a:ext>
            </a:extLst>
          </p:cNvPr>
          <p:cNvSpPr>
            <a:spLocks noGrp="1"/>
          </p:cNvSpPr>
          <p:nvPr/>
        </p:nvSpPr>
        <p:spPr>
          <a:xfrm>
            <a:off x="6643688" y="5238750"/>
            <a:ext cx="26194" cy="547688"/>
          </a:xfrm>
          <a:prstGeom prst="rect">
            <a:avLst/>
          </a:prstGeom>
          <a:solidFill>
            <a:srgbClr val="1D4ED8"/>
          </a:solidFill>
          <a:ln w="13097">
            <a:solidFill>
              <a:srgbClr val="172B4D"/>
            </a:solidFill>
          </a:ln>
        </p:spPr>
      </p:sp>
      <p:sp>
        <p:nvSpPr>
          <p:cNvPr id="953" name="object-953">
            <a:extLst>
              <a:ext uri="{FF2B5EF4-FFF2-40B4-BE49-F238E27FC236}">
                <a16:creationId xmlns:a16="http://schemas.microsoft.com/office/drawing/2014/main" id="{6A07F028-8105-4457-881E-C82F48AF815D}"/>
              </a:ext>
            </a:extLst>
          </p:cNvPr>
          <p:cNvSpPr>
            <a:spLocks noGrp="1"/>
          </p:cNvSpPr>
          <p:nvPr/>
        </p:nvSpPr>
        <p:spPr>
          <a:xfrm>
            <a:off x="6669881" y="5238750"/>
            <a:ext cx="26194" cy="547688"/>
          </a:xfrm>
          <a:prstGeom prst="rect">
            <a:avLst/>
          </a:prstGeom>
          <a:solidFill>
            <a:srgbClr val="1D4ED8"/>
          </a:solidFill>
          <a:ln w="13097">
            <a:solidFill>
              <a:srgbClr val="172B4D"/>
            </a:solidFill>
          </a:ln>
        </p:spPr>
      </p:sp>
      <p:sp>
        <p:nvSpPr>
          <p:cNvPr id="954" name="object-954">
            <a:extLst>
              <a:ext uri="{FF2B5EF4-FFF2-40B4-BE49-F238E27FC236}">
                <a16:creationId xmlns:a16="http://schemas.microsoft.com/office/drawing/2014/main" id="{5DF62F2D-BA05-4415-BFFF-77E152214FC0}"/>
              </a:ext>
            </a:extLst>
          </p:cNvPr>
          <p:cNvSpPr>
            <a:spLocks noGrp="1"/>
          </p:cNvSpPr>
          <p:nvPr/>
        </p:nvSpPr>
        <p:spPr>
          <a:xfrm>
            <a:off x="6696075" y="5238750"/>
            <a:ext cx="26194" cy="547688"/>
          </a:xfrm>
          <a:prstGeom prst="rect">
            <a:avLst/>
          </a:prstGeom>
          <a:solidFill>
            <a:srgbClr val="1D4ED8"/>
          </a:solidFill>
          <a:ln w="13097">
            <a:solidFill>
              <a:srgbClr val="172B4D"/>
            </a:solidFill>
          </a:ln>
        </p:spPr>
      </p:sp>
      <p:sp>
        <p:nvSpPr>
          <p:cNvPr id="955" name="object-955">
            <a:extLst>
              <a:ext uri="{FF2B5EF4-FFF2-40B4-BE49-F238E27FC236}">
                <a16:creationId xmlns:a16="http://schemas.microsoft.com/office/drawing/2014/main" id="{1373A359-F2CF-47D9-85C5-B5BFD570AD08}"/>
              </a:ext>
            </a:extLst>
          </p:cNvPr>
          <p:cNvSpPr>
            <a:spLocks noGrp="1"/>
          </p:cNvSpPr>
          <p:nvPr/>
        </p:nvSpPr>
        <p:spPr>
          <a:xfrm>
            <a:off x="6722269" y="5238750"/>
            <a:ext cx="26194" cy="547688"/>
          </a:xfrm>
          <a:prstGeom prst="rect">
            <a:avLst/>
          </a:prstGeom>
          <a:solidFill>
            <a:srgbClr val="1D4ED8"/>
          </a:solidFill>
          <a:ln w="13097">
            <a:solidFill>
              <a:srgbClr val="172B4D"/>
            </a:solidFill>
          </a:ln>
        </p:spPr>
      </p:sp>
      <p:sp>
        <p:nvSpPr>
          <p:cNvPr id="956" name="object-956">
            <a:extLst>
              <a:ext uri="{FF2B5EF4-FFF2-40B4-BE49-F238E27FC236}">
                <a16:creationId xmlns:a16="http://schemas.microsoft.com/office/drawing/2014/main" id="{A55E84F1-975B-45EB-B2D2-5ED3CAA36E04}"/>
              </a:ext>
            </a:extLst>
          </p:cNvPr>
          <p:cNvSpPr>
            <a:spLocks noGrp="1"/>
          </p:cNvSpPr>
          <p:nvPr/>
        </p:nvSpPr>
        <p:spPr>
          <a:xfrm>
            <a:off x="6748463" y="5238750"/>
            <a:ext cx="26194" cy="547688"/>
          </a:xfrm>
          <a:prstGeom prst="rect">
            <a:avLst/>
          </a:prstGeom>
          <a:solidFill>
            <a:srgbClr val="1D4ED8"/>
          </a:solidFill>
          <a:ln w="13097">
            <a:solidFill>
              <a:srgbClr val="172B4D"/>
            </a:solidFill>
          </a:ln>
        </p:spPr>
      </p:sp>
      <p:sp>
        <p:nvSpPr>
          <p:cNvPr id="957" name="object-957">
            <a:extLst>
              <a:ext uri="{FF2B5EF4-FFF2-40B4-BE49-F238E27FC236}">
                <a16:creationId xmlns:a16="http://schemas.microsoft.com/office/drawing/2014/main" id="{C41A958F-69E4-41BE-8BE4-1A1D4B7492C8}"/>
              </a:ext>
            </a:extLst>
          </p:cNvPr>
          <p:cNvSpPr>
            <a:spLocks noGrp="1"/>
          </p:cNvSpPr>
          <p:nvPr/>
        </p:nvSpPr>
        <p:spPr>
          <a:xfrm>
            <a:off x="6774656" y="5238750"/>
            <a:ext cx="26194" cy="547688"/>
          </a:xfrm>
          <a:prstGeom prst="rect">
            <a:avLst/>
          </a:prstGeom>
          <a:solidFill>
            <a:srgbClr val="1D4ED8"/>
          </a:solidFill>
          <a:ln w="13097">
            <a:solidFill>
              <a:srgbClr val="172B4D"/>
            </a:solidFill>
          </a:ln>
        </p:spPr>
      </p:sp>
      <p:sp>
        <p:nvSpPr>
          <p:cNvPr id="958" name="object-958">
            <a:extLst>
              <a:ext uri="{FF2B5EF4-FFF2-40B4-BE49-F238E27FC236}">
                <a16:creationId xmlns:a16="http://schemas.microsoft.com/office/drawing/2014/main" id="{8D9F8924-F944-4DB1-B922-0B07564DE1C0}"/>
              </a:ext>
            </a:extLst>
          </p:cNvPr>
          <p:cNvSpPr>
            <a:spLocks noGrp="1"/>
          </p:cNvSpPr>
          <p:nvPr/>
        </p:nvSpPr>
        <p:spPr>
          <a:xfrm>
            <a:off x="6800850" y="5238750"/>
            <a:ext cx="26194" cy="547688"/>
          </a:xfrm>
          <a:prstGeom prst="rect">
            <a:avLst/>
          </a:prstGeom>
          <a:solidFill>
            <a:srgbClr val="1D4ED8"/>
          </a:solidFill>
          <a:ln w="13097">
            <a:solidFill>
              <a:srgbClr val="172B4D"/>
            </a:solidFill>
          </a:ln>
        </p:spPr>
      </p:sp>
      <p:sp>
        <p:nvSpPr>
          <p:cNvPr id="959" name="object-959">
            <a:extLst>
              <a:ext uri="{FF2B5EF4-FFF2-40B4-BE49-F238E27FC236}">
                <a16:creationId xmlns:a16="http://schemas.microsoft.com/office/drawing/2014/main" id="{1D440C7A-4B0E-4363-B812-5E8805BFB3F2}"/>
              </a:ext>
            </a:extLst>
          </p:cNvPr>
          <p:cNvSpPr>
            <a:spLocks noGrp="1"/>
          </p:cNvSpPr>
          <p:nvPr/>
        </p:nvSpPr>
        <p:spPr>
          <a:xfrm>
            <a:off x="6827044" y="5238750"/>
            <a:ext cx="26194" cy="547688"/>
          </a:xfrm>
          <a:prstGeom prst="rect">
            <a:avLst/>
          </a:prstGeom>
          <a:solidFill>
            <a:srgbClr val="1D4ED8"/>
          </a:solidFill>
          <a:ln w="13097">
            <a:solidFill>
              <a:srgbClr val="172B4D"/>
            </a:solidFill>
          </a:ln>
        </p:spPr>
      </p:sp>
      <p:sp>
        <p:nvSpPr>
          <p:cNvPr id="960" name="object-960">
            <a:extLst>
              <a:ext uri="{FF2B5EF4-FFF2-40B4-BE49-F238E27FC236}">
                <a16:creationId xmlns:a16="http://schemas.microsoft.com/office/drawing/2014/main" id="{C58D1FE4-EC54-49DD-8A48-48DCF8BD1DF0}"/>
              </a:ext>
            </a:extLst>
          </p:cNvPr>
          <p:cNvSpPr>
            <a:spLocks noGrp="1"/>
          </p:cNvSpPr>
          <p:nvPr/>
        </p:nvSpPr>
        <p:spPr>
          <a:xfrm>
            <a:off x="6853238" y="5238750"/>
            <a:ext cx="26194" cy="547688"/>
          </a:xfrm>
          <a:prstGeom prst="rect">
            <a:avLst/>
          </a:prstGeom>
          <a:solidFill>
            <a:srgbClr val="1D4ED8"/>
          </a:solidFill>
          <a:ln w="13097">
            <a:solidFill>
              <a:srgbClr val="172B4D"/>
            </a:solidFill>
          </a:ln>
        </p:spPr>
      </p:sp>
      <p:sp>
        <p:nvSpPr>
          <p:cNvPr id="961" name="object-961">
            <a:extLst>
              <a:ext uri="{FF2B5EF4-FFF2-40B4-BE49-F238E27FC236}">
                <a16:creationId xmlns:a16="http://schemas.microsoft.com/office/drawing/2014/main" id="{883F3F25-67DE-4171-AB08-3C3296F43F15}"/>
              </a:ext>
            </a:extLst>
          </p:cNvPr>
          <p:cNvSpPr>
            <a:spLocks noGrp="1"/>
          </p:cNvSpPr>
          <p:nvPr/>
        </p:nvSpPr>
        <p:spPr>
          <a:xfrm>
            <a:off x="6879431" y="5238750"/>
            <a:ext cx="26194" cy="547688"/>
          </a:xfrm>
          <a:prstGeom prst="rect">
            <a:avLst/>
          </a:prstGeom>
          <a:solidFill>
            <a:srgbClr val="1D4ED8"/>
          </a:solidFill>
          <a:ln w="13097">
            <a:solidFill>
              <a:srgbClr val="172B4D"/>
            </a:solidFill>
          </a:ln>
        </p:spPr>
      </p:sp>
      <p:sp>
        <p:nvSpPr>
          <p:cNvPr id="962" name="object-962">
            <a:extLst>
              <a:ext uri="{FF2B5EF4-FFF2-40B4-BE49-F238E27FC236}">
                <a16:creationId xmlns:a16="http://schemas.microsoft.com/office/drawing/2014/main" id="{969B2FF1-00F6-4267-8365-31304C6B41F7}"/>
              </a:ext>
            </a:extLst>
          </p:cNvPr>
          <p:cNvSpPr>
            <a:spLocks noGrp="1"/>
          </p:cNvSpPr>
          <p:nvPr/>
        </p:nvSpPr>
        <p:spPr>
          <a:xfrm>
            <a:off x="6905625" y="5238750"/>
            <a:ext cx="26194" cy="547688"/>
          </a:xfrm>
          <a:prstGeom prst="rect">
            <a:avLst/>
          </a:prstGeom>
          <a:solidFill>
            <a:srgbClr val="1D4ED8"/>
          </a:solidFill>
          <a:ln w="13097">
            <a:solidFill>
              <a:srgbClr val="172B4D"/>
            </a:solidFill>
          </a:ln>
        </p:spPr>
      </p:sp>
      <p:sp>
        <p:nvSpPr>
          <p:cNvPr id="963" name="object-963">
            <a:extLst>
              <a:ext uri="{FF2B5EF4-FFF2-40B4-BE49-F238E27FC236}">
                <a16:creationId xmlns:a16="http://schemas.microsoft.com/office/drawing/2014/main" id="{3C833C4A-AF7B-4F31-8C10-B2A98C32AF16}"/>
              </a:ext>
            </a:extLst>
          </p:cNvPr>
          <p:cNvSpPr>
            <a:spLocks noGrp="1"/>
          </p:cNvSpPr>
          <p:nvPr/>
        </p:nvSpPr>
        <p:spPr>
          <a:xfrm>
            <a:off x="6931819" y="5238750"/>
            <a:ext cx="26194" cy="547688"/>
          </a:xfrm>
          <a:prstGeom prst="rect">
            <a:avLst/>
          </a:prstGeom>
          <a:solidFill>
            <a:srgbClr val="1D4ED8"/>
          </a:solidFill>
          <a:ln w="13097">
            <a:solidFill>
              <a:srgbClr val="172B4D"/>
            </a:solidFill>
          </a:ln>
        </p:spPr>
      </p:sp>
      <p:sp>
        <p:nvSpPr>
          <p:cNvPr id="964" name="object-964">
            <a:extLst>
              <a:ext uri="{FF2B5EF4-FFF2-40B4-BE49-F238E27FC236}">
                <a16:creationId xmlns:a16="http://schemas.microsoft.com/office/drawing/2014/main" id="{70D3C40C-FBFA-41C6-BCD5-580A70509B5F}"/>
              </a:ext>
            </a:extLst>
          </p:cNvPr>
          <p:cNvSpPr>
            <a:spLocks noGrp="1"/>
          </p:cNvSpPr>
          <p:nvPr/>
        </p:nvSpPr>
        <p:spPr>
          <a:xfrm>
            <a:off x="6958013" y="5238750"/>
            <a:ext cx="26194" cy="547688"/>
          </a:xfrm>
          <a:prstGeom prst="rect">
            <a:avLst/>
          </a:prstGeom>
          <a:solidFill>
            <a:srgbClr val="1D4ED8"/>
          </a:solidFill>
          <a:ln w="13097">
            <a:solidFill>
              <a:srgbClr val="172B4D"/>
            </a:solidFill>
          </a:ln>
        </p:spPr>
      </p:sp>
      <p:sp>
        <p:nvSpPr>
          <p:cNvPr id="965" name="object-965">
            <a:extLst>
              <a:ext uri="{FF2B5EF4-FFF2-40B4-BE49-F238E27FC236}">
                <a16:creationId xmlns:a16="http://schemas.microsoft.com/office/drawing/2014/main" id="{506E4F18-2334-49F6-99BD-CF3C7BDDF04B}"/>
              </a:ext>
            </a:extLst>
          </p:cNvPr>
          <p:cNvSpPr>
            <a:spLocks noGrp="1"/>
          </p:cNvSpPr>
          <p:nvPr/>
        </p:nvSpPr>
        <p:spPr>
          <a:xfrm>
            <a:off x="6984206" y="5238750"/>
            <a:ext cx="26194" cy="547688"/>
          </a:xfrm>
          <a:prstGeom prst="rect">
            <a:avLst/>
          </a:prstGeom>
          <a:solidFill>
            <a:srgbClr val="1D4ED8"/>
          </a:solidFill>
          <a:ln w="13097">
            <a:solidFill>
              <a:srgbClr val="172B4D"/>
            </a:solidFill>
          </a:ln>
        </p:spPr>
      </p:sp>
      <p:sp>
        <p:nvSpPr>
          <p:cNvPr id="966" name="object-966">
            <a:extLst>
              <a:ext uri="{FF2B5EF4-FFF2-40B4-BE49-F238E27FC236}">
                <a16:creationId xmlns:a16="http://schemas.microsoft.com/office/drawing/2014/main" id="{EE501D9E-E011-408B-9A10-595E4E58EF65}"/>
              </a:ext>
            </a:extLst>
          </p:cNvPr>
          <p:cNvSpPr>
            <a:spLocks noGrp="1"/>
          </p:cNvSpPr>
          <p:nvPr/>
        </p:nvSpPr>
        <p:spPr>
          <a:xfrm>
            <a:off x="7010400" y="5238750"/>
            <a:ext cx="26194" cy="547688"/>
          </a:xfrm>
          <a:prstGeom prst="rect">
            <a:avLst/>
          </a:prstGeom>
          <a:solidFill>
            <a:srgbClr val="1D4ED8"/>
          </a:solidFill>
          <a:ln w="13097">
            <a:solidFill>
              <a:srgbClr val="172B4D"/>
            </a:solidFill>
          </a:ln>
        </p:spPr>
      </p:sp>
      <p:sp>
        <p:nvSpPr>
          <p:cNvPr id="967" name="object-967">
            <a:extLst>
              <a:ext uri="{FF2B5EF4-FFF2-40B4-BE49-F238E27FC236}">
                <a16:creationId xmlns:a16="http://schemas.microsoft.com/office/drawing/2014/main" id="{194F60A1-88F5-4B41-85E5-FE0A2AA9D89F}"/>
              </a:ext>
            </a:extLst>
          </p:cNvPr>
          <p:cNvSpPr>
            <a:spLocks noGrp="1"/>
          </p:cNvSpPr>
          <p:nvPr/>
        </p:nvSpPr>
        <p:spPr>
          <a:xfrm>
            <a:off x="7036594" y="5238750"/>
            <a:ext cx="26194" cy="547688"/>
          </a:xfrm>
          <a:prstGeom prst="rect">
            <a:avLst/>
          </a:prstGeom>
          <a:solidFill>
            <a:srgbClr val="1D4ED8"/>
          </a:solidFill>
          <a:ln w="13097">
            <a:solidFill>
              <a:srgbClr val="172B4D"/>
            </a:solidFill>
          </a:ln>
        </p:spPr>
      </p:sp>
      <p:sp>
        <p:nvSpPr>
          <p:cNvPr id="968" name="object-968">
            <a:extLst>
              <a:ext uri="{FF2B5EF4-FFF2-40B4-BE49-F238E27FC236}">
                <a16:creationId xmlns:a16="http://schemas.microsoft.com/office/drawing/2014/main" id="{AF01F2B4-75BC-42F3-8B04-3461D080FA35}"/>
              </a:ext>
            </a:extLst>
          </p:cNvPr>
          <p:cNvSpPr>
            <a:spLocks noGrp="1"/>
          </p:cNvSpPr>
          <p:nvPr/>
        </p:nvSpPr>
        <p:spPr>
          <a:xfrm>
            <a:off x="7062788" y="5238750"/>
            <a:ext cx="26194" cy="547688"/>
          </a:xfrm>
          <a:prstGeom prst="rect">
            <a:avLst/>
          </a:prstGeom>
          <a:solidFill>
            <a:srgbClr val="1D4ED8"/>
          </a:solidFill>
          <a:ln w="13097">
            <a:solidFill>
              <a:srgbClr val="172B4D"/>
            </a:solidFill>
          </a:ln>
        </p:spPr>
      </p:sp>
      <p:sp>
        <p:nvSpPr>
          <p:cNvPr id="969" name="object-969">
            <a:extLst>
              <a:ext uri="{FF2B5EF4-FFF2-40B4-BE49-F238E27FC236}">
                <a16:creationId xmlns:a16="http://schemas.microsoft.com/office/drawing/2014/main" id="{528862F5-F97E-4C46-A6EB-08642FE0AF01}"/>
              </a:ext>
            </a:extLst>
          </p:cNvPr>
          <p:cNvSpPr>
            <a:spLocks noGrp="1"/>
          </p:cNvSpPr>
          <p:nvPr/>
        </p:nvSpPr>
        <p:spPr>
          <a:xfrm>
            <a:off x="7088981" y="5238750"/>
            <a:ext cx="26194" cy="547688"/>
          </a:xfrm>
          <a:prstGeom prst="rect">
            <a:avLst/>
          </a:prstGeom>
          <a:solidFill>
            <a:srgbClr val="1D4ED8"/>
          </a:solidFill>
          <a:ln w="13097">
            <a:solidFill>
              <a:srgbClr val="172B4D"/>
            </a:solidFill>
          </a:ln>
        </p:spPr>
      </p:sp>
      <p:sp>
        <p:nvSpPr>
          <p:cNvPr id="970" name="object-970">
            <a:extLst>
              <a:ext uri="{FF2B5EF4-FFF2-40B4-BE49-F238E27FC236}">
                <a16:creationId xmlns:a16="http://schemas.microsoft.com/office/drawing/2014/main" id="{27C47BA5-DCC3-4BAC-A509-E6D68C6E373A}"/>
              </a:ext>
            </a:extLst>
          </p:cNvPr>
          <p:cNvSpPr>
            <a:spLocks noGrp="1"/>
          </p:cNvSpPr>
          <p:nvPr/>
        </p:nvSpPr>
        <p:spPr>
          <a:xfrm>
            <a:off x="7115175" y="5238750"/>
            <a:ext cx="26194" cy="547688"/>
          </a:xfrm>
          <a:prstGeom prst="rect">
            <a:avLst/>
          </a:prstGeom>
          <a:solidFill>
            <a:srgbClr val="1D4ED8"/>
          </a:solidFill>
          <a:ln w="13097">
            <a:solidFill>
              <a:srgbClr val="172B4D"/>
            </a:solidFill>
          </a:ln>
        </p:spPr>
      </p:sp>
      <p:sp>
        <p:nvSpPr>
          <p:cNvPr id="971" name="object-971">
            <a:extLst>
              <a:ext uri="{FF2B5EF4-FFF2-40B4-BE49-F238E27FC236}">
                <a16:creationId xmlns:a16="http://schemas.microsoft.com/office/drawing/2014/main" id="{E2F3CB97-1338-4F10-8452-E05E53795D4A}"/>
              </a:ext>
            </a:extLst>
          </p:cNvPr>
          <p:cNvSpPr>
            <a:spLocks noGrp="1"/>
          </p:cNvSpPr>
          <p:nvPr/>
        </p:nvSpPr>
        <p:spPr>
          <a:xfrm>
            <a:off x="7141369" y="5238750"/>
            <a:ext cx="26194" cy="547688"/>
          </a:xfrm>
          <a:prstGeom prst="rect">
            <a:avLst/>
          </a:prstGeom>
          <a:solidFill>
            <a:srgbClr val="1D4ED8"/>
          </a:solidFill>
          <a:ln w="13097">
            <a:solidFill>
              <a:srgbClr val="172B4D"/>
            </a:solidFill>
          </a:ln>
        </p:spPr>
      </p:sp>
      <p:sp>
        <p:nvSpPr>
          <p:cNvPr id="972" name="object-972">
            <a:extLst>
              <a:ext uri="{FF2B5EF4-FFF2-40B4-BE49-F238E27FC236}">
                <a16:creationId xmlns:a16="http://schemas.microsoft.com/office/drawing/2014/main" id="{2359F4D7-7336-41EE-A4D5-3547F5008562}"/>
              </a:ext>
            </a:extLst>
          </p:cNvPr>
          <p:cNvSpPr>
            <a:spLocks noGrp="1"/>
          </p:cNvSpPr>
          <p:nvPr/>
        </p:nvSpPr>
        <p:spPr>
          <a:xfrm>
            <a:off x="7167563" y="5238750"/>
            <a:ext cx="26194" cy="547688"/>
          </a:xfrm>
          <a:prstGeom prst="rect">
            <a:avLst/>
          </a:prstGeom>
          <a:solidFill>
            <a:srgbClr val="1D4ED8"/>
          </a:solidFill>
          <a:ln w="13097">
            <a:solidFill>
              <a:srgbClr val="172B4D"/>
            </a:solidFill>
          </a:ln>
        </p:spPr>
      </p:sp>
      <p:sp>
        <p:nvSpPr>
          <p:cNvPr id="973" name="object-973">
            <a:extLst>
              <a:ext uri="{FF2B5EF4-FFF2-40B4-BE49-F238E27FC236}">
                <a16:creationId xmlns:a16="http://schemas.microsoft.com/office/drawing/2014/main" id="{6C59A992-A2AF-4FE1-A06A-FAD168EF94C4}"/>
              </a:ext>
            </a:extLst>
          </p:cNvPr>
          <p:cNvSpPr>
            <a:spLocks noGrp="1"/>
          </p:cNvSpPr>
          <p:nvPr/>
        </p:nvSpPr>
        <p:spPr>
          <a:xfrm>
            <a:off x="7193756" y="5238750"/>
            <a:ext cx="26194" cy="547688"/>
          </a:xfrm>
          <a:prstGeom prst="rect">
            <a:avLst/>
          </a:prstGeom>
          <a:solidFill>
            <a:srgbClr val="1D4ED8"/>
          </a:solidFill>
          <a:ln w="13097">
            <a:solidFill>
              <a:srgbClr val="172B4D"/>
            </a:solidFill>
          </a:ln>
        </p:spPr>
      </p:sp>
      <p:sp>
        <p:nvSpPr>
          <p:cNvPr id="974" name="object-974">
            <a:extLst>
              <a:ext uri="{FF2B5EF4-FFF2-40B4-BE49-F238E27FC236}">
                <a16:creationId xmlns:a16="http://schemas.microsoft.com/office/drawing/2014/main" id="{C43FAD09-9075-4FCD-8588-6DE8BEF93E4D}"/>
              </a:ext>
            </a:extLst>
          </p:cNvPr>
          <p:cNvSpPr>
            <a:spLocks noGrp="1"/>
          </p:cNvSpPr>
          <p:nvPr/>
        </p:nvSpPr>
        <p:spPr>
          <a:xfrm>
            <a:off x="7219950" y="5238750"/>
            <a:ext cx="26194" cy="547688"/>
          </a:xfrm>
          <a:prstGeom prst="rect">
            <a:avLst/>
          </a:prstGeom>
          <a:solidFill>
            <a:srgbClr val="1D4ED8"/>
          </a:solidFill>
          <a:ln w="13097">
            <a:solidFill>
              <a:srgbClr val="172B4D"/>
            </a:solidFill>
          </a:ln>
        </p:spPr>
      </p:sp>
      <p:sp>
        <p:nvSpPr>
          <p:cNvPr id="975" name="object-975">
            <a:extLst>
              <a:ext uri="{FF2B5EF4-FFF2-40B4-BE49-F238E27FC236}">
                <a16:creationId xmlns:a16="http://schemas.microsoft.com/office/drawing/2014/main" id="{A4810490-7B47-4260-B55B-63A03A345343}"/>
              </a:ext>
            </a:extLst>
          </p:cNvPr>
          <p:cNvSpPr>
            <a:spLocks noGrp="1"/>
          </p:cNvSpPr>
          <p:nvPr/>
        </p:nvSpPr>
        <p:spPr>
          <a:xfrm>
            <a:off x="7246144" y="5238750"/>
            <a:ext cx="26194" cy="547688"/>
          </a:xfrm>
          <a:prstGeom prst="rect">
            <a:avLst/>
          </a:prstGeom>
          <a:solidFill>
            <a:srgbClr val="1D4ED8"/>
          </a:solidFill>
          <a:ln w="13097">
            <a:solidFill>
              <a:srgbClr val="172B4D"/>
            </a:solidFill>
          </a:ln>
        </p:spPr>
      </p:sp>
      <p:sp>
        <p:nvSpPr>
          <p:cNvPr id="976" name="object-976">
            <a:extLst>
              <a:ext uri="{FF2B5EF4-FFF2-40B4-BE49-F238E27FC236}">
                <a16:creationId xmlns:a16="http://schemas.microsoft.com/office/drawing/2014/main" id="{C6053475-764D-4C6A-8B00-6D7C30278076}"/>
              </a:ext>
            </a:extLst>
          </p:cNvPr>
          <p:cNvSpPr>
            <a:spLocks noGrp="1"/>
          </p:cNvSpPr>
          <p:nvPr/>
        </p:nvSpPr>
        <p:spPr>
          <a:xfrm>
            <a:off x="7272338" y="5238750"/>
            <a:ext cx="26194" cy="547688"/>
          </a:xfrm>
          <a:prstGeom prst="rect">
            <a:avLst/>
          </a:prstGeom>
          <a:solidFill>
            <a:srgbClr val="1D4ED8"/>
          </a:solidFill>
          <a:ln w="13097">
            <a:solidFill>
              <a:srgbClr val="172B4D"/>
            </a:solidFill>
          </a:ln>
        </p:spPr>
      </p:sp>
      <p:sp>
        <p:nvSpPr>
          <p:cNvPr id="977" name="object-977">
            <a:extLst>
              <a:ext uri="{FF2B5EF4-FFF2-40B4-BE49-F238E27FC236}">
                <a16:creationId xmlns:a16="http://schemas.microsoft.com/office/drawing/2014/main" id="{D96D627F-AA56-4260-898E-ECD182C1B38A}"/>
              </a:ext>
            </a:extLst>
          </p:cNvPr>
          <p:cNvSpPr>
            <a:spLocks noGrp="1"/>
          </p:cNvSpPr>
          <p:nvPr/>
        </p:nvSpPr>
        <p:spPr>
          <a:xfrm>
            <a:off x="7298531" y="5238750"/>
            <a:ext cx="26194" cy="547688"/>
          </a:xfrm>
          <a:prstGeom prst="rect">
            <a:avLst/>
          </a:prstGeom>
          <a:solidFill>
            <a:srgbClr val="1D4ED8"/>
          </a:solidFill>
          <a:ln w="13097">
            <a:solidFill>
              <a:srgbClr val="172B4D"/>
            </a:solidFill>
          </a:ln>
        </p:spPr>
      </p:sp>
      <p:sp>
        <p:nvSpPr>
          <p:cNvPr id="978" name="object-978">
            <a:extLst>
              <a:ext uri="{FF2B5EF4-FFF2-40B4-BE49-F238E27FC236}">
                <a16:creationId xmlns:a16="http://schemas.microsoft.com/office/drawing/2014/main" id="{CD884F97-BB04-46F6-BEFA-14CE819D326A}"/>
              </a:ext>
            </a:extLst>
          </p:cNvPr>
          <p:cNvSpPr>
            <a:spLocks noGrp="1"/>
          </p:cNvSpPr>
          <p:nvPr/>
        </p:nvSpPr>
        <p:spPr>
          <a:xfrm>
            <a:off x="7324725" y="5238750"/>
            <a:ext cx="26194" cy="547688"/>
          </a:xfrm>
          <a:prstGeom prst="rect">
            <a:avLst/>
          </a:prstGeom>
          <a:solidFill>
            <a:srgbClr val="1D4ED8"/>
          </a:solidFill>
          <a:ln w="13097">
            <a:solidFill>
              <a:srgbClr val="172B4D"/>
            </a:solidFill>
          </a:ln>
        </p:spPr>
      </p:sp>
      <p:sp>
        <p:nvSpPr>
          <p:cNvPr id="979" name="object-979">
            <a:extLst>
              <a:ext uri="{FF2B5EF4-FFF2-40B4-BE49-F238E27FC236}">
                <a16:creationId xmlns:a16="http://schemas.microsoft.com/office/drawing/2014/main" id="{E8618446-1291-4F22-8065-AF0E1FA56302}"/>
              </a:ext>
            </a:extLst>
          </p:cNvPr>
          <p:cNvSpPr>
            <a:spLocks noGrp="1"/>
          </p:cNvSpPr>
          <p:nvPr/>
        </p:nvSpPr>
        <p:spPr>
          <a:xfrm>
            <a:off x="7350919" y="5238750"/>
            <a:ext cx="26194" cy="547688"/>
          </a:xfrm>
          <a:prstGeom prst="rect">
            <a:avLst/>
          </a:prstGeom>
          <a:solidFill>
            <a:srgbClr val="1D4ED8"/>
          </a:solidFill>
          <a:ln w="13097">
            <a:solidFill>
              <a:srgbClr val="172B4D"/>
            </a:solidFill>
          </a:ln>
        </p:spPr>
      </p:sp>
      <p:sp>
        <p:nvSpPr>
          <p:cNvPr id="980" name="object-980">
            <a:extLst>
              <a:ext uri="{FF2B5EF4-FFF2-40B4-BE49-F238E27FC236}">
                <a16:creationId xmlns:a16="http://schemas.microsoft.com/office/drawing/2014/main" id="{F9C36A30-3897-439F-8976-77A3758C7C52}"/>
              </a:ext>
            </a:extLst>
          </p:cNvPr>
          <p:cNvSpPr>
            <a:spLocks noGrp="1"/>
          </p:cNvSpPr>
          <p:nvPr/>
        </p:nvSpPr>
        <p:spPr>
          <a:xfrm>
            <a:off x="7377113" y="5238750"/>
            <a:ext cx="26194" cy="547688"/>
          </a:xfrm>
          <a:prstGeom prst="rect">
            <a:avLst/>
          </a:prstGeom>
          <a:solidFill>
            <a:srgbClr val="1D4ED8"/>
          </a:solidFill>
          <a:ln w="13097">
            <a:solidFill>
              <a:srgbClr val="172B4D"/>
            </a:solidFill>
          </a:ln>
        </p:spPr>
      </p:sp>
      <p:sp>
        <p:nvSpPr>
          <p:cNvPr id="981" name="object-981">
            <a:extLst>
              <a:ext uri="{FF2B5EF4-FFF2-40B4-BE49-F238E27FC236}">
                <a16:creationId xmlns:a16="http://schemas.microsoft.com/office/drawing/2014/main" id="{6B7699D3-B649-4C08-8815-BF45647354C9}"/>
              </a:ext>
            </a:extLst>
          </p:cNvPr>
          <p:cNvSpPr>
            <a:spLocks noGrp="1"/>
          </p:cNvSpPr>
          <p:nvPr/>
        </p:nvSpPr>
        <p:spPr>
          <a:xfrm>
            <a:off x="7403306" y="5238750"/>
            <a:ext cx="26194" cy="547688"/>
          </a:xfrm>
          <a:prstGeom prst="rect">
            <a:avLst/>
          </a:prstGeom>
          <a:solidFill>
            <a:srgbClr val="1D4ED8"/>
          </a:solidFill>
          <a:ln w="13097">
            <a:solidFill>
              <a:srgbClr val="172B4D"/>
            </a:solidFill>
          </a:ln>
        </p:spPr>
      </p:sp>
      <p:sp>
        <p:nvSpPr>
          <p:cNvPr id="982" name="object-982">
            <a:extLst>
              <a:ext uri="{FF2B5EF4-FFF2-40B4-BE49-F238E27FC236}">
                <a16:creationId xmlns:a16="http://schemas.microsoft.com/office/drawing/2014/main" id="{8C008F2B-B146-4359-B2A2-F9EB70AE0F67}"/>
              </a:ext>
            </a:extLst>
          </p:cNvPr>
          <p:cNvSpPr>
            <a:spLocks noGrp="1"/>
          </p:cNvSpPr>
          <p:nvPr/>
        </p:nvSpPr>
        <p:spPr>
          <a:xfrm>
            <a:off x="7429500" y="5238750"/>
            <a:ext cx="26194" cy="547688"/>
          </a:xfrm>
          <a:prstGeom prst="rect">
            <a:avLst/>
          </a:prstGeom>
          <a:solidFill>
            <a:srgbClr val="1D4ED8"/>
          </a:solidFill>
          <a:ln w="13097">
            <a:solidFill>
              <a:srgbClr val="172B4D"/>
            </a:solidFill>
          </a:ln>
        </p:spPr>
      </p:sp>
      <p:sp>
        <p:nvSpPr>
          <p:cNvPr id="983" name="object-983">
            <a:extLst>
              <a:ext uri="{FF2B5EF4-FFF2-40B4-BE49-F238E27FC236}">
                <a16:creationId xmlns:a16="http://schemas.microsoft.com/office/drawing/2014/main" id="{6BDA6B5A-AD5C-4C56-879F-F2562A564C57}"/>
              </a:ext>
            </a:extLst>
          </p:cNvPr>
          <p:cNvSpPr>
            <a:spLocks noGrp="1"/>
          </p:cNvSpPr>
          <p:nvPr/>
        </p:nvSpPr>
        <p:spPr>
          <a:xfrm>
            <a:off x="7455694" y="5238750"/>
            <a:ext cx="26194" cy="547688"/>
          </a:xfrm>
          <a:prstGeom prst="rect">
            <a:avLst/>
          </a:prstGeom>
          <a:solidFill>
            <a:srgbClr val="1D4ED8"/>
          </a:solidFill>
          <a:ln w="13097">
            <a:solidFill>
              <a:srgbClr val="172B4D"/>
            </a:solidFill>
          </a:ln>
        </p:spPr>
      </p:sp>
      <p:sp>
        <p:nvSpPr>
          <p:cNvPr id="984" name="object-984">
            <a:extLst>
              <a:ext uri="{FF2B5EF4-FFF2-40B4-BE49-F238E27FC236}">
                <a16:creationId xmlns:a16="http://schemas.microsoft.com/office/drawing/2014/main" id="{360E4DBB-328F-4CBA-A964-120882EB3E3D}"/>
              </a:ext>
            </a:extLst>
          </p:cNvPr>
          <p:cNvSpPr>
            <a:spLocks noGrp="1"/>
          </p:cNvSpPr>
          <p:nvPr/>
        </p:nvSpPr>
        <p:spPr>
          <a:xfrm>
            <a:off x="7481888" y="5238750"/>
            <a:ext cx="26194" cy="547688"/>
          </a:xfrm>
          <a:prstGeom prst="rect">
            <a:avLst/>
          </a:prstGeom>
          <a:solidFill>
            <a:srgbClr val="1D4ED8"/>
          </a:solidFill>
          <a:ln w="13097">
            <a:solidFill>
              <a:srgbClr val="172B4D"/>
            </a:solidFill>
          </a:ln>
        </p:spPr>
      </p:sp>
      <p:sp>
        <p:nvSpPr>
          <p:cNvPr id="985" name="object-985">
            <a:extLst>
              <a:ext uri="{FF2B5EF4-FFF2-40B4-BE49-F238E27FC236}">
                <a16:creationId xmlns:a16="http://schemas.microsoft.com/office/drawing/2014/main" id="{1BD33E7C-B118-4005-B748-68E4CC1D68D0}"/>
              </a:ext>
            </a:extLst>
          </p:cNvPr>
          <p:cNvSpPr>
            <a:spLocks noGrp="1"/>
          </p:cNvSpPr>
          <p:nvPr/>
        </p:nvSpPr>
        <p:spPr>
          <a:xfrm>
            <a:off x="7508081" y="5238750"/>
            <a:ext cx="26194" cy="547688"/>
          </a:xfrm>
          <a:prstGeom prst="rect">
            <a:avLst/>
          </a:prstGeom>
          <a:solidFill>
            <a:srgbClr val="1D4ED8"/>
          </a:solidFill>
          <a:ln w="13097">
            <a:solidFill>
              <a:srgbClr val="172B4D"/>
            </a:solidFill>
          </a:ln>
        </p:spPr>
      </p:sp>
      <p:sp>
        <p:nvSpPr>
          <p:cNvPr id="986" name="object-986">
            <a:extLst>
              <a:ext uri="{FF2B5EF4-FFF2-40B4-BE49-F238E27FC236}">
                <a16:creationId xmlns:a16="http://schemas.microsoft.com/office/drawing/2014/main" id="{A0275638-C9D3-4214-8E46-0321B54CD75E}"/>
              </a:ext>
            </a:extLst>
          </p:cNvPr>
          <p:cNvSpPr>
            <a:spLocks noGrp="1"/>
          </p:cNvSpPr>
          <p:nvPr/>
        </p:nvSpPr>
        <p:spPr>
          <a:xfrm>
            <a:off x="7534275" y="5238750"/>
            <a:ext cx="26194" cy="547688"/>
          </a:xfrm>
          <a:prstGeom prst="rect">
            <a:avLst/>
          </a:prstGeom>
          <a:solidFill>
            <a:srgbClr val="1D4ED8"/>
          </a:solidFill>
          <a:ln w="13097">
            <a:solidFill>
              <a:srgbClr val="172B4D"/>
            </a:solidFill>
          </a:ln>
        </p:spPr>
      </p:sp>
      <p:sp>
        <p:nvSpPr>
          <p:cNvPr id="987" name="object-987">
            <a:extLst>
              <a:ext uri="{FF2B5EF4-FFF2-40B4-BE49-F238E27FC236}">
                <a16:creationId xmlns:a16="http://schemas.microsoft.com/office/drawing/2014/main" id="{35DA804B-DB00-44F2-BC1D-4B1ECCAE4E31}"/>
              </a:ext>
            </a:extLst>
          </p:cNvPr>
          <p:cNvSpPr>
            <a:spLocks noGrp="1"/>
          </p:cNvSpPr>
          <p:nvPr/>
        </p:nvSpPr>
        <p:spPr>
          <a:xfrm>
            <a:off x="7560469" y="5238750"/>
            <a:ext cx="26194" cy="547688"/>
          </a:xfrm>
          <a:prstGeom prst="rect">
            <a:avLst/>
          </a:prstGeom>
          <a:solidFill>
            <a:srgbClr val="1D4ED8"/>
          </a:solidFill>
          <a:ln w="13097">
            <a:solidFill>
              <a:srgbClr val="172B4D"/>
            </a:solidFill>
          </a:ln>
        </p:spPr>
      </p:sp>
      <p:sp>
        <p:nvSpPr>
          <p:cNvPr id="988" name="object-988">
            <a:extLst>
              <a:ext uri="{FF2B5EF4-FFF2-40B4-BE49-F238E27FC236}">
                <a16:creationId xmlns:a16="http://schemas.microsoft.com/office/drawing/2014/main" id="{2607778D-2FB7-4C3F-9462-494F0EAF9152}"/>
              </a:ext>
            </a:extLst>
          </p:cNvPr>
          <p:cNvSpPr>
            <a:spLocks noGrp="1"/>
          </p:cNvSpPr>
          <p:nvPr/>
        </p:nvSpPr>
        <p:spPr>
          <a:xfrm>
            <a:off x="7586663" y="5238750"/>
            <a:ext cx="26194" cy="547688"/>
          </a:xfrm>
          <a:prstGeom prst="rect">
            <a:avLst/>
          </a:prstGeom>
          <a:solidFill>
            <a:srgbClr val="1D4ED8"/>
          </a:solidFill>
          <a:ln w="13097">
            <a:solidFill>
              <a:srgbClr val="172B4D"/>
            </a:solidFill>
          </a:ln>
        </p:spPr>
      </p:sp>
      <p:sp>
        <p:nvSpPr>
          <p:cNvPr id="989" name="object-989">
            <a:extLst>
              <a:ext uri="{FF2B5EF4-FFF2-40B4-BE49-F238E27FC236}">
                <a16:creationId xmlns:a16="http://schemas.microsoft.com/office/drawing/2014/main" id="{D3A8580C-8BAE-45CB-BF3D-595EBB8924DF}"/>
              </a:ext>
            </a:extLst>
          </p:cNvPr>
          <p:cNvSpPr>
            <a:spLocks noGrp="1"/>
          </p:cNvSpPr>
          <p:nvPr/>
        </p:nvSpPr>
        <p:spPr>
          <a:xfrm>
            <a:off x="7612856" y="5238750"/>
            <a:ext cx="26194" cy="547688"/>
          </a:xfrm>
          <a:prstGeom prst="rect">
            <a:avLst/>
          </a:prstGeom>
          <a:solidFill>
            <a:srgbClr val="1D4ED8"/>
          </a:solidFill>
          <a:ln w="13097">
            <a:solidFill>
              <a:srgbClr val="172B4D"/>
            </a:solidFill>
          </a:ln>
        </p:spPr>
      </p:sp>
      <p:sp>
        <p:nvSpPr>
          <p:cNvPr id="990" name="object-990">
            <a:extLst>
              <a:ext uri="{FF2B5EF4-FFF2-40B4-BE49-F238E27FC236}">
                <a16:creationId xmlns:a16="http://schemas.microsoft.com/office/drawing/2014/main" id="{B1DBD77F-DD4A-4058-858B-B47E5C1BBFF2}"/>
              </a:ext>
            </a:extLst>
          </p:cNvPr>
          <p:cNvSpPr>
            <a:spLocks noGrp="1"/>
          </p:cNvSpPr>
          <p:nvPr/>
        </p:nvSpPr>
        <p:spPr>
          <a:xfrm>
            <a:off x="7639050" y="5238750"/>
            <a:ext cx="26194" cy="547688"/>
          </a:xfrm>
          <a:prstGeom prst="rect">
            <a:avLst/>
          </a:prstGeom>
          <a:solidFill>
            <a:srgbClr val="1D4ED8"/>
          </a:solidFill>
          <a:ln w="13097">
            <a:solidFill>
              <a:srgbClr val="172B4D"/>
            </a:solidFill>
          </a:ln>
        </p:spPr>
      </p:sp>
      <p:sp>
        <p:nvSpPr>
          <p:cNvPr id="991" name="object-991">
            <a:extLst>
              <a:ext uri="{FF2B5EF4-FFF2-40B4-BE49-F238E27FC236}">
                <a16:creationId xmlns:a16="http://schemas.microsoft.com/office/drawing/2014/main" id="{2EFF0409-B58E-4587-8D84-C859516EE638}"/>
              </a:ext>
            </a:extLst>
          </p:cNvPr>
          <p:cNvSpPr>
            <a:spLocks noGrp="1"/>
          </p:cNvSpPr>
          <p:nvPr/>
        </p:nvSpPr>
        <p:spPr>
          <a:xfrm>
            <a:off x="7665244" y="5238750"/>
            <a:ext cx="26194" cy="547688"/>
          </a:xfrm>
          <a:prstGeom prst="rect">
            <a:avLst/>
          </a:prstGeom>
          <a:solidFill>
            <a:srgbClr val="1D4ED8"/>
          </a:solidFill>
          <a:ln w="13097">
            <a:solidFill>
              <a:srgbClr val="172B4D"/>
            </a:solidFill>
          </a:ln>
        </p:spPr>
      </p:sp>
      <p:sp>
        <p:nvSpPr>
          <p:cNvPr id="992" name="object-992">
            <a:extLst>
              <a:ext uri="{FF2B5EF4-FFF2-40B4-BE49-F238E27FC236}">
                <a16:creationId xmlns:a16="http://schemas.microsoft.com/office/drawing/2014/main" id="{8E820080-6F5A-4704-B5BF-E61F671726F9}"/>
              </a:ext>
            </a:extLst>
          </p:cNvPr>
          <p:cNvSpPr>
            <a:spLocks noGrp="1"/>
          </p:cNvSpPr>
          <p:nvPr/>
        </p:nvSpPr>
        <p:spPr>
          <a:xfrm>
            <a:off x="7691438" y="5238750"/>
            <a:ext cx="26194" cy="547688"/>
          </a:xfrm>
          <a:prstGeom prst="rect">
            <a:avLst/>
          </a:prstGeom>
          <a:solidFill>
            <a:srgbClr val="1D4ED8"/>
          </a:solidFill>
          <a:ln w="13097">
            <a:solidFill>
              <a:srgbClr val="172B4D"/>
            </a:solidFill>
          </a:ln>
        </p:spPr>
      </p:sp>
      <p:sp>
        <p:nvSpPr>
          <p:cNvPr id="993" name="object-993">
            <a:extLst>
              <a:ext uri="{FF2B5EF4-FFF2-40B4-BE49-F238E27FC236}">
                <a16:creationId xmlns:a16="http://schemas.microsoft.com/office/drawing/2014/main" id="{13705EB8-0EBF-48C0-8998-378BB4169D61}"/>
              </a:ext>
            </a:extLst>
          </p:cNvPr>
          <p:cNvSpPr>
            <a:spLocks noGrp="1"/>
          </p:cNvSpPr>
          <p:nvPr/>
        </p:nvSpPr>
        <p:spPr>
          <a:xfrm>
            <a:off x="7717631" y="5238750"/>
            <a:ext cx="26194" cy="547688"/>
          </a:xfrm>
          <a:prstGeom prst="rect">
            <a:avLst/>
          </a:prstGeom>
          <a:solidFill>
            <a:srgbClr val="1D4ED8"/>
          </a:solidFill>
          <a:ln w="13097">
            <a:solidFill>
              <a:srgbClr val="172B4D"/>
            </a:solidFill>
          </a:ln>
        </p:spPr>
      </p:sp>
      <p:sp>
        <p:nvSpPr>
          <p:cNvPr id="994" name="object-994">
            <a:extLst>
              <a:ext uri="{FF2B5EF4-FFF2-40B4-BE49-F238E27FC236}">
                <a16:creationId xmlns:a16="http://schemas.microsoft.com/office/drawing/2014/main" id="{0C65BA97-B993-4CDF-97D4-3FF8537C5683}"/>
              </a:ext>
            </a:extLst>
          </p:cNvPr>
          <p:cNvSpPr>
            <a:spLocks noGrp="1"/>
          </p:cNvSpPr>
          <p:nvPr/>
        </p:nvSpPr>
        <p:spPr>
          <a:xfrm>
            <a:off x="7743825" y="5238750"/>
            <a:ext cx="26194" cy="547688"/>
          </a:xfrm>
          <a:prstGeom prst="rect">
            <a:avLst/>
          </a:prstGeom>
          <a:solidFill>
            <a:srgbClr val="1D4ED8"/>
          </a:solidFill>
          <a:ln w="13097">
            <a:solidFill>
              <a:srgbClr val="172B4D"/>
            </a:solidFill>
          </a:ln>
        </p:spPr>
      </p:sp>
      <p:sp>
        <p:nvSpPr>
          <p:cNvPr id="995" name="object-995">
            <a:extLst>
              <a:ext uri="{FF2B5EF4-FFF2-40B4-BE49-F238E27FC236}">
                <a16:creationId xmlns:a16="http://schemas.microsoft.com/office/drawing/2014/main" id="{97AEEC57-1F6F-48CF-BCE6-FA5AC8C423F1}"/>
              </a:ext>
            </a:extLst>
          </p:cNvPr>
          <p:cNvSpPr>
            <a:spLocks noGrp="1"/>
          </p:cNvSpPr>
          <p:nvPr/>
        </p:nvSpPr>
        <p:spPr>
          <a:xfrm>
            <a:off x="7770019" y="5238750"/>
            <a:ext cx="26194" cy="547688"/>
          </a:xfrm>
          <a:prstGeom prst="rect">
            <a:avLst/>
          </a:prstGeom>
          <a:solidFill>
            <a:srgbClr val="1D4ED8"/>
          </a:solidFill>
          <a:ln w="13097">
            <a:solidFill>
              <a:srgbClr val="172B4D"/>
            </a:solidFill>
          </a:ln>
        </p:spPr>
      </p:sp>
      <p:sp>
        <p:nvSpPr>
          <p:cNvPr id="996" name="object-996">
            <a:extLst>
              <a:ext uri="{FF2B5EF4-FFF2-40B4-BE49-F238E27FC236}">
                <a16:creationId xmlns:a16="http://schemas.microsoft.com/office/drawing/2014/main" id="{DD1A13FB-CAB5-4458-95E7-7F6396029360}"/>
              </a:ext>
            </a:extLst>
          </p:cNvPr>
          <p:cNvSpPr>
            <a:spLocks noGrp="1"/>
          </p:cNvSpPr>
          <p:nvPr/>
        </p:nvSpPr>
        <p:spPr>
          <a:xfrm>
            <a:off x="7796213" y="5238750"/>
            <a:ext cx="26194" cy="547688"/>
          </a:xfrm>
          <a:prstGeom prst="rect">
            <a:avLst/>
          </a:prstGeom>
          <a:solidFill>
            <a:srgbClr val="1D4ED8"/>
          </a:solidFill>
          <a:ln w="13097">
            <a:solidFill>
              <a:srgbClr val="172B4D"/>
            </a:solidFill>
          </a:ln>
        </p:spPr>
      </p:sp>
      <p:sp>
        <p:nvSpPr>
          <p:cNvPr id="997" name="object-997">
            <a:extLst>
              <a:ext uri="{FF2B5EF4-FFF2-40B4-BE49-F238E27FC236}">
                <a16:creationId xmlns:a16="http://schemas.microsoft.com/office/drawing/2014/main" id="{2AF4EE01-C356-4BBA-8494-82F7A1BFC4DA}"/>
              </a:ext>
            </a:extLst>
          </p:cNvPr>
          <p:cNvSpPr>
            <a:spLocks noGrp="1"/>
          </p:cNvSpPr>
          <p:nvPr/>
        </p:nvSpPr>
        <p:spPr>
          <a:xfrm>
            <a:off x="7822406" y="5238750"/>
            <a:ext cx="26194" cy="547688"/>
          </a:xfrm>
          <a:prstGeom prst="rect">
            <a:avLst/>
          </a:prstGeom>
          <a:solidFill>
            <a:srgbClr val="1D4ED8"/>
          </a:solidFill>
          <a:ln w="13097">
            <a:solidFill>
              <a:srgbClr val="172B4D"/>
            </a:solidFill>
          </a:ln>
        </p:spPr>
      </p:sp>
      <p:sp>
        <p:nvSpPr>
          <p:cNvPr id="998" name="object-998">
            <a:extLst>
              <a:ext uri="{FF2B5EF4-FFF2-40B4-BE49-F238E27FC236}">
                <a16:creationId xmlns:a16="http://schemas.microsoft.com/office/drawing/2014/main" id="{1C56A712-BBA0-4BE6-815C-342419E2D92E}"/>
              </a:ext>
            </a:extLst>
          </p:cNvPr>
          <p:cNvSpPr>
            <a:spLocks noGrp="1"/>
          </p:cNvSpPr>
          <p:nvPr/>
        </p:nvSpPr>
        <p:spPr>
          <a:xfrm>
            <a:off x="7848600" y="5238750"/>
            <a:ext cx="26194" cy="547688"/>
          </a:xfrm>
          <a:prstGeom prst="rect">
            <a:avLst/>
          </a:prstGeom>
          <a:solidFill>
            <a:srgbClr val="1D4ED8"/>
          </a:solidFill>
          <a:ln w="13097">
            <a:solidFill>
              <a:srgbClr val="172B4D"/>
            </a:solidFill>
          </a:ln>
        </p:spPr>
      </p:sp>
      <p:sp>
        <p:nvSpPr>
          <p:cNvPr id="999" name="object-999">
            <a:extLst>
              <a:ext uri="{FF2B5EF4-FFF2-40B4-BE49-F238E27FC236}">
                <a16:creationId xmlns:a16="http://schemas.microsoft.com/office/drawing/2014/main" id="{3583F1FC-6D77-4E90-AD2B-EA11A75FE02F}"/>
              </a:ext>
            </a:extLst>
          </p:cNvPr>
          <p:cNvSpPr>
            <a:spLocks noGrp="1"/>
          </p:cNvSpPr>
          <p:nvPr/>
        </p:nvSpPr>
        <p:spPr>
          <a:xfrm>
            <a:off x="7874794" y="5238750"/>
            <a:ext cx="26194" cy="547688"/>
          </a:xfrm>
          <a:prstGeom prst="rect">
            <a:avLst/>
          </a:prstGeom>
          <a:solidFill>
            <a:srgbClr val="1D4ED8"/>
          </a:solidFill>
          <a:ln w="13097">
            <a:solidFill>
              <a:srgbClr val="172B4D"/>
            </a:solidFill>
          </a:ln>
        </p:spPr>
      </p:sp>
      <p:sp>
        <p:nvSpPr>
          <p:cNvPr id="1000" name="object-1000">
            <a:extLst>
              <a:ext uri="{FF2B5EF4-FFF2-40B4-BE49-F238E27FC236}">
                <a16:creationId xmlns:a16="http://schemas.microsoft.com/office/drawing/2014/main" id="{DBC8B6E5-1A33-4F9B-B8AD-BD4C10273CDE}"/>
              </a:ext>
            </a:extLst>
          </p:cNvPr>
          <p:cNvSpPr>
            <a:spLocks noGrp="1"/>
          </p:cNvSpPr>
          <p:nvPr/>
        </p:nvSpPr>
        <p:spPr>
          <a:xfrm>
            <a:off x="7900988" y="5238750"/>
            <a:ext cx="26194" cy="547688"/>
          </a:xfrm>
          <a:prstGeom prst="rect">
            <a:avLst/>
          </a:prstGeom>
          <a:solidFill>
            <a:srgbClr val="1D4ED8"/>
          </a:solidFill>
          <a:ln w="13097">
            <a:solidFill>
              <a:srgbClr val="172B4D"/>
            </a:solidFill>
          </a:ln>
        </p:spPr>
      </p:sp>
      <p:sp>
        <p:nvSpPr>
          <p:cNvPr id="1001" name="object-1001">
            <a:extLst>
              <a:ext uri="{FF2B5EF4-FFF2-40B4-BE49-F238E27FC236}">
                <a16:creationId xmlns:a16="http://schemas.microsoft.com/office/drawing/2014/main" id="{02840E7A-2FE8-4E29-865A-482219130CC7}"/>
              </a:ext>
            </a:extLst>
          </p:cNvPr>
          <p:cNvSpPr>
            <a:spLocks noGrp="1"/>
          </p:cNvSpPr>
          <p:nvPr/>
        </p:nvSpPr>
        <p:spPr>
          <a:xfrm>
            <a:off x="7927181" y="5238750"/>
            <a:ext cx="26194" cy="547688"/>
          </a:xfrm>
          <a:prstGeom prst="rect">
            <a:avLst/>
          </a:prstGeom>
          <a:solidFill>
            <a:srgbClr val="1D4ED8"/>
          </a:solidFill>
          <a:ln w="13097">
            <a:solidFill>
              <a:srgbClr val="172B4D"/>
            </a:solidFill>
          </a:ln>
        </p:spPr>
      </p:sp>
      <p:sp>
        <p:nvSpPr>
          <p:cNvPr id="1002" name="object-1002">
            <a:extLst>
              <a:ext uri="{FF2B5EF4-FFF2-40B4-BE49-F238E27FC236}">
                <a16:creationId xmlns:a16="http://schemas.microsoft.com/office/drawing/2014/main" id="{F7043D71-A2AB-4DEB-9C30-05677F4848FF}"/>
              </a:ext>
            </a:extLst>
          </p:cNvPr>
          <p:cNvSpPr>
            <a:spLocks noGrp="1"/>
          </p:cNvSpPr>
          <p:nvPr/>
        </p:nvSpPr>
        <p:spPr>
          <a:xfrm>
            <a:off x="7953375" y="5238750"/>
            <a:ext cx="26194" cy="547688"/>
          </a:xfrm>
          <a:prstGeom prst="rect">
            <a:avLst/>
          </a:prstGeom>
          <a:solidFill>
            <a:srgbClr val="1D4ED8"/>
          </a:solidFill>
          <a:ln w="13097">
            <a:solidFill>
              <a:srgbClr val="172B4D"/>
            </a:solidFill>
          </a:ln>
        </p:spPr>
      </p:sp>
      <p:sp>
        <p:nvSpPr>
          <p:cNvPr id="1003" name="object-1003">
            <a:extLst>
              <a:ext uri="{FF2B5EF4-FFF2-40B4-BE49-F238E27FC236}">
                <a16:creationId xmlns:a16="http://schemas.microsoft.com/office/drawing/2014/main" id="{6096006F-A634-4F9A-A173-468CD93A17EA}"/>
              </a:ext>
            </a:extLst>
          </p:cNvPr>
          <p:cNvSpPr>
            <a:spLocks noGrp="1"/>
          </p:cNvSpPr>
          <p:nvPr/>
        </p:nvSpPr>
        <p:spPr>
          <a:xfrm>
            <a:off x="7979569" y="5238750"/>
            <a:ext cx="26194" cy="547688"/>
          </a:xfrm>
          <a:prstGeom prst="rect">
            <a:avLst/>
          </a:prstGeom>
          <a:solidFill>
            <a:srgbClr val="1D4ED8"/>
          </a:solidFill>
          <a:ln w="13097">
            <a:solidFill>
              <a:srgbClr val="172B4D"/>
            </a:solidFill>
          </a:ln>
        </p:spPr>
      </p:sp>
      <p:sp>
        <p:nvSpPr>
          <p:cNvPr id="1004" name="object-1004">
            <a:extLst>
              <a:ext uri="{FF2B5EF4-FFF2-40B4-BE49-F238E27FC236}">
                <a16:creationId xmlns:a16="http://schemas.microsoft.com/office/drawing/2014/main" id="{DD7C7FE4-B587-4E87-92CB-F27CE1888435}"/>
              </a:ext>
            </a:extLst>
          </p:cNvPr>
          <p:cNvSpPr>
            <a:spLocks noGrp="1"/>
          </p:cNvSpPr>
          <p:nvPr/>
        </p:nvSpPr>
        <p:spPr>
          <a:xfrm>
            <a:off x="8005763" y="5238750"/>
            <a:ext cx="26194" cy="547688"/>
          </a:xfrm>
          <a:prstGeom prst="rect">
            <a:avLst/>
          </a:prstGeom>
          <a:solidFill>
            <a:srgbClr val="1D4ED8"/>
          </a:solidFill>
          <a:ln w="13097">
            <a:solidFill>
              <a:srgbClr val="172B4D"/>
            </a:solidFill>
          </a:ln>
        </p:spPr>
      </p:sp>
      <p:sp>
        <p:nvSpPr>
          <p:cNvPr id="1005" name="object-1005">
            <a:extLst>
              <a:ext uri="{FF2B5EF4-FFF2-40B4-BE49-F238E27FC236}">
                <a16:creationId xmlns:a16="http://schemas.microsoft.com/office/drawing/2014/main" id="{6A419A11-1347-47D3-8536-2E92E8755B6B}"/>
              </a:ext>
            </a:extLst>
          </p:cNvPr>
          <p:cNvSpPr>
            <a:spLocks noGrp="1"/>
          </p:cNvSpPr>
          <p:nvPr/>
        </p:nvSpPr>
        <p:spPr>
          <a:xfrm>
            <a:off x="8031956" y="5238750"/>
            <a:ext cx="26194" cy="547688"/>
          </a:xfrm>
          <a:prstGeom prst="rect">
            <a:avLst/>
          </a:prstGeom>
          <a:solidFill>
            <a:srgbClr val="1D4ED8"/>
          </a:solidFill>
          <a:ln w="13097">
            <a:solidFill>
              <a:srgbClr val="172B4D"/>
            </a:solidFill>
          </a:ln>
        </p:spPr>
      </p:sp>
      <p:sp>
        <p:nvSpPr>
          <p:cNvPr id="1006" name="object-1006">
            <a:extLst>
              <a:ext uri="{FF2B5EF4-FFF2-40B4-BE49-F238E27FC236}">
                <a16:creationId xmlns:a16="http://schemas.microsoft.com/office/drawing/2014/main" id="{B58017AE-8E93-449B-A7D2-CD85B81DD2E1}"/>
              </a:ext>
            </a:extLst>
          </p:cNvPr>
          <p:cNvSpPr>
            <a:spLocks noGrp="1"/>
          </p:cNvSpPr>
          <p:nvPr/>
        </p:nvSpPr>
        <p:spPr>
          <a:xfrm>
            <a:off x="8058150" y="5238750"/>
            <a:ext cx="26194" cy="547688"/>
          </a:xfrm>
          <a:prstGeom prst="rect">
            <a:avLst/>
          </a:prstGeom>
          <a:solidFill>
            <a:srgbClr val="1D4ED8"/>
          </a:solidFill>
          <a:ln w="13097">
            <a:solidFill>
              <a:srgbClr val="172B4D"/>
            </a:solidFill>
          </a:ln>
        </p:spPr>
      </p:sp>
      <p:sp>
        <p:nvSpPr>
          <p:cNvPr id="1007" name="object-1007">
            <a:extLst>
              <a:ext uri="{FF2B5EF4-FFF2-40B4-BE49-F238E27FC236}">
                <a16:creationId xmlns:a16="http://schemas.microsoft.com/office/drawing/2014/main" id="{7553A81C-0A8A-4A0E-A6EA-5A2FA8D6AE68}"/>
              </a:ext>
            </a:extLst>
          </p:cNvPr>
          <p:cNvSpPr>
            <a:spLocks noGrp="1"/>
          </p:cNvSpPr>
          <p:nvPr/>
        </p:nvSpPr>
        <p:spPr>
          <a:xfrm>
            <a:off x="8084344" y="5238750"/>
            <a:ext cx="26194" cy="547688"/>
          </a:xfrm>
          <a:prstGeom prst="rect">
            <a:avLst/>
          </a:prstGeom>
          <a:solidFill>
            <a:srgbClr val="1D4ED8"/>
          </a:solidFill>
          <a:ln w="13097">
            <a:solidFill>
              <a:srgbClr val="172B4D"/>
            </a:solidFill>
          </a:ln>
        </p:spPr>
      </p:sp>
      <p:sp>
        <p:nvSpPr>
          <p:cNvPr id="1008" name="object-1008">
            <a:extLst>
              <a:ext uri="{FF2B5EF4-FFF2-40B4-BE49-F238E27FC236}">
                <a16:creationId xmlns:a16="http://schemas.microsoft.com/office/drawing/2014/main" id="{065C7F40-F91C-4E31-8395-ACB6C49B8FD8}"/>
              </a:ext>
            </a:extLst>
          </p:cNvPr>
          <p:cNvSpPr>
            <a:spLocks noGrp="1"/>
          </p:cNvSpPr>
          <p:nvPr/>
        </p:nvSpPr>
        <p:spPr>
          <a:xfrm>
            <a:off x="8110538" y="5238750"/>
            <a:ext cx="26194" cy="547688"/>
          </a:xfrm>
          <a:prstGeom prst="rect">
            <a:avLst/>
          </a:prstGeom>
          <a:solidFill>
            <a:srgbClr val="1D4ED8"/>
          </a:solidFill>
          <a:ln w="13097">
            <a:solidFill>
              <a:srgbClr val="172B4D"/>
            </a:solidFill>
          </a:ln>
        </p:spPr>
      </p:sp>
      <p:sp>
        <p:nvSpPr>
          <p:cNvPr id="1009" name="object-1009">
            <a:extLst>
              <a:ext uri="{FF2B5EF4-FFF2-40B4-BE49-F238E27FC236}">
                <a16:creationId xmlns:a16="http://schemas.microsoft.com/office/drawing/2014/main" id="{93205E6A-22FF-4F15-8C1C-62A3C2A0617D}"/>
              </a:ext>
            </a:extLst>
          </p:cNvPr>
          <p:cNvSpPr>
            <a:spLocks noGrp="1"/>
          </p:cNvSpPr>
          <p:nvPr/>
        </p:nvSpPr>
        <p:spPr>
          <a:xfrm>
            <a:off x="8136731" y="5238750"/>
            <a:ext cx="26194" cy="547688"/>
          </a:xfrm>
          <a:prstGeom prst="rect">
            <a:avLst/>
          </a:prstGeom>
          <a:solidFill>
            <a:srgbClr val="1D4ED8"/>
          </a:solidFill>
          <a:ln w="13097">
            <a:solidFill>
              <a:srgbClr val="172B4D"/>
            </a:solidFill>
          </a:ln>
        </p:spPr>
      </p:sp>
      <p:sp>
        <p:nvSpPr>
          <p:cNvPr id="1010" name="object-1010">
            <a:extLst>
              <a:ext uri="{FF2B5EF4-FFF2-40B4-BE49-F238E27FC236}">
                <a16:creationId xmlns:a16="http://schemas.microsoft.com/office/drawing/2014/main" id="{7953D951-24C7-46BD-A4D2-D64376417FBC}"/>
              </a:ext>
            </a:extLst>
          </p:cNvPr>
          <p:cNvSpPr>
            <a:spLocks noGrp="1"/>
          </p:cNvSpPr>
          <p:nvPr/>
        </p:nvSpPr>
        <p:spPr>
          <a:xfrm>
            <a:off x="8162925" y="5238750"/>
            <a:ext cx="26194" cy="547688"/>
          </a:xfrm>
          <a:prstGeom prst="rect">
            <a:avLst/>
          </a:prstGeom>
          <a:solidFill>
            <a:srgbClr val="1D4ED8"/>
          </a:solidFill>
          <a:ln w="13097">
            <a:solidFill>
              <a:srgbClr val="172B4D"/>
            </a:solidFill>
          </a:ln>
        </p:spPr>
      </p:sp>
      <p:sp>
        <p:nvSpPr>
          <p:cNvPr id="1011" name="object-1011">
            <a:extLst>
              <a:ext uri="{FF2B5EF4-FFF2-40B4-BE49-F238E27FC236}">
                <a16:creationId xmlns:a16="http://schemas.microsoft.com/office/drawing/2014/main" id="{0A28B17E-33E3-4E5C-8B42-9313964AE597}"/>
              </a:ext>
            </a:extLst>
          </p:cNvPr>
          <p:cNvSpPr>
            <a:spLocks noGrp="1"/>
          </p:cNvSpPr>
          <p:nvPr/>
        </p:nvSpPr>
        <p:spPr>
          <a:xfrm>
            <a:off x="8189119" y="5238750"/>
            <a:ext cx="26194" cy="547688"/>
          </a:xfrm>
          <a:prstGeom prst="rect">
            <a:avLst/>
          </a:prstGeom>
          <a:solidFill>
            <a:srgbClr val="1D4ED8"/>
          </a:solidFill>
          <a:ln w="13097">
            <a:solidFill>
              <a:srgbClr val="172B4D"/>
            </a:solidFill>
          </a:ln>
        </p:spPr>
      </p:sp>
      <p:sp>
        <p:nvSpPr>
          <p:cNvPr id="1012" name="object-1012">
            <a:extLst>
              <a:ext uri="{FF2B5EF4-FFF2-40B4-BE49-F238E27FC236}">
                <a16:creationId xmlns:a16="http://schemas.microsoft.com/office/drawing/2014/main" id="{10C2B378-4043-4918-A313-19CDCD4D76B4}"/>
              </a:ext>
            </a:extLst>
          </p:cNvPr>
          <p:cNvSpPr>
            <a:spLocks noGrp="1"/>
          </p:cNvSpPr>
          <p:nvPr/>
        </p:nvSpPr>
        <p:spPr>
          <a:xfrm>
            <a:off x="8215313" y="5238750"/>
            <a:ext cx="26194" cy="547688"/>
          </a:xfrm>
          <a:prstGeom prst="rect">
            <a:avLst/>
          </a:prstGeom>
          <a:solidFill>
            <a:srgbClr val="1D4ED8"/>
          </a:solidFill>
          <a:ln w="13097">
            <a:solidFill>
              <a:srgbClr val="172B4D"/>
            </a:solidFill>
          </a:ln>
        </p:spPr>
      </p:sp>
      <p:sp>
        <p:nvSpPr>
          <p:cNvPr id="1013" name="object-1013">
            <a:extLst>
              <a:ext uri="{FF2B5EF4-FFF2-40B4-BE49-F238E27FC236}">
                <a16:creationId xmlns:a16="http://schemas.microsoft.com/office/drawing/2014/main" id="{A40ECE4D-BD2C-455D-BA99-75980278E9AF}"/>
              </a:ext>
            </a:extLst>
          </p:cNvPr>
          <p:cNvSpPr>
            <a:spLocks noGrp="1"/>
          </p:cNvSpPr>
          <p:nvPr/>
        </p:nvSpPr>
        <p:spPr>
          <a:xfrm>
            <a:off x="8241506" y="5238750"/>
            <a:ext cx="26194" cy="547688"/>
          </a:xfrm>
          <a:prstGeom prst="rect">
            <a:avLst/>
          </a:prstGeom>
          <a:solidFill>
            <a:srgbClr val="1D4ED8"/>
          </a:solidFill>
          <a:ln w="13097">
            <a:solidFill>
              <a:srgbClr val="172B4D"/>
            </a:solidFill>
          </a:ln>
        </p:spPr>
      </p:sp>
      <p:sp>
        <p:nvSpPr>
          <p:cNvPr id="1014" name="object-1014">
            <a:extLst>
              <a:ext uri="{FF2B5EF4-FFF2-40B4-BE49-F238E27FC236}">
                <a16:creationId xmlns:a16="http://schemas.microsoft.com/office/drawing/2014/main" id="{8ABBA169-9E1C-4218-93E8-ED44522D079A}"/>
              </a:ext>
            </a:extLst>
          </p:cNvPr>
          <p:cNvSpPr>
            <a:spLocks noGrp="1"/>
          </p:cNvSpPr>
          <p:nvPr/>
        </p:nvSpPr>
        <p:spPr>
          <a:xfrm>
            <a:off x="8267700" y="5238750"/>
            <a:ext cx="26194" cy="547688"/>
          </a:xfrm>
          <a:prstGeom prst="rect">
            <a:avLst/>
          </a:prstGeom>
          <a:solidFill>
            <a:srgbClr val="1D4ED8"/>
          </a:solidFill>
          <a:ln w="13097">
            <a:solidFill>
              <a:srgbClr val="172B4D"/>
            </a:solidFill>
          </a:ln>
        </p:spPr>
      </p:sp>
      <p:sp>
        <p:nvSpPr>
          <p:cNvPr id="1015" name="object-1015">
            <a:extLst>
              <a:ext uri="{FF2B5EF4-FFF2-40B4-BE49-F238E27FC236}">
                <a16:creationId xmlns:a16="http://schemas.microsoft.com/office/drawing/2014/main" id="{882803F3-86F7-4443-A3AE-51C5C4E16C31}"/>
              </a:ext>
            </a:extLst>
          </p:cNvPr>
          <p:cNvSpPr>
            <a:spLocks noGrp="1"/>
          </p:cNvSpPr>
          <p:nvPr/>
        </p:nvSpPr>
        <p:spPr>
          <a:xfrm>
            <a:off x="8293894" y="5238750"/>
            <a:ext cx="26194" cy="547688"/>
          </a:xfrm>
          <a:prstGeom prst="rect">
            <a:avLst/>
          </a:prstGeom>
          <a:solidFill>
            <a:srgbClr val="1D4ED8"/>
          </a:solidFill>
          <a:ln w="13097">
            <a:solidFill>
              <a:srgbClr val="172B4D"/>
            </a:solidFill>
          </a:ln>
        </p:spPr>
      </p:sp>
      <p:sp>
        <p:nvSpPr>
          <p:cNvPr id="1016" name="object-1016">
            <a:extLst>
              <a:ext uri="{FF2B5EF4-FFF2-40B4-BE49-F238E27FC236}">
                <a16:creationId xmlns:a16="http://schemas.microsoft.com/office/drawing/2014/main" id="{086A0E1E-C6F5-40BE-82CC-B6FB7EC22D56}"/>
              </a:ext>
            </a:extLst>
          </p:cNvPr>
          <p:cNvSpPr>
            <a:spLocks noGrp="1"/>
          </p:cNvSpPr>
          <p:nvPr/>
        </p:nvSpPr>
        <p:spPr>
          <a:xfrm>
            <a:off x="8320088" y="5238750"/>
            <a:ext cx="26194" cy="547688"/>
          </a:xfrm>
          <a:prstGeom prst="rect">
            <a:avLst/>
          </a:prstGeom>
          <a:solidFill>
            <a:srgbClr val="1D4ED8"/>
          </a:solidFill>
          <a:ln w="13097">
            <a:solidFill>
              <a:srgbClr val="172B4D"/>
            </a:solidFill>
          </a:ln>
        </p:spPr>
      </p:sp>
      <p:sp>
        <p:nvSpPr>
          <p:cNvPr id="1017" name="object-1017">
            <a:extLst>
              <a:ext uri="{FF2B5EF4-FFF2-40B4-BE49-F238E27FC236}">
                <a16:creationId xmlns:a16="http://schemas.microsoft.com/office/drawing/2014/main" id="{CEAC9FE0-85EC-4ECA-BD5C-7AD28F10E4EA}"/>
              </a:ext>
            </a:extLst>
          </p:cNvPr>
          <p:cNvSpPr>
            <a:spLocks noGrp="1"/>
          </p:cNvSpPr>
          <p:nvPr/>
        </p:nvSpPr>
        <p:spPr>
          <a:xfrm>
            <a:off x="8346281" y="5238750"/>
            <a:ext cx="26194" cy="547688"/>
          </a:xfrm>
          <a:prstGeom prst="rect">
            <a:avLst/>
          </a:prstGeom>
          <a:solidFill>
            <a:srgbClr val="1D4ED8"/>
          </a:solidFill>
          <a:ln w="13097">
            <a:solidFill>
              <a:srgbClr val="172B4D"/>
            </a:solidFill>
          </a:ln>
        </p:spPr>
      </p:sp>
      <p:sp>
        <p:nvSpPr>
          <p:cNvPr id="1018" name="object-1018">
            <a:extLst>
              <a:ext uri="{FF2B5EF4-FFF2-40B4-BE49-F238E27FC236}">
                <a16:creationId xmlns:a16="http://schemas.microsoft.com/office/drawing/2014/main" id="{6CB5E946-0651-492D-A44E-E082E646FC3D}"/>
              </a:ext>
            </a:extLst>
          </p:cNvPr>
          <p:cNvSpPr>
            <a:spLocks noGrp="1"/>
          </p:cNvSpPr>
          <p:nvPr/>
        </p:nvSpPr>
        <p:spPr>
          <a:xfrm>
            <a:off x="8372475" y="5238750"/>
            <a:ext cx="26194" cy="547688"/>
          </a:xfrm>
          <a:prstGeom prst="rect">
            <a:avLst/>
          </a:prstGeom>
          <a:solidFill>
            <a:srgbClr val="1D4ED8"/>
          </a:solidFill>
          <a:ln w="13097">
            <a:solidFill>
              <a:srgbClr val="172B4D"/>
            </a:solidFill>
          </a:ln>
        </p:spPr>
      </p:sp>
      <p:sp>
        <p:nvSpPr>
          <p:cNvPr id="1019" name="object-1019">
            <a:extLst>
              <a:ext uri="{FF2B5EF4-FFF2-40B4-BE49-F238E27FC236}">
                <a16:creationId xmlns:a16="http://schemas.microsoft.com/office/drawing/2014/main" id="{0AFE66BF-B335-4445-87AF-BA614437A4A6}"/>
              </a:ext>
            </a:extLst>
          </p:cNvPr>
          <p:cNvSpPr>
            <a:spLocks noGrp="1"/>
          </p:cNvSpPr>
          <p:nvPr/>
        </p:nvSpPr>
        <p:spPr>
          <a:xfrm>
            <a:off x="8398669" y="5238750"/>
            <a:ext cx="26194" cy="547688"/>
          </a:xfrm>
          <a:prstGeom prst="rect">
            <a:avLst/>
          </a:prstGeom>
          <a:solidFill>
            <a:srgbClr val="1D4ED8"/>
          </a:solidFill>
          <a:ln w="13097">
            <a:solidFill>
              <a:srgbClr val="172B4D"/>
            </a:solidFill>
          </a:ln>
        </p:spPr>
      </p:sp>
      <p:sp>
        <p:nvSpPr>
          <p:cNvPr id="1020" name="object-1020">
            <a:extLst>
              <a:ext uri="{FF2B5EF4-FFF2-40B4-BE49-F238E27FC236}">
                <a16:creationId xmlns:a16="http://schemas.microsoft.com/office/drawing/2014/main" id="{0F4AD8D8-5056-480C-9EE6-82756B027D12}"/>
              </a:ext>
            </a:extLst>
          </p:cNvPr>
          <p:cNvSpPr>
            <a:spLocks noGrp="1"/>
          </p:cNvSpPr>
          <p:nvPr/>
        </p:nvSpPr>
        <p:spPr>
          <a:xfrm>
            <a:off x="8424863" y="5238750"/>
            <a:ext cx="26194" cy="547688"/>
          </a:xfrm>
          <a:prstGeom prst="rect">
            <a:avLst/>
          </a:prstGeom>
          <a:solidFill>
            <a:srgbClr val="1D4ED8"/>
          </a:solidFill>
          <a:ln w="13097">
            <a:solidFill>
              <a:srgbClr val="172B4D"/>
            </a:solidFill>
          </a:ln>
        </p:spPr>
      </p:sp>
      <p:sp>
        <p:nvSpPr>
          <p:cNvPr id="1021" name="object-1021">
            <a:extLst>
              <a:ext uri="{FF2B5EF4-FFF2-40B4-BE49-F238E27FC236}">
                <a16:creationId xmlns:a16="http://schemas.microsoft.com/office/drawing/2014/main" id="{4114A9CE-678B-4244-815B-24F5D157C0A2}"/>
              </a:ext>
            </a:extLst>
          </p:cNvPr>
          <p:cNvSpPr>
            <a:spLocks noGrp="1"/>
          </p:cNvSpPr>
          <p:nvPr/>
        </p:nvSpPr>
        <p:spPr>
          <a:xfrm>
            <a:off x="8451056" y="5238750"/>
            <a:ext cx="26194" cy="547688"/>
          </a:xfrm>
          <a:prstGeom prst="rect">
            <a:avLst/>
          </a:prstGeom>
          <a:solidFill>
            <a:srgbClr val="1D4ED8"/>
          </a:solidFill>
          <a:ln w="13097">
            <a:solidFill>
              <a:srgbClr val="172B4D"/>
            </a:solidFill>
          </a:ln>
        </p:spPr>
      </p:sp>
      <p:sp>
        <p:nvSpPr>
          <p:cNvPr id="1022" name="object-1022">
            <a:extLst>
              <a:ext uri="{FF2B5EF4-FFF2-40B4-BE49-F238E27FC236}">
                <a16:creationId xmlns:a16="http://schemas.microsoft.com/office/drawing/2014/main" id="{CAAA4F8A-4B04-4DAB-9D94-B63FAD3F7B75}"/>
              </a:ext>
            </a:extLst>
          </p:cNvPr>
          <p:cNvSpPr>
            <a:spLocks noGrp="1"/>
          </p:cNvSpPr>
          <p:nvPr/>
        </p:nvSpPr>
        <p:spPr>
          <a:xfrm>
            <a:off x="8477250" y="5238750"/>
            <a:ext cx="26194" cy="547688"/>
          </a:xfrm>
          <a:prstGeom prst="rect">
            <a:avLst/>
          </a:prstGeom>
          <a:solidFill>
            <a:srgbClr val="1D4ED8"/>
          </a:solidFill>
          <a:ln w="13097">
            <a:solidFill>
              <a:srgbClr val="172B4D"/>
            </a:solidFill>
          </a:ln>
        </p:spPr>
      </p:sp>
      <p:sp>
        <p:nvSpPr>
          <p:cNvPr id="1023" name="object-1023">
            <a:extLst>
              <a:ext uri="{FF2B5EF4-FFF2-40B4-BE49-F238E27FC236}">
                <a16:creationId xmlns:a16="http://schemas.microsoft.com/office/drawing/2014/main" id="{B2E1CD37-181A-4191-A5DB-750A4AA98134}"/>
              </a:ext>
            </a:extLst>
          </p:cNvPr>
          <p:cNvSpPr>
            <a:spLocks noGrp="1"/>
          </p:cNvSpPr>
          <p:nvPr/>
        </p:nvSpPr>
        <p:spPr>
          <a:xfrm>
            <a:off x="8503444" y="5238750"/>
            <a:ext cx="26194" cy="547688"/>
          </a:xfrm>
          <a:prstGeom prst="rect">
            <a:avLst/>
          </a:prstGeom>
          <a:solidFill>
            <a:srgbClr val="1D4ED8"/>
          </a:solidFill>
          <a:ln w="13097">
            <a:solidFill>
              <a:srgbClr val="172B4D"/>
            </a:solidFill>
          </a:ln>
        </p:spPr>
      </p:sp>
      <p:sp>
        <p:nvSpPr>
          <p:cNvPr id="1024" name="object-1024">
            <a:extLst>
              <a:ext uri="{FF2B5EF4-FFF2-40B4-BE49-F238E27FC236}">
                <a16:creationId xmlns:a16="http://schemas.microsoft.com/office/drawing/2014/main" id="{78B4C6DA-A954-4DCE-A571-A29DEF13E7A2}"/>
              </a:ext>
            </a:extLst>
          </p:cNvPr>
          <p:cNvSpPr>
            <a:spLocks noGrp="1"/>
          </p:cNvSpPr>
          <p:nvPr/>
        </p:nvSpPr>
        <p:spPr>
          <a:xfrm>
            <a:off x="8529638" y="5238750"/>
            <a:ext cx="26194" cy="547688"/>
          </a:xfrm>
          <a:prstGeom prst="rect">
            <a:avLst/>
          </a:prstGeom>
          <a:solidFill>
            <a:srgbClr val="1D4ED8"/>
          </a:solidFill>
          <a:ln w="13097">
            <a:solidFill>
              <a:srgbClr val="172B4D"/>
            </a:solidFill>
          </a:ln>
        </p:spPr>
      </p:sp>
      <p:sp>
        <p:nvSpPr>
          <p:cNvPr id="1025" name="object-1025">
            <a:extLst>
              <a:ext uri="{FF2B5EF4-FFF2-40B4-BE49-F238E27FC236}">
                <a16:creationId xmlns:a16="http://schemas.microsoft.com/office/drawing/2014/main" id="{BF63B50A-1098-400E-834D-894B9229E4E4}"/>
              </a:ext>
            </a:extLst>
          </p:cNvPr>
          <p:cNvSpPr>
            <a:spLocks noGrp="1"/>
          </p:cNvSpPr>
          <p:nvPr/>
        </p:nvSpPr>
        <p:spPr>
          <a:xfrm>
            <a:off x="8555831" y="5238750"/>
            <a:ext cx="26194" cy="547688"/>
          </a:xfrm>
          <a:prstGeom prst="rect">
            <a:avLst/>
          </a:prstGeom>
          <a:solidFill>
            <a:srgbClr val="1D4ED8"/>
          </a:solidFill>
          <a:ln w="13097">
            <a:solidFill>
              <a:srgbClr val="172B4D"/>
            </a:solidFill>
          </a:ln>
        </p:spPr>
      </p:sp>
      <p:sp>
        <p:nvSpPr>
          <p:cNvPr id="1026" name="object-1026">
            <a:extLst>
              <a:ext uri="{FF2B5EF4-FFF2-40B4-BE49-F238E27FC236}">
                <a16:creationId xmlns:a16="http://schemas.microsoft.com/office/drawing/2014/main" id="{C589AA7E-77FD-4AAF-B376-AAE2A9EBF992}"/>
              </a:ext>
            </a:extLst>
          </p:cNvPr>
          <p:cNvSpPr>
            <a:spLocks noGrp="1"/>
          </p:cNvSpPr>
          <p:nvPr/>
        </p:nvSpPr>
        <p:spPr>
          <a:xfrm>
            <a:off x="8582025" y="5238750"/>
            <a:ext cx="26194" cy="547688"/>
          </a:xfrm>
          <a:prstGeom prst="rect">
            <a:avLst/>
          </a:prstGeom>
          <a:solidFill>
            <a:srgbClr val="1D4ED8"/>
          </a:solidFill>
          <a:ln w="13097">
            <a:solidFill>
              <a:srgbClr val="172B4D"/>
            </a:solidFill>
          </a:ln>
        </p:spPr>
      </p:sp>
      <p:sp>
        <p:nvSpPr>
          <p:cNvPr id="1027" name="object-1027">
            <a:extLst>
              <a:ext uri="{FF2B5EF4-FFF2-40B4-BE49-F238E27FC236}">
                <a16:creationId xmlns:a16="http://schemas.microsoft.com/office/drawing/2014/main" id="{8EE322E7-FF1C-4AB4-A2C2-E9224EDD7E0A}"/>
              </a:ext>
            </a:extLst>
          </p:cNvPr>
          <p:cNvSpPr>
            <a:spLocks noGrp="1"/>
          </p:cNvSpPr>
          <p:nvPr/>
        </p:nvSpPr>
        <p:spPr>
          <a:xfrm>
            <a:off x="8608219" y="5238750"/>
            <a:ext cx="26194" cy="547688"/>
          </a:xfrm>
          <a:prstGeom prst="rect">
            <a:avLst/>
          </a:prstGeom>
          <a:solidFill>
            <a:srgbClr val="1D4ED8"/>
          </a:solidFill>
          <a:ln w="13097">
            <a:solidFill>
              <a:srgbClr val="172B4D"/>
            </a:solidFill>
          </a:ln>
        </p:spPr>
      </p:sp>
      <p:sp>
        <p:nvSpPr>
          <p:cNvPr id="1028" name="object-1028">
            <a:extLst>
              <a:ext uri="{FF2B5EF4-FFF2-40B4-BE49-F238E27FC236}">
                <a16:creationId xmlns:a16="http://schemas.microsoft.com/office/drawing/2014/main" id="{7C10EAB3-D45B-42F2-A43B-A3CF3917454C}"/>
              </a:ext>
            </a:extLst>
          </p:cNvPr>
          <p:cNvSpPr>
            <a:spLocks noGrp="1"/>
          </p:cNvSpPr>
          <p:nvPr/>
        </p:nvSpPr>
        <p:spPr>
          <a:xfrm>
            <a:off x="8634413" y="5238750"/>
            <a:ext cx="26194" cy="547688"/>
          </a:xfrm>
          <a:prstGeom prst="rect">
            <a:avLst/>
          </a:prstGeom>
          <a:solidFill>
            <a:srgbClr val="1D4ED8"/>
          </a:solidFill>
          <a:ln w="13097">
            <a:solidFill>
              <a:srgbClr val="172B4D"/>
            </a:solidFill>
          </a:ln>
        </p:spPr>
      </p:sp>
      <p:sp>
        <p:nvSpPr>
          <p:cNvPr id="1029" name="object-1029">
            <a:extLst>
              <a:ext uri="{FF2B5EF4-FFF2-40B4-BE49-F238E27FC236}">
                <a16:creationId xmlns:a16="http://schemas.microsoft.com/office/drawing/2014/main" id="{2597F861-22B9-4622-8869-683A4485E69F}"/>
              </a:ext>
            </a:extLst>
          </p:cNvPr>
          <p:cNvSpPr>
            <a:spLocks noGrp="1"/>
          </p:cNvSpPr>
          <p:nvPr/>
        </p:nvSpPr>
        <p:spPr>
          <a:xfrm>
            <a:off x="8660606" y="5238750"/>
            <a:ext cx="26194" cy="547688"/>
          </a:xfrm>
          <a:prstGeom prst="rect">
            <a:avLst/>
          </a:prstGeom>
          <a:solidFill>
            <a:srgbClr val="1D4ED8"/>
          </a:solidFill>
          <a:ln w="13097">
            <a:solidFill>
              <a:srgbClr val="172B4D"/>
            </a:solidFill>
          </a:ln>
        </p:spPr>
      </p:sp>
      <p:sp>
        <p:nvSpPr>
          <p:cNvPr id="1030" name="object-1030">
            <a:extLst>
              <a:ext uri="{FF2B5EF4-FFF2-40B4-BE49-F238E27FC236}">
                <a16:creationId xmlns:a16="http://schemas.microsoft.com/office/drawing/2014/main" id="{2C5B2D0C-7EE8-49BB-BAAF-AC507DA389C0}"/>
              </a:ext>
            </a:extLst>
          </p:cNvPr>
          <p:cNvSpPr>
            <a:spLocks noGrp="1"/>
          </p:cNvSpPr>
          <p:nvPr/>
        </p:nvSpPr>
        <p:spPr>
          <a:xfrm>
            <a:off x="8686800" y="5238750"/>
            <a:ext cx="26194" cy="547688"/>
          </a:xfrm>
          <a:prstGeom prst="rect">
            <a:avLst/>
          </a:prstGeom>
          <a:solidFill>
            <a:srgbClr val="1D4ED8"/>
          </a:solidFill>
          <a:ln w="13097">
            <a:solidFill>
              <a:srgbClr val="172B4D"/>
            </a:solidFill>
          </a:ln>
        </p:spPr>
      </p:sp>
      <p:sp>
        <p:nvSpPr>
          <p:cNvPr id="1031" name="object-1031">
            <a:extLst>
              <a:ext uri="{FF2B5EF4-FFF2-40B4-BE49-F238E27FC236}">
                <a16:creationId xmlns:a16="http://schemas.microsoft.com/office/drawing/2014/main" id="{D60E0C34-53BD-451F-87A5-635799472896}"/>
              </a:ext>
            </a:extLst>
          </p:cNvPr>
          <p:cNvSpPr>
            <a:spLocks noGrp="1"/>
          </p:cNvSpPr>
          <p:nvPr/>
        </p:nvSpPr>
        <p:spPr>
          <a:xfrm>
            <a:off x="8712994" y="5238750"/>
            <a:ext cx="26194" cy="547688"/>
          </a:xfrm>
          <a:prstGeom prst="rect">
            <a:avLst/>
          </a:prstGeom>
          <a:solidFill>
            <a:srgbClr val="1D4ED8"/>
          </a:solidFill>
          <a:ln w="13097">
            <a:solidFill>
              <a:srgbClr val="172B4D"/>
            </a:solidFill>
          </a:ln>
        </p:spPr>
      </p:sp>
      <p:sp>
        <p:nvSpPr>
          <p:cNvPr id="1032" name="object-1032">
            <a:extLst>
              <a:ext uri="{FF2B5EF4-FFF2-40B4-BE49-F238E27FC236}">
                <a16:creationId xmlns:a16="http://schemas.microsoft.com/office/drawing/2014/main" id="{1031F373-1AD2-4EF6-98BF-B0673BC00E24}"/>
              </a:ext>
            </a:extLst>
          </p:cNvPr>
          <p:cNvSpPr>
            <a:spLocks noGrp="1"/>
          </p:cNvSpPr>
          <p:nvPr/>
        </p:nvSpPr>
        <p:spPr>
          <a:xfrm>
            <a:off x="8739188" y="5238750"/>
            <a:ext cx="26194" cy="547688"/>
          </a:xfrm>
          <a:prstGeom prst="rect">
            <a:avLst/>
          </a:prstGeom>
          <a:solidFill>
            <a:srgbClr val="1D4ED8"/>
          </a:solidFill>
          <a:ln w="13097">
            <a:solidFill>
              <a:srgbClr val="172B4D"/>
            </a:solidFill>
          </a:ln>
        </p:spPr>
      </p:sp>
      <p:sp>
        <p:nvSpPr>
          <p:cNvPr id="1033" name="object-1033">
            <a:extLst>
              <a:ext uri="{FF2B5EF4-FFF2-40B4-BE49-F238E27FC236}">
                <a16:creationId xmlns:a16="http://schemas.microsoft.com/office/drawing/2014/main" id="{1885FEAF-8C91-451B-9EB2-A50E11C9DEBC}"/>
              </a:ext>
            </a:extLst>
          </p:cNvPr>
          <p:cNvSpPr>
            <a:spLocks noGrp="1"/>
          </p:cNvSpPr>
          <p:nvPr/>
        </p:nvSpPr>
        <p:spPr>
          <a:xfrm>
            <a:off x="8765381" y="5238750"/>
            <a:ext cx="26194" cy="547688"/>
          </a:xfrm>
          <a:prstGeom prst="rect">
            <a:avLst/>
          </a:prstGeom>
          <a:solidFill>
            <a:srgbClr val="1D4ED8"/>
          </a:solidFill>
          <a:ln w="13097">
            <a:solidFill>
              <a:srgbClr val="172B4D"/>
            </a:solidFill>
          </a:ln>
        </p:spPr>
      </p:sp>
      <p:sp>
        <p:nvSpPr>
          <p:cNvPr id="1034" name="object-1034">
            <a:extLst>
              <a:ext uri="{FF2B5EF4-FFF2-40B4-BE49-F238E27FC236}">
                <a16:creationId xmlns:a16="http://schemas.microsoft.com/office/drawing/2014/main" id="{51E7AA8E-4D67-49CB-985F-0CD594FDFC64}"/>
              </a:ext>
            </a:extLst>
          </p:cNvPr>
          <p:cNvSpPr>
            <a:spLocks noGrp="1"/>
          </p:cNvSpPr>
          <p:nvPr/>
        </p:nvSpPr>
        <p:spPr>
          <a:xfrm>
            <a:off x="8791575" y="5238750"/>
            <a:ext cx="26194" cy="547688"/>
          </a:xfrm>
          <a:prstGeom prst="rect">
            <a:avLst/>
          </a:prstGeom>
          <a:solidFill>
            <a:srgbClr val="1D4ED8"/>
          </a:solidFill>
          <a:ln w="13097">
            <a:solidFill>
              <a:srgbClr val="172B4D"/>
            </a:solidFill>
          </a:ln>
        </p:spPr>
      </p:sp>
      <p:sp>
        <p:nvSpPr>
          <p:cNvPr id="1035" name="object-1035">
            <a:extLst>
              <a:ext uri="{FF2B5EF4-FFF2-40B4-BE49-F238E27FC236}">
                <a16:creationId xmlns:a16="http://schemas.microsoft.com/office/drawing/2014/main" id="{0EB35793-C5E1-45CF-BCD0-E7F67A5559D9}"/>
              </a:ext>
            </a:extLst>
          </p:cNvPr>
          <p:cNvSpPr>
            <a:spLocks noGrp="1"/>
          </p:cNvSpPr>
          <p:nvPr/>
        </p:nvSpPr>
        <p:spPr>
          <a:xfrm>
            <a:off x="8817769" y="5238750"/>
            <a:ext cx="26194" cy="547688"/>
          </a:xfrm>
          <a:prstGeom prst="rect">
            <a:avLst/>
          </a:prstGeom>
          <a:solidFill>
            <a:srgbClr val="1D4ED8"/>
          </a:solidFill>
          <a:ln w="13097">
            <a:solidFill>
              <a:srgbClr val="172B4D"/>
            </a:solidFill>
          </a:ln>
        </p:spPr>
      </p:sp>
      <p:sp>
        <p:nvSpPr>
          <p:cNvPr id="1036" name="object-1036">
            <a:extLst>
              <a:ext uri="{FF2B5EF4-FFF2-40B4-BE49-F238E27FC236}">
                <a16:creationId xmlns:a16="http://schemas.microsoft.com/office/drawing/2014/main" id="{39EDAC48-0E12-4F42-824A-70C86570F680}"/>
              </a:ext>
            </a:extLst>
          </p:cNvPr>
          <p:cNvSpPr>
            <a:spLocks noGrp="1"/>
          </p:cNvSpPr>
          <p:nvPr/>
        </p:nvSpPr>
        <p:spPr>
          <a:xfrm>
            <a:off x="8843963" y="5238750"/>
            <a:ext cx="26194" cy="547688"/>
          </a:xfrm>
          <a:prstGeom prst="rect">
            <a:avLst/>
          </a:prstGeom>
          <a:solidFill>
            <a:srgbClr val="1D4ED8"/>
          </a:solidFill>
          <a:ln w="13097">
            <a:solidFill>
              <a:srgbClr val="172B4D"/>
            </a:solidFill>
          </a:ln>
        </p:spPr>
      </p:sp>
      <p:sp>
        <p:nvSpPr>
          <p:cNvPr id="1037" name="object-1037">
            <a:extLst>
              <a:ext uri="{FF2B5EF4-FFF2-40B4-BE49-F238E27FC236}">
                <a16:creationId xmlns:a16="http://schemas.microsoft.com/office/drawing/2014/main" id="{9F3366C3-EDFE-4FE8-A5FE-9B34A0AACCFD}"/>
              </a:ext>
            </a:extLst>
          </p:cNvPr>
          <p:cNvSpPr>
            <a:spLocks noGrp="1"/>
          </p:cNvSpPr>
          <p:nvPr/>
        </p:nvSpPr>
        <p:spPr>
          <a:xfrm>
            <a:off x="8870156" y="5238750"/>
            <a:ext cx="26194" cy="547688"/>
          </a:xfrm>
          <a:prstGeom prst="rect">
            <a:avLst/>
          </a:prstGeom>
          <a:solidFill>
            <a:srgbClr val="1D4ED8"/>
          </a:solidFill>
          <a:ln w="13097">
            <a:solidFill>
              <a:srgbClr val="172B4D"/>
            </a:solidFill>
          </a:ln>
        </p:spPr>
      </p:sp>
      <p:sp>
        <p:nvSpPr>
          <p:cNvPr id="1038" name="object-1038">
            <a:extLst>
              <a:ext uri="{FF2B5EF4-FFF2-40B4-BE49-F238E27FC236}">
                <a16:creationId xmlns:a16="http://schemas.microsoft.com/office/drawing/2014/main" id="{7D3E1F4E-E763-4E01-B058-8646591AFF7C}"/>
              </a:ext>
            </a:extLst>
          </p:cNvPr>
          <p:cNvSpPr>
            <a:spLocks noGrp="1"/>
          </p:cNvSpPr>
          <p:nvPr/>
        </p:nvSpPr>
        <p:spPr>
          <a:xfrm>
            <a:off x="8896350" y="5238750"/>
            <a:ext cx="26194" cy="547688"/>
          </a:xfrm>
          <a:prstGeom prst="rect">
            <a:avLst/>
          </a:prstGeom>
          <a:solidFill>
            <a:srgbClr val="1D4ED8"/>
          </a:solidFill>
          <a:ln w="13097">
            <a:solidFill>
              <a:srgbClr val="172B4D"/>
            </a:solidFill>
          </a:ln>
        </p:spPr>
      </p:sp>
      <p:sp>
        <p:nvSpPr>
          <p:cNvPr id="1039" name="object-1039">
            <a:extLst>
              <a:ext uri="{FF2B5EF4-FFF2-40B4-BE49-F238E27FC236}">
                <a16:creationId xmlns:a16="http://schemas.microsoft.com/office/drawing/2014/main" id="{72A46707-B479-4094-979D-D01F56E7F3CB}"/>
              </a:ext>
            </a:extLst>
          </p:cNvPr>
          <p:cNvSpPr>
            <a:spLocks noGrp="1"/>
          </p:cNvSpPr>
          <p:nvPr/>
        </p:nvSpPr>
        <p:spPr>
          <a:xfrm>
            <a:off x="8922544" y="5238750"/>
            <a:ext cx="26194" cy="547688"/>
          </a:xfrm>
          <a:prstGeom prst="rect">
            <a:avLst/>
          </a:prstGeom>
          <a:solidFill>
            <a:srgbClr val="1D4ED8"/>
          </a:solidFill>
          <a:ln w="13097">
            <a:solidFill>
              <a:srgbClr val="172B4D"/>
            </a:solidFill>
          </a:ln>
        </p:spPr>
      </p:sp>
      <p:sp>
        <p:nvSpPr>
          <p:cNvPr id="1040" name="object-1040">
            <a:extLst>
              <a:ext uri="{FF2B5EF4-FFF2-40B4-BE49-F238E27FC236}">
                <a16:creationId xmlns:a16="http://schemas.microsoft.com/office/drawing/2014/main" id="{62346908-4BC9-4CFB-AD40-2963D6FDD09E}"/>
              </a:ext>
            </a:extLst>
          </p:cNvPr>
          <p:cNvSpPr>
            <a:spLocks noGrp="1"/>
          </p:cNvSpPr>
          <p:nvPr/>
        </p:nvSpPr>
        <p:spPr>
          <a:xfrm>
            <a:off x="8948738" y="5238750"/>
            <a:ext cx="26194" cy="547688"/>
          </a:xfrm>
          <a:prstGeom prst="rect">
            <a:avLst/>
          </a:prstGeom>
          <a:solidFill>
            <a:srgbClr val="1D4ED8"/>
          </a:solidFill>
          <a:ln w="13097">
            <a:solidFill>
              <a:srgbClr val="172B4D"/>
            </a:solidFill>
          </a:ln>
        </p:spPr>
      </p:sp>
      <p:sp>
        <p:nvSpPr>
          <p:cNvPr id="1041" name="object-1041">
            <a:extLst>
              <a:ext uri="{FF2B5EF4-FFF2-40B4-BE49-F238E27FC236}">
                <a16:creationId xmlns:a16="http://schemas.microsoft.com/office/drawing/2014/main" id="{FC1C1C81-2B46-45CF-9C99-084ED21750FE}"/>
              </a:ext>
            </a:extLst>
          </p:cNvPr>
          <p:cNvSpPr>
            <a:spLocks noGrp="1"/>
          </p:cNvSpPr>
          <p:nvPr/>
        </p:nvSpPr>
        <p:spPr>
          <a:xfrm>
            <a:off x="8974931" y="5238750"/>
            <a:ext cx="26194" cy="547688"/>
          </a:xfrm>
          <a:prstGeom prst="rect">
            <a:avLst/>
          </a:prstGeom>
          <a:solidFill>
            <a:srgbClr val="1D4ED8"/>
          </a:solidFill>
          <a:ln w="13097">
            <a:solidFill>
              <a:srgbClr val="172B4D"/>
            </a:solidFill>
          </a:ln>
        </p:spPr>
      </p:sp>
      <p:sp>
        <p:nvSpPr>
          <p:cNvPr id="1042" name="object-1042">
            <a:extLst>
              <a:ext uri="{FF2B5EF4-FFF2-40B4-BE49-F238E27FC236}">
                <a16:creationId xmlns:a16="http://schemas.microsoft.com/office/drawing/2014/main" id="{9D1CC0F5-D8BC-4C09-9165-14814EBD3186}"/>
              </a:ext>
            </a:extLst>
          </p:cNvPr>
          <p:cNvSpPr>
            <a:spLocks noGrp="1"/>
          </p:cNvSpPr>
          <p:nvPr/>
        </p:nvSpPr>
        <p:spPr>
          <a:xfrm>
            <a:off x="9001125" y="5238750"/>
            <a:ext cx="26194" cy="547688"/>
          </a:xfrm>
          <a:prstGeom prst="rect">
            <a:avLst/>
          </a:prstGeom>
          <a:solidFill>
            <a:srgbClr val="1D4ED8"/>
          </a:solidFill>
          <a:ln w="13097">
            <a:solidFill>
              <a:srgbClr val="172B4D"/>
            </a:solidFill>
          </a:ln>
        </p:spPr>
      </p:sp>
      <p:sp>
        <p:nvSpPr>
          <p:cNvPr id="1043" name="object-1043">
            <a:extLst>
              <a:ext uri="{FF2B5EF4-FFF2-40B4-BE49-F238E27FC236}">
                <a16:creationId xmlns:a16="http://schemas.microsoft.com/office/drawing/2014/main" id="{53479462-8C9F-4398-B428-FBDBAB5D375C}"/>
              </a:ext>
            </a:extLst>
          </p:cNvPr>
          <p:cNvSpPr>
            <a:spLocks noGrp="1"/>
          </p:cNvSpPr>
          <p:nvPr/>
        </p:nvSpPr>
        <p:spPr>
          <a:xfrm>
            <a:off x="9027319" y="5238750"/>
            <a:ext cx="26194" cy="547688"/>
          </a:xfrm>
          <a:prstGeom prst="rect">
            <a:avLst/>
          </a:prstGeom>
          <a:solidFill>
            <a:srgbClr val="1D4ED8"/>
          </a:solidFill>
          <a:ln w="13097">
            <a:solidFill>
              <a:srgbClr val="172B4D"/>
            </a:solidFill>
          </a:ln>
        </p:spPr>
      </p:sp>
      <p:sp>
        <p:nvSpPr>
          <p:cNvPr id="1044" name="object-1044">
            <a:extLst>
              <a:ext uri="{FF2B5EF4-FFF2-40B4-BE49-F238E27FC236}">
                <a16:creationId xmlns:a16="http://schemas.microsoft.com/office/drawing/2014/main" id="{F05188AD-B8AA-4694-87B8-38DA1C0DF928}"/>
              </a:ext>
            </a:extLst>
          </p:cNvPr>
          <p:cNvSpPr>
            <a:spLocks noGrp="1"/>
          </p:cNvSpPr>
          <p:nvPr/>
        </p:nvSpPr>
        <p:spPr>
          <a:xfrm>
            <a:off x="9053513" y="5238750"/>
            <a:ext cx="26194" cy="547688"/>
          </a:xfrm>
          <a:prstGeom prst="rect">
            <a:avLst/>
          </a:prstGeom>
          <a:solidFill>
            <a:srgbClr val="1D4ED8"/>
          </a:solidFill>
          <a:ln w="13097">
            <a:solidFill>
              <a:srgbClr val="172B4D"/>
            </a:solidFill>
          </a:ln>
        </p:spPr>
      </p:sp>
      <p:sp>
        <p:nvSpPr>
          <p:cNvPr id="1045" name="object-1045">
            <a:extLst>
              <a:ext uri="{FF2B5EF4-FFF2-40B4-BE49-F238E27FC236}">
                <a16:creationId xmlns:a16="http://schemas.microsoft.com/office/drawing/2014/main" id="{154E6EF3-38CD-4D9C-8260-6DA63F317622}"/>
              </a:ext>
            </a:extLst>
          </p:cNvPr>
          <p:cNvSpPr>
            <a:spLocks noGrp="1"/>
          </p:cNvSpPr>
          <p:nvPr/>
        </p:nvSpPr>
        <p:spPr>
          <a:xfrm>
            <a:off x="9079706" y="5238750"/>
            <a:ext cx="26194" cy="547688"/>
          </a:xfrm>
          <a:prstGeom prst="rect">
            <a:avLst/>
          </a:prstGeom>
          <a:solidFill>
            <a:srgbClr val="1D4ED8"/>
          </a:solidFill>
          <a:ln w="13097">
            <a:solidFill>
              <a:srgbClr val="172B4D"/>
            </a:solidFill>
          </a:ln>
        </p:spPr>
      </p:sp>
      <p:sp>
        <p:nvSpPr>
          <p:cNvPr id="1046" name="object-1046">
            <a:extLst>
              <a:ext uri="{FF2B5EF4-FFF2-40B4-BE49-F238E27FC236}">
                <a16:creationId xmlns:a16="http://schemas.microsoft.com/office/drawing/2014/main" id="{4B72F99B-EA95-4841-A968-74E9246B8E98}"/>
              </a:ext>
            </a:extLst>
          </p:cNvPr>
          <p:cNvSpPr>
            <a:spLocks noGrp="1"/>
          </p:cNvSpPr>
          <p:nvPr/>
        </p:nvSpPr>
        <p:spPr>
          <a:xfrm>
            <a:off x="9105900" y="5238750"/>
            <a:ext cx="26194" cy="547688"/>
          </a:xfrm>
          <a:prstGeom prst="rect">
            <a:avLst/>
          </a:prstGeom>
          <a:solidFill>
            <a:srgbClr val="1D4ED8"/>
          </a:solidFill>
          <a:ln w="13097">
            <a:solidFill>
              <a:srgbClr val="172B4D"/>
            </a:solidFill>
          </a:ln>
        </p:spPr>
      </p:sp>
      <p:sp>
        <p:nvSpPr>
          <p:cNvPr id="1047" name="object-1047">
            <a:extLst>
              <a:ext uri="{FF2B5EF4-FFF2-40B4-BE49-F238E27FC236}">
                <a16:creationId xmlns:a16="http://schemas.microsoft.com/office/drawing/2014/main" id="{0FCEB652-26EC-4202-9908-49051CE97272}"/>
              </a:ext>
            </a:extLst>
          </p:cNvPr>
          <p:cNvSpPr>
            <a:spLocks noGrp="1"/>
          </p:cNvSpPr>
          <p:nvPr/>
        </p:nvSpPr>
        <p:spPr>
          <a:xfrm>
            <a:off x="9132094" y="5238750"/>
            <a:ext cx="26194" cy="547688"/>
          </a:xfrm>
          <a:prstGeom prst="rect">
            <a:avLst/>
          </a:prstGeom>
          <a:solidFill>
            <a:srgbClr val="1D4ED8"/>
          </a:solidFill>
          <a:ln w="13097">
            <a:solidFill>
              <a:srgbClr val="172B4D"/>
            </a:solidFill>
          </a:ln>
        </p:spPr>
      </p:sp>
      <p:sp>
        <p:nvSpPr>
          <p:cNvPr id="1048" name="object-1048">
            <a:extLst>
              <a:ext uri="{FF2B5EF4-FFF2-40B4-BE49-F238E27FC236}">
                <a16:creationId xmlns:a16="http://schemas.microsoft.com/office/drawing/2014/main" id="{F79A2864-76DE-4913-A572-9A8C15D0BC30}"/>
              </a:ext>
            </a:extLst>
          </p:cNvPr>
          <p:cNvSpPr>
            <a:spLocks noGrp="1"/>
          </p:cNvSpPr>
          <p:nvPr/>
        </p:nvSpPr>
        <p:spPr>
          <a:xfrm>
            <a:off x="9158288" y="5238750"/>
            <a:ext cx="26194" cy="547688"/>
          </a:xfrm>
          <a:prstGeom prst="rect">
            <a:avLst/>
          </a:prstGeom>
          <a:solidFill>
            <a:srgbClr val="1D4ED8"/>
          </a:solidFill>
          <a:ln w="13097">
            <a:solidFill>
              <a:srgbClr val="172B4D"/>
            </a:solidFill>
          </a:ln>
        </p:spPr>
      </p:sp>
      <p:sp>
        <p:nvSpPr>
          <p:cNvPr id="1049" name="object-1049">
            <a:extLst>
              <a:ext uri="{FF2B5EF4-FFF2-40B4-BE49-F238E27FC236}">
                <a16:creationId xmlns:a16="http://schemas.microsoft.com/office/drawing/2014/main" id="{00AE85BB-481D-425A-985D-86C6AD19684D}"/>
              </a:ext>
            </a:extLst>
          </p:cNvPr>
          <p:cNvSpPr>
            <a:spLocks noGrp="1"/>
          </p:cNvSpPr>
          <p:nvPr/>
        </p:nvSpPr>
        <p:spPr>
          <a:xfrm>
            <a:off x="9184481" y="5238750"/>
            <a:ext cx="26194" cy="547688"/>
          </a:xfrm>
          <a:prstGeom prst="rect">
            <a:avLst/>
          </a:prstGeom>
          <a:solidFill>
            <a:srgbClr val="1D4ED8"/>
          </a:solidFill>
          <a:ln w="13097">
            <a:solidFill>
              <a:srgbClr val="172B4D"/>
            </a:solidFill>
          </a:ln>
        </p:spPr>
      </p:sp>
      <p:sp>
        <p:nvSpPr>
          <p:cNvPr id="1050" name="object-1050">
            <a:extLst>
              <a:ext uri="{FF2B5EF4-FFF2-40B4-BE49-F238E27FC236}">
                <a16:creationId xmlns:a16="http://schemas.microsoft.com/office/drawing/2014/main" id="{F713ACC7-4567-478E-BA3F-A1A9C5625441}"/>
              </a:ext>
            </a:extLst>
          </p:cNvPr>
          <p:cNvSpPr>
            <a:spLocks noGrp="1"/>
          </p:cNvSpPr>
          <p:nvPr/>
        </p:nvSpPr>
        <p:spPr>
          <a:xfrm>
            <a:off x="9210675" y="5238750"/>
            <a:ext cx="26194" cy="547688"/>
          </a:xfrm>
          <a:prstGeom prst="rect">
            <a:avLst/>
          </a:prstGeom>
          <a:solidFill>
            <a:srgbClr val="1D4ED8"/>
          </a:solidFill>
          <a:ln w="13097">
            <a:solidFill>
              <a:srgbClr val="172B4D"/>
            </a:solidFill>
          </a:ln>
        </p:spPr>
      </p:sp>
      <p:sp>
        <p:nvSpPr>
          <p:cNvPr id="1051" name="object-1051">
            <a:extLst>
              <a:ext uri="{FF2B5EF4-FFF2-40B4-BE49-F238E27FC236}">
                <a16:creationId xmlns:a16="http://schemas.microsoft.com/office/drawing/2014/main" id="{0784C3B4-2E38-4049-B9E1-B054DC7FFB65}"/>
              </a:ext>
            </a:extLst>
          </p:cNvPr>
          <p:cNvSpPr>
            <a:spLocks noGrp="1"/>
          </p:cNvSpPr>
          <p:nvPr/>
        </p:nvSpPr>
        <p:spPr>
          <a:xfrm>
            <a:off x="9236869" y="5238750"/>
            <a:ext cx="26194" cy="547688"/>
          </a:xfrm>
          <a:prstGeom prst="rect">
            <a:avLst/>
          </a:prstGeom>
          <a:solidFill>
            <a:srgbClr val="1D4ED8"/>
          </a:solidFill>
          <a:ln w="13097">
            <a:solidFill>
              <a:srgbClr val="172B4D"/>
            </a:solidFill>
          </a:ln>
        </p:spPr>
      </p:sp>
      <p:sp>
        <p:nvSpPr>
          <p:cNvPr id="1052" name="object-1052">
            <a:extLst>
              <a:ext uri="{FF2B5EF4-FFF2-40B4-BE49-F238E27FC236}">
                <a16:creationId xmlns:a16="http://schemas.microsoft.com/office/drawing/2014/main" id="{A43A0519-FB4F-4D80-92FF-828D496D6C13}"/>
              </a:ext>
            </a:extLst>
          </p:cNvPr>
          <p:cNvSpPr>
            <a:spLocks noGrp="1"/>
          </p:cNvSpPr>
          <p:nvPr/>
        </p:nvSpPr>
        <p:spPr>
          <a:xfrm>
            <a:off x="9263063" y="5238750"/>
            <a:ext cx="26194" cy="547688"/>
          </a:xfrm>
          <a:prstGeom prst="rect">
            <a:avLst/>
          </a:prstGeom>
          <a:solidFill>
            <a:srgbClr val="1D4ED8"/>
          </a:solidFill>
          <a:ln w="13097">
            <a:solidFill>
              <a:srgbClr val="172B4D"/>
            </a:solidFill>
          </a:ln>
        </p:spPr>
      </p:sp>
      <p:sp>
        <p:nvSpPr>
          <p:cNvPr id="1053" name="object-1053">
            <a:extLst>
              <a:ext uri="{FF2B5EF4-FFF2-40B4-BE49-F238E27FC236}">
                <a16:creationId xmlns:a16="http://schemas.microsoft.com/office/drawing/2014/main" id="{CD9BB023-CB97-480C-AE03-35F0749C63CD}"/>
              </a:ext>
            </a:extLst>
          </p:cNvPr>
          <p:cNvSpPr>
            <a:spLocks noGrp="1"/>
          </p:cNvSpPr>
          <p:nvPr/>
        </p:nvSpPr>
        <p:spPr>
          <a:xfrm>
            <a:off x="9289256" y="5238750"/>
            <a:ext cx="26194" cy="547688"/>
          </a:xfrm>
          <a:prstGeom prst="rect">
            <a:avLst/>
          </a:prstGeom>
          <a:solidFill>
            <a:srgbClr val="1D4ED8"/>
          </a:solidFill>
          <a:ln w="13097">
            <a:solidFill>
              <a:srgbClr val="172B4D"/>
            </a:solidFill>
          </a:ln>
        </p:spPr>
      </p:sp>
      <p:sp>
        <p:nvSpPr>
          <p:cNvPr id="1054" name="object-1054">
            <a:extLst>
              <a:ext uri="{FF2B5EF4-FFF2-40B4-BE49-F238E27FC236}">
                <a16:creationId xmlns:a16="http://schemas.microsoft.com/office/drawing/2014/main" id="{C411CEAA-B677-42D0-BA05-F23A70AC0200}"/>
              </a:ext>
            </a:extLst>
          </p:cNvPr>
          <p:cNvSpPr>
            <a:spLocks noGrp="1"/>
          </p:cNvSpPr>
          <p:nvPr/>
        </p:nvSpPr>
        <p:spPr>
          <a:xfrm>
            <a:off x="9315450" y="5238750"/>
            <a:ext cx="26194" cy="547688"/>
          </a:xfrm>
          <a:prstGeom prst="rect">
            <a:avLst/>
          </a:prstGeom>
          <a:solidFill>
            <a:srgbClr val="1D4ED8"/>
          </a:solidFill>
          <a:ln w="13097">
            <a:solidFill>
              <a:srgbClr val="172B4D"/>
            </a:solidFill>
          </a:ln>
        </p:spPr>
      </p:sp>
      <p:sp>
        <p:nvSpPr>
          <p:cNvPr id="1055" name="object-1055">
            <a:extLst>
              <a:ext uri="{FF2B5EF4-FFF2-40B4-BE49-F238E27FC236}">
                <a16:creationId xmlns:a16="http://schemas.microsoft.com/office/drawing/2014/main" id="{5C20C26A-8ECA-4386-B4AE-442708DD61F3}"/>
              </a:ext>
            </a:extLst>
          </p:cNvPr>
          <p:cNvSpPr>
            <a:spLocks noGrp="1"/>
          </p:cNvSpPr>
          <p:nvPr/>
        </p:nvSpPr>
        <p:spPr>
          <a:xfrm>
            <a:off x="9341644" y="5238750"/>
            <a:ext cx="26194" cy="547688"/>
          </a:xfrm>
          <a:prstGeom prst="rect">
            <a:avLst/>
          </a:prstGeom>
          <a:solidFill>
            <a:srgbClr val="1D4ED8"/>
          </a:solidFill>
          <a:ln w="13097">
            <a:solidFill>
              <a:srgbClr val="172B4D"/>
            </a:solidFill>
          </a:ln>
        </p:spPr>
      </p:sp>
      <p:sp>
        <p:nvSpPr>
          <p:cNvPr id="1056" name="object-1056">
            <a:extLst>
              <a:ext uri="{FF2B5EF4-FFF2-40B4-BE49-F238E27FC236}">
                <a16:creationId xmlns:a16="http://schemas.microsoft.com/office/drawing/2014/main" id="{76C2871A-DFB3-4666-A1BA-DC3D63402783}"/>
              </a:ext>
            </a:extLst>
          </p:cNvPr>
          <p:cNvSpPr>
            <a:spLocks noGrp="1"/>
          </p:cNvSpPr>
          <p:nvPr/>
        </p:nvSpPr>
        <p:spPr>
          <a:xfrm>
            <a:off x="9367838" y="5238750"/>
            <a:ext cx="26194" cy="547688"/>
          </a:xfrm>
          <a:prstGeom prst="rect">
            <a:avLst/>
          </a:prstGeom>
          <a:solidFill>
            <a:srgbClr val="1D4ED8"/>
          </a:solidFill>
          <a:ln w="13097">
            <a:solidFill>
              <a:srgbClr val="172B4D"/>
            </a:solidFill>
          </a:ln>
        </p:spPr>
      </p:sp>
      <p:sp>
        <p:nvSpPr>
          <p:cNvPr id="1057" name="object-1057">
            <a:extLst>
              <a:ext uri="{FF2B5EF4-FFF2-40B4-BE49-F238E27FC236}">
                <a16:creationId xmlns:a16="http://schemas.microsoft.com/office/drawing/2014/main" id="{35E3CB95-D1DA-41CC-A812-09E9E08EECCF}"/>
              </a:ext>
            </a:extLst>
          </p:cNvPr>
          <p:cNvSpPr>
            <a:spLocks noGrp="1"/>
          </p:cNvSpPr>
          <p:nvPr/>
        </p:nvSpPr>
        <p:spPr>
          <a:xfrm>
            <a:off x="9394031" y="5238750"/>
            <a:ext cx="26194" cy="547688"/>
          </a:xfrm>
          <a:prstGeom prst="rect">
            <a:avLst/>
          </a:prstGeom>
          <a:solidFill>
            <a:srgbClr val="1D4ED8"/>
          </a:solidFill>
          <a:ln w="13097">
            <a:solidFill>
              <a:srgbClr val="172B4D"/>
            </a:solidFill>
          </a:ln>
        </p:spPr>
      </p:sp>
      <p:sp>
        <p:nvSpPr>
          <p:cNvPr id="1058" name="object-1058">
            <a:extLst>
              <a:ext uri="{FF2B5EF4-FFF2-40B4-BE49-F238E27FC236}">
                <a16:creationId xmlns:a16="http://schemas.microsoft.com/office/drawing/2014/main" id="{744E3CC2-45EB-486D-8768-0AB603A05E89}"/>
              </a:ext>
            </a:extLst>
          </p:cNvPr>
          <p:cNvSpPr>
            <a:spLocks noGrp="1"/>
          </p:cNvSpPr>
          <p:nvPr/>
        </p:nvSpPr>
        <p:spPr>
          <a:xfrm>
            <a:off x="9420225" y="5238750"/>
            <a:ext cx="26194" cy="547688"/>
          </a:xfrm>
          <a:prstGeom prst="rect">
            <a:avLst/>
          </a:prstGeom>
          <a:solidFill>
            <a:srgbClr val="1D4ED8"/>
          </a:solidFill>
          <a:ln w="13097">
            <a:solidFill>
              <a:srgbClr val="172B4D"/>
            </a:solidFill>
          </a:ln>
        </p:spPr>
      </p:sp>
      <p:sp>
        <p:nvSpPr>
          <p:cNvPr id="1059" name="object-1059">
            <a:extLst>
              <a:ext uri="{FF2B5EF4-FFF2-40B4-BE49-F238E27FC236}">
                <a16:creationId xmlns:a16="http://schemas.microsoft.com/office/drawing/2014/main" id="{595D3FD0-DDEB-4025-B27A-0B29D66F9A18}"/>
              </a:ext>
            </a:extLst>
          </p:cNvPr>
          <p:cNvSpPr>
            <a:spLocks noGrp="1"/>
          </p:cNvSpPr>
          <p:nvPr/>
        </p:nvSpPr>
        <p:spPr>
          <a:xfrm>
            <a:off x="9446419" y="5238750"/>
            <a:ext cx="26194" cy="547688"/>
          </a:xfrm>
          <a:prstGeom prst="rect">
            <a:avLst/>
          </a:prstGeom>
          <a:solidFill>
            <a:srgbClr val="1D4ED8"/>
          </a:solidFill>
          <a:ln w="13097">
            <a:solidFill>
              <a:srgbClr val="172B4D"/>
            </a:solidFill>
          </a:ln>
        </p:spPr>
      </p:sp>
      <p:sp>
        <p:nvSpPr>
          <p:cNvPr id="1060" name="object-1060">
            <a:extLst>
              <a:ext uri="{FF2B5EF4-FFF2-40B4-BE49-F238E27FC236}">
                <a16:creationId xmlns:a16="http://schemas.microsoft.com/office/drawing/2014/main" id="{D9608E99-5976-4D37-BDF8-8A6997151C77}"/>
              </a:ext>
            </a:extLst>
          </p:cNvPr>
          <p:cNvSpPr>
            <a:spLocks noGrp="1"/>
          </p:cNvSpPr>
          <p:nvPr/>
        </p:nvSpPr>
        <p:spPr>
          <a:xfrm>
            <a:off x="9472613" y="5238750"/>
            <a:ext cx="26194" cy="547688"/>
          </a:xfrm>
          <a:prstGeom prst="rect">
            <a:avLst/>
          </a:prstGeom>
          <a:solidFill>
            <a:srgbClr val="1D4ED8"/>
          </a:solidFill>
          <a:ln w="13097">
            <a:solidFill>
              <a:srgbClr val="172B4D"/>
            </a:solidFill>
          </a:ln>
        </p:spPr>
      </p:sp>
      <p:sp>
        <p:nvSpPr>
          <p:cNvPr id="1061" name="object-1061">
            <a:extLst>
              <a:ext uri="{FF2B5EF4-FFF2-40B4-BE49-F238E27FC236}">
                <a16:creationId xmlns:a16="http://schemas.microsoft.com/office/drawing/2014/main" id="{78B29883-4ABD-4B4A-B040-F7FF8245ED11}"/>
              </a:ext>
            </a:extLst>
          </p:cNvPr>
          <p:cNvSpPr>
            <a:spLocks noGrp="1"/>
          </p:cNvSpPr>
          <p:nvPr/>
        </p:nvSpPr>
        <p:spPr>
          <a:xfrm>
            <a:off x="9498806" y="5238750"/>
            <a:ext cx="26194" cy="547688"/>
          </a:xfrm>
          <a:prstGeom prst="rect">
            <a:avLst/>
          </a:prstGeom>
          <a:solidFill>
            <a:srgbClr val="1D4ED8"/>
          </a:solidFill>
          <a:ln w="13097">
            <a:solidFill>
              <a:srgbClr val="172B4D"/>
            </a:solidFill>
          </a:ln>
        </p:spPr>
      </p:sp>
      <p:sp>
        <p:nvSpPr>
          <p:cNvPr id="1062" name="object-1062">
            <a:extLst>
              <a:ext uri="{FF2B5EF4-FFF2-40B4-BE49-F238E27FC236}">
                <a16:creationId xmlns:a16="http://schemas.microsoft.com/office/drawing/2014/main" id="{2A56A5B8-4EBC-4747-8967-B21786AF8164}"/>
              </a:ext>
            </a:extLst>
          </p:cNvPr>
          <p:cNvSpPr>
            <a:spLocks noGrp="1"/>
          </p:cNvSpPr>
          <p:nvPr/>
        </p:nvSpPr>
        <p:spPr>
          <a:xfrm>
            <a:off x="9525000" y="5238750"/>
            <a:ext cx="26194" cy="547688"/>
          </a:xfrm>
          <a:prstGeom prst="rect">
            <a:avLst/>
          </a:prstGeom>
          <a:solidFill>
            <a:srgbClr val="1D4ED8"/>
          </a:solidFill>
          <a:ln w="13097">
            <a:solidFill>
              <a:srgbClr val="172B4D"/>
            </a:solidFill>
          </a:ln>
        </p:spPr>
      </p:sp>
      <p:sp>
        <p:nvSpPr>
          <p:cNvPr id="1063" name="object-1063">
            <a:extLst>
              <a:ext uri="{FF2B5EF4-FFF2-40B4-BE49-F238E27FC236}">
                <a16:creationId xmlns:a16="http://schemas.microsoft.com/office/drawing/2014/main" id="{C8E5440D-D5F4-4091-9A56-202A99D35AAB}"/>
              </a:ext>
            </a:extLst>
          </p:cNvPr>
          <p:cNvSpPr>
            <a:spLocks noGrp="1"/>
          </p:cNvSpPr>
          <p:nvPr/>
        </p:nvSpPr>
        <p:spPr>
          <a:xfrm>
            <a:off x="9551194" y="5238750"/>
            <a:ext cx="26194" cy="547688"/>
          </a:xfrm>
          <a:prstGeom prst="rect">
            <a:avLst/>
          </a:prstGeom>
          <a:solidFill>
            <a:srgbClr val="1D4ED8"/>
          </a:solidFill>
          <a:ln w="13097">
            <a:solidFill>
              <a:srgbClr val="172B4D"/>
            </a:solidFill>
          </a:ln>
        </p:spPr>
      </p:sp>
      <p:sp>
        <p:nvSpPr>
          <p:cNvPr id="1064" name="object-1064">
            <a:extLst>
              <a:ext uri="{FF2B5EF4-FFF2-40B4-BE49-F238E27FC236}">
                <a16:creationId xmlns:a16="http://schemas.microsoft.com/office/drawing/2014/main" id="{571F57E6-CD90-4523-82B0-48E9BF35D4CA}"/>
              </a:ext>
            </a:extLst>
          </p:cNvPr>
          <p:cNvSpPr>
            <a:spLocks noGrp="1"/>
          </p:cNvSpPr>
          <p:nvPr/>
        </p:nvSpPr>
        <p:spPr>
          <a:xfrm>
            <a:off x="9577388" y="5238750"/>
            <a:ext cx="26194" cy="547688"/>
          </a:xfrm>
          <a:prstGeom prst="rect">
            <a:avLst/>
          </a:prstGeom>
          <a:solidFill>
            <a:srgbClr val="1D4ED8"/>
          </a:solidFill>
          <a:ln w="13097">
            <a:solidFill>
              <a:srgbClr val="172B4D"/>
            </a:solidFill>
          </a:ln>
        </p:spPr>
      </p:sp>
      <p:sp>
        <p:nvSpPr>
          <p:cNvPr id="1065" name="object-1065">
            <a:extLst>
              <a:ext uri="{FF2B5EF4-FFF2-40B4-BE49-F238E27FC236}">
                <a16:creationId xmlns:a16="http://schemas.microsoft.com/office/drawing/2014/main" id="{F9B2C938-C7C1-49B1-A57C-978DDC98ED13}"/>
              </a:ext>
            </a:extLst>
          </p:cNvPr>
          <p:cNvSpPr>
            <a:spLocks noGrp="1"/>
          </p:cNvSpPr>
          <p:nvPr/>
        </p:nvSpPr>
        <p:spPr>
          <a:xfrm>
            <a:off x="9603581" y="5238750"/>
            <a:ext cx="26194" cy="547688"/>
          </a:xfrm>
          <a:prstGeom prst="rect">
            <a:avLst/>
          </a:prstGeom>
          <a:solidFill>
            <a:srgbClr val="1D4ED8"/>
          </a:solidFill>
          <a:ln w="13097">
            <a:solidFill>
              <a:srgbClr val="172B4D"/>
            </a:solidFill>
          </a:ln>
        </p:spPr>
      </p:sp>
      <p:sp>
        <p:nvSpPr>
          <p:cNvPr id="1066" name="object-1066">
            <a:extLst>
              <a:ext uri="{FF2B5EF4-FFF2-40B4-BE49-F238E27FC236}">
                <a16:creationId xmlns:a16="http://schemas.microsoft.com/office/drawing/2014/main" id="{DC36185D-1259-4236-B793-01F460214E10}"/>
              </a:ext>
            </a:extLst>
          </p:cNvPr>
          <p:cNvSpPr>
            <a:spLocks noGrp="1"/>
          </p:cNvSpPr>
          <p:nvPr/>
        </p:nvSpPr>
        <p:spPr>
          <a:xfrm>
            <a:off x="9629775" y="5238750"/>
            <a:ext cx="26194" cy="547688"/>
          </a:xfrm>
          <a:prstGeom prst="rect">
            <a:avLst/>
          </a:prstGeom>
          <a:solidFill>
            <a:srgbClr val="1D4ED8"/>
          </a:solidFill>
          <a:ln w="13097">
            <a:solidFill>
              <a:srgbClr val="172B4D"/>
            </a:solidFill>
          </a:ln>
        </p:spPr>
      </p:sp>
      <p:sp>
        <p:nvSpPr>
          <p:cNvPr id="1067" name="object-1067">
            <a:extLst>
              <a:ext uri="{FF2B5EF4-FFF2-40B4-BE49-F238E27FC236}">
                <a16:creationId xmlns:a16="http://schemas.microsoft.com/office/drawing/2014/main" id="{50A9A451-C685-438E-AFB9-49E15F888DAB}"/>
              </a:ext>
            </a:extLst>
          </p:cNvPr>
          <p:cNvSpPr>
            <a:spLocks noGrp="1"/>
          </p:cNvSpPr>
          <p:nvPr/>
        </p:nvSpPr>
        <p:spPr>
          <a:xfrm>
            <a:off x="9655969" y="5238750"/>
            <a:ext cx="26194" cy="547688"/>
          </a:xfrm>
          <a:prstGeom prst="rect">
            <a:avLst/>
          </a:prstGeom>
          <a:solidFill>
            <a:srgbClr val="1D4ED8"/>
          </a:solidFill>
          <a:ln w="13097">
            <a:solidFill>
              <a:srgbClr val="172B4D"/>
            </a:solidFill>
          </a:ln>
        </p:spPr>
      </p:sp>
      <p:sp>
        <p:nvSpPr>
          <p:cNvPr id="1068" name="object-1068">
            <a:extLst>
              <a:ext uri="{FF2B5EF4-FFF2-40B4-BE49-F238E27FC236}">
                <a16:creationId xmlns:a16="http://schemas.microsoft.com/office/drawing/2014/main" id="{E1ABC7A1-9F85-49C2-B4EA-7969F508EB8E}"/>
              </a:ext>
            </a:extLst>
          </p:cNvPr>
          <p:cNvSpPr>
            <a:spLocks noGrp="1"/>
          </p:cNvSpPr>
          <p:nvPr/>
        </p:nvSpPr>
        <p:spPr>
          <a:xfrm>
            <a:off x="9682163" y="5238750"/>
            <a:ext cx="26194" cy="547688"/>
          </a:xfrm>
          <a:prstGeom prst="rect">
            <a:avLst/>
          </a:prstGeom>
          <a:solidFill>
            <a:srgbClr val="1D4ED8"/>
          </a:solidFill>
          <a:ln w="13097">
            <a:solidFill>
              <a:srgbClr val="172B4D"/>
            </a:solidFill>
          </a:ln>
        </p:spPr>
      </p:sp>
      <p:sp>
        <p:nvSpPr>
          <p:cNvPr id="1069" name="object-1069">
            <a:extLst>
              <a:ext uri="{FF2B5EF4-FFF2-40B4-BE49-F238E27FC236}">
                <a16:creationId xmlns:a16="http://schemas.microsoft.com/office/drawing/2014/main" id="{CB59B497-B6CB-465B-AF62-A25F61E4C6FF}"/>
              </a:ext>
            </a:extLst>
          </p:cNvPr>
          <p:cNvSpPr>
            <a:spLocks noGrp="1"/>
          </p:cNvSpPr>
          <p:nvPr/>
        </p:nvSpPr>
        <p:spPr>
          <a:xfrm>
            <a:off x="9708356" y="5238750"/>
            <a:ext cx="26194" cy="547688"/>
          </a:xfrm>
          <a:prstGeom prst="rect">
            <a:avLst/>
          </a:prstGeom>
          <a:solidFill>
            <a:srgbClr val="1D4ED8"/>
          </a:solidFill>
          <a:ln w="13097">
            <a:solidFill>
              <a:srgbClr val="172B4D"/>
            </a:solidFill>
          </a:ln>
        </p:spPr>
      </p:sp>
      <p:sp>
        <p:nvSpPr>
          <p:cNvPr id="1070" name="object-1070">
            <a:extLst>
              <a:ext uri="{FF2B5EF4-FFF2-40B4-BE49-F238E27FC236}">
                <a16:creationId xmlns:a16="http://schemas.microsoft.com/office/drawing/2014/main" id="{3708FAFF-BBAD-48D5-A8B8-3B48165D60EF}"/>
              </a:ext>
            </a:extLst>
          </p:cNvPr>
          <p:cNvSpPr>
            <a:spLocks noGrp="1"/>
          </p:cNvSpPr>
          <p:nvPr/>
        </p:nvSpPr>
        <p:spPr>
          <a:xfrm>
            <a:off x="9734550" y="5238750"/>
            <a:ext cx="26194" cy="547688"/>
          </a:xfrm>
          <a:prstGeom prst="rect">
            <a:avLst/>
          </a:prstGeom>
          <a:solidFill>
            <a:srgbClr val="1D4ED8"/>
          </a:solidFill>
          <a:ln w="13097">
            <a:solidFill>
              <a:srgbClr val="172B4D"/>
            </a:solidFill>
          </a:ln>
        </p:spPr>
      </p:sp>
      <p:sp>
        <p:nvSpPr>
          <p:cNvPr id="1071" name="object-1071">
            <a:extLst>
              <a:ext uri="{FF2B5EF4-FFF2-40B4-BE49-F238E27FC236}">
                <a16:creationId xmlns:a16="http://schemas.microsoft.com/office/drawing/2014/main" id="{778D5267-A64F-4955-BEDE-47D99647D37B}"/>
              </a:ext>
            </a:extLst>
          </p:cNvPr>
          <p:cNvSpPr>
            <a:spLocks noGrp="1"/>
          </p:cNvSpPr>
          <p:nvPr/>
        </p:nvSpPr>
        <p:spPr>
          <a:xfrm>
            <a:off x="9760744" y="5238750"/>
            <a:ext cx="26194" cy="547688"/>
          </a:xfrm>
          <a:prstGeom prst="rect">
            <a:avLst/>
          </a:prstGeom>
          <a:solidFill>
            <a:srgbClr val="1D4ED8"/>
          </a:solidFill>
          <a:ln w="13097">
            <a:solidFill>
              <a:srgbClr val="172B4D"/>
            </a:solidFill>
          </a:ln>
        </p:spPr>
      </p:sp>
      <p:sp>
        <p:nvSpPr>
          <p:cNvPr id="1072" name="object-1072">
            <a:extLst>
              <a:ext uri="{FF2B5EF4-FFF2-40B4-BE49-F238E27FC236}">
                <a16:creationId xmlns:a16="http://schemas.microsoft.com/office/drawing/2014/main" id="{DA10BF3F-ADA6-45E0-A09B-6C39164EF255}"/>
              </a:ext>
            </a:extLst>
          </p:cNvPr>
          <p:cNvSpPr>
            <a:spLocks noGrp="1"/>
          </p:cNvSpPr>
          <p:nvPr/>
        </p:nvSpPr>
        <p:spPr>
          <a:xfrm>
            <a:off x="9786938" y="5238750"/>
            <a:ext cx="26194" cy="547688"/>
          </a:xfrm>
          <a:prstGeom prst="rect">
            <a:avLst/>
          </a:prstGeom>
          <a:solidFill>
            <a:srgbClr val="1D4ED8"/>
          </a:solidFill>
          <a:ln w="13097">
            <a:solidFill>
              <a:srgbClr val="172B4D"/>
            </a:solidFill>
          </a:ln>
        </p:spPr>
      </p:sp>
      <p:sp>
        <p:nvSpPr>
          <p:cNvPr id="1073" name="object-1073">
            <a:extLst>
              <a:ext uri="{FF2B5EF4-FFF2-40B4-BE49-F238E27FC236}">
                <a16:creationId xmlns:a16="http://schemas.microsoft.com/office/drawing/2014/main" id="{D634A6FD-0994-4B94-9D38-1FF23B14F182}"/>
              </a:ext>
            </a:extLst>
          </p:cNvPr>
          <p:cNvSpPr>
            <a:spLocks noGrp="1"/>
          </p:cNvSpPr>
          <p:nvPr/>
        </p:nvSpPr>
        <p:spPr>
          <a:xfrm>
            <a:off x="9813131" y="5238750"/>
            <a:ext cx="26194" cy="547688"/>
          </a:xfrm>
          <a:prstGeom prst="rect">
            <a:avLst/>
          </a:prstGeom>
          <a:solidFill>
            <a:srgbClr val="1D4ED8"/>
          </a:solidFill>
          <a:ln w="13097">
            <a:solidFill>
              <a:srgbClr val="172B4D"/>
            </a:solidFill>
          </a:ln>
        </p:spPr>
      </p:sp>
      <p:sp>
        <p:nvSpPr>
          <p:cNvPr id="1074" name="object-1074">
            <a:extLst>
              <a:ext uri="{FF2B5EF4-FFF2-40B4-BE49-F238E27FC236}">
                <a16:creationId xmlns:a16="http://schemas.microsoft.com/office/drawing/2014/main" id="{67D94CB5-394C-49A2-ABD8-A411B0FC58C5}"/>
              </a:ext>
            </a:extLst>
          </p:cNvPr>
          <p:cNvSpPr>
            <a:spLocks noGrp="1"/>
          </p:cNvSpPr>
          <p:nvPr/>
        </p:nvSpPr>
        <p:spPr>
          <a:xfrm>
            <a:off x="9839325" y="5238750"/>
            <a:ext cx="26194" cy="547688"/>
          </a:xfrm>
          <a:prstGeom prst="rect">
            <a:avLst/>
          </a:prstGeom>
          <a:solidFill>
            <a:srgbClr val="1D4ED8"/>
          </a:solidFill>
          <a:ln w="13097">
            <a:solidFill>
              <a:srgbClr val="172B4D"/>
            </a:solidFill>
          </a:ln>
        </p:spPr>
      </p:sp>
      <p:sp>
        <p:nvSpPr>
          <p:cNvPr id="1075" name="object-1075">
            <a:extLst>
              <a:ext uri="{FF2B5EF4-FFF2-40B4-BE49-F238E27FC236}">
                <a16:creationId xmlns:a16="http://schemas.microsoft.com/office/drawing/2014/main" id="{DA79917C-01D0-4B15-AC8A-34B6A293C68A}"/>
              </a:ext>
            </a:extLst>
          </p:cNvPr>
          <p:cNvSpPr>
            <a:spLocks noGrp="1"/>
          </p:cNvSpPr>
          <p:nvPr/>
        </p:nvSpPr>
        <p:spPr>
          <a:xfrm>
            <a:off x="9865519" y="5238750"/>
            <a:ext cx="26194" cy="547688"/>
          </a:xfrm>
          <a:prstGeom prst="rect">
            <a:avLst/>
          </a:prstGeom>
          <a:solidFill>
            <a:srgbClr val="1D4ED8"/>
          </a:solidFill>
          <a:ln w="13097">
            <a:solidFill>
              <a:srgbClr val="172B4D"/>
            </a:solidFill>
          </a:ln>
        </p:spPr>
      </p:sp>
      <p:sp>
        <p:nvSpPr>
          <p:cNvPr id="1076" name="object-1076">
            <a:extLst>
              <a:ext uri="{FF2B5EF4-FFF2-40B4-BE49-F238E27FC236}">
                <a16:creationId xmlns:a16="http://schemas.microsoft.com/office/drawing/2014/main" id="{45811F7D-9BB0-4EAA-9291-39D08B871ECA}"/>
              </a:ext>
            </a:extLst>
          </p:cNvPr>
          <p:cNvSpPr>
            <a:spLocks noGrp="1"/>
          </p:cNvSpPr>
          <p:nvPr/>
        </p:nvSpPr>
        <p:spPr>
          <a:xfrm>
            <a:off x="9891713" y="5238750"/>
            <a:ext cx="26194" cy="547688"/>
          </a:xfrm>
          <a:prstGeom prst="rect">
            <a:avLst/>
          </a:prstGeom>
          <a:solidFill>
            <a:srgbClr val="1D4ED8"/>
          </a:solidFill>
          <a:ln w="13097">
            <a:solidFill>
              <a:srgbClr val="172B4D"/>
            </a:solidFill>
          </a:ln>
        </p:spPr>
      </p:sp>
      <p:sp>
        <p:nvSpPr>
          <p:cNvPr id="1077" name="object-1077">
            <a:extLst>
              <a:ext uri="{FF2B5EF4-FFF2-40B4-BE49-F238E27FC236}">
                <a16:creationId xmlns:a16="http://schemas.microsoft.com/office/drawing/2014/main" id="{0A98609A-ABFF-4E90-8C9C-F1D18155D725}"/>
              </a:ext>
            </a:extLst>
          </p:cNvPr>
          <p:cNvSpPr>
            <a:spLocks noGrp="1"/>
          </p:cNvSpPr>
          <p:nvPr/>
        </p:nvSpPr>
        <p:spPr>
          <a:xfrm>
            <a:off x="9917906" y="5238750"/>
            <a:ext cx="26194" cy="547688"/>
          </a:xfrm>
          <a:prstGeom prst="rect">
            <a:avLst/>
          </a:prstGeom>
          <a:solidFill>
            <a:srgbClr val="1D4ED8"/>
          </a:solidFill>
          <a:ln w="13097">
            <a:solidFill>
              <a:srgbClr val="172B4D"/>
            </a:solidFill>
          </a:ln>
        </p:spPr>
      </p:sp>
      <p:sp>
        <p:nvSpPr>
          <p:cNvPr id="1078" name="object-1078">
            <a:extLst>
              <a:ext uri="{FF2B5EF4-FFF2-40B4-BE49-F238E27FC236}">
                <a16:creationId xmlns:a16="http://schemas.microsoft.com/office/drawing/2014/main" id="{D603E037-47CD-46AF-BBA7-3262F895AB78}"/>
              </a:ext>
            </a:extLst>
          </p:cNvPr>
          <p:cNvSpPr>
            <a:spLocks noGrp="1"/>
          </p:cNvSpPr>
          <p:nvPr/>
        </p:nvSpPr>
        <p:spPr>
          <a:xfrm>
            <a:off x="9944100" y="5238750"/>
            <a:ext cx="26194" cy="547688"/>
          </a:xfrm>
          <a:prstGeom prst="rect">
            <a:avLst/>
          </a:prstGeom>
          <a:solidFill>
            <a:srgbClr val="1D4ED8"/>
          </a:solidFill>
          <a:ln w="13097">
            <a:solidFill>
              <a:srgbClr val="172B4D"/>
            </a:solidFill>
          </a:ln>
        </p:spPr>
      </p:sp>
      <p:sp>
        <p:nvSpPr>
          <p:cNvPr id="1079" name="object-1079">
            <a:extLst>
              <a:ext uri="{FF2B5EF4-FFF2-40B4-BE49-F238E27FC236}">
                <a16:creationId xmlns:a16="http://schemas.microsoft.com/office/drawing/2014/main" id="{CF55018F-9FA3-49BF-A2A5-B4BE0D545F95}"/>
              </a:ext>
            </a:extLst>
          </p:cNvPr>
          <p:cNvSpPr>
            <a:spLocks noGrp="1"/>
          </p:cNvSpPr>
          <p:nvPr/>
        </p:nvSpPr>
        <p:spPr>
          <a:xfrm>
            <a:off x="9970294" y="5238750"/>
            <a:ext cx="26194" cy="547688"/>
          </a:xfrm>
          <a:prstGeom prst="rect">
            <a:avLst/>
          </a:prstGeom>
          <a:solidFill>
            <a:srgbClr val="1D4ED8"/>
          </a:solidFill>
          <a:ln w="13097">
            <a:solidFill>
              <a:srgbClr val="172B4D"/>
            </a:solidFill>
          </a:ln>
        </p:spPr>
      </p:sp>
      <p:sp>
        <p:nvSpPr>
          <p:cNvPr id="1080" name="object-1080">
            <a:extLst>
              <a:ext uri="{FF2B5EF4-FFF2-40B4-BE49-F238E27FC236}">
                <a16:creationId xmlns:a16="http://schemas.microsoft.com/office/drawing/2014/main" id="{56CC2EC6-6E68-42B6-B062-310B153F6991}"/>
              </a:ext>
            </a:extLst>
          </p:cNvPr>
          <p:cNvSpPr>
            <a:spLocks noGrp="1"/>
          </p:cNvSpPr>
          <p:nvPr/>
        </p:nvSpPr>
        <p:spPr>
          <a:xfrm>
            <a:off x="9996488" y="5238750"/>
            <a:ext cx="26194" cy="547688"/>
          </a:xfrm>
          <a:prstGeom prst="rect">
            <a:avLst/>
          </a:prstGeom>
          <a:solidFill>
            <a:srgbClr val="1D4ED8"/>
          </a:solidFill>
          <a:ln w="13097">
            <a:solidFill>
              <a:srgbClr val="172B4D"/>
            </a:solidFill>
          </a:ln>
        </p:spPr>
      </p:sp>
      <p:sp>
        <p:nvSpPr>
          <p:cNvPr id="1081" name="object-1081">
            <a:extLst>
              <a:ext uri="{FF2B5EF4-FFF2-40B4-BE49-F238E27FC236}">
                <a16:creationId xmlns:a16="http://schemas.microsoft.com/office/drawing/2014/main" id="{05379B76-0B7E-42A7-83FE-A5CC4EAC7134}"/>
              </a:ext>
            </a:extLst>
          </p:cNvPr>
          <p:cNvSpPr>
            <a:spLocks noGrp="1"/>
          </p:cNvSpPr>
          <p:nvPr/>
        </p:nvSpPr>
        <p:spPr>
          <a:xfrm>
            <a:off x="10022681" y="5238750"/>
            <a:ext cx="26194" cy="547688"/>
          </a:xfrm>
          <a:prstGeom prst="rect">
            <a:avLst/>
          </a:prstGeom>
          <a:solidFill>
            <a:srgbClr val="1D4ED8"/>
          </a:solidFill>
          <a:ln w="13097">
            <a:solidFill>
              <a:srgbClr val="172B4D"/>
            </a:solidFill>
          </a:ln>
        </p:spPr>
      </p:sp>
      <p:sp>
        <p:nvSpPr>
          <p:cNvPr id="1082" name="object-1082">
            <a:extLst>
              <a:ext uri="{FF2B5EF4-FFF2-40B4-BE49-F238E27FC236}">
                <a16:creationId xmlns:a16="http://schemas.microsoft.com/office/drawing/2014/main" id="{AB0E010F-23D9-4A47-BF0C-C14D7F589E18}"/>
              </a:ext>
            </a:extLst>
          </p:cNvPr>
          <p:cNvSpPr>
            <a:spLocks noGrp="1"/>
          </p:cNvSpPr>
          <p:nvPr/>
        </p:nvSpPr>
        <p:spPr>
          <a:xfrm>
            <a:off x="10048875" y="5238750"/>
            <a:ext cx="26194" cy="547688"/>
          </a:xfrm>
          <a:prstGeom prst="rect">
            <a:avLst/>
          </a:prstGeom>
          <a:solidFill>
            <a:srgbClr val="1D4ED8"/>
          </a:solidFill>
          <a:ln w="13097">
            <a:solidFill>
              <a:srgbClr val="172B4D"/>
            </a:solidFill>
          </a:ln>
        </p:spPr>
      </p:sp>
      <p:sp>
        <p:nvSpPr>
          <p:cNvPr id="1083" name="object-1083">
            <a:extLst>
              <a:ext uri="{FF2B5EF4-FFF2-40B4-BE49-F238E27FC236}">
                <a16:creationId xmlns:a16="http://schemas.microsoft.com/office/drawing/2014/main" id="{1110813D-D306-4908-A299-68A3CCE1D987}"/>
              </a:ext>
            </a:extLst>
          </p:cNvPr>
          <p:cNvSpPr>
            <a:spLocks noGrp="1"/>
          </p:cNvSpPr>
          <p:nvPr/>
        </p:nvSpPr>
        <p:spPr>
          <a:xfrm>
            <a:off x="10075069" y="5238750"/>
            <a:ext cx="26194" cy="547688"/>
          </a:xfrm>
          <a:prstGeom prst="rect">
            <a:avLst/>
          </a:prstGeom>
          <a:solidFill>
            <a:srgbClr val="1D4ED8"/>
          </a:solidFill>
          <a:ln w="13097">
            <a:solidFill>
              <a:srgbClr val="172B4D"/>
            </a:solidFill>
          </a:ln>
        </p:spPr>
      </p:sp>
      <p:sp>
        <p:nvSpPr>
          <p:cNvPr id="1084" name="object-1084">
            <a:extLst>
              <a:ext uri="{FF2B5EF4-FFF2-40B4-BE49-F238E27FC236}">
                <a16:creationId xmlns:a16="http://schemas.microsoft.com/office/drawing/2014/main" id="{32358107-E6F2-4D6A-A239-E89B2B703BCF}"/>
              </a:ext>
            </a:extLst>
          </p:cNvPr>
          <p:cNvSpPr>
            <a:spLocks noGrp="1"/>
          </p:cNvSpPr>
          <p:nvPr/>
        </p:nvSpPr>
        <p:spPr>
          <a:xfrm>
            <a:off x="10101263" y="5238750"/>
            <a:ext cx="26194" cy="547688"/>
          </a:xfrm>
          <a:prstGeom prst="rect">
            <a:avLst/>
          </a:prstGeom>
          <a:solidFill>
            <a:srgbClr val="1D4ED8"/>
          </a:solidFill>
          <a:ln w="13097">
            <a:solidFill>
              <a:srgbClr val="172B4D"/>
            </a:solidFill>
          </a:ln>
        </p:spPr>
      </p:sp>
      <p:sp>
        <p:nvSpPr>
          <p:cNvPr id="1085" name="object-1085">
            <a:extLst>
              <a:ext uri="{FF2B5EF4-FFF2-40B4-BE49-F238E27FC236}">
                <a16:creationId xmlns:a16="http://schemas.microsoft.com/office/drawing/2014/main" id="{1194F085-3D06-42B8-ADB3-4D1B4D0D1B9C}"/>
              </a:ext>
            </a:extLst>
          </p:cNvPr>
          <p:cNvSpPr>
            <a:spLocks noGrp="1"/>
          </p:cNvSpPr>
          <p:nvPr/>
        </p:nvSpPr>
        <p:spPr>
          <a:xfrm>
            <a:off x="10127456" y="5238750"/>
            <a:ext cx="26194" cy="547688"/>
          </a:xfrm>
          <a:prstGeom prst="rect">
            <a:avLst/>
          </a:prstGeom>
          <a:solidFill>
            <a:srgbClr val="1D4ED8"/>
          </a:solidFill>
          <a:ln w="13097">
            <a:solidFill>
              <a:srgbClr val="172B4D"/>
            </a:solidFill>
          </a:ln>
        </p:spPr>
      </p:sp>
      <p:sp>
        <p:nvSpPr>
          <p:cNvPr id="1086" name="object-1086">
            <a:extLst>
              <a:ext uri="{FF2B5EF4-FFF2-40B4-BE49-F238E27FC236}">
                <a16:creationId xmlns:a16="http://schemas.microsoft.com/office/drawing/2014/main" id="{55C5B845-5695-460D-B6E5-5B76B654685A}"/>
              </a:ext>
            </a:extLst>
          </p:cNvPr>
          <p:cNvSpPr>
            <a:spLocks noGrp="1"/>
          </p:cNvSpPr>
          <p:nvPr/>
        </p:nvSpPr>
        <p:spPr>
          <a:xfrm>
            <a:off x="10153650" y="5238750"/>
            <a:ext cx="26194" cy="547688"/>
          </a:xfrm>
          <a:prstGeom prst="rect">
            <a:avLst/>
          </a:prstGeom>
          <a:solidFill>
            <a:srgbClr val="1D4ED8"/>
          </a:solidFill>
          <a:ln w="13097">
            <a:solidFill>
              <a:srgbClr val="172B4D"/>
            </a:solidFill>
          </a:ln>
        </p:spPr>
      </p:sp>
      <p:sp>
        <p:nvSpPr>
          <p:cNvPr id="1087" name="object-1087">
            <a:extLst>
              <a:ext uri="{FF2B5EF4-FFF2-40B4-BE49-F238E27FC236}">
                <a16:creationId xmlns:a16="http://schemas.microsoft.com/office/drawing/2014/main" id="{004C38C8-62E4-4B51-A4AB-3933CAD45D05}"/>
              </a:ext>
            </a:extLst>
          </p:cNvPr>
          <p:cNvSpPr>
            <a:spLocks noGrp="1"/>
          </p:cNvSpPr>
          <p:nvPr/>
        </p:nvSpPr>
        <p:spPr>
          <a:xfrm>
            <a:off x="10179844" y="5238750"/>
            <a:ext cx="26194" cy="547688"/>
          </a:xfrm>
          <a:prstGeom prst="rect">
            <a:avLst/>
          </a:prstGeom>
          <a:solidFill>
            <a:srgbClr val="1D4ED8"/>
          </a:solidFill>
          <a:ln w="13097">
            <a:solidFill>
              <a:srgbClr val="172B4D"/>
            </a:solidFill>
          </a:ln>
        </p:spPr>
      </p:sp>
      <p:sp>
        <p:nvSpPr>
          <p:cNvPr id="1088" name="object-1088">
            <a:extLst>
              <a:ext uri="{FF2B5EF4-FFF2-40B4-BE49-F238E27FC236}">
                <a16:creationId xmlns:a16="http://schemas.microsoft.com/office/drawing/2014/main" id="{45EED0C5-6F6E-4ECD-87D5-E1F8BB560CBF}"/>
              </a:ext>
            </a:extLst>
          </p:cNvPr>
          <p:cNvSpPr>
            <a:spLocks noGrp="1"/>
          </p:cNvSpPr>
          <p:nvPr/>
        </p:nvSpPr>
        <p:spPr>
          <a:xfrm>
            <a:off x="10206038" y="5238750"/>
            <a:ext cx="26194" cy="547688"/>
          </a:xfrm>
          <a:prstGeom prst="rect">
            <a:avLst/>
          </a:prstGeom>
          <a:solidFill>
            <a:srgbClr val="1D4ED8"/>
          </a:solidFill>
          <a:ln w="13097">
            <a:solidFill>
              <a:srgbClr val="172B4D"/>
            </a:solidFill>
          </a:ln>
        </p:spPr>
      </p:sp>
      <p:sp>
        <p:nvSpPr>
          <p:cNvPr id="1089" name="object-1089">
            <a:extLst>
              <a:ext uri="{FF2B5EF4-FFF2-40B4-BE49-F238E27FC236}">
                <a16:creationId xmlns:a16="http://schemas.microsoft.com/office/drawing/2014/main" id="{27597115-FEC0-46B3-A18B-82494054219F}"/>
              </a:ext>
            </a:extLst>
          </p:cNvPr>
          <p:cNvSpPr>
            <a:spLocks noGrp="1"/>
          </p:cNvSpPr>
          <p:nvPr/>
        </p:nvSpPr>
        <p:spPr>
          <a:xfrm>
            <a:off x="10232231" y="5238750"/>
            <a:ext cx="26194" cy="547688"/>
          </a:xfrm>
          <a:prstGeom prst="rect">
            <a:avLst/>
          </a:prstGeom>
          <a:solidFill>
            <a:srgbClr val="1D4ED8"/>
          </a:solidFill>
          <a:ln w="13097">
            <a:solidFill>
              <a:srgbClr val="172B4D"/>
            </a:solidFill>
          </a:ln>
        </p:spPr>
      </p:sp>
      <p:sp>
        <p:nvSpPr>
          <p:cNvPr id="1090" name="object-1090">
            <a:extLst>
              <a:ext uri="{FF2B5EF4-FFF2-40B4-BE49-F238E27FC236}">
                <a16:creationId xmlns:a16="http://schemas.microsoft.com/office/drawing/2014/main" id="{0F529E12-340F-4321-86F6-440AE680A412}"/>
              </a:ext>
            </a:extLst>
          </p:cNvPr>
          <p:cNvSpPr>
            <a:spLocks noGrp="1"/>
          </p:cNvSpPr>
          <p:nvPr/>
        </p:nvSpPr>
        <p:spPr>
          <a:xfrm>
            <a:off x="10258425" y="5238750"/>
            <a:ext cx="26194" cy="547688"/>
          </a:xfrm>
          <a:prstGeom prst="rect">
            <a:avLst/>
          </a:prstGeom>
          <a:solidFill>
            <a:srgbClr val="1D4ED8"/>
          </a:solidFill>
          <a:ln w="13097">
            <a:solidFill>
              <a:srgbClr val="172B4D"/>
            </a:solidFill>
          </a:ln>
        </p:spPr>
      </p:sp>
      <p:sp>
        <p:nvSpPr>
          <p:cNvPr id="1091" name="object-1091">
            <a:extLst>
              <a:ext uri="{FF2B5EF4-FFF2-40B4-BE49-F238E27FC236}">
                <a16:creationId xmlns:a16="http://schemas.microsoft.com/office/drawing/2014/main" id="{8917D95A-3E37-45D7-AC17-1779D8891E3B}"/>
              </a:ext>
            </a:extLst>
          </p:cNvPr>
          <p:cNvSpPr>
            <a:spLocks noGrp="1"/>
          </p:cNvSpPr>
          <p:nvPr/>
        </p:nvSpPr>
        <p:spPr>
          <a:xfrm>
            <a:off x="10284619" y="5238750"/>
            <a:ext cx="26194" cy="547688"/>
          </a:xfrm>
          <a:prstGeom prst="rect">
            <a:avLst/>
          </a:prstGeom>
          <a:solidFill>
            <a:srgbClr val="1D4ED8"/>
          </a:solidFill>
          <a:ln w="13097">
            <a:solidFill>
              <a:srgbClr val="172B4D"/>
            </a:solidFill>
          </a:ln>
        </p:spPr>
      </p:sp>
      <p:sp>
        <p:nvSpPr>
          <p:cNvPr id="1092" name="object-1092">
            <a:extLst>
              <a:ext uri="{FF2B5EF4-FFF2-40B4-BE49-F238E27FC236}">
                <a16:creationId xmlns:a16="http://schemas.microsoft.com/office/drawing/2014/main" id="{1C4857AD-913B-423B-A569-8404BFB557A9}"/>
              </a:ext>
            </a:extLst>
          </p:cNvPr>
          <p:cNvSpPr>
            <a:spLocks noGrp="1"/>
          </p:cNvSpPr>
          <p:nvPr/>
        </p:nvSpPr>
        <p:spPr>
          <a:xfrm>
            <a:off x="10310813" y="5238750"/>
            <a:ext cx="26194" cy="547688"/>
          </a:xfrm>
          <a:prstGeom prst="rect">
            <a:avLst/>
          </a:prstGeom>
          <a:solidFill>
            <a:srgbClr val="1D4ED8"/>
          </a:solidFill>
          <a:ln w="13097">
            <a:solidFill>
              <a:srgbClr val="172B4D"/>
            </a:solidFill>
          </a:ln>
        </p:spPr>
      </p:sp>
      <p:sp>
        <p:nvSpPr>
          <p:cNvPr id="1093" name="object-1093">
            <a:extLst>
              <a:ext uri="{FF2B5EF4-FFF2-40B4-BE49-F238E27FC236}">
                <a16:creationId xmlns:a16="http://schemas.microsoft.com/office/drawing/2014/main" id="{6EA08F8B-2DDD-4E2D-AE52-B5CE46CC4977}"/>
              </a:ext>
            </a:extLst>
          </p:cNvPr>
          <p:cNvSpPr>
            <a:spLocks noGrp="1"/>
          </p:cNvSpPr>
          <p:nvPr/>
        </p:nvSpPr>
        <p:spPr>
          <a:xfrm>
            <a:off x="10337006" y="5238750"/>
            <a:ext cx="26194" cy="547688"/>
          </a:xfrm>
          <a:prstGeom prst="rect">
            <a:avLst/>
          </a:prstGeom>
          <a:solidFill>
            <a:srgbClr val="1D4ED8"/>
          </a:solidFill>
          <a:ln w="13097">
            <a:solidFill>
              <a:srgbClr val="172B4D"/>
            </a:solidFill>
          </a:ln>
        </p:spPr>
      </p:sp>
      <p:sp>
        <p:nvSpPr>
          <p:cNvPr id="1094" name="object-1094">
            <a:extLst>
              <a:ext uri="{FF2B5EF4-FFF2-40B4-BE49-F238E27FC236}">
                <a16:creationId xmlns:a16="http://schemas.microsoft.com/office/drawing/2014/main" id="{169AC993-E7A9-4DC0-B839-DC091975AB48}"/>
              </a:ext>
            </a:extLst>
          </p:cNvPr>
          <p:cNvSpPr>
            <a:spLocks noGrp="1"/>
          </p:cNvSpPr>
          <p:nvPr/>
        </p:nvSpPr>
        <p:spPr>
          <a:xfrm>
            <a:off x="10363200" y="5238750"/>
            <a:ext cx="26194" cy="547688"/>
          </a:xfrm>
          <a:prstGeom prst="rect">
            <a:avLst/>
          </a:prstGeom>
          <a:solidFill>
            <a:srgbClr val="1D4ED8"/>
          </a:solidFill>
          <a:ln w="13097">
            <a:solidFill>
              <a:srgbClr val="172B4D"/>
            </a:solidFill>
          </a:ln>
        </p:spPr>
      </p:sp>
      <p:sp>
        <p:nvSpPr>
          <p:cNvPr id="1095" name="object-1095">
            <a:extLst>
              <a:ext uri="{FF2B5EF4-FFF2-40B4-BE49-F238E27FC236}">
                <a16:creationId xmlns:a16="http://schemas.microsoft.com/office/drawing/2014/main" id="{2D14965C-C62C-4A08-8671-92BE9F2C3915}"/>
              </a:ext>
            </a:extLst>
          </p:cNvPr>
          <p:cNvSpPr>
            <a:spLocks noGrp="1"/>
          </p:cNvSpPr>
          <p:nvPr/>
        </p:nvSpPr>
        <p:spPr>
          <a:xfrm>
            <a:off x="10389394" y="5238750"/>
            <a:ext cx="26194" cy="547688"/>
          </a:xfrm>
          <a:prstGeom prst="rect">
            <a:avLst/>
          </a:prstGeom>
          <a:solidFill>
            <a:srgbClr val="1D4ED8"/>
          </a:solidFill>
          <a:ln w="13097">
            <a:solidFill>
              <a:srgbClr val="172B4D"/>
            </a:solidFill>
          </a:ln>
        </p:spPr>
      </p:sp>
      <p:sp>
        <p:nvSpPr>
          <p:cNvPr id="1096" name="object-1096">
            <a:extLst>
              <a:ext uri="{FF2B5EF4-FFF2-40B4-BE49-F238E27FC236}">
                <a16:creationId xmlns:a16="http://schemas.microsoft.com/office/drawing/2014/main" id="{783BF959-D1C3-4A6B-8B34-73235C00728D}"/>
              </a:ext>
            </a:extLst>
          </p:cNvPr>
          <p:cNvSpPr>
            <a:spLocks noGrp="1"/>
          </p:cNvSpPr>
          <p:nvPr/>
        </p:nvSpPr>
        <p:spPr>
          <a:xfrm>
            <a:off x="10415588" y="5238750"/>
            <a:ext cx="26194" cy="547688"/>
          </a:xfrm>
          <a:prstGeom prst="rect">
            <a:avLst/>
          </a:prstGeom>
          <a:solidFill>
            <a:srgbClr val="1D4ED8"/>
          </a:solidFill>
          <a:ln w="13097">
            <a:solidFill>
              <a:srgbClr val="172B4D"/>
            </a:solidFill>
          </a:ln>
        </p:spPr>
      </p:sp>
      <p:sp>
        <p:nvSpPr>
          <p:cNvPr id="1097" name="object-1097">
            <a:extLst>
              <a:ext uri="{FF2B5EF4-FFF2-40B4-BE49-F238E27FC236}">
                <a16:creationId xmlns:a16="http://schemas.microsoft.com/office/drawing/2014/main" id="{A0000FA3-5F1C-4EBE-B4E0-27EFF630832B}"/>
              </a:ext>
            </a:extLst>
          </p:cNvPr>
          <p:cNvSpPr>
            <a:spLocks noGrp="1"/>
          </p:cNvSpPr>
          <p:nvPr/>
        </p:nvSpPr>
        <p:spPr>
          <a:xfrm>
            <a:off x="10441781" y="5238750"/>
            <a:ext cx="26194" cy="547688"/>
          </a:xfrm>
          <a:prstGeom prst="rect">
            <a:avLst/>
          </a:prstGeom>
          <a:solidFill>
            <a:srgbClr val="1D4ED8"/>
          </a:solidFill>
          <a:ln w="13097">
            <a:solidFill>
              <a:srgbClr val="172B4D"/>
            </a:solidFill>
          </a:ln>
        </p:spPr>
      </p:sp>
      <p:sp>
        <p:nvSpPr>
          <p:cNvPr id="1098" name="object-1098">
            <a:extLst>
              <a:ext uri="{FF2B5EF4-FFF2-40B4-BE49-F238E27FC236}">
                <a16:creationId xmlns:a16="http://schemas.microsoft.com/office/drawing/2014/main" id="{A1F83F22-262D-423F-86D8-7D6E5A665654}"/>
              </a:ext>
            </a:extLst>
          </p:cNvPr>
          <p:cNvSpPr>
            <a:spLocks noGrp="1"/>
          </p:cNvSpPr>
          <p:nvPr/>
        </p:nvSpPr>
        <p:spPr>
          <a:xfrm>
            <a:off x="10467975" y="5238750"/>
            <a:ext cx="26194" cy="547688"/>
          </a:xfrm>
          <a:prstGeom prst="rect">
            <a:avLst/>
          </a:prstGeom>
          <a:solidFill>
            <a:srgbClr val="1D4ED8"/>
          </a:solidFill>
          <a:ln w="13097">
            <a:solidFill>
              <a:srgbClr val="172B4D"/>
            </a:solidFill>
          </a:ln>
        </p:spPr>
      </p:sp>
      <p:sp>
        <p:nvSpPr>
          <p:cNvPr id="1099" name="object-1099">
            <a:extLst>
              <a:ext uri="{FF2B5EF4-FFF2-40B4-BE49-F238E27FC236}">
                <a16:creationId xmlns:a16="http://schemas.microsoft.com/office/drawing/2014/main" id="{8ED80641-7F27-46B4-9647-270026CE2BED}"/>
              </a:ext>
            </a:extLst>
          </p:cNvPr>
          <p:cNvSpPr>
            <a:spLocks noGrp="1"/>
          </p:cNvSpPr>
          <p:nvPr/>
        </p:nvSpPr>
        <p:spPr>
          <a:xfrm>
            <a:off x="10494169" y="5238750"/>
            <a:ext cx="26194" cy="547688"/>
          </a:xfrm>
          <a:prstGeom prst="rect">
            <a:avLst/>
          </a:prstGeom>
          <a:solidFill>
            <a:srgbClr val="1D4ED8"/>
          </a:solidFill>
          <a:ln w="13097">
            <a:solidFill>
              <a:srgbClr val="172B4D"/>
            </a:solidFill>
          </a:ln>
        </p:spPr>
      </p:sp>
      <p:sp>
        <p:nvSpPr>
          <p:cNvPr id="1100" name="object-1100">
            <a:extLst>
              <a:ext uri="{FF2B5EF4-FFF2-40B4-BE49-F238E27FC236}">
                <a16:creationId xmlns:a16="http://schemas.microsoft.com/office/drawing/2014/main" id="{B1A026F5-B798-424C-964A-4889076767A8}"/>
              </a:ext>
            </a:extLst>
          </p:cNvPr>
          <p:cNvSpPr>
            <a:spLocks noGrp="1"/>
          </p:cNvSpPr>
          <p:nvPr/>
        </p:nvSpPr>
        <p:spPr>
          <a:xfrm>
            <a:off x="10520363" y="5238750"/>
            <a:ext cx="26194" cy="547688"/>
          </a:xfrm>
          <a:prstGeom prst="rect">
            <a:avLst/>
          </a:prstGeom>
          <a:solidFill>
            <a:srgbClr val="1D4ED8"/>
          </a:solidFill>
          <a:ln w="13097">
            <a:solidFill>
              <a:srgbClr val="172B4D"/>
            </a:solidFill>
          </a:ln>
        </p:spPr>
      </p:sp>
      <p:sp>
        <p:nvSpPr>
          <p:cNvPr id="1101" name="object-1101">
            <a:extLst>
              <a:ext uri="{FF2B5EF4-FFF2-40B4-BE49-F238E27FC236}">
                <a16:creationId xmlns:a16="http://schemas.microsoft.com/office/drawing/2014/main" id="{C3E6774E-A2BB-467A-BFCB-96BF0C40A679}"/>
              </a:ext>
            </a:extLst>
          </p:cNvPr>
          <p:cNvSpPr>
            <a:spLocks noGrp="1"/>
          </p:cNvSpPr>
          <p:nvPr/>
        </p:nvSpPr>
        <p:spPr>
          <a:xfrm>
            <a:off x="10546556" y="5238750"/>
            <a:ext cx="26194" cy="547688"/>
          </a:xfrm>
          <a:prstGeom prst="rect">
            <a:avLst/>
          </a:prstGeom>
          <a:solidFill>
            <a:srgbClr val="1D4ED8"/>
          </a:solidFill>
          <a:ln w="13097">
            <a:solidFill>
              <a:srgbClr val="172B4D"/>
            </a:solidFill>
          </a:ln>
        </p:spPr>
      </p:sp>
      <p:sp>
        <p:nvSpPr>
          <p:cNvPr id="1102" name="object-1102">
            <a:extLst>
              <a:ext uri="{FF2B5EF4-FFF2-40B4-BE49-F238E27FC236}">
                <a16:creationId xmlns:a16="http://schemas.microsoft.com/office/drawing/2014/main" id="{37AB40C3-C1D4-4A76-BBEB-C68B4808FD13}"/>
              </a:ext>
            </a:extLst>
          </p:cNvPr>
          <p:cNvSpPr>
            <a:spLocks noGrp="1"/>
          </p:cNvSpPr>
          <p:nvPr/>
        </p:nvSpPr>
        <p:spPr>
          <a:xfrm>
            <a:off x="10572750" y="5238750"/>
            <a:ext cx="26194" cy="547688"/>
          </a:xfrm>
          <a:prstGeom prst="rect">
            <a:avLst/>
          </a:prstGeom>
          <a:solidFill>
            <a:srgbClr val="1D4ED8"/>
          </a:solidFill>
          <a:ln w="13097">
            <a:solidFill>
              <a:srgbClr val="172B4D"/>
            </a:solidFill>
          </a:ln>
        </p:spPr>
      </p:sp>
      <p:sp>
        <p:nvSpPr>
          <p:cNvPr id="1103" name="object-1103">
            <a:extLst>
              <a:ext uri="{FF2B5EF4-FFF2-40B4-BE49-F238E27FC236}">
                <a16:creationId xmlns:a16="http://schemas.microsoft.com/office/drawing/2014/main" id="{5AD21E74-8EC9-48FA-A5B6-FCD83420E73E}"/>
              </a:ext>
            </a:extLst>
          </p:cNvPr>
          <p:cNvSpPr>
            <a:spLocks noGrp="1"/>
          </p:cNvSpPr>
          <p:nvPr/>
        </p:nvSpPr>
        <p:spPr>
          <a:xfrm>
            <a:off x="10598944" y="5238750"/>
            <a:ext cx="26194" cy="547688"/>
          </a:xfrm>
          <a:prstGeom prst="rect">
            <a:avLst/>
          </a:prstGeom>
          <a:solidFill>
            <a:srgbClr val="1D4ED8"/>
          </a:solidFill>
          <a:ln w="13097">
            <a:solidFill>
              <a:srgbClr val="172B4D"/>
            </a:solidFill>
          </a:ln>
        </p:spPr>
      </p:sp>
      <p:sp>
        <p:nvSpPr>
          <p:cNvPr id="1104" name="object-1104">
            <a:extLst>
              <a:ext uri="{FF2B5EF4-FFF2-40B4-BE49-F238E27FC236}">
                <a16:creationId xmlns:a16="http://schemas.microsoft.com/office/drawing/2014/main" id="{B3D7C5F9-7753-481C-8DB0-848710D525B6}"/>
              </a:ext>
            </a:extLst>
          </p:cNvPr>
          <p:cNvSpPr>
            <a:spLocks noGrp="1"/>
          </p:cNvSpPr>
          <p:nvPr/>
        </p:nvSpPr>
        <p:spPr>
          <a:xfrm>
            <a:off x="10625138" y="5238750"/>
            <a:ext cx="26194" cy="547688"/>
          </a:xfrm>
          <a:prstGeom prst="rect">
            <a:avLst/>
          </a:prstGeom>
          <a:solidFill>
            <a:srgbClr val="1D4ED8"/>
          </a:solidFill>
          <a:ln w="13097">
            <a:solidFill>
              <a:srgbClr val="172B4D"/>
            </a:solidFill>
          </a:ln>
        </p:spPr>
      </p:sp>
      <p:sp>
        <p:nvSpPr>
          <p:cNvPr id="1105" name="object-1105">
            <a:extLst>
              <a:ext uri="{FF2B5EF4-FFF2-40B4-BE49-F238E27FC236}">
                <a16:creationId xmlns:a16="http://schemas.microsoft.com/office/drawing/2014/main" id="{5B5CAFE1-3B45-483D-A110-B00F4E0366F8}"/>
              </a:ext>
            </a:extLst>
          </p:cNvPr>
          <p:cNvSpPr>
            <a:spLocks noGrp="1"/>
          </p:cNvSpPr>
          <p:nvPr/>
        </p:nvSpPr>
        <p:spPr>
          <a:xfrm>
            <a:off x="10651331" y="5238750"/>
            <a:ext cx="26194" cy="547688"/>
          </a:xfrm>
          <a:prstGeom prst="rect">
            <a:avLst/>
          </a:prstGeom>
          <a:solidFill>
            <a:srgbClr val="1D4ED8"/>
          </a:solidFill>
          <a:ln w="13097">
            <a:solidFill>
              <a:srgbClr val="172B4D"/>
            </a:solidFill>
          </a:ln>
        </p:spPr>
      </p:sp>
      <p:sp>
        <p:nvSpPr>
          <p:cNvPr id="1106" name="object-1106">
            <a:extLst>
              <a:ext uri="{FF2B5EF4-FFF2-40B4-BE49-F238E27FC236}">
                <a16:creationId xmlns:a16="http://schemas.microsoft.com/office/drawing/2014/main" id="{5427A104-C5D1-446C-91F0-D8E3953C80D3}"/>
              </a:ext>
            </a:extLst>
          </p:cNvPr>
          <p:cNvSpPr>
            <a:spLocks noGrp="1"/>
          </p:cNvSpPr>
          <p:nvPr/>
        </p:nvSpPr>
        <p:spPr>
          <a:xfrm>
            <a:off x="10677525" y="5238750"/>
            <a:ext cx="26194" cy="547688"/>
          </a:xfrm>
          <a:prstGeom prst="rect">
            <a:avLst/>
          </a:prstGeom>
          <a:solidFill>
            <a:srgbClr val="1D4ED8"/>
          </a:solidFill>
          <a:ln w="13097">
            <a:solidFill>
              <a:srgbClr val="172B4D"/>
            </a:solidFill>
          </a:ln>
        </p:spPr>
      </p:sp>
      <p:sp>
        <p:nvSpPr>
          <p:cNvPr id="1107" name="object-1107">
            <a:extLst>
              <a:ext uri="{FF2B5EF4-FFF2-40B4-BE49-F238E27FC236}">
                <a16:creationId xmlns:a16="http://schemas.microsoft.com/office/drawing/2014/main" id="{DD4886BC-540D-4EBE-8509-14D19CFFFB56}"/>
              </a:ext>
            </a:extLst>
          </p:cNvPr>
          <p:cNvSpPr>
            <a:spLocks noGrp="1"/>
          </p:cNvSpPr>
          <p:nvPr/>
        </p:nvSpPr>
        <p:spPr>
          <a:xfrm>
            <a:off x="10703719" y="5238750"/>
            <a:ext cx="26194" cy="547688"/>
          </a:xfrm>
          <a:prstGeom prst="rect">
            <a:avLst/>
          </a:prstGeom>
          <a:solidFill>
            <a:srgbClr val="1D4ED8"/>
          </a:solidFill>
          <a:ln w="13097">
            <a:solidFill>
              <a:srgbClr val="172B4D"/>
            </a:solidFill>
          </a:ln>
        </p:spPr>
      </p:sp>
      <p:sp>
        <p:nvSpPr>
          <p:cNvPr id="1108" name="object-1108">
            <a:extLst>
              <a:ext uri="{FF2B5EF4-FFF2-40B4-BE49-F238E27FC236}">
                <a16:creationId xmlns:a16="http://schemas.microsoft.com/office/drawing/2014/main" id="{292C9A31-BCF3-4B74-A007-94AD78D00D02}"/>
              </a:ext>
            </a:extLst>
          </p:cNvPr>
          <p:cNvSpPr>
            <a:spLocks noGrp="1"/>
          </p:cNvSpPr>
          <p:nvPr/>
        </p:nvSpPr>
        <p:spPr>
          <a:xfrm>
            <a:off x="10729913" y="5238750"/>
            <a:ext cx="26194" cy="547688"/>
          </a:xfrm>
          <a:prstGeom prst="rect">
            <a:avLst/>
          </a:prstGeom>
          <a:solidFill>
            <a:srgbClr val="1D4ED8"/>
          </a:solidFill>
          <a:ln w="13097">
            <a:solidFill>
              <a:srgbClr val="172B4D"/>
            </a:solidFill>
          </a:ln>
        </p:spPr>
      </p:sp>
      <p:sp>
        <p:nvSpPr>
          <p:cNvPr id="1109" name="object-1109">
            <a:extLst>
              <a:ext uri="{FF2B5EF4-FFF2-40B4-BE49-F238E27FC236}">
                <a16:creationId xmlns:a16="http://schemas.microsoft.com/office/drawing/2014/main" id="{ABDF51B7-61CB-49B8-A4D9-0627B761B23C}"/>
              </a:ext>
            </a:extLst>
          </p:cNvPr>
          <p:cNvSpPr>
            <a:spLocks noGrp="1"/>
          </p:cNvSpPr>
          <p:nvPr/>
        </p:nvSpPr>
        <p:spPr>
          <a:xfrm>
            <a:off x="10756106" y="5238750"/>
            <a:ext cx="26194" cy="547688"/>
          </a:xfrm>
          <a:prstGeom prst="rect">
            <a:avLst/>
          </a:prstGeom>
          <a:solidFill>
            <a:srgbClr val="1D4ED8"/>
          </a:solidFill>
          <a:ln w="13097">
            <a:solidFill>
              <a:srgbClr val="172B4D"/>
            </a:solidFill>
          </a:ln>
        </p:spPr>
      </p:sp>
      <p:sp>
        <p:nvSpPr>
          <p:cNvPr id="1110" name="object-1110">
            <a:extLst>
              <a:ext uri="{FF2B5EF4-FFF2-40B4-BE49-F238E27FC236}">
                <a16:creationId xmlns:a16="http://schemas.microsoft.com/office/drawing/2014/main" id="{6CAC6294-A4DF-4A80-90DE-EA015BB3D8DE}"/>
              </a:ext>
            </a:extLst>
          </p:cNvPr>
          <p:cNvSpPr>
            <a:spLocks noGrp="1"/>
          </p:cNvSpPr>
          <p:nvPr/>
        </p:nvSpPr>
        <p:spPr>
          <a:xfrm>
            <a:off x="10782300" y="5238750"/>
            <a:ext cx="26194" cy="547688"/>
          </a:xfrm>
          <a:prstGeom prst="rect">
            <a:avLst/>
          </a:prstGeom>
          <a:solidFill>
            <a:srgbClr val="1D4ED8"/>
          </a:solidFill>
          <a:ln w="13097">
            <a:solidFill>
              <a:srgbClr val="172B4D"/>
            </a:solidFill>
          </a:ln>
        </p:spPr>
      </p:sp>
      <p:sp>
        <p:nvSpPr>
          <p:cNvPr id="1111" name="object-1111">
            <a:extLst>
              <a:ext uri="{FF2B5EF4-FFF2-40B4-BE49-F238E27FC236}">
                <a16:creationId xmlns:a16="http://schemas.microsoft.com/office/drawing/2014/main" id="{56387A76-37B6-4080-B5B9-53C6F322584B}"/>
              </a:ext>
            </a:extLst>
          </p:cNvPr>
          <p:cNvSpPr>
            <a:spLocks noGrp="1"/>
          </p:cNvSpPr>
          <p:nvPr/>
        </p:nvSpPr>
        <p:spPr>
          <a:xfrm>
            <a:off x="10808494" y="5238750"/>
            <a:ext cx="26194" cy="547688"/>
          </a:xfrm>
          <a:prstGeom prst="rect">
            <a:avLst/>
          </a:prstGeom>
          <a:solidFill>
            <a:srgbClr val="1D4ED8"/>
          </a:solidFill>
          <a:ln w="13097">
            <a:solidFill>
              <a:srgbClr val="172B4D"/>
            </a:solidFill>
          </a:ln>
        </p:spPr>
      </p:sp>
      <p:sp>
        <p:nvSpPr>
          <p:cNvPr id="1112" name="object-1112">
            <a:extLst>
              <a:ext uri="{FF2B5EF4-FFF2-40B4-BE49-F238E27FC236}">
                <a16:creationId xmlns:a16="http://schemas.microsoft.com/office/drawing/2014/main" id="{161E5748-6992-455E-B086-724A11ADEA18}"/>
              </a:ext>
            </a:extLst>
          </p:cNvPr>
          <p:cNvSpPr>
            <a:spLocks noGrp="1"/>
          </p:cNvSpPr>
          <p:nvPr/>
        </p:nvSpPr>
        <p:spPr>
          <a:xfrm>
            <a:off x="10834688" y="5238750"/>
            <a:ext cx="26194" cy="547688"/>
          </a:xfrm>
          <a:prstGeom prst="rect">
            <a:avLst/>
          </a:prstGeom>
          <a:solidFill>
            <a:srgbClr val="1D4ED8"/>
          </a:solidFill>
          <a:ln w="13097">
            <a:solidFill>
              <a:srgbClr val="172B4D"/>
            </a:solidFill>
          </a:ln>
        </p:spPr>
      </p:sp>
      <p:sp>
        <p:nvSpPr>
          <p:cNvPr id="1113" name="object-1113">
            <a:extLst>
              <a:ext uri="{FF2B5EF4-FFF2-40B4-BE49-F238E27FC236}">
                <a16:creationId xmlns:a16="http://schemas.microsoft.com/office/drawing/2014/main" id="{02EE97AC-1F5D-4513-816E-34C6E6D97397}"/>
              </a:ext>
            </a:extLst>
          </p:cNvPr>
          <p:cNvSpPr>
            <a:spLocks noGrp="1"/>
          </p:cNvSpPr>
          <p:nvPr/>
        </p:nvSpPr>
        <p:spPr>
          <a:xfrm>
            <a:off x="10860881" y="5238750"/>
            <a:ext cx="26194" cy="547688"/>
          </a:xfrm>
          <a:prstGeom prst="rect">
            <a:avLst/>
          </a:prstGeom>
          <a:solidFill>
            <a:srgbClr val="1D4ED8"/>
          </a:solidFill>
          <a:ln w="13097">
            <a:solidFill>
              <a:srgbClr val="172B4D"/>
            </a:solidFill>
          </a:ln>
        </p:spPr>
      </p:sp>
      <p:sp>
        <p:nvSpPr>
          <p:cNvPr id="1114" name="object-1114">
            <a:extLst>
              <a:ext uri="{FF2B5EF4-FFF2-40B4-BE49-F238E27FC236}">
                <a16:creationId xmlns:a16="http://schemas.microsoft.com/office/drawing/2014/main" id="{5DB27E0C-1215-4EAA-AF54-7BD48EF186EA}"/>
              </a:ext>
            </a:extLst>
          </p:cNvPr>
          <p:cNvSpPr>
            <a:spLocks noGrp="1"/>
          </p:cNvSpPr>
          <p:nvPr/>
        </p:nvSpPr>
        <p:spPr>
          <a:xfrm>
            <a:off x="10887075" y="5238750"/>
            <a:ext cx="26194" cy="547688"/>
          </a:xfrm>
          <a:prstGeom prst="rect">
            <a:avLst/>
          </a:prstGeom>
          <a:solidFill>
            <a:srgbClr val="1D4ED8"/>
          </a:solidFill>
          <a:ln w="13097">
            <a:solidFill>
              <a:srgbClr val="172B4D"/>
            </a:solidFill>
          </a:ln>
        </p:spPr>
      </p:sp>
      <p:sp>
        <p:nvSpPr>
          <p:cNvPr id="1115" name="object-1115">
            <a:extLst>
              <a:ext uri="{FF2B5EF4-FFF2-40B4-BE49-F238E27FC236}">
                <a16:creationId xmlns:a16="http://schemas.microsoft.com/office/drawing/2014/main" id="{86801E0C-3DBC-4B6F-BEA2-E7B36B149815}"/>
              </a:ext>
            </a:extLst>
          </p:cNvPr>
          <p:cNvSpPr>
            <a:spLocks noGrp="1"/>
          </p:cNvSpPr>
          <p:nvPr/>
        </p:nvSpPr>
        <p:spPr>
          <a:xfrm>
            <a:off x="10913269" y="5238750"/>
            <a:ext cx="26194" cy="547688"/>
          </a:xfrm>
          <a:prstGeom prst="rect">
            <a:avLst/>
          </a:prstGeom>
          <a:solidFill>
            <a:srgbClr val="1D4ED8"/>
          </a:solidFill>
          <a:ln w="13097">
            <a:solidFill>
              <a:srgbClr val="172B4D"/>
            </a:solidFill>
          </a:ln>
        </p:spPr>
      </p:sp>
      <p:sp>
        <p:nvSpPr>
          <p:cNvPr id="1116" name="object-1116">
            <a:extLst>
              <a:ext uri="{FF2B5EF4-FFF2-40B4-BE49-F238E27FC236}">
                <a16:creationId xmlns:a16="http://schemas.microsoft.com/office/drawing/2014/main" id="{9632BD2B-7916-4AF4-A713-44E0174AB184}"/>
              </a:ext>
            </a:extLst>
          </p:cNvPr>
          <p:cNvSpPr>
            <a:spLocks noGrp="1"/>
          </p:cNvSpPr>
          <p:nvPr/>
        </p:nvSpPr>
        <p:spPr>
          <a:xfrm>
            <a:off x="10939463" y="5238750"/>
            <a:ext cx="26194" cy="547688"/>
          </a:xfrm>
          <a:prstGeom prst="rect">
            <a:avLst/>
          </a:prstGeom>
          <a:solidFill>
            <a:srgbClr val="1D4ED8"/>
          </a:solidFill>
          <a:ln w="13097">
            <a:solidFill>
              <a:srgbClr val="172B4D"/>
            </a:solidFill>
          </a:ln>
        </p:spPr>
      </p:sp>
      <p:sp>
        <p:nvSpPr>
          <p:cNvPr id="1117" name="object-1117">
            <a:extLst>
              <a:ext uri="{FF2B5EF4-FFF2-40B4-BE49-F238E27FC236}">
                <a16:creationId xmlns:a16="http://schemas.microsoft.com/office/drawing/2014/main" id="{6324E563-D545-46EC-859C-DF4AE973CFEB}"/>
              </a:ext>
            </a:extLst>
          </p:cNvPr>
          <p:cNvSpPr>
            <a:spLocks noGrp="1"/>
          </p:cNvSpPr>
          <p:nvPr/>
        </p:nvSpPr>
        <p:spPr>
          <a:xfrm>
            <a:off x="10965656" y="5238750"/>
            <a:ext cx="26194" cy="547688"/>
          </a:xfrm>
          <a:prstGeom prst="rect">
            <a:avLst/>
          </a:prstGeom>
          <a:solidFill>
            <a:srgbClr val="1D4ED8"/>
          </a:solidFill>
          <a:ln w="13097">
            <a:solidFill>
              <a:srgbClr val="172B4D"/>
            </a:solidFill>
          </a:ln>
        </p:spPr>
      </p:sp>
      <p:sp>
        <p:nvSpPr>
          <p:cNvPr id="1118" name="object-1118">
            <a:extLst>
              <a:ext uri="{FF2B5EF4-FFF2-40B4-BE49-F238E27FC236}">
                <a16:creationId xmlns:a16="http://schemas.microsoft.com/office/drawing/2014/main" id="{230013C4-8D1A-4E8E-BDD3-8DB7225FFD29}"/>
              </a:ext>
            </a:extLst>
          </p:cNvPr>
          <p:cNvSpPr>
            <a:spLocks noGrp="1"/>
          </p:cNvSpPr>
          <p:nvPr/>
        </p:nvSpPr>
        <p:spPr>
          <a:xfrm>
            <a:off x="10991850" y="5238750"/>
            <a:ext cx="26194" cy="547688"/>
          </a:xfrm>
          <a:prstGeom prst="rect">
            <a:avLst/>
          </a:prstGeom>
          <a:solidFill>
            <a:srgbClr val="1D4ED8"/>
          </a:solidFill>
          <a:ln w="13097">
            <a:solidFill>
              <a:srgbClr val="172B4D"/>
            </a:solidFill>
          </a:ln>
        </p:spPr>
      </p:sp>
      <p:sp>
        <p:nvSpPr>
          <p:cNvPr id="1119" name="object-1119">
            <a:extLst>
              <a:ext uri="{FF2B5EF4-FFF2-40B4-BE49-F238E27FC236}">
                <a16:creationId xmlns:a16="http://schemas.microsoft.com/office/drawing/2014/main" id="{5655F514-2748-49E8-B275-0AF0A1537AED}"/>
              </a:ext>
            </a:extLst>
          </p:cNvPr>
          <p:cNvSpPr>
            <a:spLocks noGrp="1"/>
          </p:cNvSpPr>
          <p:nvPr/>
        </p:nvSpPr>
        <p:spPr>
          <a:xfrm>
            <a:off x="11018044" y="5238750"/>
            <a:ext cx="26194" cy="547688"/>
          </a:xfrm>
          <a:prstGeom prst="rect">
            <a:avLst/>
          </a:prstGeom>
          <a:solidFill>
            <a:srgbClr val="1D4ED8"/>
          </a:solidFill>
          <a:ln w="13097">
            <a:solidFill>
              <a:srgbClr val="172B4D"/>
            </a:solidFill>
          </a:ln>
        </p:spPr>
      </p:sp>
      <p:sp>
        <p:nvSpPr>
          <p:cNvPr id="1120" name="object-1120">
            <a:extLst>
              <a:ext uri="{FF2B5EF4-FFF2-40B4-BE49-F238E27FC236}">
                <a16:creationId xmlns:a16="http://schemas.microsoft.com/office/drawing/2014/main" id="{67B2C2FD-241A-40BE-9669-7754A6AD3D8D}"/>
              </a:ext>
            </a:extLst>
          </p:cNvPr>
          <p:cNvSpPr>
            <a:spLocks noGrp="1"/>
          </p:cNvSpPr>
          <p:nvPr/>
        </p:nvSpPr>
        <p:spPr>
          <a:xfrm>
            <a:off x="11044238" y="5238750"/>
            <a:ext cx="26194" cy="547688"/>
          </a:xfrm>
          <a:prstGeom prst="rect">
            <a:avLst/>
          </a:prstGeom>
          <a:solidFill>
            <a:srgbClr val="1D4ED8"/>
          </a:solidFill>
          <a:ln w="13097">
            <a:solidFill>
              <a:srgbClr val="172B4D"/>
            </a:solidFill>
          </a:ln>
        </p:spPr>
      </p:sp>
      <p:sp>
        <p:nvSpPr>
          <p:cNvPr id="1121" name="object-1121">
            <a:extLst>
              <a:ext uri="{FF2B5EF4-FFF2-40B4-BE49-F238E27FC236}">
                <a16:creationId xmlns:a16="http://schemas.microsoft.com/office/drawing/2014/main" id="{C4679D60-CC35-44A5-B6FB-2A1D4CB02FAD}"/>
              </a:ext>
            </a:extLst>
          </p:cNvPr>
          <p:cNvSpPr>
            <a:spLocks noGrp="1"/>
          </p:cNvSpPr>
          <p:nvPr/>
        </p:nvSpPr>
        <p:spPr>
          <a:xfrm>
            <a:off x="11070431" y="5238750"/>
            <a:ext cx="26194" cy="547688"/>
          </a:xfrm>
          <a:prstGeom prst="rect">
            <a:avLst/>
          </a:prstGeom>
          <a:solidFill>
            <a:srgbClr val="1D4ED8"/>
          </a:solidFill>
          <a:ln w="13097">
            <a:solidFill>
              <a:srgbClr val="172B4D"/>
            </a:solidFill>
          </a:ln>
        </p:spPr>
      </p:sp>
      <p:sp>
        <p:nvSpPr>
          <p:cNvPr id="1122" name="object-1122">
            <a:extLst>
              <a:ext uri="{FF2B5EF4-FFF2-40B4-BE49-F238E27FC236}">
                <a16:creationId xmlns:a16="http://schemas.microsoft.com/office/drawing/2014/main" id="{C4CFA329-D43C-4081-A13C-C6DDA9CE34D2}"/>
              </a:ext>
            </a:extLst>
          </p:cNvPr>
          <p:cNvSpPr>
            <a:spLocks noGrp="1"/>
          </p:cNvSpPr>
          <p:nvPr/>
        </p:nvSpPr>
        <p:spPr>
          <a:xfrm>
            <a:off x="11096625" y="5238750"/>
            <a:ext cx="26194" cy="547688"/>
          </a:xfrm>
          <a:prstGeom prst="rect">
            <a:avLst/>
          </a:prstGeom>
          <a:solidFill>
            <a:srgbClr val="1D4ED8"/>
          </a:solidFill>
          <a:ln w="13097">
            <a:solidFill>
              <a:srgbClr val="172B4D"/>
            </a:solidFill>
          </a:ln>
        </p:spPr>
      </p:sp>
      <p:sp>
        <p:nvSpPr>
          <p:cNvPr id="1123" name="object-1123">
            <a:extLst>
              <a:ext uri="{FF2B5EF4-FFF2-40B4-BE49-F238E27FC236}">
                <a16:creationId xmlns:a16="http://schemas.microsoft.com/office/drawing/2014/main" id="{19CE2E0A-0850-4B0E-A6B9-9E5DAECBA711}"/>
              </a:ext>
            </a:extLst>
          </p:cNvPr>
          <p:cNvSpPr>
            <a:spLocks noGrp="1"/>
          </p:cNvSpPr>
          <p:nvPr/>
        </p:nvSpPr>
        <p:spPr>
          <a:xfrm>
            <a:off x="11122819" y="5238750"/>
            <a:ext cx="26194" cy="547688"/>
          </a:xfrm>
          <a:prstGeom prst="rect">
            <a:avLst/>
          </a:prstGeom>
          <a:solidFill>
            <a:srgbClr val="1D4ED8"/>
          </a:solidFill>
          <a:ln w="13097">
            <a:solidFill>
              <a:srgbClr val="172B4D"/>
            </a:solidFill>
          </a:ln>
        </p:spPr>
      </p:sp>
      <p:sp>
        <p:nvSpPr>
          <p:cNvPr id="1124" name="object-1124">
            <a:extLst>
              <a:ext uri="{FF2B5EF4-FFF2-40B4-BE49-F238E27FC236}">
                <a16:creationId xmlns:a16="http://schemas.microsoft.com/office/drawing/2014/main" id="{D865268A-2536-4C99-9D33-52E5382F4CB5}"/>
              </a:ext>
            </a:extLst>
          </p:cNvPr>
          <p:cNvSpPr>
            <a:spLocks noGrp="1"/>
          </p:cNvSpPr>
          <p:nvPr/>
        </p:nvSpPr>
        <p:spPr>
          <a:xfrm>
            <a:off x="11149013" y="5238750"/>
            <a:ext cx="26194" cy="547688"/>
          </a:xfrm>
          <a:prstGeom prst="rect">
            <a:avLst/>
          </a:prstGeom>
          <a:solidFill>
            <a:srgbClr val="1D4ED8"/>
          </a:solidFill>
          <a:ln w="13097">
            <a:solidFill>
              <a:srgbClr val="172B4D"/>
            </a:solidFill>
          </a:ln>
        </p:spPr>
      </p:sp>
      <p:sp>
        <p:nvSpPr>
          <p:cNvPr id="1125" name="object-1125">
            <a:extLst>
              <a:ext uri="{FF2B5EF4-FFF2-40B4-BE49-F238E27FC236}">
                <a16:creationId xmlns:a16="http://schemas.microsoft.com/office/drawing/2014/main" id="{1C31C3D0-5EAD-4A42-9AE9-271420A68788}"/>
              </a:ext>
            </a:extLst>
          </p:cNvPr>
          <p:cNvSpPr>
            <a:spLocks noGrp="1"/>
          </p:cNvSpPr>
          <p:nvPr/>
        </p:nvSpPr>
        <p:spPr>
          <a:xfrm>
            <a:off x="11175206" y="5238750"/>
            <a:ext cx="26194" cy="547688"/>
          </a:xfrm>
          <a:prstGeom prst="rect">
            <a:avLst/>
          </a:prstGeom>
          <a:solidFill>
            <a:srgbClr val="1D4ED8"/>
          </a:solidFill>
          <a:ln w="13097">
            <a:solidFill>
              <a:srgbClr val="172B4D"/>
            </a:solidFill>
          </a:ln>
        </p:spPr>
      </p:sp>
      <p:sp>
        <p:nvSpPr>
          <p:cNvPr id="1126" name="object-1126">
            <a:extLst>
              <a:ext uri="{FF2B5EF4-FFF2-40B4-BE49-F238E27FC236}">
                <a16:creationId xmlns:a16="http://schemas.microsoft.com/office/drawing/2014/main" id="{50700F12-16C9-4D89-83D9-991965D9FE98}"/>
              </a:ext>
            </a:extLst>
          </p:cNvPr>
          <p:cNvSpPr>
            <a:spLocks noGrp="1"/>
          </p:cNvSpPr>
          <p:nvPr/>
        </p:nvSpPr>
        <p:spPr>
          <a:xfrm>
            <a:off x="11201400" y="5238750"/>
            <a:ext cx="26194" cy="547688"/>
          </a:xfrm>
          <a:prstGeom prst="rect">
            <a:avLst/>
          </a:prstGeom>
          <a:solidFill>
            <a:srgbClr val="1D4ED8"/>
          </a:solidFill>
          <a:ln w="13097">
            <a:solidFill>
              <a:srgbClr val="172B4D"/>
            </a:solidFill>
          </a:ln>
        </p:spPr>
      </p:sp>
      <p:sp>
        <p:nvSpPr>
          <p:cNvPr id="1127" name="object-1127">
            <a:extLst>
              <a:ext uri="{FF2B5EF4-FFF2-40B4-BE49-F238E27FC236}">
                <a16:creationId xmlns:a16="http://schemas.microsoft.com/office/drawing/2014/main" id="{1203D6CC-325C-4BCA-AB58-C0FD4639802B}"/>
              </a:ext>
            </a:extLst>
          </p:cNvPr>
          <p:cNvSpPr>
            <a:spLocks noGrp="1"/>
          </p:cNvSpPr>
          <p:nvPr/>
        </p:nvSpPr>
        <p:spPr>
          <a:xfrm>
            <a:off x="11227594" y="5238750"/>
            <a:ext cx="26194" cy="547688"/>
          </a:xfrm>
          <a:prstGeom prst="rect">
            <a:avLst/>
          </a:prstGeom>
          <a:solidFill>
            <a:srgbClr val="1D4ED8"/>
          </a:solidFill>
          <a:ln w="13097">
            <a:solidFill>
              <a:srgbClr val="172B4D"/>
            </a:solidFill>
          </a:ln>
        </p:spPr>
      </p:sp>
      <p:sp>
        <p:nvSpPr>
          <p:cNvPr id="1128" name="object-1128">
            <a:extLst>
              <a:ext uri="{FF2B5EF4-FFF2-40B4-BE49-F238E27FC236}">
                <a16:creationId xmlns:a16="http://schemas.microsoft.com/office/drawing/2014/main" id="{6F773A46-9F8F-41B3-9C1D-2A1CE8C506B3}"/>
              </a:ext>
            </a:extLst>
          </p:cNvPr>
          <p:cNvSpPr>
            <a:spLocks noGrp="1"/>
          </p:cNvSpPr>
          <p:nvPr/>
        </p:nvSpPr>
        <p:spPr>
          <a:xfrm>
            <a:off x="11253788" y="5238750"/>
            <a:ext cx="26194" cy="547688"/>
          </a:xfrm>
          <a:prstGeom prst="rect">
            <a:avLst/>
          </a:prstGeom>
          <a:solidFill>
            <a:srgbClr val="1D4ED8"/>
          </a:solidFill>
          <a:ln w="13097">
            <a:solidFill>
              <a:srgbClr val="172B4D"/>
            </a:solidFill>
          </a:ln>
        </p:spPr>
      </p:sp>
      <p:sp>
        <p:nvSpPr>
          <p:cNvPr id="1129" name="object-1129">
            <a:extLst>
              <a:ext uri="{FF2B5EF4-FFF2-40B4-BE49-F238E27FC236}">
                <a16:creationId xmlns:a16="http://schemas.microsoft.com/office/drawing/2014/main" id="{E8518B3B-0E2C-4F07-8D25-A5E4EB44D736}"/>
              </a:ext>
            </a:extLst>
          </p:cNvPr>
          <p:cNvSpPr>
            <a:spLocks noGrp="1"/>
          </p:cNvSpPr>
          <p:nvPr/>
        </p:nvSpPr>
        <p:spPr>
          <a:xfrm>
            <a:off x="11279981" y="5238750"/>
            <a:ext cx="26194" cy="547688"/>
          </a:xfrm>
          <a:prstGeom prst="rect">
            <a:avLst/>
          </a:prstGeom>
          <a:solidFill>
            <a:srgbClr val="1D4ED8"/>
          </a:solidFill>
          <a:ln w="13097">
            <a:solidFill>
              <a:srgbClr val="172B4D"/>
            </a:solidFill>
          </a:ln>
        </p:spPr>
      </p:sp>
      <p:sp>
        <p:nvSpPr>
          <p:cNvPr id="1130" name="object-1130">
            <a:extLst>
              <a:ext uri="{FF2B5EF4-FFF2-40B4-BE49-F238E27FC236}">
                <a16:creationId xmlns:a16="http://schemas.microsoft.com/office/drawing/2014/main" id="{A38BBDF8-3707-48F4-8EF7-0638C71FA45C}"/>
              </a:ext>
            </a:extLst>
          </p:cNvPr>
          <p:cNvSpPr>
            <a:spLocks noGrp="1"/>
          </p:cNvSpPr>
          <p:nvPr/>
        </p:nvSpPr>
        <p:spPr>
          <a:xfrm>
            <a:off x="11306175" y="5238750"/>
            <a:ext cx="26194" cy="547688"/>
          </a:xfrm>
          <a:prstGeom prst="rect">
            <a:avLst/>
          </a:prstGeom>
          <a:solidFill>
            <a:srgbClr val="1D4ED8"/>
          </a:solidFill>
          <a:ln w="13097">
            <a:solidFill>
              <a:srgbClr val="172B4D"/>
            </a:solidFill>
          </a:ln>
        </p:spPr>
      </p:sp>
      <p:sp>
        <p:nvSpPr>
          <p:cNvPr id="1131" name="object-1131">
            <a:extLst>
              <a:ext uri="{FF2B5EF4-FFF2-40B4-BE49-F238E27FC236}">
                <a16:creationId xmlns:a16="http://schemas.microsoft.com/office/drawing/2014/main" id="{E77FBCF9-34D3-4B59-A353-7E0D460F2C87}"/>
              </a:ext>
            </a:extLst>
          </p:cNvPr>
          <p:cNvSpPr>
            <a:spLocks noGrp="1"/>
          </p:cNvSpPr>
          <p:nvPr/>
        </p:nvSpPr>
        <p:spPr>
          <a:xfrm>
            <a:off x="11332369" y="5238750"/>
            <a:ext cx="26194" cy="547688"/>
          </a:xfrm>
          <a:prstGeom prst="rect">
            <a:avLst/>
          </a:prstGeom>
          <a:solidFill>
            <a:srgbClr val="1D4ED8"/>
          </a:solidFill>
          <a:ln w="13097">
            <a:solidFill>
              <a:srgbClr val="172B4D"/>
            </a:solidFill>
          </a:ln>
        </p:spPr>
      </p:sp>
      <p:sp>
        <p:nvSpPr>
          <p:cNvPr id="1132" name="object-1132">
            <a:extLst>
              <a:ext uri="{FF2B5EF4-FFF2-40B4-BE49-F238E27FC236}">
                <a16:creationId xmlns:a16="http://schemas.microsoft.com/office/drawing/2014/main" id="{C02BF3C7-E539-4F90-AD0F-EEA3A7995FBF}"/>
              </a:ext>
            </a:extLst>
          </p:cNvPr>
          <p:cNvSpPr>
            <a:spLocks noGrp="1"/>
          </p:cNvSpPr>
          <p:nvPr/>
        </p:nvSpPr>
        <p:spPr>
          <a:xfrm>
            <a:off x="11358563" y="5238750"/>
            <a:ext cx="26194" cy="547688"/>
          </a:xfrm>
          <a:prstGeom prst="rect">
            <a:avLst/>
          </a:prstGeom>
          <a:solidFill>
            <a:srgbClr val="1D4ED8"/>
          </a:solidFill>
          <a:ln w="13097">
            <a:solidFill>
              <a:srgbClr val="172B4D"/>
            </a:solidFill>
          </a:ln>
        </p:spPr>
      </p:sp>
      <p:sp>
        <p:nvSpPr>
          <p:cNvPr id="1133" name="object-1133">
            <a:extLst>
              <a:ext uri="{FF2B5EF4-FFF2-40B4-BE49-F238E27FC236}">
                <a16:creationId xmlns:a16="http://schemas.microsoft.com/office/drawing/2014/main" id="{01C2615C-5828-4D12-AA63-E1403D6AEB99}"/>
              </a:ext>
            </a:extLst>
          </p:cNvPr>
          <p:cNvSpPr>
            <a:spLocks noGrp="1"/>
          </p:cNvSpPr>
          <p:nvPr/>
        </p:nvSpPr>
        <p:spPr>
          <a:xfrm>
            <a:off x="11384756" y="5238750"/>
            <a:ext cx="26194" cy="547688"/>
          </a:xfrm>
          <a:prstGeom prst="rect">
            <a:avLst/>
          </a:prstGeom>
          <a:solidFill>
            <a:srgbClr val="1D4ED8"/>
          </a:solidFill>
          <a:ln w="13097">
            <a:solidFill>
              <a:srgbClr val="172B4D"/>
            </a:solidFill>
          </a:ln>
        </p:spPr>
      </p:sp>
      <p:sp>
        <p:nvSpPr>
          <p:cNvPr id="1134" name="object-1134">
            <a:extLst>
              <a:ext uri="{FF2B5EF4-FFF2-40B4-BE49-F238E27FC236}">
                <a16:creationId xmlns:a16="http://schemas.microsoft.com/office/drawing/2014/main" id="{5E3C8C4B-EC92-4E85-B164-8FD245C8EC1E}"/>
              </a:ext>
            </a:extLst>
          </p:cNvPr>
          <p:cNvSpPr>
            <a:spLocks noGrp="1"/>
          </p:cNvSpPr>
          <p:nvPr/>
        </p:nvSpPr>
        <p:spPr>
          <a:xfrm>
            <a:off x="11410950" y="5238750"/>
            <a:ext cx="26194" cy="547688"/>
          </a:xfrm>
          <a:prstGeom prst="rect">
            <a:avLst/>
          </a:prstGeom>
          <a:solidFill>
            <a:srgbClr val="1D4ED8"/>
          </a:solidFill>
          <a:ln w="13097">
            <a:solidFill>
              <a:srgbClr val="172B4D"/>
            </a:solidFill>
          </a:ln>
        </p:spPr>
      </p:sp>
      <p:sp>
        <p:nvSpPr>
          <p:cNvPr id="1135" name="object-1135">
            <a:extLst>
              <a:ext uri="{FF2B5EF4-FFF2-40B4-BE49-F238E27FC236}">
                <a16:creationId xmlns:a16="http://schemas.microsoft.com/office/drawing/2014/main" id="{BFA64A25-6D8E-44A5-8061-F08A38E3850F}"/>
              </a:ext>
            </a:extLst>
          </p:cNvPr>
          <p:cNvSpPr>
            <a:spLocks noGrp="1"/>
          </p:cNvSpPr>
          <p:nvPr/>
        </p:nvSpPr>
        <p:spPr>
          <a:xfrm>
            <a:off x="11437144" y="5238750"/>
            <a:ext cx="26194" cy="547688"/>
          </a:xfrm>
          <a:prstGeom prst="rect">
            <a:avLst/>
          </a:prstGeom>
          <a:solidFill>
            <a:srgbClr val="1D4ED8"/>
          </a:solidFill>
          <a:ln w="13097">
            <a:solidFill>
              <a:srgbClr val="172B4D"/>
            </a:solidFill>
          </a:ln>
        </p:spPr>
      </p:sp>
      <p:sp>
        <p:nvSpPr>
          <p:cNvPr id="1136" name="object-1136">
            <a:extLst>
              <a:ext uri="{FF2B5EF4-FFF2-40B4-BE49-F238E27FC236}">
                <a16:creationId xmlns:a16="http://schemas.microsoft.com/office/drawing/2014/main" id="{1230202C-2B7B-4CD1-BA50-6AD6B3450D17}"/>
              </a:ext>
            </a:extLst>
          </p:cNvPr>
          <p:cNvSpPr>
            <a:spLocks noGrp="1"/>
          </p:cNvSpPr>
          <p:nvPr/>
        </p:nvSpPr>
        <p:spPr>
          <a:xfrm>
            <a:off x="11463338" y="5238750"/>
            <a:ext cx="26194" cy="547688"/>
          </a:xfrm>
          <a:prstGeom prst="rect">
            <a:avLst/>
          </a:prstGeom>
          <a:solidFill>
            <a:srgbClr val="1D4ED8"/>
          </a:solidFill>
          <a:ln w="13097">
            <a:solidFill>
              <a:srgbClr val="172B4D"/>
            </a:solidFill>
          </a:ln>
        </p:spPr>
      </p:sp>
      <p:sp>
        <p:nvSpPr>
          <p:cNvPr id="1137" name="object-1137">
            <a:extLst>
              <a:ext uri="{FF2B5EF4-FFF2-40B4-BE49-F238E27FC236}">
                <a16:creationId xmlns:a16="http://schemas.microsoft.com/office/drawing/2014/main" id="{86ED0918-3124-450A-89E6-563A65DDF905}"/>
              </a:ext>
            </a:extLst>
          </p:cNvPr>
          <p:cNvSpPr>
            <a:spLocks noGrp="1"/>
          </p:cNvSpPr>
          <p:nvPr/>
        </p:nvSpPr>
        <p:spPr>
          <a:xfrm>
            <a:off x="11489531" y="5238750"/>
            <a:ext cx="26194" cy="547688"/>
          </a:xfrm>
          <a:prstGeom prst="rect">
            <a:avLst/>
          </a:prstGeom>
          <a:solidFill>
            <a:srgbClr val="1D4ED8"/>
          </a:solidFill>
          <a:ln w="13097">
            <a:solidFill>
              <a:srgbClr val="172B4D"/>
            </a:solidFill>
          </a:ln>
        </p:spPr>
      </p:sp>
      <p:sp>
        <p:nvSpPr>
          <p:cNvPr id="1138" name="object-1138">
            <a:extLst>
              <a:ext uri="{FF2B5EF4-FFF2-40B4-BE49-F238E27FC236}">
                <a16:creationId xmlns:a16="http://schemas.microsoft.com/office/drawing/2014/main" id="{82BDBCE4-A58D-4449-A8A9-D0F685A64B46}"/>
              </a:ext>
            </a:extLst>
          </p:cNvPr>
          <p:cNvSpPr>
            <a:spLocks noGrp="1"/>
          </p:cNvSpPr>
          <p:nvPr/>
        </p:nvSpPr>
        <p:spPr>
          <a:xfrm>
            <a:off x="11515725" y="5238750"/>
            <a:ext cx="26194" cy="547688"/>
          </a:xfrm>
          <a:prstGeom prst="rect">
            <a:avLst/>
          </a:prstGeom>
          <a:solidFill>
            <a:srgbClr val="1D4ED8"/>
          </a:solidFill>
          <a:ln w="13097">
            <a:solidFill>
              <a:srgbClr val="172B4D"/>
            </a:solidFill>
          </a:ln>
        </p:spPr>
      </p:sp>
      <p:sp>
        <p:nvSpPr>
          <p:cNvPr id="1139" name="object-1139">
            <a:extLst>
              <a:ext uri="{FF2B5EF4-FFF2-40B4-BE49-F238E27FC236}">
                <a16:creationId xmlns:a16="http://schemas.microsoft.com/office/drawing/2014/main" id="{73D6B305-5F26-4224-8812-3583EAF120E2}"/>
              </a:ext>
            </a:extLst>
          </p:cNvPr>
          <p:cNvSpPr>
            <a:spLocks noGrp="1"/>
          </p:cNvSpPr>
          <p:nvPr/>
        </p:nvSpPr>
        <p:spPr>
          <a:xfrm>
            <a:off x="11541919" y="5238750"/>
            <a:ext cx="26194" cy="547688"/>
          </a:xfrm>
          <a:prstGeom prst="rect">
            <a:avLst/>
          </a:prstGeom>
          <a:solidFill>
            <a:srgbClr val="1D4ED8"/>
          </a:solidFill>
          <a:ln w="13097">
            <a:solidFill>
              <a:srgbClr val="172B4D"/>
            </a:solidFill>
          </a:ln>
        </p:spPr>
      </p:sp>
      <p:sp>
        <p:nvSpPr>
          <p:cNvPr id="1140" name="object-1140">
            <a:extLst>
              <a:ext uri="{FF2B5EF4-FFF2-40B4-BE49-F238E27FC236}">
                <a16:creationId xmlns:a16="http://schemas.microsoft.com/office/drawing/2014/main" id="{DFFA32F1-34E7-4259-8AE8-65D02FC39125}"/>
              </a:ext>
            </a:extLst>
          </p:cNvPr>
          <p:cNvSpPr>
            <a:spLocks noGrp="1"/>
          </p:cNvSpPr>
          <p:nvPr/>
        </p:nvSpPr>
        <p:spPr>
          <a:xfrm>
            <a:off x="11568113" y="5238750"/>
            <a:ext cx="26194" cy="547688"/>
          </a:xfrm>
          <a:prstGeom prst="rect">
            <a:avLst/>
          </a:prstGeom>
          <a:solidFill>
            <a:srgbClr val="1D4ED8"/>
          </a:solidFill>
          <a:ln w="13097">
            <a:solidFill>
              <a:srgbClr val="172B4D"/>
            </a:solidFill>
          </a:ln>
        </p:spPr>
      </p:sp>
      <p:sp>
        <p:nvSpPr>
          <p:cNvPr id="1141" name="object-1141">
            <a:extLst>
              <a:ext uri="{FF2B5EF4-FFF2-40B4-BE49-F238E27FC236}">
                <a16:creationId xmlns:a16="http://schemas.microsoft.com/office/drawing/2014/main" id="{E7B012C3-6218-489C-A654-B5F2D2B109B5}"/>
              </a:ext>
            </a:extLst>
          </p:cNvPr>
          <p:cNvSpPr>
            <a:spLocks noGrp="1"/>
          </p:cNvSpPr>
          <p:nvPr/>
        </p:nvSpPr>
        <p:spPr>
          <a:xfrm>
            <a:off x="11594306" y="5238750"/>
            <a:ext cx="26194" cy="547688"/>
          </a:xfrm>
          <a:prstGeom prst="rect">
            <a:avLst/>
          </a:prstGeom>
          <a:solidFill>
            <a:srgbClr val="1D4ED8"/>
          </a:solidFill>
          <a:ln w="13097">
            <a:solidFill>
              <a:srgbClr val="172B4D"/>
            </a:solidFill>
          </a:ln>
        </p:spPr>
      </p:sp>
      <p:sp>
        <p:nvSpPr>
          <p:cNvPr id="1142" name="object-1142">
            <a:extLst>
              <a:ext uri="{FF2B5EF4-FFF2-40B4-BE49-F238E27FC236}">
                <a16:creationId xmlns:a16="http://schemas.microsoft.com/office/drawing/2014/main" id="{EEA80C3E-8B50-40C4-8D6E-47886F436EDB}"/>
              </a:ext>
            </a:extLst>
          </p:cNvPr>
          <p:cNvSpPr>
            <a:spLocks noGrp="1"/>
          </p:cNvSpPr>
          <p:nvPr/>
        </p:nvSpPr>
        <p:spPr>
          <a:xfrm>
            <a:off x="11620500" y="5238750"/>
            <a:ext cx="26194" cy="547688"/>
          </a:xfrm>
          <a:prstGeom prst="rect">
            <a:avLst/>
          </a:prstGeom>
          <a:solidFill>
            <a:srgbClr val="1D4ED8"/>
          </a:solidFill>
          <a:ln w="13097">
            <a:solidFill>
              <a:srgbClr val="172B4D"/>
            </a:solidFill>
          </a:ln>
        </p:spPr>
      </p:sp>
      <p:sp>
        <p:nvSpPr>
          <p:cNvPr id="1143" name="object-1143">
            <a:extLst>
              <a:ext uri="{FF2B5EF4-FFF2-40B4-BE49-F238E27FC236}">
                <a16:creationId xmlns:a16="http://schemas.microsoft.com/office/drawing/2014/main" id="{C9A193ED-1434-4243-AEA7-169F9CC75E00}"/>
              </a:ext>
            </a:extLst>
          </p:cNvPr>
          <p:cNvSpPr>
            <a:spLocks noGrp="1"/>
          </p:cNvSpPr>
          <p:nvPr/>
        </p:nvSpPr>
        <p:spPr>
          <a:xfrm>
            <a:off x="11646694" y="5238750"/>
            <a:ext cx="26194" cy="547688"/>
          </a:xfrm>
          <a:prstGeom prst="rect">
            <a:avLst/>
          </a:prstGeom>
          <a:solidFill>
            <a:srgbClr val="1D4ED8"/>
          </a:solidFill>
          <a:ln w="13097">
            <a:solidFill>
              <a:srgbClr val="172B4D"/>
            </a:solidFill>
          </a:ln>
        </p:spPr>
      </p:sp>
      <p:sp>
        <p:nvSpPr>
          <p:cNvPr id="1144" name="object-1144">
            <a:extLst>
              <a:ext uri="{FF2B5EF4-FFF2-40B4-BE49-F238E27FC236}">
                <a16:creationId xmlns:a16="http://schemas.microsoft.com/office/drawing/2014/main" id="{57B22582-9D65-4A8C-9C65-B2FF00E18621}"/>
              </a:ext>
            </a:extLst>
          </p:cNvPr>
          <p:cNvSpPr>
            <a:spLocks noGrp="1"/>
          </p:cNvSpPr>
          <p:nvPr/>
        </p:nvSpPr>
        <p:spPr>
          <a:xfrm>
            <a:off x="11672888" y="5238750"/>
            <a:ext cx="26194" cy="547688"/>
          </a:xfrm>
          <a:prstGeom prst="rect">
            <a:avLst/>
          </a:prstGeom>
          <a:solidFill>
            <a:srgbClr val="1D4ED8"/>
          </a:solidFill>
          <a:ln w="13097">
            <a:solidFill>
              <a:srgbClr val="172B4D"/>
            </a:solidFill>
          </a:ln>
        </p:spPr>
      </p:sp>
      <p:sp>
        <p:nvSpPr>
          <p:cNvPr id="1145" name="object-1145">
            <a:extLst>
              <a:ext uri="{FF2B5EF4-FFF2-40B4-BE49-F238E27FC236}">
                <a16:creationId xmlns:a16="http://schemas.microsoft.com/office/drawing/2014/main" id="{BE1DCE4F-E67D-4529-8753-02665BD559F2}"/>
              </a:ext>
            </a:extLst>
          </p:cNvPr>
          <p:cNvSpPr>
            <a:spLocks noGrp="1"/>
          </p:cNvSpPr>
          <p:nvPr/>
        </p:nvSpPr>
        <p:spPr>
          <a:xfrm>
            <a:off x="11699081" y="5238750"/>
            <a:ext cx="26194" cy="547688"/>
          </a:xfrm>
          <a:prstGeom prst="rect">
            <a:avLst/>
          </a:prstGeom>
          <a:solidFill>
            <a:srgbClr val="1D4ED8"/>
          </a:solidFill>
          <a:ln w="13097">
            <a:solidFill>
              <a:srgbClr val="172B4D"/>
            </a:solidFill>
          </a:ln>
        </p:spPr>
      </p:sp>
      <p:sp>
        <p:nvSpPr>
          <p:cNvPr id="1146" name="object-1146">
            <a:extLst>
              <a:ext uri="{FF2B5EF4-FFF2-40B4-BE49-F238E27FC236}">
                <a16:creationId xmlns:a16="http://schemas.microsoft.com/office/drawing/2014/main" id="{C4AB8067-70C8-4990-8C79-6AE848167A57}"/>
              </a:ext>
            </a:extLst>
          </p:cNvPr>
          <p:cNvSpPr>
            <a:spLocks noGrp="1"/>
          </p:cNvSpPr>
          <p:nvPr/>
        </p:nvSpPr>
        <p:spPr>
          <a:xfrm>
            <a:off x="11725275" y="5238750"/>
            <a:ext cx="26194" cy="547688"/>
          </a:xfrm>
          <a:prstGeom prst="rect">
            <a:avLst/>
          </a:prstGeom>
          <a:solidFill>
            <a:srgbClr val="1D4ED8"/>
          </a:solidFill>
          <a:ln w="13097">
            <a:solidFill>
              <a:srgbClr val="172B4D"/>
            </a:solidFill>
          </a:ln>
        </p:spPr>
      </p:sp>
      <p:sp>
        <p:nvSpPr>
          <p:cNvPr id="1147" name="object-1147">
            <a:extLst>
              <a:ext uri="{FF2B5EF4-FFF2-40B4-BE49-F238E27FC236}">
                <a16:creationId xmlns:a16="http://schemas.microsoft.com/office/drawing/2014/main" id="{BCA2E61C-7390-4378-B373-C75BFA2B60B4}"/>
              </a:ext>
            </a:extLst>
          </p:cNvPr>
          <p:cNvSpPr>
            <a:spLocks noGrp="1"/>
          </p:cNvSpPr>
          <p:nvPr/>
        </p:nvSpPr>
        <p:spPr>
          <a:xfrm>
            <a:off x="11751469" y="5238750"/>
            <a:ext cx="26194" cy="547688"/>
          </a:xfrm>
          <a:prstGeom prst="rect">
            <a:avLst/>
          </a:prstGeom>
          <a:solidFill>
            <a:srgbClr val="1D4ED8"/>
          </a:solidFill>
          <a:ln w="13097">
            <a:solidFill>
              <a:srgbClr val="172B4D"/>
            </a:solidFill>
          </a:ln>
        </p:spPr>
      </p:sp>
      <p:sp>
        <p:nvSpPr>
          <p:cNvPr id="1148" name="object-1148">
            <a:extLst>
              <a:ext uri="{FF2B5EF4-FFF2-40B4-BE49-F238E27FC236}">
                <a16:creationId xmlns:a16="http://schemas.microsoft.com/office/drawing/2014/main" id="{7C680C71-10F1-4B5A-9D87-33EE929FDDF4}"/>
              </a:ext>
            </a:extLst>
          </p:cNvPr>
          <p:cNvSpPr>
            <a:spLocks noGrp="1"/>
          </p:cNvSpPr>
          <p:nvPr/>
        </p:nvSpPr>
        <p:spPr>
          <a:xfrm>
            <a:off x="11777663" y="5238750"/>
            <a:ext cx="26194" cy="547688"/>
          </a:xfrm>
          <a:prstGeom prst="rect">
            <a:avLst/>
          </a:prstGeom>
          <a:solidFill>
            <a:srgbClr val="1D4ED8"/>
          </a:solidFill>
          <a:ln w="13097">
            <a:solidFill>
              <a:srgbClr val="172B4D"/>
            </a:solidFill>
          </a:ln>
        </p:spPr>
      </p:sp>
      <p:sp>
        <p:nvSpPr>
          <p:cNvPr id="1149" name="object-1149">
            <a:extLst>
              <a:ext uri="{FF2B5EF4-FFF2-40B4-BE49-F238E27FC236}">
                <a16:creationId xmlns:a16="http://schemas.microsoft.com/office/drawing/2014/main" id="{95EAF03A-026B-4375-BBEE-19863D7DE171}"/>
              </a:ext>
            </a:extLst>
          </p:cNvPr>
          <p:cNvSpPr>
            <a:spLocks noGrp="1"/>
          </p:cNvSpPr>
          <p:nvPr/>
        </p:nvSpPr>
        <p:spPr>
          <a:xfrm>
            <a:off x="11803856" y="5238750"/>
            <a:ext cx="26194" cy="547688"/>
          </a:xfrm>
          <a:prstGeom prst="rect">
            <a:avLst/>
          </a:prstGeom>
          <a:solidFill>
            <a:srgbClr val="1D4ED8"/>
          </a:solidFill>
          <a:ln w="13097">
            <a:solidFill>
              <a:srgbClr val="172B4D"/>
            </a:solidFill>
          </a:ln>
        </p:spPr>
      </p:sp>
      <p:sp>
        <p:nvSpPr>
          <p:cNvPr id="1150" name="object-1150">
            <a:extLst>
              <a:ext uri="{FF2B5EF4-FFF2-40B4-BE49-F238E27FC236}">
                <a16:creationId xmlns:a16="http://schemas.microsoft.com/office/drawing/2014/main" id="{BEC17E98-28B9-44D5-BCB6-553FEBDCF90B}"/>
              </a:ext>
            </a:extLst>
          </p:cNvPr>
          <p:cNvSpPr>
            <a:spLocks noGrp="1"/>
          </p:cNvSpPr>
          <p:nvPr/>
        </p:nvSpPr>
        <p:spPr>
          <a:xfrm>
            <a:off x="11830050" y="5238750"/>
            <a:ext cx="26194" cy="547688"/>
          </a:xfrm>
          <a:prstGeom prst="rect">
            <a:avLst/>
          </a:prstGeom>
          <a:solidFill>
            <a:srgbClr val="1D4ED8"/>
          </a:solidFill>
          <a:ln w="13097">
            <a:solidFill>
              <a:srgbClr val="172B4D"/>
            </a:solidFill>
          </a:ln>
        </p:spPr>
      </p:sp>
      <p:sp>
        <p:nvSpPr>
          <p:cNvPr id="1151" name="object-1151">
            <a:extLst>
              <a:ext uri="{FF2B5EF4-FFF2-40B4-BE49-F238E27FC236}">
                <a16:creationId xmlns:a16="http://schemas.microsoft.com/office/drawing/2014/main" id="{47DFF3ED-80D1-4D02-982D-42AFA63E12AE}"/>
              </a:ext>
            </a:extLst>
          </p:cNvPr>
          <p:cNvSpPr>
            <a:spLocks noGrp="1"/>
          </p:cNvSpPr>
          <p:nvPr/>
        </p:nvSpPr>
        <p:spPr>
          <a:xfrm>
            <a:off x="11856244" y="5238750"/>
            <a:ext cx="26194" cy="547688"/>
          </a:xfrm>
          <a:prstGeom prst="rect">
            <a:avLst/>
          </a:prstGeom>
          <a:solidFill>
            <a:srgbClr val="1D4ED8"/>
          </a:solidFill>
          <a:ln w="13097">
            <a:solidFill>
              <a:srgbClr val="172B4D"/>
            </a:solidFill>
          </a:ln>
        </p:spPr>
      </p:sp>
      <p:sp>
        <p:nvSpPr>
          <p:cNvPr id="1152" name="object-1152">
            <a:extLst>
              <a:ext uri="{FF2B5EF4-FFF2-40B4-BE49-F238E27FC236}">
                <a16:creationId xmlns:a16="http://schemas.microsoft.com/office/drawing/2014/main" id="{5D025185-CA90-49CC-91AD-9E5BC71B934C}"/>
              </a:ext>
            </a:extLst>
          </p:cNvPr>
          <p:cNvSpPr>
            <a:spLocks noGrp="1"/>
          </p:cNvSpPr>
          <p:nvPr/>
        </p:nvSpPr>
        <p:spPr>
          <a:xfrm>
            <a:off x="11882438" y="5238750"/>
            <a:ext cx="26194" cy="547688"/>
          </a:xfrm>
          <a:prstGeom prst="rect">
            <a:avLst/>
          </a:prstGeom>
          <a:solidFill>
            <a:srgbClr val="1D4ED8"/>
          </a:solidFill>
          <a:ln w="13097">
            <a:solidFill>
              <a:srgbClr val="172B4D"/>
            </a:solidFill>
          </a:ln>
        </p:spPr>
      </p:sp>
      <p:sp>
        <p:nvSpPr>
          <p:cNvPr id="1153" name="object-1153">
            <a:extLst>
              <a:ext uri="{FF2B5EF4-FFF2-40B4-BE49-F238E27FC236}">
                <a16:creationId xmlns:a16="http://schemas.microsoft.com/office/drawing/2014/main" id="{F25E61B4-3243-467A-9141-F03FEA3234B1}"/>
              </a:ext>
            </a:extLst>
          </p:cNvPr>
          <p:cNvSpPr>
            <a:spLocks noGrp="1"/>
          </p:cNvSpPr>
          <p:nvPr/>
        </p:nvSpPr>
        <p:spPr>
          <a:xfrm>
            <a:off x="11908631" y="5238750"/>
            <a:ext cx="26194" cy="547688"/>
          </a:xfrm>
          <a:prstGeom prst="rect">
            <a:avLst/>
          </a:prstGeom>
          <a:solidFill>
            <a:srgbClr val="1D4ED8"/>
          </a:solidFill>
          <a:ln w="13097">
            <a:solidFill>
              <a:srgbClr val="172B4D"/>
            </a:solidFill>
          </a:ln>
        </p:spPr>
      </p:sp>
      <p:sp>
        <p:nvSpPr>
          <p:cNvPr id="1154" name="object-1154">
            <a:extLst>
              <a:ext uri="{FF2B5EF4-FFF2-40B4-BE49-F238E27FC236}">
                <a16:creationId xmlns:a16="http://schemas.microsoft.com/office/drawing/2014/main" id="{A99F6ED8-4A2F-485A-B80A-1DB6B222F95D}"/>
              </a:ext>
            </a:extLst>
          </p:cNvPr>
          <p:cNvSpPr>
            <a:spLocks noGrp="1"/>
          </p:cNvSpPr>
          <p:nvPr/>
        </p:nvSpPr>
        <p:spPr>
          <a:xfrm>
            <a:off x="11934825" y="5238750"/>
            <a:ext cx="26194" cy="547688"/>
          </a:xfrm>
          <a:prstGeom prst="rect">
            <a:avLst/>
          </a:prstGeom>
          <a:solidFill>
            <a:srgbClr val="1D4ED8"/>
          </a:solidFill>
          <a:ln w="13097">
            <a:solidFill>
              <a:srgbClr val="172B4D"/>
            </a:solidFill>
          </a:ln>
        </p:spPr>
      </p:sp>
      <p:sp>
        <p:nvSpPr>
          <p:cNvPr id="1155" name="object-1155">
            <a:extLst>
              <a:ext uri="{FF2B5EF4-FFF2-40B4-BE49-F238E27FC236}">
                <a16:creationId xmlns:a16="http://schemas.microsoft.com/office/drawing/2014/main" id="{42194A5D-8849-4066-95AA-702F34C9EA63}"/>
              </a:ext>
            </a:extLst>
          </p:cNvPr>
          <p:cNvSpPr>
            <a:spLocks noGrp="1"/>
          </p:cNvSpPr>
          <p:nvPr/>
        </p:nvSpPr>
        <p:spPr>
          <a:xfrm>
            <a:off x="11961019" y="5238750"/>
            <a:ext cx="26194" cy="547688"/>
          </a:xfrm>
          <a:prstGeom prst="rect">
            <a:avLst/>
          </a:prstGeom>
          <a:solidFill>
            <a:srgbClr val="1D4ED8"/>
          </a:solidFill>
          <a:ln w="13097">
            <a:solidFill>
              <a:srgbClr val="172B4D"/>
            </a:solidFill>
          </a:ln>
        </p:spPr>
      </p:sp>
      <p:sp>
        <p:nvSpPr>
          <p:cNvPr id="1156" name="object-1156">
            <a:extLst>
              <a:ext uri="{FF2B5EF4-FFF2-40B4-BE49-F238E27FC236}">
                <a16:creationId xmlns:a16="http://schemas.microsoft.com/office/drawing/2014/main" id="{BF624EB5-3CC5-4B93-BD0C-BE77D9040D99}"/>
              </a:ext>
            </a:extLst>
          </p:cNvPr>
          <p:cNvSpPr>
            <a:spLocks noGrp="1"/>
          </p:cNvSpPr>
          <p:nvPr/>
        </p:nvSpPr>
        <p:spPr>
          <a:xfrm>
            <a:off x="11987213" y="5238750"/>
            <a:ext cx="26194" cy="547688"/>
          </a:xfrm>
          <a:prstGeom prst="rect">
            <a:avLst/>
          </a:prstGeom>
          <a:solidFill>
            <a:srgbClr val="1D4ED8"/>
          </a:solidFill>
          <a:ln w="13097">
            <a:solidFill>
              <a:srgbClr val="172B4D"/>
            </a:solidFill>
          </a:ln>
        </p:spPr>
      </p:sp>
      <p:sp>
        <p:nvSpPr>
          <p:cNvPr id="1157" name="object-1157">
            <a:extLst>
              <a:ext uri="{FF2B5EF4-FFF2-40B4-BE49-F238E27FC236}">
                <a16:creationId xmlns:a16="http://schemas.microsoft.com/office/drawing/2014/main" id="{784C65CB-655B-4378-BAC3-ADEFA93D1FE9}"/>
              </a:ext>
            </a:extLst>
          </p:cNvPr>
          <p:cNvSpPr>
            <a:spLocks noGrp="1"/>
          </p:cNvSpPr>
          <p:nvPr/>
        </p:nvSpPr>
        <p:spPr>
          <a:xfrm>
            <a:off x="12013406" y="5238750"/>
            <a:ext cx="26194" cy="547688"/>
          </a:xfrm>
          <a:prstGeom prst="rect">
            <a:avLst/>
          </a:prstGeom>
          <a:solidFill>
            <a:srgbClr val="1D4ED8"/>
          </a:solidFill>
          <a:ln w="13097">
            <a:solidFill>
              <a:srgbClr val="172B4D"/>
            </a:solidFill>
          </a:ln>
        </p:spPr>
      </p:sp>
      <p:sp>
        <p:nvSpPr>
          <p:cNvPr id="1158" name="object-1158">
            <a:extLst>
              <a:ext uri="{FF2B5EF4-FFF2-40B4-BE49-F238E27FC236}">
                <a16:creationId xmlns:a16="http://schemas.microsoft.com/office/drawing/2014/main" id="{78EEA97B-C025-4EE3-B0DD-DEE01DC7977C}"/>
              </a:ext>
            </a:extLst>
          </p:cNvPr>
          <p:cNvSpPr>
            <a:spLocks noGrp="1"/>
          </p:cNvSpPr>
          <p:nvPr/>
        </p:nvSpPr>
        <p:spPr>
          <a:xfrm>
            <a:off x="12039600" y="5238750"/>
            <a:ext cx="26194" cy="547688"/>
          </a:xfrm>
          <a:prstGeom prst="rect">
            <a:avLst/>
          </a:prstGeom>
          <a:solidFill>
            <a:srgbClr val="1D4ED8"/>
          </a:solidFill>
          <a:ln w="13097">
            <a:solidFill>
              <a:srgbClr val="172B4D"/>
            </a:solidFill>
          </a:ln>
        </p:spPr>
      </p:sp>
      <p:sp>
        <p:nvSpPr>
          <p:cNvPr id="1159" name="object-1159">
            <a:extLst>
              <a:ext uri="{FF2B5EF4-FFF2-40B4-BE49-F238E27FC236}">
                <a16:creationId xmlns:a16="http://schemas.microsoft.com/office/drawing/2014/main" id="{7E3C936D-EAEB-4DF1-B3FA-E25BB68A1DF0}"/>
              </a:ext>
            </a:extLst>
          </p:cNvPr>
          <p:cNvSpPr>
            <a:spLocks noGrp="1"/>
          </p:cNvSpPr>
          <p:nvPr/>
        </p:nvSpPr>
        <p:spPr>
          <a:xfrm>
            <a:off x="12065794" y="5238750"/>
            <a:ext cx="26194" cy="547688"/>
          </a:xfrm>
          <a:prstGeom prst="rect">
            <a:avLst/>
          </a:prstGeom>
          <a:solidFill>
            <a:srgbClr val="1D4ED8"/>
          </a:solidFill>
          <a:ln w="13097">
            <a:solidFill>
              <a:srgbClr val="172B4D"/>
            </a:solidFill>
          </a:ln>
        </p:spPr>
      </p:sp>
      <p:sp>
        <p:nvSpPr>
          <p:cNvPr id="1160" name="object-1160">
            <a:extLst>
              <a:ext uri="{FF2B5EF4-FFF2-40B4-BE49-F238E27FC236}">
                <a16:creationId xmlns:a16="http://schemas.microsoft.com/office/drawing/2014/main" id="{C4E4859D-F157-4AFF-8B42-D446939E7BC0}"/>
              </a:ext>
            </a:extLst>
          </p:cNvPr>
          <p:cNvSpPr>
            <a:spLocks noGrp="1"/>
          </p:cNvSpPr>
          <p:nvPr/>
        </p:nvSpPr>
        <p:spPr>
          <a:xfrm>
            <a:off x="12091988" y="5238750"/>
            <a:ext cx="26194" cy="547688"/>
          </a:xfrm>
          <a:prstGeom prst="rect">
            <a:avLst/>
          </a:prstGeom>
          <a:solidFill>
            <a:srgbClr val="1D4ED8"/>
          </a:solidFill>
          <a:ln w="13097">
            <a:solidFill>
              <a:srgbClr val="172B4D"/>
            </a:solidFill>
          </a:ln>
        </p:spPr>
      </p:sp>
      <p:sp>
        <p:nvSpPr>
          <p:cNvPr id="1161" name="object-1161">
            <a:extLst>
              <a:ext uri="{FF2B5EF4-FFF2-40B4-BE49-F238E27FC236}">
                <a16:creationId xmlns:a16="http://schemas.microsoft.com/office/drawing/2014/main" id="{BD096456-3AFA-4B83-B820-45413ABC5E30}"/>
              </a:ext>
            </a:extLst>
          </p:cNvPr>
          <p:cNvSpPr>
            <a:spLocks noGrp="1"/>
          </p:cNvSpPr>
          <p:nvPr/>
        </p:nvSpPr>
        <p:spPr>
          <a:xfrm>
            <a:off x="12118181" y="5238750"/>
            <a:ext cx="26194" cy="547688"/>
          </a:xfrm>
          <a:prstGeom prst="rect">
            <a:avLst/>
          </a:prstGeom>
          <a:solidFill>
            <a:srgbClr val="1D4ED8"/>
          </a:solidFill>
          <a:ln w="13097">
            <a:solidFill>
              <a:srgbClr val="172B4D"/>
            </a:solidFill>
          </a:ln>
        </p:spPr>
      </p:sp>
      <p:sp>
        <p:nvSpPr>
          <p:cNvPr id="1162" name="object-1162">
            <a:extLst>
              <a:ext uri="{FF2B5EF4-FFF2-40B4-BE49-F238E27FC236}">
                <a16:creationId xmlns:a16="http://schemas.microsoft.com/office/drawing/2014/main" id="{62D5D3DC-53F0-4725-9A79-8ACE499C4B47}"/>
              </a:ext>
            </a:extLst>
          </p:cNvPr>
          <p:cNvSpPr>
            <a:spLocks noGrp="1"/>
          </p:cNvSpPr>
          <p:nvPr/>
        </p:nvSpPr>
        <p:spPr>
          <a:xfrm>
            <a:off x="12144375" y="5238750"/>
            <a:ext cx="26194" cy="547688"/>
          </a:xfrm>
          <a:prstGeom prst="rect">
            <a:avLst/>
          </a:prstGeom>
          <a:solidFill>
            <a:srgbClr val="1D4ED8"/>
          </a:solidFill>
          <a:ln w="13097">
            <a:solidFill>
              <a:srgbClr val="172B4D"/>
            </a:solidFill>
          </a:ln>
        </p:spPr>
      </p:sp>
      <p:sp>
        <p:nvSpPr>
          <p:cNvPr id="1163" name="object-1163">
            <a:extLst>
              <a:ext uri="{FF2B5EF4-FFF2-40B4-BE49-F238E27FC236}">
                <a16:creationId xmlns:a16="http://schemas.microsoft.com/office/drawing/2014/main" id="{CEEA53B1-9782-4C87-8CFC-92673008B07B}"/>
              </a:ext>
            </a:extLst>
          </p:cNvPr>
          <p:cNvSpPr>
            <a:spLocks noGrp="1"/>
          </p:cNvSpPr>
          <p:nvPr/>
        </p:nvSpPr>
        <p:spPr>
          <a:xfrm>
            <a:off x="12170569" y="5238750"/>
            <a:ext cx="26194" cy="547688"/>
          </a:xfrm>
          <a:prstGeom prst="rect">
            <a:avLst/>
          </a:prstGeom>
          <a:solidFill>
            <a:srgbClr val="1D4ED8"/>
          </a:solidFill>
          <a:ln w="13097">
            <a:solidFill>
              <a:srgbClr val="172B4D"/>
            </a:solidFill>
          </a:ln>
        </p:spPr>
      </p:sp>
      <p:sp>
        <p:nvSpPr>
          <p:cNvPr id="1164" name="object-1164">
            <a:extLst>
              <a:ext uri="{FF2B5EF4-FFF2-40B4-BE49-F238E27FC236}">
                <a16:creationId xmlns:a16="http://schemas.microsoft.com/office/drawing/2014/main" id="{7D518DDA-2271-465B-9504-C9B1F1C1AF1F}"/>
              </a:ext>
            </a:extLst>
          </p:cNvPr>
          <p:cNvSpPr>
            <a:spLocks noGrp="1"/>
          </p:cNvSpPr>
          <p:nvPr/>
        </p:nvSpPr>
        <p:spPr>
          <a:xfrm>
            <a:off x="12196763" y="5238750"/>
            <a:ext cx="26194" cy="547688"/>
          </a:xfrm>
          <a:prstGeom prst="rect">
            <a:avLst/>
          </a:prstGeom>
          <a:solidFill>
            <a:srgbClr val="1D4ED8"/>
          </a:solidFill>
          <a:ln w="13097">
            <a:solidFill>
              <a:srgbClr val="172B4D"/>
            </a:solidFill>
          </a:ln>
        </p:spPr>
      </p:sp>
      <p:sp>
        <p:nvSpPr>
          <p:cNvPr id="1165" name="object-1165">
            <a:extLst>
              <a:ext uri="{FF2B5EF4-FFF2-40B4-BE49-F238E27FC236}">
                <a16:creationId xmlns:a16="http://schemas.microsoft.com/office/drawing/2014/main" id="{DD9ED400-AD6F-4D1D-AD7E-D7671261515B}"/>
              </a:ext>
            </a:extLst>
          </p:cNvPr>
          <p:cNvSpPr>
            <a:spLocks noGrp="1"/>
          </p:cNvSpPr>
          <p:nvPr/>
        </p:nvSpPr>
        <p:spPr>
          <a:xfrm>
            <a:off x="12222956" y="5238750"/>
            <a:ext cx="26194" cy="547688"/>
          </a:xfrm>
          <a:prstGeom prst="rect">
            <a:avLst/>
          </a:prstGeom>
          <a:solidFill>
            <a:srgbClr val="1D4ED8"/>
          </a:solidFill>
          <a:ln w="13097">
            <a:solidFill>
              <a:srgbClr val="172B4D"/>
            </a:solidFill>
          </a:ln>
        </p:spPr>
      </p:sp>
      <p:sp>
        <p:nvSpPr>
          <p:cNvPr id="1166" name="object-1166">
            <a:extLst>
              <a:ext uri="{FF2B5EF4-FFF2-40B4-BE49-F238E27FC236}">
                <a16:creationId xmlns:a16="http://schemas.microsoft.com/office/drawing/2014/main" id="{2F8E7A0D-08E8-43DD-B753-C27E185B68DE}"/>
              </a:ext>
            </a:extLst>
          </p:cNvPr>
          <p:cNvSpPr>
            <a:spLocks noGrp="1"/>
          </p:cNvSpPr>
          <p:nvPr/>
        </p:nvSpPr>
        <p:spPr>
          <a:xfrm>
            <a:off x="12249150" y="5238750"/>
            <a:ext cx="26194" cy="547688"/>
          </a:xfrm>
          <a:prstGeom prst="rect">
            <a:avLst/>
          </a:prstGeom>
          <a:solidFill>
            <a:srgbClr val="1D4ED8"/>
          </a:solidFill>
          <a:ln w="13097">
            <a:solidFill>
              <a:srgbClr val="172B4D"/>
            </a:solidFill>
          </a:ln>
        </p:spPr>
      </p:sp>
      <p:sp>
        <p:nvSpPr>
          <p:cNvPr id="1167" name="object-1167">
            <a:extLst>
              <a:ext uri="{FF2B5EF4-FFF2-40B4-BE49-F238E27FC236}">
                <a16:creationId xmlns:a16="http://schemas.microsoft.com/office/drawing/2014/main" id="{336BE81A-D12F-44B5-9B19-5289BAA97EC2}"/>
              </a:ext>
            </a:extLst>
          </p:cNvPr>
          <p:cNvSpPr>
            <a:spLocks noGrp="1"/>
          </p:cNvSpPr>
          <p:nvPr/>
        </p:nvSpPr>
        <p:spPr>
          <a:xfrm>
            <a:off x="12275344" y="5238750"/>
            <a:ext cx="26194" cy="547688"/>
          </a:xfrm>
          <a:prstGeom prst="rect">
            <a:avLst/>
          </a:prstGeom>
          <a:solidFill>
            <a:srgbClr val="1D4ED8"/>
          </a:solidFill>
          <a:ln w="13097">
            <a:solidFill>
              <a:srgbClr val="172B4D"/>
            </a:solidFill>
          </a:ln>
        </p:spPr>
      </p:sp>
      <p:sp>
        <p:nvSpPr>
          <p:cNvPr id="1168" name="object-1168">
            <a:extLst>
              <a:ext uri="{FF2B5EF4-FFF2-40B4-BE49-F238E27FC236}">
                <a16:creationId xmlns:a16="http://schemas.microsoft.com/office/drawing/2014/main" id="{43E4C96A-9F4C-4951-A02D-735378898F74}"/>
              </a:ext>
            </a:extLst>
          </p:cNvPr>
          <p:cNvSpPr>
            <a:spLocks noGrp="1"/>
          </p:cNvSpPr>
          <p:nvPr/>
        </p:nvSpPr>
        <p:spPr>
          <a:xfrm>
            <a:off x="12301538" y="5238750"/>
            <a:ext cx="26194" cy="547688"/>
          </a:xfrm>
          <a:prstGeom prst="rect">
            <a:avLst/>
          </a:prstGeom>
          <a:solidFill>
            <a:srgbClr val="1D4ED8"/>
          </a:solidFill>
          <a:ln w="13097">
            <a:solidFill>
              <a:srgbClr val="172B4D"/>
            </a:solidFill>
          </a:ln>
        </p:spPr>
      </p:sp>
      <p:sp>
        <p:nvSpPr>
          <p:cNvPr id="1169" name="object-1169">
            <a:extLst>
              <a:ext uri="{FF2B5EF4-FFF2-40B4-BE49-F238E27FC236}">
                <a16:creationId xmlns:a16="http://schemas.microsoft.com/office/drawing/2014/main" id="{D8654A0E-5A6D-4585-A4A3-6BB15264D7D6}"/>
              </a:ext>
            </a:extLst>
          </p:cNvPr>
          <p:cNvSpPr>
            <a:spLocks noGrp="1"/>
          </p:cNvSpPr>
          <p:nvPr/>
        </p:nvSpPr>
        <p:spPr>
          <a:xfrm>
            <a:off x="12327731" y="5238750"/>
            <a:ext cx="26194" cy="547688"/>
          </a:xfrm>
          <a:prstGeom prst="rect">
            <a:avLst/>
          </a:prstGeom>
          <a:solidFill>
            <a:srgbClr val="1D4ED8"/>
          </a:solidFill>
          <a:ln w="13097">
            <a:solidFill>
              <a:srgbClr val="172B4D"/>
            </a:solidFill>
          </a:ln>
        </p:spPr>
      </p:sp>
      <p:sp>
        <p:nvSpPr>
          <p:cNvPr id="1170" name="object-1170">
            <a:extLst>
              <a:ext uri="{FF2B5EF4-FFF2-40B4-BE49-F238E27FC236}">
                <a16:creationId xmlns:a16="http://schemas.microsoft.com/office/drawing/2014/main" id="{44D1D645-B3E3-4E36-BAE8-405A59B30894}"/>
              </a:ext>
            </a:extLst>
          </p:cNvPr>
          <p:cNvSpPr>
            <a:spLocks noGrp="1"/>
          </p:cNvSpPr>
          <p:nvPr/>
        </p:nvSpPr>
        <p:spPr>
          <a:xfrm>
            <a:off x="12353925" y="5238750"/>
            <a:ext cx="26194" cy="547688"/>
          </a:xfrm>
          <a:prstGeom prst="rect">
            <a:avLst/>
          </a:prstGeom>
          <a:solidFill>
            <a:srgbClr val="1D4ED8"/>
          </a:solidFill>
          <a:ln w="13097">
            <a:solidFill>
              <a:srgbClr val="172B4D"/>
            </a:solidFill>
          </a:ln>
        </p:spPr>
      </p:sp>
      <p:sp>
        <p:nvSpPr>
          <p:cNvPr id="1171" name="object-1171">
            <a:extLst>
              <a:ext uri="{FF2B5EF4-FFF2-40B4-BE49-F238E27FC236}">
                <a16:creationId xmlns:a16="http://schemas.microsoft.com/office/drawing/2014/main" id="{FBC3E83D-9EF1-4515-8A32-6C24B4BEB567}"/>
              </a:ext>
            </a:extLst>
          </p:cNvPr>
          <p:cNvSpPr>
            <a:spLocks noGrp="1"/>
          </p:cNvSpPr>
          <p:nvPr/>
        </p:nvSpPr>
        <p:spPr>
          <a:xfrm>
            <a:off x="12380119" y="5238750"/>
            <a:ext cx="26194" cy="547688"/>
          </a:xfrm>
          <a:prstGeom prst="rect">
            <a:avLst/>
          </a:prstGeom>
          <a:solidFill>
            <a:srgbClr val="1D4ED8"/>
          </a:solidFill>
          <a:ln w="13097">
            <a:solidFill>
              <a:srgbClr val="172B4D"/>
            </a:solidFill>
          </a:ln>
        </p:spPr>
      </p:sp>
      <p:sp>
        <p:nvSpPr>
          <p:cNvPr id="1172" name="object-1172">
            <a:extLst>
              <a:ext uri="{FF2B5EF4-FFF2-40B4-BE49-F238E27FC236}">
                <a16:creationId xmlns:a16="http://schemas.microsoft.com/office/drawing/2014/main" id="{E4B1393E-9AE7-4FC7-B2BB-0DD4F00A99CE}"/>
              </a:ext>
            </a:extLst>
          </p:cNvPr>
          <p:cNvSpPr>
            <a:spLocks noGrp="1"/>
          </p:cNvSpPr>
          <p:nvPr/>
        </p:nvSpPr>
        <p:spPr>
          <a:xfrm>
            <a:off x="12406313" y="5238750"/>
            <a:ext cx="26194" cy="547688"/>
          </a:xfrm>
          <a:prstGeom prst="rect">
            <a:avLst/>
          </a:prstGeom>
          <a:solidFill>
            <a:srgbClr val="1D4ED8"/>
          </a:solidFill>
          <a:ln w="13097">
            <a:solidFill>
              <a:srgbClr val="172B4D"/>
            </a:solidFill>
          </a:ln>
        </p:spPr>
      </p:sp>
      <p:sp>
        <p:nvSpPr>
          <p:cNvPr id="1173" name="object-1173">
            <a:extLst>
              <a:ext uri="{FF2B5EF4-FFF2-40B4-BE49-F238E27FC236}">
                <a16:creationId xmlns:a16="http://schemas.microsoft.com/office/drawing/2014/main" id="{FC05B9F5-D732-4C67-8245-1AEC67DAC252}"/>
              </a:ext>
            </a:extLst>
          </p:cNvPr>
          <p:cNvSpPr>
            <a:spLocks noGrp="1"/>
          </p:cNvSpPr>
          <p:nvPr/>
        </p:nvSpPr>
        <p:spPr>
          <a:xfrm>
            <a:off x="12432506" y="5238750"/>
            <a:ext cx="26194" cy="547688"/>
          </a:xfrm>
          <a:prstGeom prst="rect">
            <a:avLst/>
          </a:prstGeom>
          <a:solidFill>
            <a:srgbClr val="1D4ED8"/>
          </a:solidFill>
          <a:ln w="13097">
            <a:solidFill>
              <a:srgbClr val="172B4D"/>
            </a:solidFill>
          </a:ln>
        </p:spPr>
      </p:sp>
      <p:sp>
        <p:nvSpPr>
          <p:cNvPr id="1174" name="object-1174">
            <a:extLst>
              <a:ext uri="{FF2B5EF4-FFF2-40B4-BE49-F238E27FC236}">
                <a16:creationId xmlns:a16="http://schemas.microsoft.com/office/drawing/2014/main" id="{B3DBF3D3-F8D7-4E96-A6D5-11B1A660366A}"/>
              </a:ext>
            </a:extLst>
          </p:cNvPr>
          <p:cNvSpPr>
            <a:spLocks noGrp="1"/>
          </p:cNvSpPr>
          <p:nvPr/>
        </p:nvSpPr>
        <p:spPr>
          <a:xfrm>
            <a:off x="12458700" y="5238750"/>
            <a:ext cx="26194" cy="547688"/>
          </a:xfrm>
          <a:prstGeom prst="rect">
            <a:avLst/>
          </a:prstGeom>
          <a:solidFill>
            <a:srgbClr val="1D4ED8"/>
          </a:solidFill>
          <a:ln w="13097">
            <a:solidFill>
              <a:srgbClr val="172B4D"/>
            </a:solidFill>
          </a:ln>
        </p:spPr>
      </p:sp>
      <p:sp>
        <p:nvSpPr>
          <p:cNvPr id="1175" name="object-1175">
            <a:extLst>
              <a:ext uri="{FF2B5EF4-FFF2-40B4-BE49-F238E27FC236}">
                <a16:creationId xmlns:a16="http://schemas.microsoft.com/office/drawing/2014/main" id="{DBBDCBC4-466D-4503-A9A7-D26DAC691D4E}"/>
              </a:ext>
            </a:extLst>
          </p:cNvPr>
          <p:cNvSpPr>
            <a:spLocks noGrp="1"/>
          </p:cNvSpPr>
          <p:nvPr/>
        </p:nvSpPr>
        <p:spPr>
          <a:xfrm>
            <a:off x="12484894" y="5238750"/>
            <a:ext cx="26194" cy="547688"/>
          </a:xfrm>
          <a:prstGeom prst="rect">
            <a:avLst/>
          </a:prstGeom>
          <a:solidFill>
            <a:srgbClr val="1D4ED8"/>
          </a:solidFill>
          <a:ln w="13097">
            <a:solidFill>
              <a:srgbClr val="172B4D"/>
            </a:solidFill>
          </a:ln>
        </p:spPr>
      </p:sp>
      <p:sp>
        <p:nvSpPr>
          <p:cNvPr id="1176" name="object-1176">
            <a:extLst>
              <a:ext uri="{FF2B5EF4-FFF2-40B4-BE49-F238E27FC236}">
                <a16:creationId xmlns:a16="http://schemas.microsoft.com/office/drawing/2014/main" id="{EA0A5E44-4322-41C5-B9ED-30CEA44C5164}"/>
              </a:ext>
            </a:extLst>
          </p:cNvPr>
          <p:cNvSpPr>
            <a:spLocks noGrp="1"/>
          </p:cNvSpPr>
          <p:nvPr/>
        </p:nvSpPr>
        <p:spPr>
          <a:xfrm>
            <a:off x="12511088" y="5238750"/>
            <a:ext cx="26194" cy="547688"/>
          </a:xfrm>
          <a:prstGeom prst="rect">
            <a:avLst/>
          </a:prstGeom>
          <a:solidFill>
            <a:srgbClr val="1D4ED8"/>
          </a:solidFill>
          <a:ln w="13097">
            <a:solidFill>
              <a:srgbClr val="172B4D"/>
            </a:solidFill>
          </a:ln>
        </p:spPr>
      </p:sp>
      <p:sp>
        <p:nvSpPr>
          <p:cNvPr id="1177" name="object-1177">
            <a:extLst>
              <a:ext uri="{FF2B5EF4-FFF2-40B4-BE49-F238E27FC236}">
                <a16:creationId xmlns:a16="http://schemas.microsoft.com/office/drawing/2014/main" id="{F6624851-0887-46EA-B812-156AD56749C9}"/>
              </a:ext>
            </a:extLst>
          </p:cNvPr>
          <p:cNvSpPr>
            <a:spLocks noGrp="1"/>
          </p:cNvSpPr>
          <p:nvPr/>
        </p:nvSpPr>
        <p:spPr>
          <a:xfrm>
            <a:off x="12537281" y="5238750"/>
            <a:ext cx="26194" cy="547688"/>
          </a:xfrm>
          <a:prstGeom prst="rect">
            <a:avLst/>
          </a:prstGeom>
          <a:solidFill>
            <a:srgbClr val="1D4ED8"/>
          </a:solidFill>
          <a:ln w="13097">
            <a:solidFill>
              <a:srgbClr val="172B4D"/>
            </a:solidFill>
          </a:ln>
        </p:spPr>
      </p:sp>
      <p:sp>
        <p:nvSpPr>
          <p:cNvPr id="1178" name="object-1178">
            <a:extLst>
              <a:ext uri="{FF2B5EF4-FFF2-40B4-BE49-F238E27FC236}">
                <a16:creationId xmlns:a16="http://schemas.microsoft.com/office/drawing/2014/main" id="{8AC02D5B-7073-4AB8-BD1C-D30FD2D2D8D6}"/>
              </a:ext>
            </a:extLst>
          </p:cNvPr>
          <p:cNvSpPr>
            <a:spLocks noGrp="1"/>
          </p:cNvSpPr>
          <p:nvPr/>
        </p:nvSpPr>
        <p:spPr>
          <a:xfrm>
            <a:off x="12563475" y="5238750"/>
            <a:ext cx="26194" cy="547688"/>
          </a:xfrm>
          <a:prstGeom prst="rect">
            <a:avLst/>
          </a:prstGeom>
          <a:solidFill>
            <a:srgbClr val="1D4ED8"/>
          </a:solidFill>
          <a:ln w="13097">
            <a:solidFill>
              <a:srgbClr val="172B4D"/>
            </a:solidFill>
          </a:ln>
        </p:spPr>
      </p:sp>
      <p:sp>
        <p:nvSpPr>
          <p:cNvPr id="1179" name="object-1179">
            <a:extLst>
              <a:ext uri="{FF2B5EF4-FFF2-40B4-BE49-F238E27FC236}">
                <a16:creationId xmlns:a16="http://schemas.microsoft.com/office/drawing/2014/main" id="{514919EC-7BB9-4AB1-AF46-EA06DFEF741D}"/>
              </a:ext>
            </a:extLst>
          </p:cNvPr>
          <p:cNvSpPr>
            <a:spLocks noGrp="1"/>
          </p:cNvSpPr>
          <p:nvPr/>
        </p:nvSpPr>
        <p:spPr>
          <a:xfrm>
            <a:off x="12589669" y="5238750"/>
            <a:ext cx="26194" cy="547688"/>
          </a:xfrm>
          <a:prstGeom prst="rect">
            <a:avLst/>
          </a:prstGeom>
          <a:solidFill>
            <a:srgbClr val="1D4ED8"/>
          </a:solidFill>
          <a:ln w="13097">
            <a:solidFill>
              <a:srgbClr val="172B4D"/>
            </a:solidFill>
          </a:ln>
        </p:spPr>
      </p:sp>
      <p:sp>
        <p:nvSpPr>
          <p:cNvPr id="1180" name="object-1180">
            <a:extLst>
              <a:ext uri="{FF2B5EF4-FFF2-40B4-BE49-F238E27FC236}">
                <a16:creationId xmlns:a16="http://schemas.microsoft.com/office/drawing/2014/main" id="{E2CD35A6-DD22-4871-B71B-3B889793FA58}"/>
              </a:ext>
            </a:extLst>
          </p:cNvPr>
          <p:cNvSpPr>
            <a:spLocks noGrp="1"/>
          </p:cNvSpPr>
          <p:nvPr/>
        </p:nvSpPr>
        <p:spPr>
          <a:xfrm>
            <a:off x="12615863" y="5238750"/>
            <a:ext cx="26194" cy="547688"/>
          </a:xfrm>
          <a:prstGeom prst="rect">
            <a:avLst/>
          </a:prstGeom>
          <a:solidFill>
            <a:srgbClr val="1D4ED8"/>
          </a:solidFill>
          <a:ln w="13097">
            <a:solidFill>
              <a:srgbClr val="172B4D"/>
            </a:solidFill>
          </a:ln>
        </p:spPr>
      </p:sp>
      <p:sp>
        <p:nvSpPr>
          <p:cNvPr id="1181" name="object-1181">
            <a:extLst>
              <a:ext uri="{FF2B5EF4-FFF2-40B4-BE49-F238E27FC236}">
                <a16:creationId xmlns:a16="http://schemas.microsoft.com/office/drawing/2014/main" id="{E1369FD3-BC85-45BF-B4B9-2FEC64B8A98E}"/>
              </a:ext>
            </a:extLst>
          </p:cNvPr>
          <p:cNvSpPr>
            <a:spLocks noGrp="1"/>
          </p:cNvSpPr>
          <p:nvPr/>
        </p:nvSpPr>
        <p:spPr>
          <a:xfrm>
            <a:off x="12642056" y="5238750"/>
            <a:ext cx="26194" cy="547688"/>
          </a:xfrm>
          <a:prstGeom prst="rect">
            <a:avLst/>
          </a:prstGeom>
          <a:solidFill>
            <a:srgbClr val="1D4ED8"/>
          </a:solidFill>
          <a:ln w="13097">
            <a:solidFill>
              <a:srgbClr val="172B4D"/>
            </a:solidFill>
          </a:ln>
        </p:spPr>
      </p:sp>
      <p:sp>
        <p:nvSpPr>
          <p:cNvPr id="1182" name="object-1182">
            <a:extLst>
              <a:ext uri="{FF2B5EF4-FFF2-40B4-BE49-F238E27FC236}">
                <a16:creationId xmlns:a16="http://schemas.microsoft.com/office/drawing/2014/main" id="{265E57D8-52F1-4AED-B584-BEAE32FFEC72}"/>
              </a:ext>
            </a:extLst>
          </p:cNvPr>
          <p:cNvSpPr>
            <a:spLocks noGrp="1"/>
          </p:cNvSpPr>
          <p:nvPr/>
        </p:nvSpPr>
        <p:spPr>
          <a:xfrm>
            <a:off x="12668250" y="5238750"/>
            <a:ext cx="26194" cy="547688"/>
          </a:xfrm>
          <a:prstGeom prst="rect">
            <a:avLst/>
          </a:prstGeom>
          <a:solidFill>
            <a:srgbClr val="1D4ED8"/>
          </a:solidFill>
          <a:ln w="13097">
            <a:solidFill>
              <a:srgbClr val="172B4D"/>
            </a:solidFill>
          </a:ln>
        </p:spPr>
      </p:sp>
      <p:sp>
        <p:nvSpPr>
          <p:cNvPr id="1183" name="object-1183">
            <a:extLst>
              <a:ext uri="{FF2B5EF4-FFF2-40B4-BE49-F238E27FC236}">
                <a16:creationId xmlns:a16="http://schemas.microsoft.com/office/drawing/2014/main" id="{7FA9FC35-83DE-4614-9EA6-A72FA2A941B8}"/>
              </a:ext>
            </a:extLst>
          </p:cNvPr>
          <p:cNvSpPr>
            <a:spLocks noGrp="1"/>
          </p:cNvSpPr>
          <p:nvPr/>
        </p:nvSpPr>
        <p:spPr>
          <a:xfrm>
            <a:off x="12694444" y="5238750"/>
            <a:ext cx="26194" cy="547688"/>
          </a:xfrm>
          <a:prstGeom prst="rect">
            <a:avLst/>
          </a:prstGeom>
          <a:solidFill>
            <a:srgbClr val="1D4ED8"/>
          </a:solidFill>
          <a:ln w="13097">
            <a:solidFill>
              <a:srgbClr val="172B4D"/>
            </a:solidFill>
          </a:ln>
        </p:spPr>
      </p:sp>
      <p:sp>
        <p:nvSpPr>
          <p:cNvPr id="1184" name="object-1184">
            <a:extLst>
              <a:ext uri="{FF2B5EF4-FFF2-40B4-BE49-F238E27FC236}">
                <a16:creationId xmlns:a16="http://schemas.microsoft.com/office/drawing/2014/main" id="{BFA90C8A-5ED9-4D1E-A18C-7A66830A335B}"/>
              </a:ext>
            </a:extLst>
          </p:cNvPr>
          <p:cNvSpPr>
            <a:spLocks noGrp="1"/>
          </p:cNvSpPr>
          <p:nvPr/>
        </p:nvSpPr>
        <p:spPr>
          <a:xfrm>
            <a:off x="12720638" y="5238750"/>
            <a:ext cx="26194" cy="547688"/>
          </a:xfrm>
          <a:prstGeom prst="rect">
            <a:avLst/>
          </a:prstGeom>
          <a:solidFill>
            <a:srgbClr val="1D4ED8"/>
          </a:solidFill>
          <a:ln w="13097">
            <a:solidFill>
              <a:srgbClr val="172B4D"/>
            </a:solidFill>
          </a:ln>
        </p:spPr>
      </p:sp>
      <p:sp>
        <p:nvSpPr>
          <p:cNvPr id="1185" name="object-1185">
            <a:extLst>
              <a:ext uri="{FF2B5EF4-FFF2-40B4-BE49-F238E27FC236}">
                <a16:creationId xmlns:a16="http://schemas.microsoft.com/office/drawing/2014/main" id="{6393049A-64D9-48B8-9700-103BBCDC3ED0}"/>
              </a:ext>
            </a:extLst>
          </p:cNvPr>
          <p:cNvSpPr>
            <a:spLocks noGrp="1"/>
          </p:cNvSpPr>
          <p:nvPr/>
        </p:nvSpPr>
        <p:spPr>
          <a:xfrm>
            <a:off x="12746831" y="5238750"/>
            <a:ext cx="26194" cy="547688"/>
          </a:xfrm>
          <a:prstGeom prst="rect">
            <a:avLst/>
          </a:prstGeom>
          <a:solidFill>
            <a:srgbClr val="FFFFFF"/>
          </a:solidFill>
          <a:ln w="13097">
            <a:solidFill>
              <a:srgbClr val="172B4D"/>
            </a:solidFill>
          </a:ln>
        </p:spPr>
      </p:sp>
      <p:sp>
        <p:nvSpPr>
          <p:cNvPr id="1186" name="object-1186">
            <a:extLst>
              <a:ext uri="{FF2B5EF4-FFF2-40B4-BE49-F238E27FC236}">
                <a16:creationId xmlns:a16="http://schemas.microsoft.com/office/drawing/2014/main" id="{ED39DCCA-0526-4DCB-9F3E-91DEBCFE886B}"/>
              </a:ext>
            </a:extLst>
          </p:cNvPr>
          <p:cNvSpPr>
            <a:spLocks noGrp="1"/>
          </p:cNvSpPr>
          <p:nvPr/>
        </p:nvSpPr>
        <p:spPr>
          <a:xfrm>
            <a:off x="12773025" y="5238750"/>
            <a:ext cx="26194" cy="547688"/>
          </a:xfrm>
          <a:prstGeom prst="rect">
            <a:avLst/>
          </a:prstGeom>
          <a:solidFill>
            <a:srgbClr val="FFFFFF"/>
          </a:solidFill>
          <a:ln w="13097">
            <a:solidFill>
              <a:srgbClr val="172B4D"/>
            </a:solidFill>
          </a:ln>
        </p:spPr>
      </p:sp>
      <p:sp>
        <p:nvSpPr>
          <p:cNvPr id="1187" name="object-1187">
            <a:extLst>
              <a:ext uri="{FF2B5EF4-FFF2-40B4-BE49-F238E27FC236}">
                <a16:creationId xmlns:a16="http://schemas.microsoft.com/office/drawing/2014/main" id="{14F1E500-7154-472A-A467-0790A687E0CF}"/>
              </a:ext>
            </a:extLst>
          </p:cNvPr>
          <p:cNvSpPr>
            <a:spLocks noGrp="1"/>
          </p:cNvSpPr>
          <p:nvPr/>
        </p:nvSpPr>
        <p:spPr>
          <a:xfrm>
            <a:off x="12799219" y="5238750"/>
            <a:ext cx="26194" cy="547688"/>
          </a:xfrm>
          <a:prstGeom prst="rect">
            <a:avLst/>
          </a:prstGeom>
          <a:solidFill>
            <a:srgbClr val="FFFFFF"/>
          </a:solidFill>
          <a:ln w="13097">
            <a:solidFill>
              <a:srgbClr val="172B4D"/>
            </a:solidFill>
          </a:ln>
        </p:spPr>
      </p:sp>
      <p:sp>
        <p:nvSpPr>
          <p:cNvPr id="1188" name="object-1188">
            <a:extLst>
              <a:ext uri="{FF2B5EF4-FFF2-40B4-BE49-F238E27FC236}">
                <a16:creationId xmlns:a16="http://schemas.microsoft.com/office/drawing/2014/main" id="{CD01C572-41AA-4EDC-88F2-FE0B213BD834}"/>
              </a:ext>
            </a:extLst>
          </p:cNvPr>
          <p:cNvSpPr>
            <a:spLocks noGrp="1"/>
          </p:cNvSpPr>
          <p:nvPr/>
        </p:nvSpPr>
        <p:spPr>
          <a:xfrm>
            <a:off x="12825413" y="5238750"/>
            <a:ext cx="26194" cy="547688"/>
          </a:xfrm>
          <a:prstGeom prst="rect">
            <a:avLst/>
          </a:prstGeom>
          <a:solidFill>
            <a:srgbClr val="FFFFFF"/>
          </a:solidFill>
          <a:ln w="13097">
            <a:solidFill>
              <a:srgbClr val="172B4D"/>
            </a:solidFill>
          </a:ln>
        </p:spPr>
      </p:sp>
      <p:sp>
        <p:nvSpPr>
          <p:cNvPr id="1189" name="object-1189">
            <a:extLst>
              <a:ext uri="{FF2B5EF4-FFF2-40B4-BE49-F238E27FC236}">
                <a16:creationId xmlns:a16="http://schemas.microsoft.com/office/drawing/2014/main" id="{8297BD68-15A1-4F5D-8824-E418E13350E5}"/>
              </a:ext>
            </a:extLst>
          </p:cNvPr>
          <p:cNvSpPr>
            <a:spLocks noGrp="1"/>
          </p:cNvSpPr>
          <p:nvPr/>
        </p:nvSpPr>
        <p:spPr>
          <a:xfrm>
            <a:off x="12851606" y="5238750"/>
            <a:ext cx="26194" cy="547688"/>
          </a:xfrm>
          <a:prstGeom prst="rect">
            <a:avLst/>
          </a:prstGeom>
          <a:solidFill>
            <a:srgbClr val="FFFFFF"/>
          </a:solidFill>
          <a:ln w="13097">
            <a:solidFill>
              <a:srgbClr val="172B4D"/>
            </a:solidFill>
          </a:ln>
        </p:spPr>
      </p:sp>
      <p:sp>
        <p:nvSpPr>
          <p:cNvPr id="1190" name="object-1190">
            <a:extLst>
              <a:ext uri="{FF2B5EF4-FFF2-40B4-BE49-F238E27FC236}">
                <a16:creationId xmlns:a16="http://schemas.microsoft.com/office/drawing/2014/main" id="{A36DA326-3C88-4BA5-A7EB-27BA6F4E3F21}"/>
              </a:ext>
            </a:extLst>
          </p:cNvPr>
          <p:cNvSpPr>
            <a:spLocks noGrp="1"/>
          </p:cNvSpPr>
          <p:nvPr/>
        </p:nvSpPr>
        <p:spPr>
          <a:xfrm>
            <a:off x="12877800" y="5238750"/>
            <a:ext cx="26194" cy="547688"/>
          </a:xfrm>
          <a:prstGeom prst="rect">
            <a:avLst/>
          </a:prstGeom>
          <a:solidFill>
            <a:srgbClr val="FFFFFF"/>
          </a:solidFill>
          <a:ln w="13097">
            <a:solidFill>
              <a:srgbClr val="172B4D"/>
            </a:solidFill>
          </a:ln>
        </p:spPr>
      </p:sp>
      <p:sp>
        <p:nvSpPr>
          <p:cNvPr id="1191" name="object-1191">
            <a:extLst>
              <a:ext uri="{FF2B5EF4-FFF2-40B4-BE49-F238E27FC236}">
                <a16:creationId xmlns:a16="http://schemas.microsoft.com/office/drawing/2014/main" id="{564390FF-8B80-46A1-A141-7E7F98F5BCC3}"/>
              </a:ext>
            </a:extLst>
          </p:cNvPr>
          <p:cNvSpPr>
            <a:spLocks noGrp="1"/>
          </p:cNvSpPr>
          <p:nvPr/>
        </p:nvSpPr>
        <p:spPr>
          <a:xfrm>
            <a:off x="12903994" y="5238750"/>
            <a:ext cx="26194" cy="547688"/>
          </a:xfrm>
          <a:prstGeom prst="rect">
            <a:avLst/>
          </a:prstGeom>
          <a:solidFill>
            <a:srgbClr val="FFFFFF"/>
          </a:solidFill>
          <a:ln w="13097">
            <a:solidFill>
              <a:srgbClr val="172B4D"/>
            </a:solidFill>
          </a:ln>
        </p:spPr>
      </p:sp>
      <p:sp>
        <p:nvSpPr>
          <p:cNvPr id="1192" name="object-1192">
            <a:extLst>
              <a:ext uri="{FF2B5EF4-FFF2-40B4-BE49-F238E27FC236}">
                <a16:creationId xmlns:a16="http://schemas.microsoft.com/office/drawing/2014/main" id="{3624B49D-8146-47E6-9F92-CA2C648CBFF4}"/>
              </a:ext>
            </a:extLst>
          </p:cNvPr>
          <p:cNvSpPr>
            <a:spLocks noGrp="1"/>
          </p:cNvSpPr>
          <p:nvPr/>
        </p:nvSpPr>
        <p:spPr>
          <a:xfrm>
            <a:off x="12930188" y="5238750"/>
            <a:ext cx="26194" cy="547688"/>
          </a:xfrm>
          <a:prstGeom prst="rect">
            <a:avLst/>
          </a:prstGeom>
          <a:solidFill>
            <a:srgbClr val="FFFFFF"/>
          </a:solidFill>
          <a:ln w="13097">
            <a:solidFill>
              <a:srgbClr val="172B4D"/>
            </a:solidFill>
          </a:ln>
        </p:spPr>
      </p:sp>
      <p:sp>
        <p:nvSpPr>
          <p:cNvPr id="1193" name="object-1193">
            <a:extLst>
              <a:ext uri="{FF2B5EF4-FFF2-40B4-BE49-F238E27FC236}">
                <a16:creationId xmlns:a16="http://schemas.microsoft.com/office/drawing/2014/main" id="{AF73413D-A61E-40AF-A1E8-13D51B6F882A}"/>
              </a:ext>
            </a:extLst>
          </p:cNvPr>
          <p:cNvSpPr>
            <a:spLocks noGrp="1"/>
          </p:cNvSpPr>
          <p:nvPr/>
        </p:nvSpPr>
        <p:spPr>
          <a:xfrm>
            <a:off x="12956381" y="5238750"/>
            <a:ext cx="26194" cy="547688"/>
          </a:xfrm>
          <a:prstGeom prst="rect">
            <a:avLst/>
          </a:prstGeom>
          <a:solidFill>
            <a:srgbClr val="FFFFFF"/>
          </a:solidFill>
          <a:ln w="13097">
            <a:solidFill>
              <a:srgbClr val="172B4D"/>
            </a:solidFill>
          </a:ln>
        </p:spPr>
      </p:sp>
      <p:sp>
        <p:nvSpPr>
          <p:cNvPr id="1194" name="object-1194">
            <a:extLst>
              <a:ext uri="{FF2B5EF4-FFF2-40B4-BE49-F238E27FC236}">
                <a16:creationId xmlns:a16="http://schemas.microsoft.com/office/drawing/2014/main" id="{C00C5755-7364-4017-8105-1C34EE0B4DDE}"/>
              </a:ext>
            </a:extLst>
          </p:cNvPr>
          <p:cNvSpPr>
            <a:spLocks noGrp="1"/>
          </p:cNvSpPr>
          <p:nvPr/>
        </p:nvSpPr>
        <p:spPr>
          <a:xfrm>
            <a:off x="12982575" y="5238750"/>
            <a:ext cx="26194" cy="547688"/>
          </a:xfrm>
          <a:prstGeom prst="rect">
            <a:avLst/>
          </a:prstGeom>
          <a:solidFill>
            <a:srgbClr val="FFFFFF"/>
          </a:solidFill>
          <a:ln w="13097">
            <a:solidFill>
              <a:srgbClr val="172B4D"/>
            </a:solidFill>
          </a:ln>
        </p:spPr>
      </p:sp>
      <p:sp>
        <p:nvSpPr>
          <p:cNvPr id="1195" name="object-1195">
            <a:extLst>
              <a:ext uri="{FF2B5EF4-FFF2-40B4-BE49-F238E27FC236}">
                <a16:creationId xmlns:a16="http://schemas.microsoft.com/office/drawing/2014/main" id="{0825AE9C-C6E7-4C91-81DE-CD9B17C8035A}"/>
              </a:ext>
            </a:extLst>
          </p:cNvPr>
          <p:cNvSpPr>
            <a:spLocks noGrp="1"/>
          </p:cNvSpPr>
          <p:nvPr/>
        </p:nvSpPr>
        <p:spPr>
          <a:xfrm>
            <a:off x="13008769" y="5238750"/>
            <a:ext cx="26194" cy="547688"/>
          </a:xfrm>
          <a:prstGeom prst="rect">
            <a:avLst/>
          </a:prstGeom>
          <a:solidFill>
            <a:srgbClr val="FFFFFF"/>
          </a:solidFill>
          <a:ln w="13097">
            <a:solidFill>
              <a:srgbClr val="172B4D"/>
            </a:solidFill>
          </a:ln>
        </p:spPr>
      </p:sp>
      <p:sp>
        <p:nvSpPr>
          <p:cNvPr id="1196" name="object-1196">
            <a:extLst>
              <a:ext uri="{FF2B5EF4-FFF2-40B4-BE49-F238E27FC236}">
                <a16:creationId xmlns:a16="http://schemas.microsoft.com/office/drawing/2014/main" id="{BE3DAC49-6EEA-4704-A24D-7FFCF3076485}"/>
              </a:ext>
            </a:extLst>
          </p:cNvPr>
          <p:cNvSpPr>
            <a:spLocks noGrp="1"/>
          </p:cNvSpPr>
          <p:nvPr/>
        </p:nvSpPr>
        <p:spPr>
          <a:xfrm>
            <a:off x="13034963" y="5238750"/>
            <a:ext cx="26194" cy="547688"/>
          </a:xfrm>
          <a:prstGeom prst="rect">
            <a:avLst/>
          </a:prstGeom>
          <a:solidFill>
            <a:srgbClr val="FFFFFF"/>
          </a:solidFill>
          <a:ln w="13097">
            <a:solidFill>
              <a:srgbClr val="172B4D"/>
            </a:solidFill>
          </a:ln>
        </p:spPr>
      </p:sp>
      <p:sp>
        <p:nvSpPr>
          <p:cNvPr id="1197" name="object-1197">
            <a:extLst>
              <a:ext uri="{FF2B5EF4-FFF2-40B4-BE49-F238E27FC236}">
                <a16:creationId xmlns:a16="http://schemas.microsoft.com/office/drawing/2014/main" id="{9F9739DE-3202-403A-AB6E-82C6B311C4AD}"/>
              </a:ext>
            </a:extLst>
          </p:cNvPr>
          <p:cNvSpPr>
            <a:spLocks noGrp="1"/>
          </p:cNvSpPr>
          <p:nvPr/>
        </p:nvSpPr>
        <p:spPr>
          <a:xfrm>
            <a:off x="13061156" y="5238750"/>
            <a:ext cx="26194" cy="547688"/>
          </a:xfrm>
          <a:prstGeom prst="rect">
            <a:avLst/>
          </a:prstGeom>
          <a:solidFill>
            <a:srgbClr val="FFFFFF"/>
          </a:solidFill>
          <a:ln w="13097">
            <a:solidFill>
              <a:srgbClr val="172B4D"/>
            </a:solidFill>
          </a:ln>
        </p:spPr>
      </p:sp>
      <p:sp>
        <p:nvSpPr>
          <p:cNvPr id="1198" name="object-1198">
            <a:extLst>
              <a:ext uri="{FF2B5EF4-FFF2-40B4-BE49-F238E27FC236}">
                <a16:creationId xmlns:a16="http://schemas.microsoft.com/office/drawing/2014/main" id="{3F5221F9-EF6A-4F28-9B24-0CF2BED9E3A8}"/>
              </a:ext>
            </a:extLst>
          </p:cNvPr>
          <p:cNvSpPr>
            <a:spLocks noGrp="1"/>
          </p:cNvSpPr>
          <p:nvPr/>
        </p:nvSpPr>
        <p:spPr>
          <a:xfrm>
            <a:off x="13087350" y="5238750"/>
            <a:ext cx="26194" cy="547688"/>
          </a:xfrm>
          <a:prstGeom prst="rect">
            <a:avLst/>
          </a:prstGeom>
          <a:solidFill>
            <a:srgbClr val="FFFFFF"/>
          </a:solidFill>
          <a:ln w="13097">
            <a:solidFill>
              <a:srgbClr val="172B4D"/>
            </a:solidFill>
          </a:ln>
        </p:spPr>
      </p:sp>
      <p:sp>
        <p:nvSpPr>
          <p:cNvPr id="1199" name="object-1199">
            <a:extLst>
              <a:ext uri="{FF2B5EF4-FFF2-40B4-BE49-F238E27FC236}">
                <a16:creationId xmlns:a16="http://schemas.microsoft.com/office/drawing/2014/main" id="{8C6FA0CA-77FE-4F98-8BAF-FD451C119CD9}"/>
              </a:ext>
            </a:extLst>
          </p:cNvPr>
          <p:cNvSpPr>
            <a:spLocks noGrp="1"/>
          </p:cNvSpPr>
          <p:nvPr/>
        </p:nvSpPr>
        <p:spPr>
          <a:xfrm>
            <a:off x="13113544" y="5238750"/>
            <a:ext cx="26194" cy="547688"/>
          </a:xfrm>
          <a:prstGeom prst="rect">
            <a:avLst/>
          </a:prstGeom>
          <a:solidFill>
            <a:srgbClr val="FFFFFF"/>
          </a:solidFill>
          <a:ln w="13097">
            <a:solidFill>
              <a:srgbClr val="172B4D"/>
            </a:solidFill>
          </a:ln>
        </p:spPr>
      </p:sp>
      <p:sp>
        <p:nvSpPr>
          <p:cNvPr id="1200" name="object-1200">
            <a:extLst>
              <a:ext uri="{FF2B5EF4-FFF2-40B4-BE49-F238E27FC236}">
                <a16:creationId xmlns:a16="http://schemas.microsoft.com/office/drawing/2014/main" id="{ECB226BB-8049-43F2-A751-A92C9EBE769B}"/>
              </a:ext>
            </a:extLst>
          </p:cNvPr>
          <p:cNvSpPr>
            <a:spLocks noGrp="1"/>
          </p:cNvSpPr>
          <p:nvPr/>
        </p:nvSpPr>
        <p:spPr>
          <a:xfrm>
            <a:off x="13139738" y="5238750"/>
            <a:ext cx="26194" cy="547688"/>
          </a:xfrm>
          <a:prstGeom prst="rect">
            <a:avLst/>
          </a:prstGeom>
          <a:solidFill>
            <a:srgbClr val="FFFFFF"/>
          </a:solidFill>
          <a:ln w="13097">
            <a:solidFill>
              <a:srgbClr val="172B4D"/>
            </a:solidFill>
          </a:ln>
        </p:spPr>
      </p:sp>
      <p:sp>
        <p:nvSpPr>
          <p:cNvPr id="1201" name="object-1201">
            <a:extLst>
              <a:ext uri="{FF2B5EF4-FFF2-40B4-BE49-F238E27FC236}">
                <a16:creationId xmlns:a16="http://schemas.microsoft.com/office/drawing/2014/main" id="{E41B4850-C926-4E06-B21D-A69DAA1A8F8A}"/>
              </a:ext>
            </a:extLst>
          </p:cNvPr>
          <p:cNvSpPr>
            <a:spLocks noGrp="1"/>
          </p:cNvSpPr>
          <p:nvPr/>
        </p:nvSpPr>
        <p:spPr>
          <a:xfrm>
            <a:off x="13165931" y="5238750"/>
            <a:ext cx="26194" cy="547688"/>
          </a:xfrm>
          <a:prstGeom prst="rect">
            <a:avLst/>
          </a:prstGeom>
          <a:solidFill>
            <a:srgbClr val="FFFFFF"/>
          </a:solidFill>
          <a:ln w="13097">
            <a:solidFill>
              <a:srgbClr val="172B4D"/>
            </a:solidFill>
          </a:ln>
        </p:spPr>
      </p:sp>
      <p:sp>
        <p:nvSpPr>
          <p:cNvPr id="1202" name="object-1202">
            <a:extLst>
              <a:ext uri="{FF2B5EF4-FFF2-40B4-BE49-F238E27FC236}">
                <a16:creationId xmlns:a16="http://schemas.microsoft.com/office/drawing/2014/main" id="{5CBE8C45-7998-451D-8227-F6278170EE0C}"/>
              </a:ext>
            </a:extLst>
          </p:cNvPr>
          <p:cNvSpPr>
            <a:spLocks noGrp="1"/>
          </p:cNvSpPr>
          <p:nvPr/>
        </p:nvSpPr>
        <p:spPr>
          <a:xfrm>
            <a:off x="13192125" y="5238750"/>
            <a:ext cx="26194" cy="547688"/>
          </a:xfrm>
          <a:prstGeom prst="rect">
            <a:avLst/>
          </a:prstGeom>
          <a:solidFill>
            <a:srgbClr val="FFFFFF"/>
          </a:solidFill>
          <a:ln w="13097">
            <a:solidFill>
              <a:srgbClr val="172B4D"/>
            </a:solidFill>
          </a:ln>
        </p:spPr>
      </p:sp>
      <p:sp>
        <p:nvSpPr>
          <p:cNvPr id="1203" name="object-1203">
            <a:extLst>
              <a:ext uri="{FF2B5EF4-FFF2-40B4-BE49-F238E27FC236}">
                <a16:creationId xmlns:a16="http://schemas.microsoft.com/office/drawing/2014/main" id="{D5CB96E7-8ADE-40D9-B439-1B53FAA9BF8A}"/>
              </a:ext>
            </a:extLst>
          </p:cNvPr>
          <p:cNvSpPr>
            <a:spLocks noGrp="1"/>
          </p:cNvSpPr>
          <p:nvPr/>
        </p:nvSpPr>
        <p:spPr>
          <a:xfrm>
            <a:off x="13218319" y="5238750"/>
            <a:ext cx="26194" cy="547688"/>
          </a:xfrm>
          <a:prstGeom prst="rect">
            <a:avLst/>
          </a:prstGeom>
          <a:solidFill>
            <a:srgbClr val="FFFFFF"/>
          </a:solidFill>
          <a:ln w="13097">
            <a:solidFill>
              <a:srgbClr val="172B4D"/>
            </a:solidFill>
          </a:ln>
        </p:spPr>
      </p:sp>
      <p:sp>
        <p:nvSpPr>
          <p:cNvPr id="1204" name="object-1204">
            <a:extLst>
              <a:ext uri="{FF2B5EF4-FFF2-40B4-BE49-F238E27FC236}">
                <a16:creationId xmlns:a16="http://schemas.microsoft.com/office/drawing/2014/main" id="{C8D8AC7E-6F4E-4194-87CD-A78230F20CDA}"/>
              </a:ext>
            </a:extLst>
          </p:cNvPr>
          <p:cNvSpPr>
            <a:spLocks noGrp="1"/>
          </p:cNvSpPr>
          <p:nvPr/>
        </p:nvSpPr>
        <p:spPr>
          <a:xfrm>
            <a:off x="13244513" y="5238750"/>
            <a:ext cx="26194" cy="547688"/>
          </a:xfrm>
          <a:prstGeom prst="rect">
            <a:avLst/>
          </a:prstGeom>
          <a:solidFill>
            <a:srgbClr val="FFFFFF"/>
          </a:solidFill>
          <a:ln w="13097">
            <a:solidFill>
              <a:srgbClr val="172B4D"/>
            </a:solidFill>
          </a:ln>
        </p:spPr>
      </p:sp>
      <p:sp>
        <p:nvSpPr>
          <p:cNvPr id="1205" name="object-1205">
            <a:extLst>
              <a:ext uri="{FF2B5EF4-FFF2-40B4-BE49-F238E27FC236}">
                <a16:creationId xmlns:a16="http://schemas.microsoft.com/office/drawing/2014/main" id="{8B45B75F-36CB-49EC-92D6-50A9D19AAEBB}"/>
              </a:ext>
            </a:extLst>
          </p:cNvPr>
          <p:cNvSpPr>
            <a:spLocks noGrp="1"/>
          </p:cNvSpPr>
          <p:nvPr/>
        </p:nvSpPr>
        <p:spPr>
          <a:xfrm>
            <a:off x="13270706" y="5238750"/>
            <a:ext cx="26194" cy="547688"/>
          </a:xfrm>
          <a:prstGeom prst="rect">
            <a:avLst/>
          </a:prstGeom>
          <a:solidFill>
            <a:srgbClr val="FFFFFF"/>
          </a:solidFill>
          <a:ln w="13097">
            <a:solidFill>
              <a:srgbClr val="172B4D"/>
            </a:solidFill>
          </a:ln>
        </p:spPr>
      </p:sp>
      <p:sp>
        <p:nvSpPr>
          <p:cNvPr id="1206" name="object-1206">
            <a:extLst>
              <a:ext uri="{FF2B5EF4-FFF2-40B4-BE49-F238E27FC236}">
                <a16:creationId xmlns:a16="http://schemas.microsoft.com/office/drawing/2014/main" id="{1E9B89FD-81E5-4F76-AD23-CE38783A6CBC}"/>
              </a:ext>
            </a:extLst>
          </p:cNvPr>
          <p:cNvSpPr>
            <a:spLocks noGrp="1"/>
          </p:cNvSpPr>
          <p:nvPr/>
        </p:nvSpPr>
        <p:spPr>
          <a:xfrm>
            <a:off x="13296900" y="5238750"/>
            <a:ext cx="26194" cy="547688"/>
          </a:xfrm>
          <a:prstGeom prst="rect">
            <a:avLst/>
          </a:prstGeom>
          <a:solidFill>
            <a:srgbClr val="FFFFFF"/>
          </a:solidFill>
          <a:ln w="13097">
            <a:solidFill>
              <a:srgbClr val="172B4D"/>
            </a:solidFill>
          </a:ln>
        </p:spPr>
      </p:sp>
      <p:sp>
        <p:nvSpPr>
          <p:cNvPr id="1207" name="object-1207">
            <a:extLst>
              <a:ext uri="{FF2B5EF4-FFF2-40B4-BE49-F238E27FC236}">
                <a16:creationId xmlns:a16="http://schemas.microsoft.com/office/drawing/2014/main" id="{F61EDA2B-17E4-45A2-9852-CD32B1F1C995}"/>
              </a:ext>
            </a:extLst>
          </p:cNvPr>
          <p:cNvSpPr>
            <a:spLocks noGrp="1"/>
          </p:cNvSpPr>
          <p:nvPr/>
        </p:nvSpPr>
        <p:spPr>
          <a:xfrm>
            <a:off x="13323094" y="5238750"/>
            <a:ext cx="26194" cy="547688"/>
          </a:xfrm>
          <a:prstGeom prst="rect">
            <a:avLst/>
          </a:prstGeom>
          <a:solidFill>
            <a:srgbClr val="FFFFFF"/>
          </a:solidFill>
          <a:ln w="13097">
            <a:solidFill>
              <a:srgbClr val="172B4D"/>
            </a:solidFill>
          </a:ln>
        </p:spPr>
      </p:sp>
      <p:sp>
        <p:nvSpPr>
          <p:cNvPr id="1208" name="object-1208">
            <a:extLst>
              <a:ext uri="{FF2B5EF4-FFF2-40B4-BE49-F238E27FC236}">
                <a16:creationId xmlns:a16="http://schemas.microsoft.com/office/drawing/2014/main" id="{AAF4072C-E970-4BC4-887F-DD30E2452642}"/>
              </a:ext>
            </a:extLst>
          </p:cNvPr>
          <p:cNvSpPr>
            <a:spLocks noGrp="1"/>
          </p:cNvSpPr>
          <p:nvPr/>
        </p:nvSpPr>
        <p:spPr>
          <a:xfrm>
            <a:off x="13349288" y="5238750"/>
            <a:ext cx="26194" cy="547688"/>
          </a:xfrm>
          <a:prstGeom prst="rect">
            <a:avLst/>
          </a:prstGeom>
          <a:solidFill>
            <a:srgbClr val="FFFFFF"/>
          </a:solidFill>
          <a:ln w="13097">
            <a:solidFill>
              <a:srgbClr val="172B4D"/>
            </a:solidFill>
          </a:ln>
        </p:spPr>
      </p:sp>
      <p:sp>
        <p:nvSpPr>
          <p:cNvPr id="1209" name="object-1209">
            <a:extLst>
              <a:ext uri="{FF2B5EF4-FFF2-40B4-BE49-F238E27FC236}">
                <a16:creationId xmlns:a16="http://schemas.microsoft.com/office/drawing/2014/main" id="{E7C835ED-D04D-436B-AA37-5C0B6B078306}"/>
              </a:ext>
            </a:extLst>
          </p:cNvPr>
          <p:cNvSpPr>
            <a:spLocks noGrp="1"/>
          </p:cNvSpPr>
          <p:nvPr/>
        </p:nvSpPr>
        <p:spPr>
          <a:xfrm>
            <a:off x="13375481" y="5238750"/>
            <a:ext cx="26194" cy="547688"/>
          </a:xfrm>
          <a:prstGeom prst="rect">
            <a:avLst/>
          </a:prstGeom>
          <a:solidFill>
            <a:srgbClr val="FFFFFF"/>
          </a:solidFill>
          <a:ln w="13097">
            <a:solidFill>
              <a:srgbClr val="172B4D"/>
            </a:solidFill>
          </a:ln>
        </p:spPr>
      </p:sp>
      <p:sp>
        <p:nvSpPr>
          <p:cNvPr id="1210" name="object-1210">
            <a:extLst>
              <a:ext uri="{FF2B5EF4-FFF2-40B4-BE49-F238E27FC236}">
                <a16:creationId xmlns:a16="http://schemas.microsoft.com/office/drawing/2014/main" id="{555348B1-C1FE-433B-BC86-69C47B92CDB2}"/>
              </a:ext>
            </a:extLst>
          </p:cNvPr>
          <p:cNvSpPr>
            <a:spLocks noGrp="1"/>
          </p:cNvSpPr>
          <p:nvPr/>
        </p:nvSpPr>
        <p:spPr>
          <a:xfrm>
            <a:off x="13401675" y="5238750"/>
            <a:ext cx="26194" cy="547688"/>
          </a:xfrm>
          <a:prstGeom prst="rect">
            <a:avLst/>
          </a:prstGeom>
          <a:solidFill>
            <a:srgbClr val="FFFFFF"/>
          </a:solidFill>
          <a:ln w="13097">
            <a:solidFill>
              <a:srgbClr val="172B4D"/>
            </a:solidFill>
          </a:ln>
        </p:spPr>
      </p:sp>
      <p:sp>
        <p:nvSpPr>
          <p:cNvPr id="1211" name="object-1211">
            <a:extLst>
              <a:ext uri="{FF2B5EF4-FFF2-40B4-BE49-F238E27FC236}">
                <a16:creationId xmlns:a16="http://schemas.microsoft.com/office/drawing/2014/main" id="{95FCBF9A-8D5E-4B4A-AB51-B4A1313EA09C}"/>
              </a:ext>
            </a:extLst>
          </p:cNvPr>
          <p:cNvSpPr>
            <a:spLocks noGrp="1"/>
          </p:cNvSpPr>
          <p:nvPr/>
        </p:nvSpPr>
        <p:spPr>
          <a:xfrm>
            <a:off x="13427869" y="5238750"/>
            <a:ext cx="26194" cy="547688"/>
          </a:xfrm>
          <a:prstGeom prst="rect">
            <a:avLst/>
          </a:prstGeom>
          <a:solidFill>
            <a:srgbClr val="FFFFFF"/>
          </a:solidFill>
          <a:ln w="13097">
            <a:solidFill>
              <a:srgbClr val="172B4D"/>
            </a:solidFill>
          </a:ln>
        </p:spPr>
      </p:sp>
      <p:sp>
        <p:nvSpPr>
          <p:cNvPr id="1212" name="object-1212">
            <a:extLst>
              <a:ext uri="{FF2B5EF4-FFF2-40B4-BE49-F238E27FC236}">
                <a16:creationId xmlns:a16="http://schemas.microsoft.com/office/drawing/2014/main" id="{3AAB0B4B-CE27-4A44-9D35-200D5B09E79D}"/>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373/100</a:t>
            </a:r>
          </a:p>
        </p:txBody>
      </p:sp>
      <p:sp>
        <p:nvSpPr>
          <p:cNvPr id="1213" name="object-1213">
            <a:extLst>
              <a:ext uri="{FF2B5EF4-FFF2-40B4-BE49-F238E27FC236}">
                <a16:creationId xmlns:a16="http://schemas.microsoft.com/office/drawing/2014/main" id="{6BA826B0-53D7-485B-84C8-EFF8AC419266}"/>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37/10 &lt; 3.72 &lt; 373%</a:t>
            </a:r>
          </a:p>
        </p:txBody>
      </p:sp>
    </p:spTree>
    <p:extLst>
      <p:ext uri="{BB962C8B-B14F-4D97-AF65-F5344CB8AC3E}">
        <p14:creationId xmlns:p14="http://schemas.microsoft.com/office/powerpoint/2010/main" val="2144737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3"/>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3"/>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5"/>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6"/>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8"/>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60"/>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2"/>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3"/>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4"/>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5"/>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6"/>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7"/>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8"/>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9"/>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70"/>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1"/>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8"/>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9"/>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80"/>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9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10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2"/>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3"/>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4"/>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5"/>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6"/>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7"/>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8"/>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9"/>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10"/>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1"/>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2"/>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3"/>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4"/>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5"/>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6"/>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7"/>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8"/>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9"/>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20"/>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1"/>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2"/>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3"/>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4"/>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5"/>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6"/>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7"/>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8"/>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9"/>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30"/>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1"/>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2"/>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3"/>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4"/>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5"/>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6"/>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7"/>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8"/>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9"/>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40"/>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1"/>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2"/>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3"/>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4"/>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5"/>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6"/>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7"/>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8"/>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9"/>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50"/>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1"/>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2"/>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3"/>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4"/>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5"/>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6"/>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7"/>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8"/>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9"/>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60"/>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1"/>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2"/>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3"/>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4"/>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5"/>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6"/>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7"/>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8"/>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9"/>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70"/>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1"/>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2"/>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3"/>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4"/>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5"/>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6"/>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7"/>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8"/>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9"/>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80"/>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1"/>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2"/>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3"/>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4"/>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5"/>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6"/>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7"/>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8"/>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9"/>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90"/>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1"/>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2"/>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3"/>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4"/>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5"/>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6"/>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7"/>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8"/>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9"/>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200"/>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1"/>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2"/>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3"/>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4"/>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5"/>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6"/>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7"/>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8"/>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9"/>
                                        </p:tgtEl>
                                        <p:attrNameLst>
                                          <p:attrName>style.visibility</p:attrName>
                                        </p:attrNameLst>
                                      </p:cBhvr>
                                      <p:to>
                                        <p:strVal val="visible"/>
                                      </p:to>
                                    </p:set>
                                  </p:childTnLst>
                                </p:cTn>
                              </p:par>
                              <p:par>
                                <p:cTn id="409" presetID="1" presetClass="entr" presetSubtype="0" fill="hold" nodeType="withEffect">
                                  <p:stCondLst>
                                    <p:cond delay="0"/>
                                  </p:stCondLst>
                                  <p:childTnLst>
                                    <p:set>
                                      <p:cBhvr>
                                        <p:cTn id="410" dur="1" fill="hold">
                                          <p:stCondLst>
                                            <p:cond delay="0"/>
                                          </p:stCondLst>
                                        </p:cTn>
                                        <p:tgtEl>
                                          <p:spTgt spid="210"/>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1"/>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2"/>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3"/>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4"/>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5"/>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6"/>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7"/>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8"/>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9"/>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20"/>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1"/>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2"/>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3"/>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4"/>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5"/>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6"/>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7"/>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8"/>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9"/>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30"/>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1"/>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2"/>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3"/>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4"/>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5"/>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6"/>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7"/>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8"/>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9"/>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40"/>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1"/>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2"/>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3"/>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4"/>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5"/>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6"/>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7"/>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8"/>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9"/>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50"/>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1"/>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2"/>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3"/>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4"/>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5"/>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6"/>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7"/>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8"/>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9"/>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60"/>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1"/>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2"/>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3"/>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4"/>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5"/>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6"/>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7"/>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8"/>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9"/>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70"/>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1"/>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2"/>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3"/>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4"/>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5"/>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6"/>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7"/>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8"/>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9"/>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80"/>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1"/>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2"/>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3"/>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4"/>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5"/>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6"/>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7"/>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8"/>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9"/>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90"/>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1"/>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2"/>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3"/>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4"/>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5"/>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6"/>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7"/>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8"/>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9"/>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300"/>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1"/>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2"/>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3"/>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4"/>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5"/>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6"/>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7"/>
                                        </p:tgtEl>
                                        <p:attrNameLst>
                                          <p:attrName>style.visibility</p:attrName>
                                        </p:attrNameLst>
                                      </p:cBhvr>
                                      <p:to>
                                        <p:strVal val="visible"/>
                                      </p:to>
                                    </p:set>
                                  </p:childTnLst>
                                </p:cTn>
                              </p:par>
                              <p:par>
                                <p:cTn id="605" presetID="1" presetClass="entr" presetSubtype="0" fill="hold" nodeType="withEffect">
                                  <p:stCondLst>
                                    <p:cond delay="0"/>
                                  </p:stCondLst>
                                  <p:childTnLst>
                                    <p:set>
                                      <p:cBhvr>
                                        <p:cTn id="606" dur="1" fill="hold">
                                          <p:stCondLst>
                                            <p:cond delay="0"/>
                                          </p:stCondLst>
                                        </p:cTn>
                                        <p:tgtEl>
                                          <p:spTgt spid="308"/>
                                        </p:tgtEl>
                                        <p:attrNameLst>
                                          <p:attrName>style.visibility</p:attrName>
                                        </p:attrNameLst>
                                      </p:cBhvr>
                                      <p:to>
                                        <p:strVal val="visible"/>
                                      </p:to>
                                    </p:set>
                                  </p:childTnLst>
                                </p:cTn>
                              </p:par>
                              <p:par>
                                <p:cTn id="607" presetID="1" presetClass="entr" presetSubtype="0" fill="hold" nodeType="withEffect">
                                  <p:stCondLst>
                                    <p:cond delay="0"/>
                                  </p:stCondLst>
                                  <p:childTnLst>
                                    <p:set>
                                      <p:cBhvr>
                                        <p:cTn id="608" dur="1" fill="hold">
                                          <p:stCondLst>
                                            <p:cond delay="0"/>
                                          </p:stCondLst>
                                        </p:cTn>
                                        <p:tgtEl>
                                          <p:spTgt spid="309"/>
                                        </p:tgtEl>
                                        <p:attrNameLst>
                                          <p:attrName>style.visibility</p:attrName>
                                        </p:attrNameLst>
                                      </p:cBhvr>
                                      <p:to>
                                        <p:strVal val="visible"/>
                                      </p:to>
                                    </p:set>
                                  </p:childTnLst>
                                </p:cTn>
                              </p:par>
                              <p:par>
                                <p:cTn id="609" presetID="1" presetClass="entr" presetSubtype="0" fill="hold" nodeType="withEffect">
                                  <p:stCondLst>
                                    <p:cond delay="0"/>
                                  </p:stCondLst>
                                  <p:childTnLst>
                                    <p:set>
                                      <p:cBhvr>
                                        <p:cTn id="610" dur="1" fill="hold">
                                          <p:stCondLst>
                                            <p:cond delay="0"/>
                                          </p:stCondLst>
                                        </p:cTn>
                                        <p:tgtEl>
                                          <p:spTgt spid="310"/>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1"/>
                                        </p:tgtEl>
                                        <p:attrNameLst>
                                          <p:attrName>style.visibility</p:attrName>
                                        </p:attrNameLst>
                                      </p:cBhvr>
                                      <p:to>
                                        <p:strVal val="visible"/>
                                      </p:to>
                                    </p:set>
                                  </p:childTnLst>
                                </p:cTn>
                              </p:par>
                              <p:par>
                                <p:cTn id="613" presetID="1" presetClass="entr" presetSubtype="0" fill="hold" nodeType="withEffect">
                                  <p:stCondLst>
                                    <p:cond delay="0"/>
                                  </p:stCondLst>
                                  <p:childTnLst>
                                    <p:set>
                                      <p:cBhvr>
                                        <p:cTn id="614" dur="1" fill="hold">
                                          <p:stCondLst>
                                            <p:cond delay="0"/>
                                          </p:stCondLst>
                                        </p:cTn>
                                        <p:tgtEl>
                                          <p:spTgt spid="312"/>
                                        </p:tgtEl>
                                        <p:attrNameLst>
                                          <p:attrName>style.visibility</p:attrName>
                                        </p:attrNameLst>
                                      </p:cBhvr>
                                      <p:to>
                                        <p:strVal val="visible"/>
                                      </p:to>
                                    </p:set>
                                  </p:childTnLst>
                                </p:cTn>
                              </p:par>
                              <p:par>
                                <p:cTn id="615" presetID="1" presetClass="entr" presetSubtype="0" fill="hold" nodeType="withEffect">
                                  <p:stCondLst>
                                    <p:cond delay="0"/>
                                  </p:stCondLst>
                                  <p:childTnLst>
                                    <p:set>
                                      <p:cBhvr>
                                        <p:cTn id="616" dur="1" fill="hold">
                                          <p:stCondLst>
                                            <p:cond delay="0"/>
                                          </p:stCondLst>
                                        </p:cTn>
                                        <p:tgtEl>
                                          <p:spTgt spid="313"/>
                                        </p:tgtEl>
                                        <p:attrNameLst>
                                          <p:attrName>style.visibility</p:attrName>
                                        </p:attrNameLst>
                                      </p:cBhvr>
                                      <p:to>
                                        <p:strVal val="visible"/>
                                      </p:to>
                                    </p:set>
                                  </p:childTnLst>
                                </p:cTn>
                              </p:par>
                              <p:par>
                                <p:cTn id="617" presetID="1" presetClass="entr" presetSubtype="0" fill="hold" nodeType="withEffect">
                                  <p:stCondLst>
                                    <p:cond delay="0"/>
                                  </p:stCondLst>
                                  <p:childTnLst>
                                    <p:set>
                                      <p:cBhvr>
                                        <p:cTn id="618" dur="1" fill="hold">
                                          <p:stCondLst>
                                            <p:cond delay="0"/>
                                          </p:stCondLst>
                                        </p:cTn>
                                        <p:tgtEl>
                                          <p:spTgt spid="314"/>
                                        </p:tgtEl>
                                        <p:attrNameLst>
                                          <p:attrName>style.visibility</p:attrName>
                                        </p:attrNameLst>
                                      </p:cBhvr>
                                      <p:to>
                                        <p:strVal val="visible"/>
                                      </p:to>
                                    </p:set>
                                  </p:childTnLst>
                                </p:cTn>
                              </p:par>
                              <p:par>
                                <p:cTn id="619" presetID="1" presetClass="entr" presetSubtype="0" fill="hold" nodeType="withEffect">
                                  <p:stCondLst>
                                    <p:cond delay="0"/>
                                  </p:stCondLst>
                                  <p:childTnLst>
                                    <p:set>
                                      <p:cBhvr>
                                        <p:cTn id="620" dur="1" fill="hold">
                                          <p:stCondLst>
                                            <p:cond delay="0"/>
                                          </p:stCondLst>
                                        </p:cTn>
                                        <p:tgtEl>
                                          <p:spTgt spid="315"/>
                                        </p:tgtEl>
                                        <p:attrNameLst>
                                          <p:attrName>style.visibility</p:attrName>
                                        </p:attrNameLst>
                                      </p:cBhvr>
                                      <p:to>
                                        <p:strVal val="visible"/>
                                      </p:to>
                                    </p:set>
                                  </p:childTnLst>
                                </p:cTn>
                              </p:par>
                              <p:par>
                                <p:cTn id="621" presetID="1" presetClass="entr" presetSubtype="0" fill="hold" nodeType="withEffect">
                                  <p:stCondLst>
                                    <p:cond delay="0"/>
                                  </p:stCondLst>
                                  <p:childTnLst>
                                    <p:set>
                                      <p:cBhvr>
                                        <p:cTn id="622" dur="1" fill="hold">
                                          <p:stCondLst>
                                            <p:cond delay="0"/>
                                          </p:stCondLst>
                                        </p:cTn>
                                        <p:tgtEl>
                                          <p:spTgt spid="316"/>
                                        </p:tgtEl>
                                        <p:attrNameLst>
                                          <p:attrName>style.visibility</p:attrName>
                                        </p:attrNameLst>
                                      </p:cBhvr>
                                      <p:to>
                                        <p:strVal val="visible"/>
                                      </p:to>
                                    </p:set>
                                  </p:childTnLst>
                                </p:cTn>
                              </p:par>
                              <p:par>
                                <p:cTn id="623" presetID="1" presetClass="entr" presetSubtype="0" fill="hold" nodeType="withEffect">
                                  <p:stCondLst>
                                    <p:cond delay="0"/>
                                  </p:stCondLst>
                                  <p:childTnLst>
                                    <p:set>
                                      <p:cBhvr>
                                        <p:cTn id="624" dur="1" fill="hold">
                                          <p:stCondLst>
                                            <p:cond delay="0"/>
                                          </p:stCondLst>
                                        </p:cTn>
                                        <p:tgtEl>
                                          <p:spTgt spid="317"/>
                                        </p:tgtEl>
                                        <p:attrNameLst>
                                          <p:attrName>style.visibility</p:attrName>
                                        </p:attrNameLst>
                                      </p:cBhvr>
                                      <p:to>
                                        <p:strVal val="visible"/>
                                      </p:to>
                                    </p:set>
                                  </p:childTnLst>
                                </p:cTn>
                              </p:par>
                              <p:par>
                                <p:cTn id="625" presetID="1" presetClass="entr" presetSubtype="0" fill="hold" nodeType="withEffect">
                                  <p:stCondLst>
                                    <p:cond delay="0"/>
                                  </p:stCondLst>
                                  <p:childTnLst>
                                    <p:set>
                                      <p:cBhvr>
                                        <p:cTn id="626" dur="1" fill="hold">
                                          <p:stCondLst>
                                            <p:cond delay="0"/>
                                          </p:stCondLst>
                                        </p:cTn>
                                        <p:tgtEl>
                                          <p:spTgt spid="318"/>
                                        </p:tgtEl>
                                        <p:attrNameLst>
                                          <p:attrName>style.visibility</p:attrName>
                                        </p:attrNameLst>
                                      </p:cBhvr>
                                      <p:to>
                                        <p:strVal val="visible"/>
                                      </p:to>
                                    </p:set>
                                  </p:childTnLst>
                                </p:cTn>
                              </p:par>
                              <p:par>
                                <p:cTn id="627" presetID="1" presetClass="entr" presetSubtype="0" fill="hold" nodeType="withEffect">
                                  <p:stCondLst>
                                    <p:cond delay="0"/>
                                  </p:stCondLst>
                                  <p:childTnLst>
                                    <p:set>
                                      <p:cBhvr>
                                        <p:cTn id="628" dur="1" fill="hold">
                                          <p:stCondLst>
                                            <p:cond delay="0"/>
                                          </p:stCondLst>
                                        </p:cTn>
                                        <p:tgtEl>
                                          <p:spTgt spid="319"/>
                                        </p:tgtEl>
                                        <p:attrNameLst>
                                          <p:attrName>style.visibility</p:attrName>
                                        </p:attrNameLst>
                                      </p:cBhvr>
                                      <p:to>
                                        <p:strVal val="visible"/>
                                      </p:to>
                                    </p:set>
                                  </p:childTnLst>
                                </p:cTn>
                              </p:par>
                              <p:par>
                                <p:cTn id="629" presetID="1" presetClass="entr" presetSubtype="0" fill="hold" nodeType="withEffect">
                                  <p:stCondLst>
                                    <p:cond delay="0"/>
                                  </p:stCondLst>
                                  <p:childTnLst>
                                    <p:set>
                                      <p:cBhvr>
                                        <p:cTn id="630" dur="1" fill="hold">
                                          <p:stCondLst>
                                            <p:cond delay="0"/>
                                          </p:stCondLst>
                                        </p:cTn>
                                        <p:tgtEl>
                                          <p:spTgt spid="320"/>
                                        </p:tgtEl>
                                        <p:attrNameLst>
                                          <p:attrName>style.visibility</p:attrName>
                                        </p:attrNameLst>
                                      </p:cBhvr>
                                      <p:to>
                                        <p:strVal val="visible"/>
                                      </p:to>
                                    </p:set>
                                  </p:childTnLst>
                                </p:cTn>
                              </p:par>
                              <p:par>
                                <p:cTn id="631" presetID="1" presetClass="entr" presetSubtype="0" fill="hold" nodeType="withEffect">
                                  <p:stCondLst>
                                    <p:cond delay="0"/>
                                  </p:stCondLst>
                                  <p:childTnLst>
                                    <p:set>
                                      <p:cBhvr>
                                        <p:cTn id="632" dur="1" fill="hold">
                                          <p:stCondLst>
                                            <p:cond delay="0"/>
                                          </p:stCondLst>
                                        </p:cTn>
                                        <p:tgtEl>
                                          <p:spTgt spid="321"/>
                                        </p:tgtEl>
                                        <p:attrNameLst>
                                          <p:attrName>style.visibility</p:attrName>
                                        </p:attrNameLst>
                                      </p:cBhvr>
                                      <p:to>
                                        <p:strVal val="visible"/>
                                      </p:to>
                                    </p:set>
                                  </p:childTnLst>
                                </p:cTn>
                              </p:par>
                              <p:par>
                                <p:cTn id="633" presetID="1" presetClass="entr" presetSubtype="0" fill="hold" nodeType="withEffect">
                                  <p:stCondLst>
                                    <p:cond delay="0"/>
                                  </p:stCondLst>
                                  <p:childTnLst>
                                    <p:set>
                                      <p:cBhvr>
                                        <p:cTn id="634" dur="1" fill="hold">
                                          <p:stCondLst>
                                            <p:cond delay="0"/>
                                          </p:stCondLst>
                                        </p:cTn>
                                        <p:tgtEl>
                                          <p:spTgt spid="322"/>
                                        </p:tgtEl>
                                        <p:attrNameLst>
                                          <p:attrName>style.visibility</p:attrName>
                                        </p:attrNameLst>
                                      </p:cBhvr>
                                      <p:to>
                                        <p:strVal val="visible"/>
                                      </p:to>
                                    </p:set>
                                  </p:childTnLst>
                                </p:cTn>
                              </p:par>
                              <p:par>
                                <p:cTn id="635" presetID="1" presetClass="entr" presetSubtype="0" fill="hold" nodeType="withEffect">
                                  <p:stCondLst>
                                    <p:cond delay="0"/>
                                  </p:stCondLst>
                                  <p:childTnLst>
                                    <p:set>
                                      <p:cBhvr>
                                        <p:cTn id="636" dur="1" fill="hold">
                                          <p:stCondLst>
                                            <p:cond delay="0"/>
                                          </p:stCondLst>
                                        </p:cTn>
                                        <p:tgtEl>
                                          <p:spTgt spid="323"/>
                                        </p:tgtEl>
                                        <p:attrNameLst>
                                          <p:attrName>style.visibility</p:attrName>
                                        </p:attrNameLst>
                                      </p:cBhvr>
                                      <p:to>
                                        <p:strVal val="visible"/>
                                      </p:to>
                                    </p:set>
                                  </p:childTnLst>
                                </p:cTn>
                              </p:par>
                              <p:par>
                                <p:cTn id="637" presetID="1" presetClass="entr" presetSubtype="0" fill="hold" nodeType="withEffect">
                                  <p:stCondLst>
                                    <p:cond delay="0"/>
                                  </p:stCondLst>
                                  <p:childTnLst>
                                    <p:set>
                                      <p:cBhvr>
                                        <p:cTn id="638" dur="1" fill="hold">
                                          <p:stCondLst>
                                            <p:cond delay="0"/>
                                          </p:stCondLst>
                                        </p:cTn>
                                        <p:tgtEl>
                                          <p:spTgt spid="324"/>
                                        </p:tgtEl>
                                        <p:attrNameLst>
                                          <p:attrName>style.visibility</p:attrName>
                                        </p:attrNameLst>
                                      </p:cBhvr>
                                      <p:to>
                                        <p:strVal val="visible"/>
                                      </p:to>
                                    </p:set>
                                  </p:childTnLst>
                                </p:cTn>
                              </p:par>
                              <p:par>
                                <p:cTn id="639" presetID="1" presetClass="entr" presetSubtype="0" fill="hold" nodeType="withEffect">
                                  <p:stCondLst>
                                    <p:cond delay="0"/>
                                  </p:stCondLst>
                                  <p:childTnLst>
                                    <p:set>
                                      <p:cBhvr>
                                        <p:cTn id="640" dur="1" fill="hold">
                                          <p:stCondLst>
                                            <p:cond delay="0"/>
                                          </p:stCondLst>
                                        </p:cTn>
                                        <p:tgtEl>
                                          <p:spTgt spid="325"/>
                                        </p:tgtEl>
                                        <p:attrNameLst>
                                          <p:attrName>style.visibility</p:attrName>
                                        </p:attrNameLst>
                                      </p:cBhvr>
                                      <p:to>
                                        <p:strVal val="visible"/>
                                      </p:to>
                                    </p:set>
                                  </p:childTnLst>
                                </p:cTn>
                              </p:par>
                              <p:par>
                                <p:cTn id="641" presetID="1" presetClass="entr" presetSubtype="0" fill="hold" nodeType="withEffect">
                                  <p:stCondLst>
                                    <p:cond delay="0"/>
                                  </p:stCondLst>
                                  <p:childTnLst>
                                    <p:set>
                                      <p:cBhvr>
                                        <p:cTn id="642" dur="1" fill="hold">
                                          <p:stCondLst>
                                            <p:cond delay="0"/>
                                          </p:stCondLst>
                                        </p:cTn>
                                        <p:tgtEl>
                                          <p:spTgt spid="326"/>
                                        </p:tgtEl>
                                        <p:attrNameLst>
                                          <p:attrName>style.visibility</p:attrName>
                                        </p:attrNameLst>
                                      </p:cBhvr>
                                      <p:to>
                                        <p:strVal val="visible"/>
                                      </p:to>
                                    </p:set>
                                  </p:childTnLst>
                                </p:cTn>
                              </p:par>
                              <p:par>
                                <p:cTn id="643" presetID="1" presetClass="entr" presetSubtype="0" fill="hold" nodeType="withEffect">
                                  <p:stCondLst>
                                    <p:cond delay="0"/>
                                  </p:stCondLst>
                                  <p:childTnLst>
                                    <p:set>
                                      <p:cBhvr>
                                        <p:cTn id="644" dur="1" fill="hold">
                                          <p:stCondLst>
                                            <p:cond delay="0"/>
                                          </p:stCondLst>
                                        </p:cTn>
                                        <p:tgtEl>
                                          <p:spTgt spid="327"/>
                                        </p:tgtEl>
                                        <p:attrNameLst>
                                          <p:attrName>style.visibility</p:attrName>
                                        </p:attrNameLst>
                                      </p:cBhvr>
                                      <p:to>
                                        <p:strVal val="visible"/>
                                      </p:to>
                                    </p:set>
                                  </p:childTnLst>
                                </p:cTn>
                              </p:par>
                              <p:par>
                                <p:cTn id="645" presetID="1" presetClass="entr" presetSubtype="0" fill="hold" nodeType="withEffect">
                                  <p:stCondLst>
                                    <p:cond delay="0"/>
                                  </p:stCondLst>
                                  <p:childTnLst>
                                    <p:set>
                                      <p:cBhvr>
                                        <p:cTn id="646" dur="1" fill="hold">
                                          <p:stCondLst>
                                            <p:cond delay="0"/>
                                          </p:stCondLst>
                                        </p:cTn>
                                        <p:tgtEl>
                                          <p:spTgt spid="328"/>
                                        </p:tgtEl>
                                        <p:attrNameLst>
                                          <p:attrName>style.visibility</p:attrName>
                                        </p:attrNameLst>
                                      </p:cBhvr>
                                      <p:to>
                                        <p:strVal val="visible"/>
                                      </p:to>
                                    </p:set>
                                  </p:childTnLst>
                                </p:cTn>
                              </p:par>
                              <p:par>
                                <p:cTn id="647" presetID="1" presetClass="entr" presetSubtype="0" fill="hold" nodeType="withEffect">
                                  <p:stCondLst>
                                    <p:cond delay="0"/>
                                  </p:stCondLst>
                                  <p:childTnLst>
                                    <p:set>
                                      <p:cBhvr>
                                        <p:cTn id="648" dur="1" fill="hold">
                                          <p:stCondLst>
                                            <p:cond delay="0"/>
                                          </p:stCondLst>
                                        </p:cTn>
                                        <p:tgtEl>
                                          <p:spTgt spid="329"/>
                                        </p:tgtEl>
                                        <p:attrNameLst>
                                          <p:attrName>style.visibility</p:attrName>
                                        </p:attrNameLst>
                                      </p:cBhvr>
                                      <p:to>
                                        <p:strVal val="visible"/>
                                      </p:to>
                                    </p:set>
                                  </p:childTnLst>
                                </p:cTn>
                              </p:par>
                              <p:par>
                                <p:cTn id="649" presetID="1" presetClass="entr" presetSubtype="0" fill="hold" nodeType="withEffect">
                                  <p:stCondLst>
                                    <p:cond delay="0"/>
                                  </p:stCondLst>
                                  <p:childTnLst>
                                    <p:set>
                                      <p:cBhvr>
                                        <p:cTn id="650" dur="1" fill="hold">
                                          <p:stCondLst>
                                            <p:cond delay="0"/>
                                          </p:stCondLst>
                                        </p:cTn>
                                        <p:tgtEl>
                                          <p:spTgt spid="330"/>
                                        </p:tgtEl>
                                        <p:attrNameLst>
                                          <p:attrName>style.visibility</p:attrName>
                                        </p:attrNameLst>
                                      </p:cBhvr>
                                      <p:to>
                                        <p:strVal val="visible"/>
                                      </p:to>
                                    </p:set>
                                  </p:childTnLst>
                                </p:cTn>
                              </p:par>
                              <p:par>
                                <p:cTn id="651" presetID="1" presetClass="entr" presetSubtype="0" fill="hold" nodeType="withEffect">
                                  <p:stCondLst>
                                    <p:cond delay="0"/>
                                  </p:stCondLst>
                                  <p:childTnLst>
                                    <p:set>
                                      <p:cBhvr>
                                        <p:cTn id="652" dur="1" fill="hold">
                                          <p:stCondLst>
                                            <p:cond delay="0"/>
                                          </p:stCondLst>
                                        </p:cTn>
                                        <p:tgtEl>
                                          <p:spTgt spid="331"/>
                                        </p:tgtEl>
                                        <p:attrNameLst>
                                          <p:attrName>style.visibility</p:attrName>
                                        </p:attrNameLst>
                                      </p:cBhvr>
                                      <p:to>
                                        <p:strVal val="visible"/>
                                      </p:to>
                                    </p:set>
                                  </p:childTnLst>
                                </p:cTn>
                              </p:par>
                              <p:par>
                                <p:cTn id="653" presetID="1" presetClass="entr" presetSubtype="0" fill="hold" nodeType="withEffect">
                                  <p:stCondLst>
                                    <p:cond delay="0"/>
                                  </p:stCondLst>
                                  <p:childTnLst>
                                    <p:set>
                                      <p:cBhvr>
                                        <p:cTn id="654" dur="1" fill="hold">
                                          <p:stCondLst>
                                            <p:cond delay="0"/>
                                          </p:stCondLst>
                                        </p:cTn>
                                        <p:tgtEl>
                                          <p:spTgt spid="332"/>
                                        </p:tgtEl>
                                        <p:attrNameLst>
                                          <p:attrName>style.visibility</p:attrName>
                                        </p:attrNameLst>
                                      </p:cBhvr>
                                      <p:to>
                                        <p:strVal val="visible"/>
                                      </p:to>
                                    </p:set>
                                  </p:childTnLst>
                                </p:cTn>
                              </p:par>
                              <p:par>
                                <p:cTn id="655" presetID="1" presetClass="entr" presetSubtype="0" fill="hold" nodeType="withEffect">
                                  <p:stCondLst>
                                    <p:cond delay="0"/>
                                  </p:stCondLst>
                                  <p:childTnLst>
                                    <p:set>
                                      <p:cBhvr>
                                        <p:cTn id="656" dur="1" fill="hold">
                                          <p:stCondLst>
                                            <p:cond delay="0"/>
                                          </p:stCondLst>
                                        </p:cTn>
                                        <p:tgtEl>
                                          <p:spTgt spid="333"/>
                                        </p:tgtEl>
                                        <p:attrNameLst>
                                          <p:attrName>style.visibility</p:attrName>
                                        </p:attrNameLst>
                                      </p:cBhvr>
                                      <p:to>
                                        <p:strVal val="visible"/>
                                      </p:to>
                                    </p:set>
                                  </p:childTnLst>
                                </p:cTn>
                              </p:par>
                              <p:par>
                                <p:cTn id="657" presetID="1" presetClass="entr" presetSubtype="0" fill="hold" nodeType="withEffect">
                                  <p:stCondLst>
                                    <p:cond delay="0"/>
                                  </p:stCondLst>
                                  <p:childTnLst>
                                    <p:set>
                                      <p:cBhvr>
                                        <p:cTn id="658" dur="1" fill="hold">
                                          <p:stCondLst>
                                            <p:cond delay="0"/>
                                          </p:stCondLst>
                                        </p:cTn>
                                        <p:tgtEl>
                                          <p:spTgt spid="334"/>
                                        </p:tgtEl>
                                        <p:attrNameLst>
                                          <p:attrName>style.visibility</p:attrName>
                                        </p:attrNameLst>
                                      </p:cBhvr>
                                      <p:to>
                                        <p:strVal val="visible"/>
                                      </p:to>
                                    </p:set>
                                  </p:childTnLst>
                                </p:cTn>
                              </p:par>
                              <p:par>
                                <p:cTn id="659" presetID="1" presetClass="entr" presetSubtype="0" fill="hold" nodeType="withEffect">
                                  <p:stCondLst>
                                    <p:cond delay="0"/>
                                  </p:stCondLst>
                                  <p:childTnLst>
                                    <p:set>
                                      <p:cBhvr>
                                        <p:cTn id="660" dur="1" fill="hold">
                                          <p:stCondLst>
                                            <p:cond delay="0"/>
                                          </p:stCondLst>
                                        </p:cTn>
                                        <p:tgtEl>
                                          <p:spTgt spid="335"/>
                                        </p:tgtEl>
                                        <p:attrNameLst>
                                          <p:attrName>style.visibility</p:attrName>
                                        </p:attrNameLst>
                                      </p:cBhvr>
                                      <p:to>
                                        <p:strVal val="visible"/>
                                      </p:to>
                                    </p:set>
                                  </p:childTnLst>
                                </p:cTn>
                              </p:par>
                              <p:par>
                                <p:cTn id="661" presetID="1" presetClass="entr" presetSubtype="0" fill="hold" nodeType="withEffect">
                                  <p:stCondLst>
                                    <p:cond delay="0"/>
                                  </p:stCondLst>
                                  <p:childTnLst>
                                    <p:set>
                                      <p:cBhvr>
                                        <p:cTn id="662" dur="1" fill="hold">
                                          <p:stCondLst>
                                            <p:cond delay="0"/>
                                          </p:stCondLst>
                                        </p:cTn>
                                        <p:tgtEl>
                                          <p:spTgt spid="336"/>
                                        </p:tgtEl>
                                        <p:attrNameLst>
                                          <p:attrName>style.visibility</p:attrName>
                                        </p:attrNameLst>
                                      </p:cBhvr>
                                      <p:to>
                                        <p:strVal val="visible"/>
                                      </p:to>
                                    </p:set>
                                  </p:childTnLst>
                                </p:cTn>
                              </p:par>
                              <p:par>
                                <p:cTn id="663" presetID="1" presetClass="entr" presetSubtype="0" fill="hold" nodeType="withEffect">
                                  <p:stCondLst>
                                    <p:cond delay="0"/>
                                  </p:stCondLst>
                                  <p:childTnLst>
                                    <p:set>
                                      <p:cBhvr>
                                        <p:cTn id="664" dur="1" fill="hold">
                                          <p:stCondLst>
                                            <p:cond delay="0"/>
                                          </p:stCondLst>
                                        </p:cTn>
                                        <p:tgtEl>
                                          <p:spTgt spid="337"/>
                                        </p:tgtEl>
                                        <p:attrNameLst>
                                          <p:attrName>style.visibility</p:attrName>
                                        </p:attrNameLst>
                                      </p:cBhvr>
                                      <p:to>
                                        <p:strVal val="visible"/>
                                      </p:to>
                                    </p:set>
                                  </p:childTnLst>
                                </p:cTn>
                              </p:par>
                              <p:par>
                                <p:cTn id="665" presetID="1" presetClass="entr" presetSubtype="0" fill="hold" nodeType="withEffect">
                                  <p:stCondLst>
                                    <p:cond delay="0"/>
                                  </p:stCondLst>
                                  <p:childTnLst>
                                    <p:set>
                                      <p:cBhvr>
                                        <p:cTn id="666" dur="1" fill="hold">
                                          <p:stCondLst>
                                            <p:cond delay="0"/>
                                          </p:stCondLst>
                                        </p:cTn>
                                        <p:tgtEl>
                                          <p:spTgt spid="338"/>
                                        </p:tgtEl>
                                        <p:attrNameLst>
                                          <p:attrName>style.visibility</p:attrName>
                                        </p:attrNameLst>
                                      </p:cBhvr>
                                      <p:to>
                                        <p:strVal val="visible"/>
                                      </p:to>
                                    </p:set>
                                  </p:childTnLst>
                                </p:cTn>
                              </p:par>
                              <p:par>
                                <p:cTn id="667" presetID="1" presetClass="entr" presetSubtype="0" fill="hold" nodeType="withEffect">
                                  <p:stCondLst>
                                    <p:cond delay="0"/>
                                  </p:stCondLst>
                                  <p:childTnLst>
                                    <p:set>
                                      <p:cBhvr>
                                        <p:cTn id="668" dur="1" fill="hold">
                                          <p:stCondLst>
                                            <p:cond delay="0"/>
                                          </p:stCondLst>
                                        </p:cTn>
                                        <p:tgtEl>
                                          <p:spTgt spid="339"/>
                                        </p:tgtEl>
                                        <p:attrNameLst>
                                          <p:attrName>style.visibility</p:attrName>
                                        </p:attrNameLst>
                                      </p:cBhvr>
                                      <p:to>
                                        <p:strVal val="visible"/>
                                      </p:to>
                                    </p:set>
                                  </p:childTnLst>
                                </p:cTn>
                              </p:par>
                              <p:par>
                                <p:cTn id="669" presetID="1" presetClass="entr" presetSubtype="0" fill="hold" nodeType="withEffect">
                                  <p:stCondLst>
                                    <p:cond delay="0"/>
                                  </p:stCondLst>
                                  <p:childTnLst>
                                    <p:set>
                                      <p:cBhvr>
                                        <p:cTn id="670" dur="1" fill="hold">
                                          <p:stCondLst>
                                            <p:cond delay="0"/>
                                          </p:stCondLst>
                                        </p:cTn>
                                        <p:tgtEl>
                                          <p:spTgt spid="340"/>
                                        </p:tgtEl>
                                        <p:attrNameLst>
                                          <p:attrName>style.visibility</p:attrName>
                                        </p:attrNameLst>
                                      </p:cBhvr>
                                      <p:to>
                                        <p:strVal val="visible"/>
                                      </p:to>
                                    </p:set>
                                  </p:childTnLst>
                                </p:cTn>
                              </p:par>
                              <p:par>
                                <p:cTn id="671" presetID="1" presetClass="entr" presetSubtype="0" fill="hold" nodeType="withEffect">
                                  <p:stCondLst>
                                    <p:cond delay="0"/>
                                  </p:stCondLst>
                                  <p:childTnLst>
                                    <p:set>
                                      <p:cBhvr>
                                        <p:cTn id="672" dur="1" fill="hold">
                                          <p:stCondLst>
                                            <p:cond delay="0"/>
                                          </p:stCondLst>
                                        </p:cTn>
                                        <p:tgtEl>
                                          <p:spTgt spid="341"/>
                                        </p:tgtEl>
                                        <p:attrNameLst>
                                          <p:attrName>style.visibility</p:attrName>
                                        </p:attrNameLst>
                                      </p:cBhvr>
                                      <p:to>
                                        <p:strVal val="visible"/>
                                      </p:to>
                                    </p:set>
                                  </p:childTnLst>
                                </p:cTn>
                              </p:par>
                              <p:par>
                                <p:cTn id="673" presetID="1" presetClass="entr" presetSubtype="0" fill="hold" nodeType="withEffect">
                                  <p:stCondLst>
                                    <p:cond delay="0"/>
                                  </p:stCondLst>
                                  <p:childTnLst>
                                    <p:set>
                                      <p:cBhvr>
                                        <p:cTn id="674" dur="1" fill="hold">
                                          <p:stCondLst>
                                            <p:cond delay="0"/>
                                          </p:stCondLst>
                                        </p:cTn>
                                        <p:tgtEl>
                                          <p:spTgt spid="342"/>
                                        </p:tgtEl>
                                        <p:attrNameLst>
                                          <p:attrName>style.visibility</p:attrName>
                                        </p:attrNameLst>
                                      </p:cBhvr>
                                      <p:to>
                                        <p:strVal val="visible"/>
                                      </p:to>
                                    </p:set>
                                  </p:childTnLst>
                                </p:cTn>
                              </p:par>
                              <p:par>
                                <p:cTn id="675" presetID="1" presetClass="entr" presetSubtype="0" fill="hold" nodeType="withEffect">
                                  <p:stCondLst>
                                    <p:cond delay="0"/>
                                  </p:stCondLst>
                                  <p:childTnLst>
                                    <p:set>
                                      <p:cBhvr>
                                        <p:cTn id="676" dur="1" fill="hold">
                                          <p:stCondLst>
                                            <p:cond delay="0"/>
                                          </p:stCondLst>
                                        </p:cTn>
                                        <p:tgtEl>
                                          <p:spTgt spid="343"/>
                                        </p:tgtEl>
                                        <p:attrNameLst>
                                          <p:attrName>style.visibility</p:attrName>
                                        </p:attrNameLst>
                                      </p:cBhvr>
                                      <p:to>
                                        <p:strVal val="visible"/>
                                      </p:to>
                                    </p:set>
                                  </p:childTnLst>
                                </p:cTn>
                              </p:par>
                              <p:par>
                                <p:cTn id="677" presetID="1" presetClass="entr" presetSubtype="0" fill="hold" nodeType="withEffect">
                                  <p:stCondLst>
                                    <p:cond delay="0"/>
                                  </p:stCondLst>
                                  <p:childTnLst>
                                    <p:set>
                                      <p:cBhvr>
                                        <p:cTn id="678" dur="1" fill="hold">
                                          <p:stCondLst>
                                            <p:cond delay="0"/>
                                          </p:stCondLst>
                                        </p:cTn>
                                        <p:tgtEl>
                                          <p:spTgt spid="344"/>
                                        </p:tgtEl>
                                        <p:attrNameLst>
                                          <p:attrName>style.visibility</p:attrName>
                                        </p:attrNameLst>
                                      </p:cBhvr>
                                      <p:to>
                                        <p:strVal val="visible"/>
                                      </p:to>
                                    </p:set>
                                  </p:childTnLst>
                                </p:cTn>
                              </p:par>
                              <p:par>
                                <p:cTn id="679" presetID="1" presetClass="entr" presetSubtype="0" fill="hold" nodeType="withEffect">
                                  <p:stCondLst>
                                    <p:cond delay="0"/>
                                  </p:stCondLst>
                                  <p:childTnLst>
                                    <p:set>
                                      <p:cBhvr>
                                        <p:cTn id="680" dur="1" fill="hold">
                                          <p:stCondLst>
                                            <p:cond delay="0"/>
                                          </p:stCondLst>
                                        </p:cTn>
                                        <p:tgtEl>
                                          <p:spTgt spid="345"/>
                                        </p:tgtEl>
                                        <p:attrNameLst>
                                          <p:attrName>style.visibility</p:attrName>
                                        </p:attrNameLst>
                                      </p:cBhvr>
                                      <p:to>
                                        <p:strVal val="visible"/>
                                      </p:to>
                                    </p:set>
                                  </p:childTnLst>
                                </p:cTn>
                              </p:par>
                              <p:par>
                                <p:cTn id="681" presetID="1" presetClass="entr" presetSubtype="0" fill="hold" nodeType="withEffect">
                                  <p:stCondLst>
                                    <p:cond delay="0"/>
                                  </p:stCondLst>
                                  <p:childTnLst>
                                    <p:set>
                                      <p:cBhvr>
                                        <p:cTn id="682" dur="1" fill="hold">
                                          <p:stCondLst>
                                            <p:cond delay="0"/>
                                          </p:stCondLst>
                                        </p:cTn>
                                        <p:tgtEl>
                                          <p:spTgt spid="346"/>
                                        </p:tgtEl>
                                        <p:attrNameLst>
                                          <p:attrName>style.visibility</p:attrName>
                                        </p:attrNameLst>
                                      </p:cBhvr>
                                      <p:to>
                                        <p:strVal val="visible"/>
                                      </p:to>
                                    </p:set>
                                  </p:childTnLst>
                                </p:cTn>
                              </p:par>
                              <p:par>
                                <p:cTn id="683" presetID="1" presetClass="entr" presetSubtype="0" fill="hold" nodeType="withEffect">
                                  <p:stCondLst>
                                    <p:cond delay="0"/>
                                  </p:stCondLst>
                                  <p:childTnLst>
                                    <p:set>
                                      <p:cBhvr>
                                        <p:cTn id="684" dur="1" fill="hold">
                                          <p:stCondLst>
                                            <p:cond delay="0"/>
                                          </p:stCondLst>
                                        </p:cTn>
                                        <p:tgtEl>
                                          <p:spTgt spid="347"/>
                                        </p:tgtEl>
                                        <p:attrNameLst>
                                          <p:attrName>style.visibility</p:attrName>
                                        </p:attrNameLst>
                                      </p:cBhvr>
                                      <p:to>
                                        <p:strVal val="visible"/>
                                      </p:to>
                                    </p:set>
                                  </p:childTnLst>
                                </p:cTn>
                              </p:par>
                              <p:par>
                                <p:cTn id="685" presetID="1" presetClass="entr" presetSubtype="0" fill="hold" nodeType="withEffect">
                                  <p:stCondLst>
                                    <p:cond delay="0"/>
                                  </p:stCondLst>
                                  <p:childTnLst>
                                    <p:set>
                                      <p:cBhvr>
                                        <p:cTn id="686" dur="1" fill="hold">
                                          <p:stCondLst>
                                            <p:cond delay="0"/>
                                          </p:stCondLst>
                                        </p:cTn>
                                        <p:tgtEl>
                                          <p:spTgt spid="348"/>
                                        </p:tgtEl>
                                        <p:attrNameLst>
                                          <p:attrName>style.visibility</p:attrName>
                                        </p:attrNameLst>
                                      </p:cBhvr>
                                      <p:to>
                                        <p:strVal val="visible"/>
                                      </p:to>
                                    </p:set>
                                  </p:childTnLst>
                                </p:cTn>
                              </p:par>
                              <p:par>
                                <p:cTn id="687" presetID="1" presetClass="entr" presetSubtype="0" fill="hold" nodeType="withEffect">
                                  <p:stCondLst>
                                    <p:cond delay="0"/>
                                  </p:stCondLst>
                                  <p:childTnLst>
                                    <p:set>
                                      <p:cBhvr>
                                        <p:cTn id="688" dur="1" fill="hold">
                                          <p:stCondLst>
                                            <p:cond delay="0"/>
                                          </p:stCondLst>
                                        </p:cTn>
                                        <p:tgtEl>
                                          <p:spTgt spid="349"/>
                                        </p:tgtEl>
                                        <p:attrNameLst>
                                          <p:attrName>style.visibility</p:attrName>
                                        </p:attrNameLst>
                                      </p:cBhvr>
                                      <p:to>
                                        <p:strVal val="visible"/>
                                      </p:to>
                                    </p:set>
                                  </p:childTnLst>
                                </p:cTn>
                              </p:par>
                              <p:par>
                                <p:cTn id="689" presetID="1" presetClass="entr" presetSubtype="0" fill="hold" nodeType="withEffect">
                                  <p:stCondLst>
                                    <p:cond delay="0"/>
                                  </p:stCondLst>
                                  <p:childTnLst>
                                    <p:set>
                                      <p:cBhvr>
                                        <p:cTn id="690" dur="1" fill="hold">
                                          <p:stCondLst>
                                            <p:cond delay="0"/>
                                          </p:stCondLst>
                                        </p:cTn>
                                        <p:tgtEl>
                                          <p:spTgt spid="350"/>
                                        </p:tgtEl>
                                        <p:attrNameLst>
                                          <p:attrName>style.visibility</p:attrName>
                                        </p:attrNameLst>
                                      </p:cBhvr>
                                      <p:to>
                                        <p:strVal val="visible"/>
                                      </p:to>
                                    </p:set>
                                  </p:childTnLst>
                                </p:cTn>
                              </p:par>
                              <p:par>
                                <p:cTn id="691" presetID="1" presetClass="entr" presetSubtype="0" fill="hold" nodeType="withEffect">
                                  <p:stCondLst>
                                    <p:cond delay="0"/>
                                  </p:stCondLst>
                                  <p:childTnLst>
                                    <p:set>
                                      <p:cBhvr>
                                        <p:cTn id="692" dur="1" fill="hold">
                                          <p:stCondLst>
                                            <p:cond delay="0"/>
                                          </p:stCondLst>
                                        </p:cTn>
                                        <p:tgtEl>
                                          <p:spTgt spid="351"/>
                                        </p:tgtEl>
                                        <p:attrNameLst>
                                          <p:attrName>style.visibility</p:attrName>
                                        </p:attrNameLst>
                                      </p:cBhvr>
                                      <p:to>
                                        <p:strVal val="visible"/>
                                      </p:to>
                                    </p:set>
                                  </p:childTnLst>
                                </p:cTn>
                              </p:par>
                              <p:par>
                                <p:cTn id="693" presetID="1" presetClass="entr" presetSubtype="0" fill="hold" nodeType="withEffect">
                                  <p:stCondLst>
                                    <p:cond delay="0"/>
                                  </p:stCondLst>
                                  <p:childTnLst>
                                    <p:set>
                                      <p:cBhvr>
                                        <p:cTn id="694" dur="1" fill="hold">
                                          <p:stCondLst>
                                            <p:cond delay="0"/>
                                          </p:stCondLst>
                                        </p:cTn>
                                        <p:tgtEl>
                                          <p:spTgt spid="352"/>
                                        </p:tgtEl>
                                        <p:attrNameLst>
                                          <p:attrName>style.visibility</p:attrName>
                                        </p:attrNameLst>
                                      </p:cBhvr>
                                      <p:to>
                                        <p:strVal val="visible"/>
                                      </p:to>
                                    </p:set>
                                  </p:childTnLst>
                                </p:cTn>
                              </p:par>
                              <p:par>
                                <p:cTn id="695" presetID="1" presetClass="entr" presetSubtype="0" fill="hold" nodeType="withEffect">
                                  <p:stCondLst>
                                    <p:cond delay="0"/>
                                  </p:stCondLst>
                                  <p:childTnLst>
                                    <p:set>
                                      <p:cBhvr>
                                        <p:cTn id="696" dur="1" fill="hold">
                                          <p:stCondLst>
                                            <p:cond delay="0"/>
                                          </p:stCondLst>
                                        </p:cTn>
                                        <p:tgtEl>
                                          <p:spTgt spid="353"/>
                                        </p:tgtEl>
                                        <p:attrNameLst>
                                          <p:attrName>style.visibility</p:attrName>
                                        </p:attrNameLst>
                                      </p:cBhvr>
                                      <p:to>
                                        <p:strVal val="visible"/>
                                      </p:to>
                                    </p:set>
                                  </p:childTnLst>
                                </p:cTn>
                              </p:par>
                              <p:par>
                                <p:cTn id="697" presetID="1" presetClass="entr" presetSubtype="0" fill="hold" nodeType="withEffect">
                                  <p:stCondLst>
                                    <p:cond delay="0"/>
                                  </p:stCondLst>
                                  <p:childTnLst>
                                    <p:set>
                                      <p:cBhvr>
                                        <p:cTn id="698" dur="1" fill="hold">
                                          <p:stCondLst>
                                            <p:cond delay="0"/>
                                          </p:stCondLst>
                                        </p:cTn>
                                        <p:tgtEl>
                                          <p:spTgt spid="354"/>
                                        </p:tgtEl>
                                        <p:attrNameLst>
                                          <p:attrName>style.visibility</p:attrName>
                                        </p:attrNameLst>
                                      </p:cBhvr>
                                      <p:to>
                                        <p:strVal val="visible"/>
                                      </p:to>
                                    </p:set>
                                  </p:childTnLst>
                                </p:cTn>
                              </p:par>
                              <p:par>
                                <p:cTn id="699" presetID="1" presetClass="entr" presetSubtype="0" fill="hold" nodeType="withEffect">
                                  <p:stCondLst>
                                    <p:cond delay="0"/>
                                  </p:stCondLst>
                                  <p:childTnLst>
                                    <p:set>
                                      <p:cBhvr>
                                        <p:cTn id="700" dur="1" fill="hold">
                                          <p:stCondLst>
                                            <p:cond delay="0"/>
                                          </p:stCondLst>
                                        </p:cTn>
                                        <p:tgtEl>
                                          <p:spTgt spid="355"/>
                                        </p:tgtEl>
                                        <p:attrNameLst>
                                          <p:attrName>style.visibility</p:attrName>
                                        </p:attrNameLst>
                                      </p:cBhvr>
                                      <p:to>
                                        <p:strVal val="visible"/>
                                      </p:to>
                                    </p:set>
                                  </p:childTnLst>
                                </p:cTn>
                              </p:par>
                              <p:par>
                                <p:cTn id="701" presetID="1" presetClass="entr" presetSubtype="0" fill="hold" nodeType="withEffect">
                                  <p:stCondLst>
                                    <p:cond delay="0"/>
                                  </p:stCondLst>
                                  <p:childTnLst>
                                    <p:set>
                                      <p:cBhvr>
                                        <p:cTn id="702" dur="1" fill="hold">
                                          <p:stCondLst>
                                            <p:cond delay="0"/>
                                          </p:stCondLst>
                                        </p:cTn>
                                        <p:tgtEl>
                                          <p:spTgt spid="356"/>
                                        </p:tgtEl>
                                        <p:attrNameLst>
                                          <p:attrName>style.visibility</p:attrName>
                                        </p:attrNameLst>
                                      </p:cBhvr>
                                      <p:to>
                                        <p:strVal val="visible"/>
                                      </p:to>
                                    </p:set>
                                  </p:childTnLst>
                                </p:cTn>
                              </p:par>
                              <p:par>
                                <p:cTn id="703" presetID="1" presetClass="entr" presetSubtype="0" fill="hold" nodeType="withEffect">
                                  <p:stCondLst>
                                    <p:cond delay="0"/>
                                  </p:stCondLst>
                                  <p:childTnLst>
                                    <p:set>
                                      <p:cBhvr>
                                        <p:cTn id="704" dur="1" fill="hold">
                                          <p:stCondLst>
                                            <p:cond delay="0"/>
                                          </p:stCondLst>
                                        </p:cTn>
                                        <p:tgtEl>
                                          <p:spTgt spid="357"/>
                                        </p:tgtEl>
                                        <p:attrNameLst>
                                          <p:attrName>style.visibility</p:attrName>
                                        </p:attrNameLst>
                                      </p:cBhvr>
                                      <p:to>
                                        <p:strVal val="visible"/>
                                      </p:to>
                                    </p:set>
                                  </p:childTnLst>
                                </p:cTn>
                              </p:par>
                              <p:par>
                                <p:cTn id="705" presetID="1" presetClass="entr" presetSubtype="0" fill="hold" nodeType="withEffect">
                                  <p:stCondLst>
                                    <p:cond delay="0"/>
                                  </p:stCondLst>
                                  <p:childTnLst>
                                    <p:set>
                                      <p:cBhvr>
                                        <p:cTn id="706" dur="1" fill="hold">
                                          <p:stCondLst>
                                            <p:cond delay="0"/>
                                          </p:stCondLst>
                                        </p:cTn>
                                        <p:tgtEl>
                                          <p:spTgt spid="358"/>
                                        </p:tgtEl>
                                        <p:attrNameLst>
                                          <p:attrName>style.visibility</p:attrName>
                                        </p:attrNameLst>
                                      </p:cBhvr>
                                      <p:to>
                                        <p:strVal val="visible"/>
                                      </p:to>
                                    </p:set>
                                  </p:childTnLst>
                                </p:cTn>
                              </p:par>
                              <p:par>
                                <p:cTn id="707" presetID="1" presetClass="entr" presetSubtype="0" fill="hold" nodeType="withEffect">
                                  <p:stCondLst>
                                    <p:cond delay="0"/>
                                  </p:stCondLst>
                                  <p:childTnLst>
                                    <p:set>
                                      <p:cBhvr>
                                        <p:cTn id="708" dur="1" fill="hold">
                                          <p:stCondLst>
                                            <p:cond delay="0"/>
                                          </p:stCondLst>
                                        </p:cTn>
                                        <p:tgtEl>
                                          <p:spTgt spid="359"/>
                                        </p:tgtEl>
                                        <p:attrNameLst>
                                          <p:attrName>style.visibility</p:attrName>
                                        </p:attrNameLst>
                                      </p:cBhvr>
                                      <p:to>
                                        <p:strVal val="visible"/>
                                      </p:to>
                                    </p:set>
                                  </p:childTnLst>
                                </p:cTn>
                              </p:par>
                              <p:par>
                                <p:cTn id="709" presetID="1" presetClass="entr" presetSubtype="0" fill="hold" nodeType="withEffect">
                                  <p:stCondLst>
                                    <p:cond delay="0"/>
                                  </p:stCondLst>
                                  <p:childTnLst>
                                    <p:set>
                                      <p:cBhvr>
                                        <p:cTn id="710" dur="1" fill="hold">
                                          <p:stCondLst>
                                            <p:cond delay="0"/>
                                          </p:stCondLst>
                                        </p:cTn>
                                        <p:tgtEl>
                                          <p:spTgt spid="360"/>
                                        </p:tgtEl>
                                        <p:attrNameLst>
                                          <p:attrName>style.visibility</p:attrName>
                                        </p:attrNameLst>
                                      </p:cBhvr>
                                      <p:to>
                                        <p:strVal val="visible"/>
                                      </p:to>
                                    </p:set>
                                  </p:childTnLst>
                                </p:cTn>
                              </p:par>
                              <p:par>
                                <p:cTn id="711" presetID="1" presetClass="entr" presetSubtype="0" fill="hold" nodeType="withEffect">
                                  <p:stCondLst>
                                    <p:cond delay="0"/>
                                  </p:stCondLst>
                                  <p:childTnLst>
                                    <p:set>
                                      <p:cBhvr>
                                        <p:cTn id="712" dur="1" fill="hold">
                                          <p:stCondLst>
                                            <p:cond delay="0"/>
                                          </p:stCondLst>
                                        </p:cTn>
                                        <p:tgtEl>
                                          <p:spTgt spid="361"/>
                                        </p:tgtEl>
                                        <p:attrNameLst>
                                          <p:attrName>style.visibility</p:attrName>
                                        </p:attrNameLst>
                                      </p:cBhvr>
                                      <p:to>
                                        <p:strVal val="visible"/>
                                      </p:to>
                                    </p:set>
                                  </p:childTnLst>
                                </p:cTn>
                              </p:par>
                              <p:par>
                                <p:cTn id="713" presetID="1" presetClass="entr" presetSubtype="0" fill="hold" nodeType="withEffect">
                                  <p:stCondLst>
                                    <p:cond delay="0"/>
                                  </p:stCondLst>
                                  <p:childTnLst>
                                    <p:set>
                                      <p:cBhvr>
                                        <p:cTn id="714" dur="1" fill="hold">
                                          <p:stCondLst>
                                            <p:cond delay="0"/>
                                          </p:stCondLst>
                                        </p:cTn>
                                        <p:tgtEl>
                                          <p:spTgt spid="362"/>
                                        </p:tgtEl>
                                        <p:attrNameLst>
                                          <p:attrName>style.visibility</p:attrName>
                                        </p:attrNameLst>
                                      </p:cBhvr>
                                      <p:to>
                                        <p:strVal val="visible"/>
                                      </p:to>
                                    </p:set>
                                  </p:childTnLst>
                                </p:cTn>
                              </p:par>
                              <p:par>
                                <p:cTn id="715" presetID="1" presetClass="entr" presetSubtype="0" fill="hold" nodeType="withEffect">
                                  <p:stCondLst>
                                    <p:cond delay="0"/>
                                  </p:stCondLst>
                                  <p:childTnLst>
                                    <p:set>
                                      <p:cBhvr>
                                        <p:cTn id="716" dur="1" fill="hold">
                                          <p:stCondLst>
                                            <p:cond delay="0"/>
                                          </p:stCondLst>
                                        </p:cTn>
                                        <p:tgtEl>
                                          <p:spTgt spid="363"/>
                                        </p:tgtEl>
                                        <p:attrNameLst>
                                          <p:attrName>style.visibility</p:attrName>
                                        </p:attrNameLst>
                                      </p:cBhvr>
                                      <p:to>
                                        <p:strVal val="visible"/>
                                      </p:to>
                                    </p:set>
                                  </p:childTnLst>
                                </p:cTn>
                              </p:par>
                              <p:par>
                                <p:cTn id="717" presetID="1" presetClass="entr" presetSubtype="0" fill="hold" nodeType="withEffect">
                                  <p:stCondLst>
                                    <p:cond delay="0"/>
                                  </p:stCondLst>
                                  <p:childTnLst>
                                    <p:set>
                                      <p:cBhvr>
                                        <p:cTn id="718" dur="1" fill="hold">
                                          <p:stCondLst>
                                            <p:cond delay="0"/>
                                          </p:stCondLst>
                                        </p:cTn>
                                        <p:tgtEl>
                                          <p:spTgt spid="364"/>
                                        </p:tgtEl>
                                        <p:attrNameLst>
                                          <p:attrName>style.visibility</p:attrName>
                                        </p:attrNameLst>
                                      </p:cBhvr>
                                      <p:to>
                                        <p:strVal val="visible"/>
                                      </p:to>
                                    </p:set>
                                  </p:childTnLst>
                                </p:cTn>
                              </p:par>
                              <p:par>
                                <p:cTn id="719" presetID="1" presetClass="entr" presetSubtype="0" fill="hold" nodeType="withEffect">
                                  <p:stCondLst>
                                    <p:cond delay="0"/>
                                  </p:stCondLst>
                                  <p:childTnLst>
                                    <p:set>
                                      <p:cBhvr>
                                        <p:cTn id="720" dur="1" fill="hold">
                                          <p:stCondLst>
                                            <p:cond delay="0"/>
                                          </p:stCondLst>
                                        </p:cTn>
                                        <p:tgtEl>
                                          <p:spTgt spid="365"/>
                                        </p:tgtEl>
                                        <p:attrNameLst>
                                          <p:attrName>style.visibility</p:attrName>
                                        </p:attrNameLst>
                                      </p:cBhvr>
                                      <p:to>
                                        <p:strVal val="visible"/>
                                      </p:to>
                                    </p:set>
                                  </p:childTnLst>
                                </p:cTn>
                              </p:par>
                              <p:par>
                                <p:cTn id="721" presetID="1" presetClass="entr" presetSubtype="0" fill="hold" nodeType="withEffect">
                                  <p:stCondLst>
                                    <p:cond delay="0"/>
                                  </p:stCondLst>
                                  <p:childTnLst>
                                    <p:set>
                                      <p:cBhvr>
                                        <p:cTn id="722" dur="1" fill="hold">
                                          <p:stCondLst>
                                            <p:cond delay="0"/>
                                          </p:stCondLst>
                                        </p:cTn>
                                        <p:tgtEl>
                                          <p:spTgt spid="366"/>
                                        </p:tgtEl>
                                        <p:attrNameLst>
                                          <p:attrName>style.visibility</p:attrName>
                                        </p:attrNameLst>
                                      </p:cBhvr>
                                      <p:to>
                                        <p:strVal val="visible"/>
                                      </p:to>
                                    </p:set>
                                  </p:childTnLst>
                                </p:cTn>
                              </p:par>
                              <p:par>
                                <p:cTn id="723" presetID="1" presetClass="entr" presetSubtype="0" fill="hold" nodeType="withEffect">
                                  <p:stCondLst>
                                    <p:cond delay="0"/>
                                  </p:stCondLst>
                                  <p:childTnLst>
                                    <p:set>
                                      <p:cBhvr>
                                        <p:cTn id="724" dur="1" fill="hold">
                                          <p:stCondLst>
                                            <p:cond delay="0"/>
                                          </p:stCondLst>
                                        </p:cTn>
                                        <p:tgtEl>
                                          <p:spTgt spid="367"/>
                                        </p:tgtEl>
                                        <p:attrNameLst>
                                          <p:attrName>style.visibility</p:attrName>
                                        </p:attrNameLst>
                                      </p:cBhvr>
                                      <p:to>
                                        <p:strVal val="visible"/>
                                      </p:to>
                                    </p:set>
                                  </p:childTnLst>
                                </p:cTn>
                              </p:par>
                              <p:par>
                                <p:cTn id="725" presetID="1" presetClass="entr" presetSubtype="0" fill="hold" nodeType="withEffect">
                                  <p:stCondLst>
                                    <p:cond delay="0"/>
                                  </p:stCondLst>
                                  <p:childTnLst>
                                    <p:set>
                                      <p:cBhvr>
                                        <p:cTn id="726" dur="1" fill="hold">
                                          <p:stCondLst>
                                            <p:cond delay="0"/>
                                          </p:stCondLst>
                                        </p:cTn>
                                        <p:tgtEl>
                                          <p:spTgt spid="368"/>
                                        </p:tgtEl>
                                        <p:attrNameLst>
                                          <p:attrName>style.visibility</p:attrName>
                                        </p:attrNameLst>
                                      </p:cBhvr>
                                      <p:to>
                                        <p:strVal val="visible"/>
                                      </p:to>
                                    </p:set>
                                  </p:childTnLst>
                                </p:cTn>
                              </p:par>
                              <p:par>
                                <p:cTn id="727" presetID="1" presetClass="entr" presetSubtype="0" fill="hold" nodeType="withEffect">
                                  <p:stCondLst>
                                    <p:cond delay="0"/>
                                  </p:stCondLst>
                                  <p:childTnLst>
                                    <p:set>
                                      <p:cBhvr>
                                        <p:cTn id="728" dur="1" fill="hold">
                                          <p:stCondLst>
                                            <p:cond delay="0"/>
                                          </p:stCondLst>
                                        </p:cTn>
                                        <p:tgtEl>
                                          <p:spTgt spid="369"/>
                                        </p:tgtEl>
                                        <p:attrNameLst>
                                          <p:attrName>style.visibility</p:attrName>
                                        </p:attrNameLst>
                                      </p:cBhvr>
                                      <p:to>
                                        <p:strVal val="visible"/>
                                      </p:to>
                                    </p:set>
                                  </p:childTnLst>
                                </p:cTn>
                              </p:par>
                              <p:par>
                                <p:cTn id="729" presetID="1" presetClass="entr" presetSubtype="0" fill="hold" nodeType="withEffect">
                                  <p:stCondLst>
                                    <p:cond delay="0"/>
                                  </p:stCondLst>
                                  <p:childTnLst>
                                    <p:set>
                                      <p:cBhvr>
                                        <p:cTn id="730" dur="1" fill="hold">
                                          <p:stCondLst>
                                            <p:cond delay="0"/>
                                          </p:stCondLst>
                                        </p:cTn>
                                        <p:tgtEl>
                                          <p:spTgt spid="370"/>
                                        </p:tgtEl>
                                        <p:attrNameLst>
                                          <p:attrName>style.visibility</p:attrName>
                                        </p:attrNameLst>
                                      </p:cBhvr>
                                      <p:to>
                                        <p:strVal val="visible"/>
                                      </p:to>
                                    </p:set>
                                  </p:childTnLst>
                                </p:cTn>
                              </p:par>
                              <p:par>
                                <p:cTn id="731" presetID="1" presetClass="entr" presetSubtype="0" fill="hold" nodeType="withEffect">
                                  <p:stCondLst>
                                    <p:cond delay="0"/>
                                  </p:stCondLst>
                                  <p:childTnLst>
                                    <p:set>
                                      <p:cBhvr>
                                        <p:cTn id="732" dur="1" fill="hold">
                                          <p:stCondLst>
                                            <p:cond delay="0"/>
                                          </p:stCondLst>
                                        </p:cTn>
                                        <p:tgtEl>
                                          <p:spTgt spid="371"/>
                                        </p:tgtEl>
                                        <p:attrNameLst>
                                          <p:attrName>style.visibility</p:attrName>
                                        </p:attrNameLst>
                                      </p:cBhvr>
                                      <p:to>
                                        <p:strVal val="visible"/>
                                      </p:to>
                                    </p:set>
                                  </p:childTnLst>
                                </p:cTn>
                              </p:par>
                              <p:par>
                                <p:cTn id="733" presetID="1" presetClass="entr" presetSubtype="0" fill="hold" nodeType="withEffect">
                                  <p:stCondLst>
                                    <p:cond delay="0"/>
                                  </p:stCondLst>
                                  <p:childTnLst>
                                    <p:set>
                                      <p:cBhvr>
                                        <p:cTn id="734" dur="1" fill="hold">
                                          <p:stCondLst>
                                            <p:cond delay="0"/>
                                          </p:stCondLst>
                                        </p:cTn>
                                        <p:tgtEl>
                                          <p:spTgt spid="372"/>
                                        </p:tgtEl>
                                        <p:attrNameLst>
                                          <p:attrName>style.visibility</p:attrName>
                                        </p:attrNameLst>
                                      </p:cBhvr>
                                      <p:to>
                                        <p:strVal val="visible"/>
                                      </p:to>
                                    </p:set>
                                  </p:childTnLst>
                                </p:cTn>
                              </p:par>
                              <p:par>
                                <p:cTn id="735" presetID="1" presetClass="entr" presetSubtype="0" fill="hold" nodeType="withEffect">
                                  <p:stCondLst>
                                    <p:cond delay="0"/>
                                  </p:stCondLst>
                                  <p:childTnLst>
                                    <p:set>
                                      <p:cBhvr>
                                        <p:cTn id="736" dur="1" fill="hold">
                                          <p:stCondLst>
                                            <p:cond delay="0"/>
                                          </p:stCondLst>
                                        </p:cTn>
                                        <p:tgtEl>
                                          <p:spTgt spid="373"/>
                                        </p:tgtEl>
                                        <p:attrNameLst>
                                          <p:attrName>style.visibility</p:attrName>
                                        </p:attrNameLst>
                                      </p:cBhvr>
                                      <p:to>
                                        <p:strVal val="visible"/>
                                      </p:to>
                                    </p:set>
                                  </p:childTnLst>
                                </p:cTn>
                              </p:par>
                              <p:par>
                                <p:cTn id="737" presetID="1" presetClass="entr" presetSubtype="0" fill="hold" nodeType="withEffect">
                                  <p:stCondLst>
                                    <p:cond delay="0"/>
                                  </p:stCondLst>
                                  <p:childTnLst>
                                    <p:set>
                                      <p:cBhvr>
                                        <p:cTn id="738" dur="1" fill="hold">
                                          <p:stCondLst>
                                            <p:cond delay="0"/>
                                          </p:stCondLst>
                                        </p:cTn>
                                        <p:tgtEl>
                                          <p:spTgt spid="374"/>
                                        </p:tgtEl>
                                        <p:attrNameLst>
                                          <p:attrName>style.visibility</p:attrName>
                                        </p:attrNameLst>
                                      </p:cBhvr>
                                      <p:to>
                                        <p:strVal val="visible"/>
                                      </p:to>
                                    </p:set>
                                  </p:childTnLst>
                                </p:cTn>
                              </p:par>
                              <p:par>
                                <p:cTn id="739" presetID="1" presetClass="entr" presetSubtype="0" fill="hold" nodeType="withEffect">
                                  <p:stCondLst>
                                    <p:cond delay="0"/>
                                  </p:stCondLst>
                                  <p:childTnLst>
                                    <p:set>
                                      <p:cBhvr>
                                        <p:cTn id="740" dur="1" fill="hold">
                                          <p:stCondLst>
                                            <p:cond delay="0"/>
                                          </p:stCondLst>
                                        </p:cTn>
                                        <p:tgtEl>
                                          <p:spTgt spid="375"/>
                                        </p:tgtEl>
                                        <p:attrNameLst>
                                          <p:attrName>style.visibility</p:attrName>
                                        </p:attrNameLst>
                                      </p:cBhvr>
                                      <p:to>
                                        <p:strVal val="visible"/>
                                      </p:to>
                                    </p:set>
                                  </p:childTnLst>
                                </p:cTn>
                              </p:par>
                              <p:par>
                                <p:cTn id="741" presetID="1" presetClass="entr" presetSubtype="0" fill="hold" nodeType="withEffect">
                                  <p:stCondLst>
                                    <p:cond delay="0"/>
                                  </p:stCondLst>
                                  <p:childTnLst>
                                    <p:set>
                                      <p:cBhvr>
                                        <p:cTn id="742" dur="1" fill="hold">
                                          <p:stCondLst>
                                            <p:cond delay="0"/>
                                          </p:stCondLst>
                                        </p:cTn>
                                        <p:tgtEl>
                                          <p:spTgt spid="376"/>
                                        </p:tgtEl>
                                        <p:attrNameLst>
                                          <p:attrName>style.visibility</p:attrName>
                                        </p:attrNameLst>
                                      </p:cBhvr>
                                      <p:to>
                                        <p:strVal val="visible"/>
                                      </p:to>
                                    </p:set>
                                  </p:childTnLst>
                                </p:cTn>
                              </p:par>
                              <p:par>
                                <p:cTn id="743" presetID="1" presetClass="entr" presetSubtype="0" fill="hold" nodeType="withEffect">
                                  <p:stCondLst>
                                    <p:cond delay="0"/>
                                  </p:stCondLst>
                                  <p:childTnLst>
                                    <p:set>
                                      <p:cBhvr>
                                        <p:cTn id="744" dur="1" fill="hold">
                                          <p:stCondLst>
                                            <p:cond delay="0"/>
                                          </p:stCondLst>
                                        </p:cTn>
                                        <p:tgtEl>
                                          <p:spTgt spid="377"/>
                                        </p:tgtEl>
                                        <p:attrNameLst>
                                          <p:attrName>style.visibility</p:attrName>
                                        </p:attrNameLst>
                                      </p:cBhvr>
                                      <p:to>
                                        <p:strVal val="visible"/>
                                      </p:to>
                                    </p:set>
                                  </p:childTnLst>
                                </p:cTn>
                              </p:par>
                              <p:par>
                                <p:cTn id="745" presetID="1" presetClass="entr" presetSubtype="0" fill="hold" nodeType="withEffect">
                                  <p:stCondLst>
                                    <p:cond delay="0"/>
                                  </p:stCondLst>
                                  <p:childTnLst>
                                    <p:set>
                                      <p:cBhvr>
                                        <p:cTn id="746" dur="1" fill="hold">
                                          <p:stCondLst>
                                            <p:cond delay="0"/>
                                          </p:stCondLst>
                                        </p:cTn>
                                        <p:tgtEl>
                                          <p:spTgt spid="378"/>
                                        </p:tgtEl>
                                        <p:attrNameLst>
                                          <p:attrName>style.visibility</p:attrName>
                                        </p:attrNameLst>
                                      </p:cBhvr>
                                      <p:to>
                                        <p:strVal val="visible"/>
                                      </p:to>
                                    </p:set>
                                  </p:childTnLst>
                                </p:cTn>
                              </p:par>
                              <p:par>
                                <p:cTn id="747" presetID="1" presetClass="entr" presetSubtype="0" fill="hold" nodeType="withEffect">
                                  <p:stCondLst>
                                    <p:cond delay="0"/>
                                  </p:stCondLst>
                                  <p:childTnLst>
                                    <p:set>
                                      <p:cBhvr>
                                        <p:cTn id="748" dur="1" fill="hold">
                                          <p:stCondLst>
                                            <p:cond delay="0"/>
                                          </p:stCondLst>
                                        </p:cTn>
                                        <p:tgtEl>
                                          <p:spTgt spid="379"/>
                                        </p:tgtEl>
                                        <p:attrNameLst>
                                          <p:attrName>style.visibility</p:attrName>
                                        </p:attrNameLst>
                                      </p:cBhvr>
                                      <p:to>
                                        <p:strVal val="visible"/>
                                      </p:to>
                                    </p:set>
                                  </p:childTnLst>
                                </p:cTn>
                              </p:par>
                              <p:par>
                                <p:cTn id="749" presetID="1" presetClass="entr" presetSubtype="0" fill="hold" nodeType="withEffect">
                                  <p:stCondLst>
                                    <p:cond delay="0"/>
                                  </p:stCondLst>
                                  <p:childTnLst>
                                    <p:set>
                                      <p:cBhvr>
                                        <p:cTn id="750" dur="1" fill="hold">
                                          <p:stCondLst>
                                            <p:cond delay="0"/>
                                          </p:stCondLst>
                                        </p:cTn>
                                        <p:tgtEl>
                                          <p:spTgt spid="380"/>
                                        </p:tgtEl>
                                        <p:attrNameLst>
                                          <p:attrName>style.visibility</p:attrName>
                                        </p:attrNameLst>
                                      </p:cBhvr>
                                      <p:to>
                                        <p:strVal val="visible"/>
                                      </p:to>
                                    </p:set>
                                  </p:childTnLst>
                                </p:cTn>
                              </p:par>
                              <p:par>
                                <p:cTn id="751" presetID="1" presetClass="entr" presetSubtype="0" fill="hold" nodeType="withEffect">
                                  <p:stCondLst>
                                    <p:cond delay="0"/>
                                  </p:stCondLst>
                                  <p:childTnLst>
                                    <p:set>
                                      <p:cBhvr>
                                        <p:cTn id="752" dur="1" fill="hold">
                                          <p:stCondLst>
                                            <p:cond delay="0"/>
                                          </p:stCondLst>
                                        </p:cTn>
                                        <p:tgtEl>
                                          <p:spTgt spid="381"/>
                                        </p:tgtEl>
                                        <p:attrNameLst>
                                          <p:attrName>style.visibility</p:attrName>
                                        </p:attrNameLst>
                                      </p:cBhvr>
                                      <p:to>
                                        <p:strVal val="visible"/>
                                      </p:to>
                                    </p:set>
                                  </p:childTnLst>
                                </p:cTn>
                              </p:par>
                              <p:par>
                                <p:cTn id="753" presetID="1" presetClass="entr" presetSubtype="0" fill="hold" nodeType="withEffect">
                                  <p:stCondLst>
                                    <p:cond delay="0"/>
                                  </p:stCondLst>
                                  <p:childTnLst>
                                    <p:set>
                                      <p:cBhvr>
                                        <p:cTn id="754" dur="1" fill="hold">
                                          <p:stCondLst>
                                            <p:cond delay="0"/>
                                          </p:stCondLst>
                                        </p:cTn>
                                        <p:tgtEl>
                                          <p:spTgt spid="382"/>
                                        </p:tgtEl>
                                        <p:attrNameLst>
                                          <p:attrName>style.visibility</p:attrName>
                                        </p:attrNameLst>
                                      </p:cBhvr>
                                      <p:to>
                                        <p:strVal val="visible"/>
                                      </p:to>
                                    </p:set>
                                  </p:childTnLst>
                                </p:cTn>
                              </p:par>
                              <p:par>
                                <p:cTn id="755" presetID="1" presetClass="entr" presetSubtype="0" fill="hold" nodeType="withEffect">
                                  <p:stCondLst>
                                    <p:cond delay="0"/>
                                  </p:stCondLst>
                                  <p:childTnLst>
                                    <p:set>
                                      <p:cBhvr>
                                        <p:cTn id="756" dur="1" fill="hold">
                                          <p:stCondLst>
                                            <p:cond delay="0"/>
                                          </p:stCondLst>
                                        </p:cTn>
                                        <p:tgtEl>
                                          <p:spTgt spid="383"/>
                                        </p:tgtEl>
                                        <p:attrNameLst>
                                          <p:attrName>style.visibility</p:attrName>
                                        </p:attrNameLst>
                                      </p:cBhvr>
                                      <p:to>
                                        <p:strVal val="visible"/>
                                      </p:to>
                                    </p:set>
                                  </p:childTnLst>
                                </p:cTn>
                              </p:par>
                              <p:par>
                                <p:cTn id="757" presetID="1" presetClass="entr" presetSubtype="0" fill="hold" nodeType="withEffect">
                                  <p:stCondLst>
                                    <p:cond delay="0"/>
                                  </p:stCondLst>
                                  <p:childTnLst>
                                    <p:set>
                                      <p:cBhvr>
                                        <p:cTn id="758" dur="1" fill="hold">
                                          <p:stCondLst>
                                            <p:cond delay="0"/>
                                          </p:stCondLst>
                                        </p:cTn>
                                        <p:tgtEl>
                                          <p:spTgt spid="384"/>
                                        </p:tgtEl>
                                        <p:attrNameLst>
                                          <p:attrName>style.visibility</p:attrName>
                                        </p:attrNameLst>
                                      </p:cBhvr>
                                      <p:to>
                                        <p:strVal val="visible"/>
                                      </p:to>
                                    </p:set>
                                  </p:childTnLst>
                                </p:cTn>
                              </p:par>
                              <p:par>
                                <p:cTn id="759" presetID="1" presetClass="entr" presetSubtype="0" fill="hold" nodeType="withEffect">
                                  <p:stCondLst>
                                    <p:cond delay="0"/>
                                  </p:stCondLst>
                                  <p:childTnLst>
                                    <p:set>
                                      <p:cBhvr>
                                        <p:cTn id="760" dur="1" fill="hold">
                                          <p:stCondLst>
                                            <p:cond delay="0"/>
                                          </p:stCondLst>
                                        </p:cTn>
                                        <p:tgtEl>
                                          <p:spTgt spid="385"/>
                                        </p:tgtEl>
                                        <p:attrNameLst>
                                          <p:attrName>style.visibility</p:attrName>
                                        </p:attrNameLst>
                                      </p:cBhvr>
                                      <p:to>
                                        <p:strVal val="visible"/>
                                      </p:to>
                                    </p:set>
                                  </p:childTnLst>
                                </p:cTn>
                              </p:par>
                              <p:par>
                                <p:cTn id="761" presetID="1" presetClass="entr" presetSubtype="0" fill="hold" nodeType="withEffect">
                                  <p:stCondLst>
                                    <p:cond delay="0"/>
                                  </p:stCondLst>
                                  <p:childTnLst>
                                    <p:set>
                                      <p:cBhvr>
                                        <p:cTn id="762" dur="1" fill="hold">
                                          <p:stCondLst>
                                            <p:cond delay="0"/>
                                          </p:stCondLst>
                                        </p:cTn>
                                        <p:tgtEl>
                                          <p:spTgt spid="386"/>
                                        </p:tgtEl>
                                        <p:attrNameLst>
                                          <p:attrName>style.visibility</p:attrName>
                                        </p:attrNameLst>
                                      </p:cBhvr>
                                      <p:to>
                                        <p:strVal val="visible"/>
                                      </p:to>
                                    </p:set>
                                  </p:childTnLst>
                                </p:cTn>
                              </p:par>
                              <p:par>
                                <p:cTn id="763" presetID="1" presetClass="entr" presetSubtype="0" fill="hold" nodeType="withEffect">
                                  <p:stCondLst>
                                    <p:cond delay="0"/>
                                  </p:stCondLst>
                                  <p:childTnLst>
                                    <p:set>
                                      <p:cBhvr>
                                        <p:cTn id="764" dur="1" fill="hold">
                                          <p:stCondLst>
                                            <p:cond delay="0"/>
                                          </p:stCondLst>
                                        </p:cTn>
                                        <p:tgtEl>
                                          <p:spTgt spid="387"/>
                                        </p:tgtEl>
                                        <p:attrNameLst>
                                          <p:attrName>style.visibility</p:attrName>
                                        </p:attrNameLst>
                                      </p:cBhvr>
                                      <p:to>
                                        <p:strVal val="visible"/>
                                      </p:to>
                                    </p:set>
                                  </p:childTnLst>
                                </p:cTn>
                              </p:par>
                              <p:par>
                                <p:cTn id="765" presetID="1" presetClass="entr" presetSubtype="0" fill="hold" nodeType="withEffect">
                                  <p:stCondLst>
                                    <p:cond delay="0"/>
                                  </p:stCondLst>
                                  <p:childTnLst>
                                    <p:set>
                                      <p:cBhvr>
                                        <p:cTn id="766" dur="1" fill="hold">
                                          <p:stCondLst>
                                            <p:cond delay="0"/>
                                          </p:stCondLst>
                                        </p:cTn>
                                        <p:tgtEl>
                                          <p:spTgt spid="388"/>
                                        </p:tgtEl>
                                        <p:attrNameLst>
                                          <p:attrName>style.visibility</p:attrName>
                                        </p:attrNameLst>
                                      </p:cBhvr>
                                      <p:to>
                                        <p:strVal val="visible"/>
                                      </p:to>
                                    </p:set>
                                  </p:childTnLst>
                                </p:cTn>
                              </p:par>
                              <p:par>
                                <p:cTn id="767" presetID="1" presetClass="entr" presetSubtype="0" fill="hold" nodeType="withEffect">
                                  <p:stCondLst>
                                    <p:cond delay="0"/>
                                  </p:stCondLst>
                                  <p:childTnLst>
                                    <p:set>
                                      <p:cBhvr>
                                        <p:cTn id="768" dur="1" fill="hold">
                                          <p:stCondLst>
                                            <p:cond delay="0"/>
                                          </p:stCondLst>
                                        </p:cTn>
                                        <p:tgtEl>
                                          <p:spTgt spid="389"/>
                                        </p:tgtEl>
                                        <p:attrNameLst>
                                          <p:attrName>style.visibility</p:attrName>
                                        </p:attrNameLst>
                                      </p:cBhvr>
                                      <p:to>
                                        <p:strVal val="visible"/>
                                      </p:to>
                                    </p:set>
                                  </p:childTnLst>
                                </p:cTn>
                              </p:par>
                              <p:par>
                                <p:cTn id="769" presetID="1" presetClass="entr" presetSubtype="0" fill="hold" nodeType="withEffect">
                                  <p:stCondLst>
                                    <p:cond delay="0"/>
                                  </p:stCondLst>
                                  <p:childTnLst>
                                    <p:set>
                                      <p:cBhvr>
                                        <p:cTn id="770" dur="1" fill="hold">
                                          <p:stCondLst>
                                            <p:cond delay="0"/>
                                          </p:stCondLst>
                                        </p:cTn>
                                        <p:tgtEl>
                                          <p:spTgt spid="390"/>
                                        </p:tgtEl>
                                        <p:attrNameLst>
                                          <p:attrName>style.visibility</p:attrName>
                                        </p:attrNameLst>
                                      </p:cBhvr>
                                      <p:to>
                                        <p:strVal val="visible"/>
                                      </p:to>
                                    </p:set>
                                  </p:childTnLst>
                                </p:cTn>
                              </p:par>
                              <p:par>
                                <p:cTn id="771" presetID="1" presetClass="entr" presetSubtype="0" fill="hold" nodeType="withEffect">
                                  <p:stCondLst>
                                    <p:cond delay="0"/>
                                  </p:stCondLst>
                                  <p:childTnLst>
                                    <p:set>
                                      <p:cBhvr>
                                        <p:cTn id="772" dur="1" fill="hold">
                                          <p:stCondLst>
                                            <p:cond delay="0"/>
                                          </p:stCondLst>
                                        </p:cTn>
                                        <p:tgtEl>
                                          <p:spTgt spid="391"/>
                                        </p:tgtEl>
                                        <p:attrNameLst>
                                          <p:attrName>style.visibility</p:attrName>
                                        </p:attrNameLst>
                                      </p:cBhvr>
                                      <p:to>
                                        <p:strVal val="visible"/>
                                      </p:to>
                                    </p:set>
                                  </p:childTnLst>
                                </p:cTn>
                              </p:par>
                              <p:par>
                                <p:cTn id="773" presetID="1" presetClass="entr" presetSubtype="0" fill="hold" nodeType="withEffect">
                                  <p:stCondLst>
                                    <p:cond delay="0"/>
                                  </p:stCondLst>
                                  <p:childTnLst>
                                    <p:set>
                                      <p:cBhvr>
                                        <p:cTn id="774" dur="1" fill="hold">
                                          <p:stCondLst>
                                            <p:cond delay="0"/>
                                          </p:stCondLst>
                                        </p:cTn>
                                        <p:tgtEl>
                                          <p:spTgt spid="392"/>
                                        </p:tgtEl>
                                        <p:attrNameLst>
                                          <p:attrName>style.visibility</p:attrName>
                                        </p:attrNameLst>
                                      </p:cBhvr>
                                      <p:to>
                                        <p:strVal val="visible"/>
                                      </p:to>
                                    </p:set>
                                  </p:childTnLst>
                                </p:cTn>
                              </p:par>
                              <p:par>
                                <p:cTn id="775" presetID="1" presetClass="entr" presetSubtype="0" fill="hold" nodeType="withEffect">
                                  <p:stCondLst>
                                    <p:cond delay="0"/>
                                  </p:stCondLst>
                                  <p:childTnLst>
                                    <p:set>
                                      <p:cBhvr>
                                        <p:cTn id="776" dur="1" fill="hold">
                                          <p:stCondLst>
                                            <p:cond delay="0"/>
                                          </p:stCondLst>
                                        </p:cTn>
                                        <p:tgtEl>
                                          <p:spTgt spid="393"/>
                                        </p:tgtEl>
                                        <p:attrNameLst>
                                          <p:attrName>style.visibility</p:attrName>
                                        </p:attrNameLst>
                                      </p:cBhvr>
                                      <p:to>
                                        <p:strVal val="visible"/>
                                      </p:to>
                                    </p:set>
                                  </p:childTnLst>
                                </p:cTn>
                              </p:par>
                              <p:par>
                                <p:cTn id="777" presetID="1" presetClass="entr" presetSubtype="0" fill="hold" nodeType="withEffect">
                                  <p:stCondLst>
                                    <p:cond delay="0"/>
                                  </p:stCondLst>
                                  <p:childTnLst>
                                    <p:set>
                                      <p:cBhvr>
                                        <p:cTn id="778" dur="1" fill="hold">
                                          <p:stCondLst>
                                            <p:cond delay="0"/>
                                          </p:stCondLst>
                                        </p:cTn>
                                        <p:tgtEl>
                                          <p:spTgt spid="394"/>
                                        </p:tgtEl>
                                        <p:attrNameLst>
                                          <p:attrName>style.visibility</p:attrName>
                                        </p:attrNameLst>
                                      </p:cBhvr>
                                      <p:to>
                                        <p:strVal val="visible"/>
                                      </p:to>
                                    </p:set>
                                  </p:childTnLst>
                                </p:cTn>
                              </p:par>
                              <p:par>
                                <p:cTn id="779" presetID="1" presetClass="entr" presetSubtype="0" fill="hold" nodeType="withEffect">
                                  <p:stCondLst>
                                    <p:cond delay="0"/>
                                  </p:stCondLst>
                                  <p:childTnLst>
                                    <p:set>
                                      <p:cBhvr>
                                        <p:cTn id="780" dur="1" fill="hold">
                                          <p:stCondLst>
                                            <p:cond delay="0"/>
                                          </p:stCondLst>
                                        </p:cTn>
                                        <p:tgtEl>
                                          <p:spTgt spid="395"/>
                                        </p:tgtEl>
                                        <p:attrNameLst>
                                          <p:attrName>style.visibility</p:attrName>
                                        </p:attrNameLst>
                                      </p:cBhvr>
                                      <p:to>
                                        <p:strVal val="visible"/>
                                      </p:to>
                                    </p:set>
                                  </p:childTnLst>
                                </p:cTn>
                              </p:par>
                              <p:par>
                                <p:cTn id="781" presetID="1" presetClass="entr" presetSubtype="0" fill="hold" nodeType="withEffect">
                                  <p:stCondLst>
                                    <p:cond delay="0"/>
                                  </p:stCondLst>
                                  <p:childTnLst>
                                    <p:set>
                                      <p:cBhvr>
                                        <p:cTn id="782" dur="1" fill="hold">
                                          <p:stCondLst>
                                            <p:cond delay="0"/>
                                          </p:stCondLst>
                                        </p:cTn>
                                        <p:tgtEl>
                                          <p:spTgt spid="396"/>
                                        </p:tgtEl>
                                        <p:attrNameLst>
                                          <p:attrName>style.visibility</p:attrName>
                                        </p:attrNameLst>
                                      </p:cBhvr>
                                      <p:to>
                                        <p:strVal val="visible"/>
                                      </p:to>
                                    </p:set>
                                  </p:childTnLst>
                                </p:cTn>
                              </p:par>
                              <p:par>
                                <p:cTn id="783" presetID="1" presetClass="entr" presetSubtype="0" fill="hold" nodeType="withEffect">
                                  <p:stCondLst>
                                    <p:cond delay="0"/>
                                  </p:stCondLst>
                                  <p:childTnLst>
                                    <p:set>
                                      <p:cBhvr>
                                        <p:cTn id="784" dur="1" fill="hold">
                                          <p:stCondLst>
                                            <p:cond delay="0"/>
                                          </p:stCondLst>
                                        </p:cTn>
                                        <p:tgtEl>
                                          <p:spTgt spid="397"/>
                                        </p:tgtEl>
                                        <p:attrNameLst>
                                          <p:attrName>style.visibility</p:attrName>
                                        </p:attrNameLst>
                                      </p:cBhvr>
                                      <p:to>
                                        <p:strVal val="visible"/>
                                      </p:to>
                                    </p:set>
                                  </p:childTnLst>
                                </p:cTn>
                              </p:par>
                              <p:par>
                                <p:cTn id="785" presetID="1" presetClass="entr" presetSubtype="0" fill="hold" nodeType="withEffect">
                                  <p:stCondLst>
                                    <p:cond delay="0"/>
                                  </p:stCondLst>
                                  <p:childTnLst>
                                    <p:set>
                                      <p:cBhvr>
                                        <p:cTn id="786" dur="1" fill="hold">
                                          <p:stCondLst>
                                            <p:cond delay="0"/>
                                          </p:stCondLst>
                                        </p:cTn>
                                        <p:tgtEl>
                                          <p:spTgt spid="398"/>
                                        </p:tgtEl>
                                        <p:attrNameLst>
                                          <p:attrName>style.visibility</p:attrName>
                                        </p:attrNameLst>
                                      </p:cBhvr>
                                      <p:to>
                                        <p:strVal val="visible"/>
                                      </p:to>
                                    </p:set>
                                  </p:childTnLst>
                                </p:cTn>
                              </p:par>
                              <p:par>
                                <p:cTn id="787" presetID="1" presetClass="entr" presetSubtype="0" fill="hold" nodeType="withEffect">
                                  <p:stCondLst>
                                    <p:cond delay="0"/>
                                  </p:stCondLst>
                                  <p:childTnLst>
                                    <p:set>
                                      <p:cBhvr>
                                        <p:cTn id="788" dur="1" fill="hold">
                                          <p:stCondLst>
                                            <p:cond delay="0"/>
                                          </p:stCondLst>
                                        </p:cTn>
                                        <p:tgtEl>
                                          <p:spTgt spid="399"/>
                                        </p:tgtEl>
                                        <p:attrNameLst>
                                          <p:attrName>style.visibility</p:attrName>
                                        </p:attrNameLst>
                                      </p:cBhvr>
                                      <p:to>
                                        <p:strVal val="visible"/>
                                      </p:to>
                                    </p:set>
                                  </p:childTnLst>
                                </p:cTn>
                              </p:par>
                              <p:par>
                                <p:cTn id="789" presetID="1" presetClass="entr" presetSubtype="0" fill="hold" nodeType="withEffect">
                                  <p:stCondLst>
                                    <p:cond delay="0"/>
                                  </p:stCondLst>
                                  <p:childTnLst>
                                    <p:set>
                                      <p:cBhvr>
                                        <p:cTn id="790" dur="1" fill="hold">
                                          <p:stCondLst>
                                            <p:cond delay="0"/>
                                          </p:stCondLst>
                                        </p:cTn>
                                        <p:tgtEl>
                                          <p:spTgt spid="400"/>
                                        </p:tgtEl>
                                        <p:attrNameLst>
                                          <p:attrName>style.visibility</p:attrName>
                                        </p:attrNameLst>
                                      </p:cBhvr>
                                      <p:to>
                                        <p:strVal val="visible"/>
                                      </p:to>
                                    </p:set>
                                  </p:childTnLst>
                                </p:cTn>
                              </p:par>
                              <p:par>
                                <p:cTn id="791" presetID="1" presetClass="entr" presetSubtype="0" fill="hold" nodeType="withEffect">
                                  <p:stCondLst>
                                    <p:cond delay="0"/>
                                  </p:stCondLst>
                                  <p:childTnLst>
                                    <p:set>
                                      <p:cBhvr>
                                        <p:cTn id="792" dur="1" fill="hold">
                                          <p:stCondLst>
                                            <p:cond delay="0"/>
                                          </p:stCondLst>
                                        </p:cTn>
                                        <p:tgtEl>
                                          <p:spTgt spid="401"/>
                                        </p:tgtEl>
                                        <p:attrNameLst>
                                          <p:attrName>style.visibility</p:attrName>
                                        </p:attrNameLst>
                                      </p:cBhvr>
                                      <p:to>
                                        <p:strVal val="visible"/>
                                      </p:to>
                                    </p:set>
                                  </p:childTnLst>
                                </p:cTn>
                              </p:par>
                              <p:par>
                                <p:cTn id="793" presetID="1" presetClass="entr" presetSubtype="0" fill="hold" nodeType="withEffect">
                                  <p:stCondLst>
                                    <p:cond delay="0"/>
                                  </p:stCondLst>
                                  <p:childTnLst>
                                    <p:set>
                                      <p:cBhvr>
                                        <p:cTn id="794" dur="1" fill="hold">
                                          <p:stCondLst>
                                            <p:cond delay="0"/>
                                          </p:stCondLst>
                                        </p:cTn>
                                        <p:tgtEl>
                                          <p:spTgt spid="402"/>
                                        </p:tgtEl>
                                        <p:attrNameLst>
                                          <p:attrName>style.visibility</p:attrName>
                                        </p:attrNameLst>
                                      </p:cBhvr>
                                      <p:to>
                                        <p:strVal val="visible"/>
                                      </p:to>
                                    </p:set>
                                  </p:childTnLst>
                                </p:cTn>
                              </p:par>
                              <p:par>
                                <p:cTn id="795" presetID="1" presetClass="entr" presetSubtype="0" fill="hold" nodeType="withEffect">
                                  <p:stCondLst>
                                    <p:cond delay="0"/>
                                  </p:stCondLst>
                                  <p:childTnLst>
                                    <p:set>
                                      <p:cBhvr>
                                        <p:cTn id="796" dur="1" fill="hold">
                                          <p:stCondLst>
                                            <p:cond delay="0"/>
                                          </p:stCondLst>
                                        </p:cTn>
                                        <p:tgtEl>
                                          <p:spTgt spid="403"/>
                                        </p:tgtEl>
                                        <p:attrNameLst>
                                          <p:attrName>style.visibility</p:attrName>
                                        </p:attrNameLst>
                                      </p:cBhvr>
                                      <p:to>
                                        <p:strVal val="visible"/>
                                      </p:to>
                                    </p:set>
                                  </p:childTnLst>
                                </p:cTn>
                              </p:par>
                              <p:par>
                                <p:cTn id="797" presetID="1" presetClass="entr" presetSubtype="0" fill="hold" nodeType="withEffect">
                                  <p:stCondLst>
                                    <p:cond delay="0"/>
                                  </p:stCondLst>
                                  <p:childTnLst>
                                    <p:set>
                                      <p:cBhvr>
                                        <p:cTn id="798" dur="1" fill="hold">
                                          <p:stCondLst>
                                            <p:cond delay="0"/>
                                          </p:stCondLst>
                                        </p:cTn>
                                        <p:tgtEl>
                                          <p:spTgt spid="404"/>
                                        </p:tgtEl>
                                        <p:attrNameLst>
                                          <p:attrName>style.visibility</p:attrName>
                                        </p:attrNameLst>
                                      </p:cBhvr>
                                      <p:to>
                                        <p:strVal val="visible"/>
                                      </p:to>
                                    </p:set>
                                  </p:childTnLst>
                                </p:cTn>
                              </p:par>
                              <p:par>
                                <p:cTn id="799" presetID="1" presetClass="entr" presetSubtype="0" fill="hold" nodeType="withEffect">
                                  <p:stCondLst>
                                    <p:cond delay="0"/>
                                  </p:stCondLst>
                                  <p:childTnLst>
                                    <p:set>
                                      <p:cBhvr>
                                        <p:cTn id="800" dur="1" fill="hold">
                                          <p:stCondLst>
                                            <p:cond delay="0"/>
                                          </p:stCondLst>
                                        </p:cTn>
                                        <p:tgtEl>
                                          <p:spTgt spid="405"/>
                                        </p:tgtEl>
                                        <p:attrNameLst>
                                          <p:attrName>style.visibility</p:attrName>
                                        </p:attrNameLst>
                                      </p:cBhvr>
                                      <p:to>
                                        <p:strVal val="visible"/>
                                      </p:to>
                                    </p:set>
                                  </p:childTnLst>
                                </p:cTn>
                              </p:par>
                              <p:par>
                                <p:cTn id="801" presetID="1" presetClass="entr" presetSubtype="0" fill="hold" nodeType="withEffect">
                                  <p:stCondLst>
                                    <p:cond delay="0"/>
                                  </p:stCondLst>
                                  <p:childTnLst>
                                    <p:set>
                                      <p:cBhvr>
                                        <p:cTn id="802" dur="1" fill="hold">
                                          <p:stCondLst>
                                            <p:cond delay="0"/>
                                          </p:stCondLst>
                                        </p:cTn>
                                        <p:tgtEl>
                                          <p:spTgt spid="406"/>
                                        </p:tgtEl>
                                        <p:attrNameLst>
                                          <p:attrName>style.visibility</p:attrName>
                                        </p:attrNameLst>
                                      </p:cBhvr>
                                      <p:to>
                                        <p:strVal val="visible"/>
                                      </p:to>
                                    </p:set>
                                  </p:childTnLst>
                                </p:cTn>
                              </p:par>
                              <p:par>
                                <p:cTn id="803" presetID="1" presetClass="entr" presetSubtype="0" fill="hold" nodeType="withEffect">
                                  <p:stCondLst>
                                    <p:cond delay="0"/>
                                  </p:stCondLst>
                                  <p:childTnLst>
                                    <p:set>
                                      <p:cBhvr>
                                        <p:cTn id="804" dur="1" fill="hold">
                                          <p:stCondLst>
                                            <p:cond delay="0"/>
                                          </p:stCondLst>
                                        </p:cTn>
                                        <p:tgtEl>
                                          <p:spTgt spid="407"/>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08"/>
                                        </p:tgtEl>
                                        <p:attrNameLst>
                                          <p:attrName>style.visibility</p:attrName>
                                        </p:attrNameLst>
                                      </p:cBhvr>
                                      <p:to>
                                        <p:strVal val="visible"/>
                                      </p:to>
                                    </p:set>
                                  </p:childTnLst>
                                </p:cTn>
                              </p:par>
                            </p:childTnLst>
                          </p:cTn>
                        </p:par>
                      </p:childTnLst>
                    </p:cTn>
                  </p:par>
                  <p:par>
                    <p:cTn id="807" fill="hold">
                      <p:stCondLst>
                        <p:cond delay="indefinite"/>
                      </p:stCondLst>
                      <p:childTnLst>
                        <p:par>
                          <p:cTn id="808" fill="hold">
                            <p:stCondLst>
                              <p:cond delay="0"/>
                            </p:stCondLst>
                            <p:childTnLst>
                              <p:par>
                                <p:cTn id="809" presetID="1" presetClass="entr" presetSubtype="0" fill="hold" nodeType="clickEffect">
                                  <p:stCondLst>
                                    <p:cond delay="0"/>
                                  </p:stCondLst>
                                  <p:childTnLst>
                                    <p:set>
                                      <p:cBhvr>
                                        <p:cTn id="810" dur="1" fill="hold">
                                          <p:stCondLst>
                                            <p:cond delay="0"/>
                                          </p:stCondLst>
                                        </p:cTn>
                                        <p:tgtEl>
                                          <p:spTgt spid="410"/>
                                        </p:tgtEl>
                                        <p:attrNameLst>
                                          <p:attrName>style.visibility</p:attrName>
                                        </p:attrNameLst>
                                      </p:cBhvr>
                                      <p:to>
                                        <p:strVal val="visible"/>
                                      </p:to>
                                    </p:set>
                                  </p:childTnLst>
                                </p:cTn>
                              </p:par>
                              <p:par>
                                <p:cTn id="811" presetID="1" presetClass="entr" presetSubtype="0" fill="hold" nodeType="withEffect">
                                  <p:stCondLst>
                                    <p:cond delay="0"/>
                                  </p:stCondLst>
                                  <p:childTnLst>
                                    <p:set>
                                      <p:cBhvr>
                                        <p:cTn id="812" dur="1" fill="hold">
                                          <p:stCondLst>
                                            <p:cond delay="0"/>
                                          </p:stCondLst>
                                        </p:cTn>
                                        <p:tgtEl>
                                          <p:spTgt spid="411"/>
                                        </p:tgtEl>
                                        <p:attrNameLst>
                                          <p:attrName>style.visibility</p:attrName>
                                        </p:attrNameLst>
                                      </p:cBhvr>
                                      <p:to>
                                        <p:strVal val="visible"/>
                                      </p:to>
                                    </p:set>
                                  </p:childTnLst>
                                </p:cTn>
                              </p:par>
                              <p:par>
                                <p:cTn id="813" presetID="1" presetClass="entr" presetSubtype="0" fill="hold" nodeType="withEffect">
                                  <p:stCondLst>
                                    <p:cond delay="0"/>
                                  </p:stCondLst>
                                  <p:childTnLst>
                                    <p:set>
                                      <p:cBhvr>
                                        <p:cTn id="814" dur="1" fill="hold">
                                          <p:stCondLst>
                                            <p:cond delay="0"/>
                                          </p:stCondLst>
                                        </p:cTn>
                                        <p:tgtEl>
                                          <p:spTgt spid="412"/>
                                        </p:tgtEl>
                                        <p:attrNameLst>
                                          <p:attrName>style.visibility</p:attrName>
                                        </p:attrNameLst>
                                      </p:cBhvr>
                                      <p:to>
                                        <p:strVal val="visible"/>
                                      </p:to>
                                    </p:set>
                                  </p:childTnLst>
                                </p:cTn>
                              </p:par>
                              <p:par>
                                <p:cTn id="815" presetID="1" presetClass="entr" presetSubtype="0" fill="hold" nodeType="withEffect">
                                  <p:stCondLst>
                                    <p:cond delay="0"/>
                                  </p:stCondLst>
                                  <p:childTnLst>
                                    <p:set>
                                      <p:cBhvr>
                                        <p:cTn id="816" dur="1" fill="hold">
                                          <p:stCondLst>
                                            <p:cond delay="0"/>
                                          </p:stCondLst>
                                        </p:cTn>
                                        <p:tgtEl>
                                          <p:spTgt spid="413"/>
                                        </p:tgtEl>
                                        <p:attrNameLst>
                                          <p:attrName>style.visibility</p:attrName>
                                        </p:attrNameLst>
                                      </p:cBhvr>
                                      <p:to>
                                        <p:strVal val="visible"/>
                                      </p:to>
                                    </p:set>
                                  </p:childTnLst>
                                </p:cTn>
                              </p:par>
                              <p:par>
                                <p:cTn id="817" presetID="1" presetClass="entr" presetSubtype="0" fill="hold" nodeType="withEffect">
                                  <p:stCondLst>
                                    <p:cond delay="0"/>
                                  </p:stCondLst>
                                  <p:childTnLst>
                                    <p:set>
                                      <p:cBhvr>
                                        <p:cTn id="818" dur="1" fill="hold">
                                          <p:stCondLst>
                                            <p:cond delay="0"/>
                                          </p:stCondLst>
                                        </p:cTn>
                                        <p:tgtEl>
                                          <p:spTgt spid="414"/>
                                        </p:tgtEl>
                                        <p:attrNameLst>
                                          <p:attrName>style.visibility</p:attrName>
                                        </p:attrNameLst>
                                      </p:cBhvr>
                                      <p:to>
                                        <p:strVal val="visible"/>
                                      </p:to>
                                    </p:set>
                                  </p:childTnLst>
                                </p:cTn>
                              </p:par>
                              <p:par>
                                <p:cTn id="819" presetID="1" presetClass="entr" presetSubtype="0" fill="hold" nodeType="withEffect">
                                  <p:stCondLst>
                                    <p:cond delay="0"/>
                                  </p:stCondLst>
                                  <p:childTnLst>
                                    <p:set>
                                      <p:cBhvr>
                                        <p:cTn id="820" dur="1" fill="hold">
                                          <p:stCondLst>
                                            <p:cond delay="0"/>
                                          </p:stCondLst>
                                        </p:cTn>
                                        <p:tgtEl>
                                          <p:spTgt spid="415"/>
                                        </p:tgtEl>
                                        <p:attrNameLst>
                                          <p:attrName>style.visibility</p:attrName>
                                        </p:attrNameLst>
                                      </p:cBhvr>
                                      <p:to>
                                        <p:strVal val="visible"/>
                                      </p:to>
                                    </p:set>
                                  </p:childTnLst>
                                </p:cTn>
                              </p:par>
                              <p:par>
                                <p:cTn id="821" presetID="1" presetClass="entr" presetSubtype="0" fill="hold" nodeType="withEffect">
                                  <p:stCondLst>
                                    <p:cond delay="0"/>
                                  </p:stCondLst>
                                  <p:childTnLst>
                                    <p:set>
                                      <p:cBhvr>
                                        <p:cTn id="822" dur="1" fill="hold">
                                          <p:stCondLst>
                                            <p:cond delay="0"/>
                                          </p:stCondLst>
                                        </p:cTn>
                                        <p:tgtEl>
                                          <p:spTgt spid="416"/>
                                        </p:tgtEl>
                                        <p:attrNameLst>
                                          <p:attrName>style.visibility</p:attrName>
                                        </p:attrNameLst>
                                      </p:cBhvr>
                                      <p:to>
                                        <p:strVal val="visible"/>
                                      </p:to>
                                    </p:set>
                                  </p:childTnLst>
                                </p:cTn>
                              </p:par>
                              <p:par>
                                <p:cTn id="823" presetID="1" presetClass="entr" presetSubtype="0" fill="hold" nodeType="withEffect">
                                  <p:stCondLst>
                                    <p:cond delay="0"/>
                                  </p:stCondLst>
                                  <p:childTnLst>
                                    <p:set>
                                      <p:cBhvr>
                                        <p:cTn id="824" dur="1" fill="hold">
                                          <p:stCondLst>
                                            <p:cond delay="0"/>
                                          </p:stCondLst>
                                        </p:cTn>
                                        <p:tgtEl>
                                          <p:spTgt spid="417"/>
                                        </p:tgtEl>
                                        <p:attrNameLst>
                                          <p:attrName>style.visibility</p:attrName>
                                        </p:attrNameLst>
                                      </p:cBhvr>
                                      <p:to>
                                        <p:strVal val="visible"/>
                                      </p:to>
                                    </p:set>
                                  </p:childTnLst>
                                </p:cTn>
                              </p:par>
                              <p:par>
                                <p:cTn id="825" presetID="1" presetClass="entr" presetSubtype="0" fill="hold" nodeType="withEffect">
                                  <p:stCondLst>
                                    <p:cond delay="0"/>
                                  </p:stCondLst>
                                  <p:childTnLst>
                                    <p:set>
                                      <p:cBhvr>
                                        <p:cTn id="826" dur="1" fill="hold">
                                          <p:stCondLst>
                                            <p:cond delay="0"/>
                                          </p:stCondLst>
                                        </p:cTn>
                                        <p:tgtEl>
                                          <p:spTgt spid="418"/>
                                        </p:tgtEl>
                                        <p:attrNameLst>
                                          <p:attrName>style.visibility</p:attrName>
                                        </p:attrNameLst>
                                      </p:cBhvr>
                                      <p:to>
                                        <p:strVal val="visible"/>
                                      </p:to>
                                    </p:set>
                                  </p:childTnLst>
                                </p:cTn>
                              </p:par>
                              <p:par>
                                <p:cTn id="827" presetID="1" presetClass="entr" presetSubtype="0" fill="hold" nodeType="withEffect">
                                  <p:stCondLst>
                                    <p:cond delay="0"/>
                                  </p:stCondLst>
                                  <p:childTnLst>
                                    <p:set>
                                      <p:cBhvr>
                                        <p:cTn id="828" dur="1" fill="hold">
                                          <p:stCondLst>
                                            <p:cond delay="0"/>
                                          </p:stCondLst>
                                        </p:cTn>
                                        <p:tgtEl>
                                          <p:spTgt spid="419"/>
                                        </p:tgtEl>
                                        <p:attrNameLst>
                                          <p:attrName>style.visibility</p:attrName>
                                        </p:attrNameLst>
                                      </p:cBhvr>
                                      <p:to>
                                        <p:strVal val="visible"/>
                                      </p:to>
                                    </p:set>
                                  </p:childTnLst>
                                </p:cTn>
                              </p:par>
                              <p:par>
                                <p:cTn id="829" presetID="1" presetClass="entr" presetSubtype="0" fill="hold" nodeType="withEffect">
                                  <p:stCondLst>
                                    <p:cond delay="0"/>
                                  </p:stCondLst>
                                  <p:childTnLst>
                                    <p:set>
                                      <p:cBhvr>
                                        <p:cTn id="830" dur="1" fill="hold">
                                          <p:stCondLst>
                                            <p:cond delay="0"/>
                                          </p:stCondLst>
                                        </p:cTn>
                                        <p:tgtEl>
                                          <p:spTgt spid="420"/>
                                        </p:tgtEl>
                                        <p:attrNameLst>
                                          <p:attrName>style.visibility</p:attrName>
                                        </p:attrNameLst>
                                      </p:cBhvr>
                                      <p:to>
                                        <p:strVal val="visible"/>
                                      </p:to>
                                    </p:set>
                                  </p:childTnLst>
                                </p:cTn>
                              </p:par>
                              <p:par>
                                <p:cTn id="831" presetID="1" presetClass="entr" presetSubtype="0" fill="hold" nodeType="withEffect">
                                  <p:stCondLst>
                                    <p:cond delay="0"/>
                                  </p:stCondLst>
                                  <p:childTnLst>
                                    <p:set>
                                      <p:cBhvr>
                                        <p:cTn id="832" dur="1" fill="hold">
                                          <p:stCondLst>
                                            <p:cond delay="0"/>
                                          </p:stCondLst>
                                        </p:cTn>
                                        <p:tgtEl>
                                          <p:spTgt spid="421"/>
                                        </p:tgtEl>
                                        <p:attrNameLst>
                                          <p:attrName>style.visibility</p:attrName>
                                        </p:attrNameLst>
                                      </p:cBhvr>
                                      <p:to>
                                        <p:strVal val="visible"/>
                                      </p:to>
                                    </p:set>
                                  </p:childTnLst>
                                </p:cTn>
                              </p:par>
                              <p:par>
                                <p:cTn id="833" presetID="1" presetClass="entr" presetSubtype="0" fill="hold" nodeType="withEffect">
                                  <p:stCondLst>
                                    <p:cond delay="0"/>
                                  </p:stCondLst>
                                  <p:childTnLst>
                                    <p:set>
                                      <p:cBhvr>
                                        <p:cTn id="834" dur="1" fill="hold">
                                          <p:stCondLst>
                                            <p:cond delay="0"/>
                                          </p:stCondLst>
                                        </p:cTn>
                                        <p:tgtEl>
                                          <p:spTgt spid="422"/>
                                        </p:tgtEl>
                                        <p:attrNameLst>
                                          <p:attrName>style.visibility</p:attrName>
                                        </p:attrNameLst>
                                      </p:cBhvr>
                                      <p:to>
                                        <p:strVal val="visible"/>
                                      </p:to>
                                    </p:set>
                                  </p:childTnLst>
                                </p:cTn>
                              </p:par>
                              <p:par>
                                <p:cTn id="835" presetID="1" presetClass="entr" presetSubtype="0" fill="hold" nodeType="withEffect">
                                  <p:stCondLst>
                                    <p:cond delay="0"/>
                                  </p:stCondLst>
                                  <p:childTnLst>
                                    <p:set>
                                      <p:cBhvr>
                                        <p:cTn id="836" dur="1" fill="hold">
                                          <p:stCondLst>
                                            <p:cond delay="0"/>
                                          </p:stCondLst>
                                        </p:cTn>
                                        <p:tgtEl>
                                          <p:spTgt spid="423"/>
                                        </p:tgtEl>
                                        <p:attrNameLst>
                                          <p:attrName>style.visibility</p:attrName>
                                        </p:attrNameLst>
                                      </p:cBhvr>
                                      <p:to>
                                        <p:strVal val="visible"/>
                                      </p:to>
                                    </p:set>
                                  </p:childTnLst>
                                </p:cTn>
                              </p:par>
                              <p:par>
                                <p:cTn id="837" presetID="1" presetClass="entr" presetSubtype="0" fill="hold" nodeType="withEffect">
                                  <p:stCondLst>
                                    <p:cond delay="0"/>
                                  </p:stCondLst>
                                  <p:childTnLst>
                                    <p:set>
                                      <p:cBhvr>
                                        <p:cTn id="838" dur="1" fill="hold">
                                          <p:stCondLst>
                                            <p:cond delay="0"/>
                                          </p:stCondLst>
                                        </p:cTn>
                                        <p:tgtEl>
                                          <p:spTgt spid="424"/>
                                        </p:tgtEl>
                                        <p:attrNameLst>
                                          <p:attrName>style.visibility</p:attrName>
                                        </p:attrNameLst>
                                      </p:cBhvr>
                                      <p:to>
                                        <p:strVal val="visible"/>
                                      </p:to>
                                    </p:set>
                                  </p:childTnLst>
                                </p:cTn>
                              </p:par>
                              <p:par>
                                <p:cTn id="839" presetID="1" presetClass="entr" presetSubtype="0" fill="hold" nodeType="withEffect">
                                  <p:stCondLst>
                                    <p:cond delay="0"/>
                                  </p:stCondLst>
                                  <p:childTnLst>
                                    <p:set>
                                      <p:cBhvr>
                                        <p:cTn id="840" dur="1" fill="hold">
                                          <p:stCondLst>
                                            <p:cond delay="0"/>
                                          </p:stCondLst>
                                        </p:cTn>
                                        <p:tgtEl>
                                          <p:spTgt spid="425"/>
                                        </p:tgtEl>
                                        <p:attrNameLst>
                                          <p:attrName>style.visibility</p:attrName>
                                        </p:attrNameLst>
                                      </p:cBhvr>
                                      <p:to>
                                        <p:strVal val="visible"/>
                                      </p:to>
                                    </p:set>
                                  </p:childTnLst>
                                </p:cTn>
                              </p:par>
                              <p:par>
                                <p:cTn id="841" presetID="1" presetClass="entr" presetSubtype="0" fill="hold" nodeType="withEffect">
                                  <p:stCondLst>
                                    <p:cond delay="0"/>
                                  </p:stCondLst>
                                  <p:childTnLst>
                                    <p:set>
                                      <p:cBhvr>
                                        <p:cTn id="842" dur="1" fill="hold">
                                          <p:stCondLst>
                                            <p:cond delay="0"/>
                                          </p:stCondLst>
                                        </p:cTn>
                                        <p:tgtEl>
                                          <p:spTgt spid="426"/>
                                        </p:tgtEl>
                                        <p:attrNameLst>
                                          <p:attrName>style.visibility</p:attrName>
                                        </p:attrNameLst>
                                      </p:cBhvr>
                                      <p:to>
                                        <p:strVal val="visible"/>
                                      </p:to>
                                    </p:set>
                                  </p:childTnLst>
                                </p:cTn>
                              </p:par>
                              <p:par>
                                <p:cTn id="843" presetID="1" presetClass="entr" presetSubtype="0" fill="hold" nodeType="withEffect">
                                  <p:stCondLst>
                                    <p:cond delay="0"/>
                                  </p:stCondLst>
                                  <p:childTnLst>
                                    <p:set>
                                      <p:cBhvr>
                                        <p:cTn id="844" dur="1" fill="hold">
                                          <p:stCondLst>
                                            <p:cond delay="0"/>
                                          </p:stCondLst>
                                        </p:cTn>
                                        <p:tgtEl>
                                          <p:spTgt spid="427"/>
                                        </p:tgtEl>
                                        <p:attrNameLst>
                                          <p:attrName>style.visibility</p:attrName>
                                        </p:attrNameLst>
                                      </p:cBhvr>
                                      <p:to>
                                        <p:strVal val="visible"/>
                                      </p:to>
                                    </p:set>
                                  </p:childTnLst>
                                </p:cTn>
                              </p:par>
                              <p:par>
                                <p:cTn id="845" presetID="1" presetClass="entr" presetSubtype="0" fill="hold" nodeType="withEffect">
                                  <p:stCondLst>
                                    <p:cond delay="0"/>
                                  </p:stCondLst>
                                  <p:childTnLst>
                                    <p:set>
                                      <p:cBhvr>
                                        <p:cTn id="846" dur="1" fill="hold">
                                          <p:stCondLst>
                                            <p:cond delay="0"/>
                                          </p:stCondLst>
                                        </p:cTn>
                                        <p:tgtEl>
                                          <p:spTgt spid="428"/>
                                        </p:tgtEl>
                                        <p:attrNameLst>
                                          <p:attrName>style.visibility</p:attrName>
                                        </p:attrNameLst>
                                      </p:cBhvr>
                                      <p:to>
                                        <p:strVal val="visible"/>
                                      </p:to>
                                    </p:set>
                                  </p:childTnLst>
                                </p:cTn>
                              </p:par>
                              <p:par>
                                <p:cTn id="847" presetID="1" presetClass="entr" presetSubtype="0" fill="hold" nodeType="withEffect">
                                  <p:stCondLst>
                                    <p:cond delay="0"/>
                                  </p:stCondLst>
                                  <p:childTnLst>
                                    <p:set>
                                      <p:cBhvr>
                                        <p:cTn id="848" dur="1" fill="hold">
                                          <p:stCondLst>
                                            <p:cond delay="0"/>
                                          </p:stCondLst>
                                        </p:cTn>
                                        <p:tgtEl>
                                          <p:spTgt spid="429"/>
                                        </p:tgtEl>
                                        <p:attrNameLst>
                                          <p:attrName>style.visibility</p:attrName>
                                        </p:attrNameLst>
                                      </p:cBhvr>
                                      <p:to>
                                        <p:strVal val="visible"/>
                                      </p:to>
                                    </p:set>
                                  </p:childTnLst>
                                </p:cTn>
                              </p:par>
                              <p:par>
                                <p:cTn id="849" presetID="1" presetClass="entr" presetSubtype="0" fill="hold" nodeType="withEffect">
                                  <p:stCondLst>
                                    <p:cond delay="0"/>
                                  </p:stCondLst>
                                  <p:childTnLst>
                                    <p:set>
                                      <p:cBhvr>
                                        <p:cTn id="850" dur="1" fill="hold">
                                          <p:stCondLst>
                                            <p:cond delay="0"/>
                                          </p:stCondLst>
                                        </p:cTn>
                                        <p:tgtEl>
                                          <p:spTgt spid="430"/>
                                        </p:tgtEl>
                                        <p:attrNameLst>
                                          <p:attrName>style.visibility</p:attrName>
                                        </p:attrNameLst>
                                      </p:cBhvr>
                                      <p:to>
                                        <p:strVal val="visible"/>
                                      </p:to>
                                    </p:set>
                                  </p:childTnLst>
                                </p:cTn>
                              </p:par>
                              <p:par>
                                <p:cTn id="851" presetID="1" presetClass="entr" presetSubtype="0" fill="hold" nodeType="withEffect">
                                  <p:stCondLst>
                                    <p:cond delay="0"/>
                                  </p:stCondLst>
                                  <p:childTnLst>
                                    <p:set>
                                      <p:cBhvr>
                                        <p:cTn id="852" dur="1" fill="hold">
                                          <p:stCondLst>
                                            <p:cond delay="0"/>
                                          </p:stCondLst>
                                        </p:cTn>
                                        <p:tgtEl>
                                          <p:spTgt spid="431"/>
                                        </p:tgtEl>
                                        <p:attrNameLst>
                                          <p:attrName>style.visibility</p:attrName>
                                        </p:attrNameLst>
                                      </p:cBhvr>
                                      <p:to>
                                        <p:strVal val="visible"/>
                                      </p:to>
                                    </p:set>
                                  </p:childTnLst>
                                </p:cTn>
                              </p:par>
                              <p:par>
                                <p:cTn id="853" presetID="1" presetClass="entr" presetSubtype="0" fill="hold" nodeType="withEffect">
                                  <p:stCondLst>
                                    <p:cond delay="0"/>
                                  </p:stCondLst>
                                  <p:childTnLst>
                                    <p:set>
                                      <p:cBhvr>
                                        <p:cTn id="854" dur="1" fill="hold">
                                          <p:stCondLst>
                                            <p:cond delay="0"/>
                                          </p:stCondLst>
                                        </p:cTn>
                                        <p:tgtEl>
                                          <p:spTgt spid="432"/>
                                        </p:tgtEl>
                                        <p:attrNameLst>
                                          <p:attrName>style.visibility</p:attrName>
                                        </p:attrNameLst>
                                      </p:cBhvr>
                                      <p:to>
                                        <p:strVal val="visible"/>
                                      </p:to>
                                    </p:set>
                                  </p:childTnLst>
                                </p:cTn>
                              </p:par>
                              <p:par>
                                <p:cTn id="855" presetID="1" presetClass="entr" presetSubtype="0" fill="hold" nodeType="withEffect">
                                  <p:stCondLst>
                                    <p:cond delay="0"/>
                                  </p:stCondLst>
                                  <p:childTnLst>
                                    <p:set>
                                      <p:cBhvr>
                                        <p:cTn id="856" dur="1" fill="hold">
                                          <p:stCondLst>
                                            <p:cond delay="0"/>
                                          </p:stCondLst>
                                        </p:cTn>
                                        <p:tgtEl>
                                          <p:spTgt spid="433"/>
                                        </p:tgtEl>
                                        <p:attrNameLst>
                                          <p:attrName>style.visibility</p:attrName>
                                        </p:attrNameLst>
                                      </p:cBhvr>
                                      <p:to>
                                        <p:strVal val="visible"/>
                                      </p:to>
                                    </p:set>
                                  </p:childTnLst>
                                </p:cTn>
                              </p:par>
                              <p:par>
                                <p:cTn id="857" presetID="1" presetClass="entr" presetSubtype="0" fill="hold" nodeType="withEffect">
                                  <p:stCondLst>
                                    <p:cond delay="0"/>
                                  </p:stCondLst>
                                  <p:childTnLst>
                                    <p:set>
                                      <p:cBhvr>
                                        <p:cTn id="858" dur="1" fill="hold">
                                          <p:stCondLst>
                                            <p:cond delay="0"/>
                                          </p:stCondLst>
                                        </p:cTn>
                                        <p:tgtEl>
                                          <p:spTgt spid="434"/>
                                        </p:tgtEl>
                                        <p:attrNameLst>
                                          <p:attrName>style.visibility</p:attrName>
                                        </p:attrNameLst>
                                      </p:cBhvr>
                                      <p:to>
                                        <p:strVal val="visible"/>
                                      </p:to>
                                    </p:set>
                                  </p:childTnLst>
                                </p:cTn>
                              </p:par>
                              <p:par>
                                <p:cTn id="859" presetID="1" presetClass="entr" presetSubtype="0" fill="hold" nodeType="withEffect">
                                  <p:stCondLst>
                                    <p:cond delay="0"/>
                                  </p:stCondLst>
                                  <p:childTnLst>
                                    <p:set>
                                      <p:cBhvr>
                                        <p:cTn id="860" dur="1" fill="hold">
                                          <p:stCondLst>
                                            <p:cond delay="0"/>
                                          </p:stCondLst>
                                        </p:cTn>
                                        <p:tgtEl>
                                          <p:spTgt spid="435"/>
                                        </p:tgtEl>
                                        <p:attrNameLst>
                                          <p:attrName>style.visibility</p:attrName>
                                        </p:attrNameLst>
                                      </p:cBhvr>
                                      <p:to>
                                        <p:strVal val="visible"/>
                                      </p:to>
                                    </p:set>
                                  </p:childTnLst>
                                </p:cTn>
                              </p:par>
                              <p:par>
                                <p:cTn id="861" presetID="1" presetClass="entr" presetSubtype="0" fill="hold" nodeType="withEffect">
                                  <p:stCondLst>
                                    <p:cond delay="0"/>
                                  </p:stCondLst>
                                  <p:childTnLst>
                                    <p:set>
                                      <p:cBhvr>
                                        <p:cTn id="862" dur="1" fill="hold">
                                          <p:stCondLst>
                                            <p:cond delay="0"/>
                                          </p:stCondLst>
                                        </p:cTn>
                                        <p:tgtEl>
                                          <p:spTgt spid="436"/>
                                        </p:tgtEl>
                                        <p:attrNameLst>
                                          <p:attrName>style.visibility</p:attrName>
                                        </p:attrNameLst>
                                      </p:cBhvr>
                                      <p:to>
                                        <p:strVal val="visible"/>
                                      </p:to>
                                    </p:set>
                                  </p:childTnLst>
                                </p:cTn>
                              </p:par>
                              <p:par>
                                <p:cTn id="863" presetID="1" presetClass="entr" presetSubtype="0" fill="hold" nodeType="withEffect">
                                  <p:stCondLst>
                                    <p:cond delay="0"/>
                                  </p:stCondLst>
                                  <p:childTnLst>
                                    <p:set>
                                      <p:cBhvr>
                                        <p:cTn id="864" dur="1" fill="hold">
                                          <p:stCondLst>
                                            <p:cond delay="0"/>
                                          </p:stCondLst>
                                        </p:cTn>
                                        <p:tgtEl>
                                          <p:spTgt spid="437"/>
                                        </p:tgtEl>
                                        <p:attrNameLst>
                                          <p:attrName>style.visibility</p:attrName>
                                        </p:attrNameLst>
                                      </p:cBhvr>
                                      <p:to>
                                        <p:strVal val="visible"/>
                                      </p:to>
                                    </p:set>
                                  </p:childTnLst>
                                </p:cTn>
                              </p:par>
                              <p:par>
                                <p:cTn id="865" presetID="1" presetClass="entr" presetSubtype="0" fill="hold" nodeType="withEffect">
                                  <p:stCondLst>
                                    <p:cond delay="0"/>
                                  </p:stCondLst>
                                  <p:childTnLst>
                                    <p:set>
                                      <p:cBhvr>
                                        <p:cTn id="866" dur="1" fill="hold">
                                          <p:stCondLst>
                                            <p:cond delay="0"/>
                                          </p:stCondLst>
                                        </p:cTn>
                                        <p:tgtEl>
                                          <p:spTgt spid="438"/>
                                        </p:tgtEl>
                                        <p:attrNameLst>
                                          <p:attrName>style.visibility</p:attrName>
                                        </p:attrNameLst>
                                      </p:cBhvr>
                                      <p:to>
                                        <p:strVal val="visible"/>
                                      </p:to>
                                    </p:set>
                                  </p:childTnLst>
                                </p:cTn>
                              </p:par>
                              <p:par>
                                <p:cTn id="867" presetID="1" presetClass="entr" presetSubtype="0" fill="hold" nodeType="withEffect">
                                  <p:stCondLst>
                                    <p:cond delay="0"/>
                                  </p:stCondLst>
                                  <p:childTnLst>
                                    <p:set>
                                      <p:cBhvr>
                                        <p:cTn id="868" dur="1" fill="hold">
                                          <p:stCondLst>
                                            <p:cond delay="0"/>
                                          </p:stCondLst>
                                        </p:cTn>
                                        <p:tgtEl>
                                          <p:spTgt spid="439"/>
                                        </p:tgtEl>
                                        <p:attrNameLst>
                                          <p:attrName>style.visibility</p:attrName>
                                        </p:attrNameLst>
                                      </p:cBhvr>
                                      <p:to>
                                        <p:strVal val="visible"/>
                                      </p:to>
                                    </p:set>
                                  </p:childTnLst>
                                </p:cTn>
                              </p:par>
                              <p:par>
                                <p:cTn id="869" presetID="1" presetClass="entr" presetSubtype="0" fill="hold" nodeType="withEffect">
                                  <p:stCondLst>
                                    <p:cond delay="0"/>
                                  </p:stCondLst>
                                  <p:childTnLst>
                                    <p:set>
                                      <p:cBhvr>
                                        <p:cTn id="870" dur="1" fill="hold">
                                          <p:stCondLst>
                                            <p:cond delay="0"/>
                                          </p:stCondLst>
                                        </p:cTn>
                                        <p:tgtEl>
                                          <p:spTgt spid="440"/>
                                        </p:tgtEl>
                                        <p:attrNameLst>
                                          <p:attrName>style.visibility</p:attrName>
                                        </p:attrNameLst>
                                      </p:cBhvr>
                                      <p:to>
                                        <p:strVal val="visible"/>
                                      </p:to>
                                    </p:set>
                                  </p:childTnLst>
                                </p:cTn>
                              </p:par>
                              <p:par>
                                <p:cTn id="871" presetID="1" presetClass="entr" presetSubtype="0" fill="hold" nodeType="withEffect">
                                  <p:stCondLst>
                                    <p:cond delay="0"/>
                                  </p:stCondLst>
                                  <p:childTnLst>
                                    <p:set>
                                      <p:cBhvr>
                                        <p:cTn id="872" dur="1" fill="hold">
                                          <p:stCondLst>
                                            <p:cond delay="0"/>
                                          </p:stCondLst>
                                        </p:cTn>
                                        <p:tgtEl>
                                          <p:spTgt spid="441"/>
                                        </p:tgtEl>
                                        <p:attrNameLst>
                                          <p:attrName>style.visibility</p:attrName>
                                        </p:attrNameLst>
                                      </p:cBhvr>
                                      <p:to>
                                        <p:strVal val="visible"/>
                                      </p:to>
                                    </p:set>
                                  </p:childTnLst>
                                </p:cTn>
                              </p:par>
                              <p:par>
                                <p:cTn id="873" presetID="1" presetClass="entr" presetSubtype="0" fill="hold" nodeType="withEffect">
                                  <p:stCondLst>
                                    <p:cond delay="0"/>
                                  </p:stCondLst>
                                  <p:childTnLst>
                                    <p:set>
                                      <p:cBhvr>
                                        <p:cTn id="874" dur="1" fill="hold">
                                          <p:stCondLst>
                                            <p:cond delay="0"/>
                                          </p:stCondLst>
                                        </p:cTn>
                                        <p:tgtEl>
                                          <p:spTgt spid="442"/>
                                        </p:tgtEl>
                                        <p:attrNameLst>
                                          <p:attrName>style.visibility</p:attrName>
                                        </p:attrNameLst>
                                      </p:cBhvr>
                                      <p:to>
                                        <p:strVal val="visible"/>
                                      </p:to>
                                    </p:set>
                                  </p:childTnLst>
                                </p:cTn>
                              </p:par>
                              <p:par>
                                <p:cTn id="875" presetID="1" presetClass="entr" presetSubtype="0" fill="hold" nodeType="withEffect">
                                  <p:stCondLst>
                                    <p:cond delay="0"/>
                                  </p:stCondLst>
                                  <p:childTnLst>
                                    <p:set>
                                      <p:cBhvr>
                                        <p:cTn id="876" dur="1" fill="hold">
                                          <p:stCondLst>
                                            <p:cond delay="0"/>
                                          </p:stCondLst>
                                        </p:cTn>
                                        <p:tgtEl>
                                          <p:spTgt spid="443"/>
                                        </p:tgtEl>
                                        <p:attrNameLst>
                                          <p:attrName>style.visibility</p:attrName>
                                        </p:attrNameLst>
                                      </p:cBhvr>
                                      <p:to>
                                        <p:strVal val="visible"/>
                                      </p:to>
                                    </p:set>
                                  </p:childTnLst>
                                </p:cTn>
                              </p:par>
                              <p:par>
                                <p:cTn id="877" presetID="1" presetClass="entr" presetSubtype="0" fill="hold" nodeType="withEffect">
                                  <p:stCondLst>
                                    <p:cond delay="0"/>
                                  </p:stCondLst>
                                  <p:childTnLst>
                                    <p:set>
                                      <p:cBhvr>
                                        <p:cTn id="878" dur="1" fill="hold">
                                          <p:stCondLst>
                                            <p:cond delay="0"/>
                                          </p:stCondLst>
                                        </p:cTn>
                                        <p:tgtEl>
                                          <p:spTgt spid="444"/>
                                        </p:tgtEl>
                                        <p:attrNameLst>
                                          <p:attrName>style.visibility</p:attrName>
                                        </p:attrNameLst>
                                      </p:cBhvr>
                                      <p:to>
                                        <p:strVal val="visible"/>
                                      </p:to>
                                    </p:set>
                                  </p:childTnLst>
                                </p:cTn>
                              </p:par>
                              <p:par>
                                <p:cTn id="879" presetID="1" presetClass="entr" presetSubtype="0" fill="hold" nodeType="withEffect">
                                  <p:stCondLst>
                                    <p:cond delay="0"/>
                                  </p:stCondLst>
                                  <p:childTnLst>
                                    <p:set>
                                      <p:cBhvr>
                                        <p:cTn id="880" dur="1" fill="hold">
                                          <p:stCondLst>
                                            <p:cond delay="0"/>
                                          </p:stCondLst>
                                        </p:cTn>
                                        <p:tgtEl>
                                          <p:spTgt spid="445"/>
                                        </p:tgtEl>
                                        <p:attrNameLst>
                                          <p:attrName>style.visibility</p:attrName>
                                        </p:attrNameLst>
                                      </p:cBhvr>
                                      <p:to>
                                        <p:strVal val="visible"/>
                                      </p:to>
                                    </p:set>
                                  </p:childTnLst>
                                </p:cTn>
                              </p:par>
                              <p:par>
                                <p:cTn id="881" presetID="1" presetClass="entr" presetSubtype="0" fill="hold" nodeType="withEffect">
                                  <p:stCondLst>
                                    <p:cond delay="0"/>
                                  </p:stCondLst>
                                  <p:childTnLst>
                                    <p:set>
                                      <p:cBhvr>
                                        <p:cTn id="882" dur="1" fill="hold">
                                          <p:stCondLst>
                                            <p:cond delay="0"/>
                                          </p:stCondLst>
                                        </p:cTn>
                                        <p:tgtEl>
                                          <p:spTgt spid="446"/>
                                        </p:tgtEl>
                                        <p:attrNameLst>
                                          <p:attrName>style.visibility</p:attrName>
                                        </p:attrNameLst>
                                      </p:cBhvr>
                                      <p:to>
                                        <p:strVal val="visible"/>
                                      </p:to>
                                    </p:set>
                                  </p:childTnLst>
                                </p:cTn>
                              </p:par>
                              <p:par>
                                <p:cTn id="883" presetID="1" presetClass="entr" presetSubtype="0" fill="hold" nodeType="withEffect">
                                  <p:stCondLst>
                                    <p:cond delay="0"/>
                                  </p:stCondLst>
                                  <p:childTnLst>
                                    <p:set>
                                      <p:cBhvr>
                                        <p:cTn id="884" dur="1" fill="hold">
                                          <p:stCondLst>
                                            <p:cond delay="0"/>
                                          </p:stCondLst>
                                        </p:cTn>
                                        <p:tgtEl>
                                          <p:spTgt spid="447"/>
                                        </p:tgtEl>
                                        <p:attrNameLst>
                                          <p:attrName>style.visibility</p:attrName>
                                        </p:attrNameLst>
                                      </p:cBhvr>
                                      <p:to>
                                        <p:strVal val="visible"/>
                                      </p:to>
                                    </p:set>
                                  </p:childTnLst>
                                </p:cTn>
                              </p:par>
                              <p:par>
                                <p:cTn id="885" presetID="1" presetClass="entr" presetSubtype="0" fill="hold" nodeType="withEffect">
                                  <p:stCondLst>
                                    <p:cond delay="0"/>
                                  </p:stCondLst>
                                  <p:childTnLst>
                                    <p:set>
                                      <p:cBhvr>
                                        <p:cTn id="886" dur="1" fill="hold">
                                          <p:stCondLst>
                                            <p:cond delay="0"/>
                                          </p:stCondLst>
                                        </p:cTn>
                                        <p:tgtEl>
                                          <p:spTgt spid="448"/>
                                        </p:tgtEl>
                                        <p:attrNameLst>
                                          <p:attrName>style.visibility</p:attrName>
                                        </p:attrNameLst>
                                      </p:cBhvr>
                                      <p:to>
                                        <p:strVal val="visible"/>
                                      </p:to>
                                    </p:set>
                                  </p:childTnLst>
                                </p:cTn>
                              </p:par>
                              <p:par>
                                <p:cTn id="887" presetID="1" presetClass="entr" presetSubtype="0" fill="hold" nodeType="withEffect">
                                  <p:stCondLst>
                                    <p:cond delay="0"/>
                                  </p:stCondLst>
                                  <p:childTnLst>
                                    <p:set>
                                      <p:cBhvr>
                                        <p:cTn id="888" dur="1" fill="hold">
                                          <p:stCondLst>
                                            <p:cond delay="0"/>
                                          </p:stCondLst>
                                        </p:cTn>
                                        <p:tgtEl>
                                          <p:spTgt spid="449"/>
                                        </p:tgtEl>
                                        <p:attrNameLst>
                                          <p:attrName>style.visibility</p:attrName>
                                        </p:attrNameLst>
                                      </p:cBhvr>
                                      <p:to>
                                        <p:strVal val="visible"/>
                                      </p:to>
                                    </p:set>
                                  </p:childTnLst>
                                </p:cTn>
                              </p:par>
                              <p:par>
                                <p:cTn id="889" presetID="1" presetClass="entr" presetSubtype="0" fill="hold" nodeType="withEffect">
                                  <p:stCondLst>
                                    <p:cond delay="0"/>
                                  </p:stCondLst>
                                  <p:childTnLst>
                                    <p:set>
                                      <p:cBhvr>
                                        <p:cTn id="890" dur="1" fill="hold">
                                          <p:stCondLst>
                                            <p:cond delay="0"/>
                                          </p:stCondLst>
                                        </p:cTn>
                                        <p:tgtEl>
                                          <p:spTgt spid="450"/>
                                        </p:tgtEl>
                                        <p:attrNameLst>
                                          <p:attrName>style.visibility</p:attrName>
                                        </p:attrNameLst>
                                      </p:cBhvr>
                                      <p:to>
                                        <p:strVal val="visible"/>
                                      </p:to>
                                    </p:set>
                                  </p:childTnLst>
                                </p:cTn>
                              </p:par>
                              <p:par>
                                <p:cTn id="891" presetID="1" presetClass="entr" presetSubtype="0" fill="hold" nodeType="withEffect">
                                  <p:stCondLst>
                                    <p:cond delay="0"/>
                                  </p:stCondLst>
                                  <p:childTnLst>
                                    <p:set>
                                      <p:cBhvr>
                                        <p:cTn id="892" dur="1" fill="hold">
                                          <p:stCondLst>
                                            <p:cond delay="0"/>
                                          </p:stCondLst>
                                        </p:cTn>
                                        <p:tgtEl>
                                          <p:spTgt spid="451"/>
                                        </p:tgtEl>
                                        <p:attrNameLst>
                                          <p:attrName>style.visibility</p:attrName>
                                        </p:attrNameLst>
                                      </p:cBhvr>
                                      <p:to>
                                        <p:strVal val="visible"/>
                                      </p:to>
                                    </p:set>
                                  </p:childTnLst>
                                </p:cTn>
                              </p:par>
                              <p:par>
                                <p:cTn id="893" presetID="1" presetClass="entr" presetSubtype="0" fill="hold" nodeType="withEffect">
                                  <p:stCondLst>
                                    <p:cond delay="0"/>
                                  </p:stCondLst>
                                  <p:childTnLst>
                                    <p:set>
                                      <p:cBhvr>
                                        <p:cTn id="894" dur="1" fill="hold">
                                          <p:stCondLst>
                                            <p:cond delay="0"/>
                                          </p:stCondLst>
                                        </p:cTn>
                                        <p:tgtEl>
                                          <p:spTgt spid="452"/>
                                        </p:tgtEl>
                                        <p:attrNameLst>
                                          <p:attrName>style.visibility</p:attrName>
                                        </p:attrNameLst>
                                      </p:cBhvr>
                                      <p:to>
                                        <p:strVal val="visible"/>
                                      </p:to>
                                    </p:set>
                                  </p:childTnLst>
                                </p:cTn>
                              </p:par>
                              <p:par>
                                <p:cTn id="895" presetID="1" presetClass="entr" presetSubtype="0" fill="hold" nodeType="withEffect">
                                  <p:stCondLst>
                                    <p:cond delay="0"/>
                                  </p:stCondLst>
                                  <p:childTnLst>
                                    <p:set>
                                      <p:cBhvr>
                                        <p:cTn id="896" dur="1" fill="hold">
                                          <p:stCondLst>
                                            <p:cond delay="0"/>
                                          </p:stCondLst>
                                        </p:cTn>
                                        <p:tgtEl>
                                          <p:spTgt spid="453"/>
                                        </p:tgtEl>
                                        <p:attrNameLst>
                                          <p:attrName>style.visibility</p:attrName>
                                        </p:attrNameLst>
                                      </p:cBhvr>
                                      <p:to>
                                        <p:strVal val="visible"/>
                                      </p:to>
                                    </p:set>
                                  </p:childTnLst>
                                </p:cTn>
                              </p:par>
                              <p:par>
                                <p:cTn id="897" presetID="1" presetClass="entr" presetSubtype="0" fill="hold" nodeType="withEffect">
                                  <p:stCondLst>
                                    <p:cond delay="0"/>
                                  </p:stCondLst>
                                  <p:childTnLst>
                                    <p:set>
                                      <p:cBhvr>
                                        <p:cTn id="898" dur="1" fill="hold">
                                          <p:stCondLst>
                                            <p:cond delay="0"/>
                                          </p:stCondLst>
                                        </p:cTn>
                                        <p:tgtEl>
                                          <p:spTgt spid="454"/>
                                        </p:tgtEl>
                                        <p:attrNameLst>
                                          <p:attrName>style.visibility</p:attrName>
                                        </p:attrNameLst>
                                      </p:cBhvr>
                                      <p:to>
                                        <p:strVal val="visible"/>
                                      </p:to>
                                    </p:set>
                                  </p:childTnLst>
                                </p:cTn>
                              </p:par>
                              <p:par>
                                <p:cTn id="899" presetID="1" presetClass="entr" presetSubtype="0" fill="hold" nodeType="withEffect">
                                  <p:stCondLst>
                                    <p:cond delay="0"/>
                                  </p:stCondLst>
                                  <p:childTnLst>
                                    <p:set>
                                      <p:cBhvr>
                                        <p:cTn id="900" dur="1" fill="hold">
                                          <p:stCondLst>
                                            <p:cond delay="0"/>
                                          </p:stCondLst>
                                        </p:cTn>
                                        <p:tgtEl>
                                          <p:spTgt spid="455"/>
                                        </p:tgtEl>
                                        <p:attrNameLst>
                                          <p:attrName>style.visibility</p:attrName>
                                        </p:attrNameLst>
                                      </p:cBhvr>
                                      <p:to>
                                        <p:strVal val="visible"/>
                                      </p:to>
                                    </p:set>
                                  </p:childTnLst>
                                </p:cTn>
                              </p:par>
                              <p:par>
                                <p:cTn id="901" presetID="1" presetClass="entr" presetSubtype="0" fill="hold" nodeType="withEffect">
                                  <p:stCondLst>
                                    <p:cond delay="0"/>
                                  </p:stCondLst>
                                  <p:childTnLst>
                                    <p:set>
                                      <p:cBhvr>
                                        <p:cTn id="902" dur="1" fill="hold">
                                          <p:stCondLst>
                                            <p:cond delay="0"/>
                                          </p:stCondLst>
                                        </p:cTn>
                                        <p:tgtEl>
                                          <p:spTgt spid="456"/>
                                        </p:tgtEl>
                                        <p:attrNameLst>
                                          <p:attrName>style.visibility</p:attrName>
                                        </p:attrNameLst>
                                      </p:cBhvr>
                                      <p:to>
                                        <p:strVal val="visible"/>
                                      </p:to>
                                    </p:set>
                                  </p:childTnLst>
                                </p:cTn>
                              </p:par>
                              <p:par>
                                <p:cTn id="903" presetID="1" presetClass="entr" presetSubtype="0" fill="hold" nodeType="withEffect">
                                  <p:stCondLst>
                                    <p:cond delay="0"/>
                                  </p:stCondLst>
                                  <p:childTnLst>
                                    <p:set>
                                      <p:cBhvr>
                                        <p:cTn id="904" dur="1" fill="hold">
                                          <p:stCondLst>
                                            <p:cond delay="0"/>
                                          </p:stCondLst>
                                        </p:cTn>
                                        <p:tgtEl>
                                          <p:spTgt spid="457"/>
                                        </p:tgtEl>
                                        <p:attrNameLst>
                                          <p:attrName>style.visibility</p:attrName>
                                        </p:attrNameLst>
                                      </p:cBhvr>
                                      <p:to>
                                        <p:strVal val="visible"/>
                                      </p:to>
                                    </p:set>
                                  </p:childTnLst>
                                </p:cTn>
                              </p:par>
                              <p:par>
                                <p:cTn id="905" presetID="1" presetClass="entr" presetSubtype="0" fill="hold" nodeType="withEffect">
                                  <p:stCondLst>
                                    <p:cond delay="0"/>
                                  </p:stCondLst>
                                  <p:childTnLst>
                                    <p:set>
                                      <p:cBhvr>
                                        <p:cTn id="906" dur="1" fill="hold">
                                          <p:stCondLst>
                                            <p:cond delay="0"/>
                                          </p:stCondLst>
                                        </p:cTn>
                                        <p:tgtEl>
                                          <p:spTgt spid="458"/>
                                        </p:tgtEl>
                                        <p:attrNameLst>
                                          <p:attrName>style.visibility</p:attrName>
                                        </p:attrNameLst>
                                      </p:cBhvr>
                                      <p:to>
                                        <p:strVal val="visible"/>
                                      </p:to>
                                    </p:set>
                                  </p:childTnLst>
                                </p:cTn>
                              </p:par>
                              <p:par>
                                <p:cTn id="907" presetID="1" presetClass="entr" presetSubtype="0" fill="hold" nodeType="withEffect">
                                  <p:stCondLst>
                                    <p:cond delay="0"/>
                                  </p:stCondLst>
                                  <p:childTnLst>
                                    <p:set>
                                      <p:cBhvr>
                                        <p:cTn id="908" dur="1" fill="hold">
                                          <p:stCondLst>
                                            <p:cond delay="0"/>
                                          </p:stCondLst>
                                        </p:cTn>
                                        <p:tgtEl>
                                          <p:spTgt spid="459"/>
                                        </p:tgtEl>
                                        <p:attrNameLst>
                                          <p:attrName>style.visibility</p:attrName>
                                        </p:attrNameLst>
                                      </p:cBhvr>
                                      <p:to>
                                        <p:strVal val="visible"/>
                                      </p:to>
                                    </p:set>
                                  </p:childTnLst>
                                </p:cTn>
                              </p:par>
                              <p:par>
                                <p:cTn id="909" presetID="1" presetClass="entr" presetSubtype="0" fill="hold" nodeType="withEffect">
                                  <p:stCondLst>
                                    <p:cond delay="0"/>
                                  </p:stCondLst>
                                  <p:childTnLst>
                                    <p:set>
                                      <p:cBhvr>
                                        <p:cTn id="910" dur="1" fill="hold">
                                          <p:stCondLst>
                                            <p:cond delay="0"/>
                                          </p:stCondLst>
                                        </p:cTn>
                                        <p:tgtEl>
                                          <p:spTgt spid="460"/>
                                        </p:tgtEl>
                                        <p:attrNameLst>
                                          <p:attrName>style.visibility</p:attrName>
                                        </p:attrNameLst>
                                      </p:cBhvr>
                                      <p:to>
                                        <p:strVal val="visible"/>
                                      </p:to>
                                    </p:set>
                                  </p:childTnLst>
                                </p:cTn>
                              </p:par>
                              <p:par>
                                <p:cTn id="911" presetID="1" presetClass="entr" presetSubtype="0" fill="hold" nodeType="withEffect">
                                  <p:stCondLst>
                                    <p:cond delay="0"/>
                                  </p:stCondLst>
                                  <p:childTnLst>
                                    <p:set>
                                      <p:cBhvr>
                                        <p:cTn id="912" dur="1" fill="hold">
                                          <p:stCondLst>
                                            <p:cond delay="0"/>
                                          </p:stCondLst>
                                        </p:cTn>
                                        <p:tgtEl>
                                          <p:spTgt spid="461"/>
                                        </p:tgtEl>
                                        <p:attrNameLst>
                                          <p:attrName>style.visibility</p:attrName>
                                        </p:attrNameLst>
                                      </p:cBhvr>
                                      <p:to>
                                        <p:strVal val="visible"/>
                                      </p:to>
                                    </p:set>
                                  </p:childTnLst>
                                </p:cTn>
                              </p:par>
                              <p:par>
                                <p:cTn id="913" presetID="1" presetClass="entr" presetSubtype="0" fill="hold" nodeType="withEffect">
                                  <p:stCondLst>
                                    <p:cond delay="0"/>
                                  </p:stCondLst>
                                  <p:childTnLst>
                                    <p:set>
                                      <p:cBhvr>
                                        <p:cTn id="914" dur="1" fill="hold">
                                          <p:stCondLst>
                                            <p:cond delay="0"/>
                                          </p:stCondLst>
                                        </p:cTn>
                                        <p:tgtEl>
                                          <p:spTgt spid="462"/>
                                        </p:tgtEl>
                                        <p:attrNameLst>
                                          <p:attrName>style.visibility</p:attrName>
                                        </p:attrNameLst>
                                      </p:cBhvr>
                                      <p:to>
                                        <p:strVal val="visible"/>
                                      </p:to>
                                    </p:set>
                                  </p:childTnLst>
                                </p:cTn>
                              </p:par>
                              <p:par>
                                <p:cTn id="915" presetID="1" presetClass="entr" presetSubtype="0" fill="hold" nodeType="withEffect">
                                  <p:stCondLst>
                                    <p:cond delay="0"/>
                                  </p:stCondLst>
                                  <p:childTnLst>
                                    <p:set>
                                      <p:cBhvr>
                                        <p:cTn id="916" dur="1" fill="hold">
                                          <p:stCondLst>
                                            <p:cond delay="0"/>
                                          </p:stCondLst>
                                        </p:cTn>
                                        <p:tgtEl>
                                          <p:spTgt spid="463"/>
                                        </p:tgtEl>
                                        <p:attrNameLst>
                                          <p:attrName>style.visibility</p:attrName>
                                        </p:attrNameLst>
                                      </p:cBhvr>
                                      <p:to>
                                        <p:strVal val="visible"/>
                                      </p:to>
                                    </p:set>
                                  </p:childTnLst>
                                </p:cTn>
                              </p:par>
                              <p:par>
                                <p:cTn id="917" presetID="1" presetClass="entr" presetSubtype="0" fill="hold" nodeType="withEffect">
                                  <p:stCondLst>
                                    <p:cond delay="0"/>
                                  </p:stCondLst>
                                  <p:childTnLst>
                                    <p:set>
                                      <p:cBhvr>
                                        <p:cTn id="918" dur="1" fill="hold">
                                          <p:stCondLst>
                                            <p:cond delay="0"/>
                                          </p:stCondLst>
                                        </p:cTn>
                                        <p:tgtEl>
                                          <p:spTgt spid="464"/>
                                        </p:tgtEl>
                                        <p:attrNameLst>
                                          <p:attrName>style.visibility</p:attrName>
                                        </p:attrNameLst>
                                      </p:cBhvr>
                                      <p:to>
                                        <p:strVal val="visible"/>
                                      </p:to>
                                    </p:set>
                                  </p:childTnLst>
                                </p:cTn>
                              </p:par>
                              <p:par>
                                <p:cTn id="919" presetID="1" presetClass="entr" presetSubtype="0" fill="hold" nodeType="withEffect">
                                  <p:stCondLst>
                                    <p:cond delay="0"/>
                                  </p:stCondLst>
                                  <p:childTnLst>
                                    <p:set>
                                      <p:cBhvr>
                                        <p:cTn id="920" dur="1" fill="hold">
                                          <p:stCondLst>
                                            <p:cond delay="0"/>
                                          </p:stCondLst>
                                        </p:cTn>
                                        <p:tgtEl>
                                          <p:spTgt spid="465"/>
                                        </p:tgtEl>
                                        <p:attrNameLst>
                                          <p:attrName>style.visibility</p:attrName>
                                        </p:attrNameLst>
                                      </p:cBhvr>
                                      <p:to>
                                        <p:strVal val="visible"/>
                                      </p:to>
                                    </p:set>
                                  </p:childTnLst>
                                </p:cTn>
                              </p:par>
                              <p:par>
                                <p:cTn id="921" presetID="1" presetClass="entr" presetSubtype="0" fill="hold" nodeType="withEffect">
                                  <p:stCondLst>
                                    <p:cond delay="0"/>
                                  </p:stCondLst>
                                  <p:childTnLst>
                                    <p:set>
                                      <p:cBhvr>
                                        <p:cTn id="922" dur="1" fill="hold">
                                          <p:stCondLst>
                                            <p:cond delay="0"/>
                                          </p:stCondLst>
                                        </p:cTn>
                                        <p:tgtEl>
                                          <p:spTgt spid="466"/>
                                        </p:tgtEl>
                                        <p:attrNameLst>
                                          <p:attrName>style.visibility</p:attrName>
                                        </p:attrNameLst>
                                      </p:cBhvr>
                                      <p:to>
                                        <p:strVal val="visible"/>
                                      </p:to>
                                    </p:set>
                                  </p:childTnLst>
                                </p:cTn>
                              </p:par>
                              <p:par>
                                <p:cTn id="923" presetID="1" presetClass="entr" presetSubtype="0" fill="hold" nodeType="withEffect">
                                  <p:stCondLst>
                                    <p:cond delay="0"/>
                                  </p:stCondLst>
                                  <p:childTnLst>
                                    <p:set>
                                      <p:cBhvr>
                                        <p:cTn id="924" dur="1" fill="hold">
                                          <p:stCondLst>
                                            <p:cond delay="0"/>
                                          </p:stCondLst>
                                        </p:cTn>
                                        <p:tgtEl>
                                          <p:spTgt spid="467"/>
                                        </p:tgtEl>
                                        <p:attrNameLst>
                                          <p:attrName>style.visibility</p:attrName>
                                        </p:attrNameLst>
                                      </p:cBhvr>
                                      <p:to>
                                        <p:strVal val="visible"/>
                                      </p:to>
                                    </p:set>
                                  </p:childTnLst>
                                </p:cTn>
                              </p:par>
                              <p:par>
                                <p:cTn id="925" presetID="1" presetClass="entr" presetSubtype="0" fill="hold" nodeType="withEffect">
                                  <p:stCondLst>
                                    <p:cond delay="0"/>
                                  </p:stCondLst>
                                  <p:childTnLst>
                                    <p:set>
                                      <p:cBhvr>
                                        <p:cTn id="926" dur="1" fill="hold">
                                          <p:stCondLst>
                                            <p:cond delay="0"/>
                                          </p:stCondLst>
                                        </p:cTn>
                                        <p:tgtEl>
                                          <p:spTgt spid="468"/>
                                        </p:tgtEl>
                                        <p:attrNameLst>
                                          <p:attrName>style.visibility</p:attrName>
                                        </p:attrNameLst>
                                      </p:cBhvr>
                                      <p:to>
                                        <p:strVal val="visible"/>
                                      </p:to>
                                    </p:set>
                                  </p:childTnLst>
                                </p:cTn>
                              </p:par>
                              <p:par>
                                <p:cTn id="927" presetID="1" presetClass="entr" presetSubtype="0" fill="hold" nodeType="withEffect">
                                  <p:stCondLst>
                                    <p:cond delay="0"/>
                                  </p:stCondLst>
                                  <p:childTnLst>
                                    <p:set>
                                      <p:cBhvr>
                                        <p:cTn id="928" dur="1" fill="hold">
                                          <p:stCondLst>
                                            <p:cond delay="0"/>
                                          </p:stCondLst>
                                        </p:cTn>
                                        <p:tgtEl>
                                          <p:spTgt spid="469"/>
                                        </p:tgtEl>
                                        <p:attrNameLst>
                                          <p:attrName>style.visibility</p:attrName>
                                        </p:attrNameLst>
                                      </p:cBhvr>
                                      <p:to>
                                        <p:strVal val="visible"/>
                                      </p:to>
                                    </p:set>
                                  </p:childTnLst>
                                </p:cTn>
                              </p:par>
                              <p:par>
                                <p:cTn id="929" presetID="1" presetClass="entr" presetSubtype="0" fill="hold" nodeType="withEffect">
                                  <p:stCondLst>
                                    <p:cond delay="0"/>
                                  </p:stCondLst>
                                  <p:childTnLst>
                                    <p:set>
                                      <p:cBhvr>
                                        <p:cTn id="930" dur="1" fill="hold">
                                          <p:stCondLst>
                                            <p:cond delay="0"/>
                                          </p:stCondLst>
                                        </p:cTn>
                                        <p:tgtEl>
                                          <p:spTgt spid="470"/>
                                        </p:tgtEl>
                                        <p:attrNameLst>
                                          <p:attrName>style.visibility</p:attrName>
                                        </p:attrNameLst>
                                      </p:cBhvr>
                                      <p:to>
                                        <p:strVal val="visible"/>
                                      </p:to>
                                    </p:set>
                                  </p:childTnLst>
                                </p:cTn>
                              </p:par>
                              <p:par>
                                <p:cTn id="931" presetID="1" presetClass="entr" presetSubtype="0" fill="hold" nodeType="withEffect">
                                  <p:stCondLst>
                                    <p:cond delay="0"/>
                                  </p:stCondLst>
                                  <p:childTnLst>
                                    <p:set>
                                      <p:cBhvr>
                                        <p:cTn id="932" dur="1" fill="hold">
                                          <p:stCondLst>
                                            <p:cond delay="0"/>
                                          </p:stCondLst>
                                        </p:cTn>
                                        <p:tgtEl>
                                          <p:spTgt spid="471"/>
                                        </p:tgtEl>
                                        <p:attrNameLst>
                                          <p:attrName>style.visibility</p:attrName>
                                        </p:attrNameLst>
                                      </p:cBhvr>
                                      <p:to>
                                        <p:strVal val="visible"/>
                                      </p:to>
                                    </p:set>
                                  </p:childTnLst>
                                </p:cTn>
                              </p:par>
                              <p:par>
                                <p:cTn id="933" presetID="1" presetClass="entr" presetSubtype="0" fill="hold" nodeType="withEffect">
                                  <p:stCondLst>
                                    <p:cond delay="0"/>
                                  </p:stCondLst>
                                  <p:childTnLst>
                                    <p:set>
                                      <p:cBhvr>
                                        <p:cTn id="934" dur="1" fill="hold">
                                          <p:stCondLst>
                                            <p:cond delay="0"/>
                                          </p:stCondLst>
                                        </p:cTn>
                                        <p:tgtEl>
                                          <p:spTgt spid="472"/>
                                        </p:tgtEl>
                                        <p:attrNameLst>
                                          <p:attrName>style.visibility</p:attrName>
                                        </p:attrNameLst>
                                      </p:cBhvr>
                                      <p:to>
                                        <p:strVal val="visible"/>
                                      </p:to>
                                    </p:set>
                                  </p:childTnLst>
                                </p:cTn>
                              </p:par>
                              <p:par>
                                <p:cTn id="935" presetID="1" presetClass="entr" presetSubtype="0" fill="hold" nodeType="withEffect">
                                  <p:stCondLst>
                                    <p:cond delay="0"/>
                                  </p:stCondLst>
                                  <p:childTnLst>
                                    <p:set>
                                      <p:cBhvr>
                                        <p:cTn id="936" dur="1" fill="hold">
                                          <p:stCondLst>
                                            <p:cond delay="0"/>
                                          </p:stCondLst>
                                        </p:cTn>
                                        <p:tgtEl>
                                          <p:spTgt spid="473"/>
                                        </p:tgtEl>
                                        <p:attrNameLst>
                                          <p:attrName>style.visibility</p:attrName>
                                        </p:attrNameLst>
                                      </p:cBhvr>
                                      <p:to>
                                        <p:strVal val="visible"/>
                                      </p:to>
                                    </p:set>
                                  </p:childTnLst>
                                </p:cTn>
                              </p:par>
                              <p:par>
                                <p:cTn id="937" presetID="1" presetClass="entr" presetSubtype="0" fill="hold" nodeType="withEffect">
                                  <p:stCondLst>
                                    <p:cond delay="0"/>
                                  </p:stCondLst>
                                  <p:childTnLst>
                                    <p:set>
                                      <p:cBhvr>
                                        <p:cTn id="938" dur="1" fill="hold">
                                          <p:stCondLst>
                                            <p:cond delay="0"/>
                                          </p:stCondLst>
                                        </p:cTn>
                                        <p:tgtEl>
                                          <p:spTgt spid="474"/>
                                        </p:tgtEl>
                                        <p:attrNameLst>
                                          <p:attrName>style.visibility</p:attrName>
                                        </p:attrNameLst>
                                      </p:cBhvr>
                                      <p:to>
                                        <p:strVal val="visible"/>
                                      </p:to>
                                    </p:set>
                                  </p:childTnLst>
                                </p:cTn>
                              </p:par>
                              <p:par>
                                <p:cTn id="939" presetID="1" presetClass="entr" presetSubtype="0" fill="hold" nodeType="withEffect">
                                  <p:stCondLst>
                                    <p:cond delay="0"/>
                                  </p:stCondLst>
                                  <p:childTnLst>
                                    <p:set>
                                      <p:cBhvr>
                                        <p:cTn id="940" dur="1" fill="hold">
                                          <p:stCondLst>
                                            <p:cond delay="0"/>
                                          </p:stCondLst>
                                        </p:cTn>
                                        <p:tgtEl>
                                          <p:spTgt spid="475"/>
                                        </p:tgtEl>
                                        <p:attrNameLst>
                                          <p:attrName>style.visibility</p:attrName>
                                        </p:attrNameLst>
                                      </p:cBhvr>
                                      <p:to>
                                        <p:strVal val="visible"/>
                                      </p:to>
                                    </p:set>
                                  </p:childTnLst>
                                </p:cTn>
                              </p:par>
                              <p:par>
                                <p:cTn id="941" presetID="1" presetClass="entr" presetSubtype="0" fill="hold" nodeType="withEffect">
                                  <p:stCondLst>
                                    <p:cond delay="0"/>
                                  </p:stCondLst>
                                  <p:childTnLst>
                                    <p:set>
                                      <p:cBhvr>
                                        <p:cTn id="942" dur="1" fill="hold">
                                          <p:stCondLst>
                                            <p:cond delay="0"/>
                                          </p:stCondLst>
                                        </p:cTn>
                                        <p:tgtEl>
                                          <p:spTgt spid="476"/>
                                        </p:tgtEl>
                                        <p:attrNameLst>
                                          <p:attrName>style.visibility</p:attrName>
                                        </p:attrNameLst>
                                      </p:cBhvr>
                                      <p:to>
                                        <p:strVal val="visible"/>
                                      </p:to>
                                    </p:set>
                                  </p:childTnLst>
                                </p:cTn>
                              </p:par>
                              <p:par>
                                <p:cTn id="943" presetID="1" presetClass="entr" presetSubtype="0" fill="hold" nodeType="withEffect">
                                  <p:stCondLst>
                                    <p:cond delay="0"/>
                                  </p:stCondLst>
                                  <p:childTnLst>
                                    <p:set>
                                      <p:cBhvr>
                                        <p:cTn id="944" dur="1" fill="hold">
                                          <p:stCondLst>
                                            <p:cond delay="0"/>
                                          </p:stCondLst>
                                        </p:cTn>
                                        <p:tgtEl>
                                          <p:spTgt spid="477"/>
                                        </p:tgtEl>
                                        <p:attrNameLst>
                                          <p:attrName>style.visibility</p:attrName>
                                        </p:attrNameLst>
                                      </p:cBhvr>
                                      <p:to>
                                        <p:strVal val="visible"/>
                                      </p:to>
                                    </p:set>
                                  </p:childTnLst>
                                </p:cTn>
                              </p:par>
                              <p:par>
                                <p:cTn id="945" presetID="1" presetClass="entr" presetSubtype="0" fill="hold" nodeType="withEffect">
                                  <p:stCondLst>
                                    <p:cond delay="0"/>
                                  </p:stCondLst>
                                  <p:childTnLst>
                                    <p:set>
                                      <p:cBhvr>
                                        <p:cTn id="946" dur="1" fill="hold">
                                          <p:stCondLst>
                                            <p:cond delay="0"/>
                                          </p:stCondLst>
                                        </p:cTn>
                                        <p:tgtEl>
                                          <p:spTgt spid="478"/>
                                        </p:tgtEl>
                                        <p:attrNameLst>
                                          <p:attrName>style.visibility</p:attrName>
                                        </p:attrNameLst>
                                      </p:cBhvr>
                                      <p:to>
                                        <p:strVal val="visible"/>
                                      </p:to>
                                    </p:set>
                                  </p:childTnLst>
                                </p:cTn>
                              </p:par>
                              <p:par>
                                <p:cTn id="947" presetID="1" presetClass="entr" presetSubtype="0" fill="hold" nodeType="withEffect">
                                  <p:stCondLst>
                                    <p:cond delay="0"/>
                                  </p:stCondLst>
                                  <p:childTnLst>
                                    <p:set>
                                      <p:cBhvr>
                                        <p:cTn id="948" dur="1" fill="hold">
                                          <p:stCondLst>
                                            <p:cond delay="0"/>
                                          </p:stCondLst>
                                        </p:cTn>
                                        <p:tgtEl>
                                          <p:spTgt spid="479"/>
                                        </p:tgtEl>
                                        <p:attrNameLst>
                                          <p:attrName>style.visibility</p:attrName>
                                        </p:attrNameLst>
                                      </p:cBhvr>
                                      <p:to>
                                        <p:strVal val="visible"/>
                                      </p:to>
                                    </p:set>
                                  </p:childTnLst>
                                </p:cTn>
                              </p:par>
                              <p:par>
                                <p:cTn id="949" presetID="1" presetClass="entr" presetSubtype="0" fill="hold" nodeType="withEffect">
                                  <p:stCondLst>
                                    <p:cond delay="0"/>
                                  </p:stCondLst>
                                  <p:childTnLst>
                                    <p:set>
                                      <p:cBhvr>
                                        <p:cTn id="950" dur="1" fill="hold">
                                          <p:stCondLst>
                                            <p:cond delay="0"/>
                                          </p:stCondLst>
                                        </p:cTn>
                                        <p:tgtEl>
                                          <p:spTgt spid="480"/>
                                        </p:tgtEl>
                                        <p:attrNameLst>
                                          <p:attrName>style.visibility</p:attrName>
                                        </p:attrNameLst>
                                      </p:cBhvr>
                                      <p:to>
                                        <p:strVal val="visible"/>
                                      </p:to>
                                    </p:set>
                                  </p:childTnLst>
                                </p:cTn>
                              </p:par>
                              <p:par>
                                <p:cTn id="951" presetID="1" presetClass="entr" presetSubtype="0" fill="hold" nodeType="withEffect">
                                  <p:stCondLst>
                                    <p:cond delay="0"/>
                                  </p:stCondLst>
                                  <p:childTnLst>
                                    <p:set>
                                      <p:cBhvr>
                                        <p:cTn id="952" dur="1" fill="hold">
                                          <p:stCondLst>
                                            <p:cond delay="0"/>
                                          </p:stCondLst>
                                        </p:cTn>
                                        <p:tgtEl>
                                          <p:spTgt spid="481"/>
                                        </p:tgtEl>
                                        <p:attrNameLst>
                                          <p:attrName>style.visibility</p:attrName>
                                        </p:attrNameLst>
                                      </p:cBhvr>
                                      <p:to>
                                        <p:strVal val="visible"/>
                                      </p:to>
                                    </p:set>
                                  </p:childTnLst>
                                </p:cTn>
                              </p:par>
                              <p:par>
                                <p:cTn id="953" presetID="1" presetClass="entr" presetSubtype="0" fill="hold" nodeType="withEffect">
                                  <p:stCondLst>
                                    <p:cond delay="0"/>
                                  </p:stCondLst>
                                  <p:childTnLst>
                                    <p:set>
                                      <p:cBhvr>
                                        <p:cTn id="954" dur="1" fill="hold">
                                          <p:stCondLst>
                                            <p:cond delay="0"/>
                                          </p:stCondLst>
                                        </p:cTn>
                                        <p:tgtEl>
                                          <p:spTgt spid="482"/>
                                        </p:tgtEl>
                                        <p:attrNameLst>
                                          <p:attrName>style.visibility</p:attrName>
                                        </p:attrNameLst>
                                      </p:cBhvr>
                                      <p:to>
                                        <p:strVal val="visible"/>
                                      </p:to>
                                    </p:set>
                                  </p:childTnLst>
                                </p:cTn>
                              </p:par>
                              <p:par>
                                <p:cTn id="955" presetID="1" presetClass="entr" presetSubtype="0" fill="hold" nodeType="withEffect">
                                  <p:stCondLst>
                                    <p:cond delay="0"/>
                                  </p:stCondLst>
                                  <p:childTnLst>
                                    <p:set>
                                      <p:cBhvr>
                                        <p:cTn id="956" dur="1" fill="hold">
                                          <p:stCondLst>
                                            <p:cond delay="0"/>
                                          </p:stCondLst>
                                        </p:cTn>
                                        <p:tgtEl>
                                          <p:spTgt spid="483"/>
                                        </p:tgtEl>
                                        <p:attrNameLst>
                                          <p:attrName>style.visibility</p:attrName>
                                        </p:attrNameLst>
                                      </p:cBhvr>
                                      <p:to>
                                        <p:strVal val="visible"/>
                                      </p:to>
                                    </p:set>
                                  </p:childTnLst>
                                </p:cTn>
                              </p:par>
                              <p:par>
                                <p:cTn id="957" presetID="1" presetClass="entr" presetSubtype="0" fill="hold" nodeType="withEffect">
                                  <p:stCondLst>
                                    <p:cond delay="0"/>
                                  </p:stCondLst>
                                  <p:childTnLst>
                                    <p:set>
                                      <p:cBhvr>
                                        <p:cTn id="958" dur="1" fill="hold">
                                          <p:stCondLst>
                                            <p:cond delay="0"/>
                                          </p:stCondLst>
                                        </p:cTn>
                                        <p:tgtEl>
                                          <p:spTgt spid="484"/>
                                        </p:tgtEl>
                                        <p:attrNameLst>
                                          <p:attrName>style.visibility</p:attrName>
                                        </p:attrNameLst>
                                      </p:cBhvr>
                                      <p:to>
                                        <p:strVal val="visible"/>
                                      </p:to>
                                    </p:set>
                                  </p:childTnLst>
                                </p:cTn>
                              </p:par>
                              <p:par>
                                <p:cTn id="959" presetID="1" presetClass="entr" presetSubtype="0" fill="hold" nodeType="withEffect">
                                  <p:stCondLst>
                                    <p:cond delay="0"/>
                                  </p:stCondLst>
                                  <p:childTnLst>
                                    <p:set>
                                      <p:cBhvr>
                                        <p:cTn id="960" dur="1" fill="hold">
                                          <p:stCondLst>
                                            <p:cond delay="0"/>
                                          </p:stCondLst>
                                        </p:cTn>
                                        <p:tgtEl>
                                          <p:spTgt spid="485"/>
                                        </p:tgtEl>
                                        <p:attrNameLst>
                                          <p:attrName>style.visibility</p:attrName>
                                        </p:attrNameLst>
                                      </p:cBhvr>
                                      <p:to>
                                        <p:strVal val="visible"/>
                                      </p:to>
                                    </p:set>
                                  </p:childTnLst>
                                </p:cTn>
                              </p:par>
                              <p:par>
                                <p:cTn id="961" presetID="1" presetClass="entr" presetSubtype="0" fill="hold" nodeType="withEffect">
                                  <p:stCondLst>
                                    <p:cond delay="0"/>
                                  </p:stCondLst>
                                  <p:childTnLst>
                                    <p:set>
                                      <p:cBhvr>
                                        <p:cTn id="962" dur="1" fill="hold">
                                          <p:stCondLst>
                                            <p:cond delay="0"/>
                                          </p:stCondLst>
                                        </p:cTn>
                                        <p:tgtEl>
                                          <p:spTgt spid="486"/>
                                        </p:tgtEl>
                                        <p:attrNameLst>
                                          <p:attrName>style.visibility</p:attrName>
                                        </p:attrNameLst>
                                      </p:cBhvr>
                                      <p:to>
                                        <p:strVal val="visible"/>
                                      </p:to>
                                    </p:set>
                                  </p:childTnLst>
                                </p:cTn>
                              </p:par>
                              <p:par>
                                <p:cTn id="963" presetID="1" presetClass="entr" presetSubtype="0" fill="hold" nodeType="withEffect">
                                  <p:stCondLst>
                                    <p:cond delay="0"/>
                                  </p:stCondLst>
                                  <p:childTnLst>
                                    <p:set>
                                      <p:cBhvr>
                                        <p:cTn id="964" dur="1" fill="hold">
                                          <p:stCondLst>
                                            <p:cond delay="0"/>
                                          </p:stCondLst>
                                        </p:cTn>
                                        <p:tgtEl>
                                          <p:spTgt spid="487"/>
                                        </p:tgtEl>
                                        <p:attrNameLst>
                                          <p:attrName>style.visibility</p:attrName>
                                        </p:attrNameLst>
                                      </p:cBhvr>
                                      <p:to>
                                        <p:strVal val="visible"/>
                                      </p:to>
                                    </p:set>
                                  </p:childTnLst>
                                </p:cTn>
                              </p:par>
                              <p:par>
                                <p:cTn id="965" presetID="1" presetClass="entr" presetSubtype="0" fill="hold" nodeType="withEffect">
                                  <p:stCondLst>
                                    <p:cond delay="0"/>
                                  </p:stCondLst>
                                  <p:childTnLst>
                                    <p:set>
                                      <p:cBhvr>
                                        <p:cTn id="966" dur="1" fill="hold">
                                          <p:stCondLst>
                                            <p:cond delay="0"/>
                                          </p:stCondLst>
                                        </p:cTn>
                                        <p:tgtEl>
                                          <p:spTgt spid="488"/>
                                        </p:tgtEl>
                                        <p:attrNameLst>
                                          <p:attrName>style.visibility</p:attrName>
                                        </p:attrNameLst>
                                      </p:cBhvr>
                                      <p:to>
                                        <p:strVal val="visible"/>
                                      </p:to>
                                    </p:set>
                                  </p:childTnLst>
                                </p:cTn>
                              </p:par>
                              <p:par>
                                <p:cTn id="967" presetID="1" presetClass="entr" presetSubtype="0" fill="hold" nodeType="withEffect">
                                  <p:stCondLst>
                                    <p:cond delay="0"/>
                                  </p:stCondLst>
                                  <p:childTnLst>
                                    <p:set>
                                      <p:cBhvr>
                                        <p:cTn id="968" dur="1" fill="hold">
                                          <p:stCondLst>
                                            <p:cond delay="0"/>
                                          </p:stCondLst>
                                        </p:cTn>
                                        <p:tgtEl>
                                          <p:spTgt spid="489"/>
                                        </p:tgtEl>
                                        <p:attrNameLst>
                                          <p:attrName>style.visibility</p:attrName>
                                        </p:attrNameLst>
                                      </p:cBhvr>
                                      <p:to>
                                        <p:strVal val="visible"/>
                                      </p:to>
                                    </p:set>
                                  </p:childTnLst>
                                </p:cTn>
                              </p:par>
                              <p:par>
                                <p:cTn id="969" presetID="1" presetClass="entr" presetSubtype="0" fill="hold" nodeType="withEffect">
                                  <p:stCondLst>
                                    <p:cond delay="0"/>
                                  </p:stCondLst>
                                  <p:childTnLst>
                                    <p:set>
                                      <p:cBhvr>
                                        <p:cTn id="970" dur="1" fill="hold">
                                          <p:stCondLst>
                                            <p:cond delay="0"/>
                                          </p:stCondLst>
                                        </p:cTn>
                                        <p:tgtEl>
                                          <p:spTgt spid="490"/>
                                        </p:tgtEl>
                                        <p:attrNameLst>
                                          <p:attrName>style.visibility</p:attrName>
                                        </p:attrNameLst>
                                      </p:cBhvr>
                                      <p:to>
                                        <p:strVal val="visible"/>
                                      </p:to>
                                    </p:set>
                                  </p:childTnLst>
                                </p:cTn>
                              </p:par>
                              <p:par>
                                <p:cTn id="971" presetID="1" presetClass="entr" presetSubtype="0" fill="hold" nodeType="withEffect">
                                  <p:stCondLst>
                                    <p:cond delay="0"/>
                                  </p:stCondLst>
                                  <p:childTnLst>
                                    <p:set>
                                      <p:cBhvr>
                                        <p:cTn id="972" dur="1" fill="hold">
                                          <p:stCondLst>
                                            <p:cond delay="0"/>
                                          </p:stCondLst>
                                        </p:cTn>
                                        <p:tgtEl>
                                          <p:spTgt spid="491"/>
                                        </p:tgtEl>
                                        <p:attrNameLst>
                                          <p:attrName>style.visibility</p:attrName>
                                        </p:attrNameLst>
                                      </p:cBhvr>
                                      <p:to>
                                        <p:strVal val="visible"/>
                                      </p:to>
                                    </p:set>
                                  </p:childTnLst>
                                </p:cTn>
                              </p:par>
                              <p:par>
                                <p:cTn id="973" presetID="1" presetClass="entr" presetSubtype="0" fill="hold" nodeType="withEffect">
                                  <p:stCondLst>
                                    <p:cond delay="0"/>
                                  </p:stCondLst>
                                  <p:childTnLst>
                                    <p:set>
                                      <p:cBhvr>
                                        <p:cTn id="974" dur="1" fill="hold">
                                          <p:stCondLst>
                                            <p:cond delay="0"/>
                                          </p:stCondLst>
                                        </p:cTn>
                                        <p:tgtEl>
                                          <p:spTgt spid="492"/>
                                        </p:tgtEl>
                                        <p:attrNameLst>
                                          <p:attrName>style.visibility</p:attrName>
                                        </p:attrNameLst>
                                      </p:cBhvr>
                                      <p:to>
                                        <p:strVal val="visible"/>
                                      </p:to>
                                    </p:set>
                                  </p:childTnLst>
                                </p:cTn>
                              </p:par>
                              <p:par>
                                <p:cTn id="975" presetID="1" presetClass="entr" presetSubtype="0" fill="hold" nodeType="withEffect">
                                  <p:stCondLst>
                                    <p:cond delay="0"/>
                                  </p:stCondLst>
                                  <p:childTnLst>
                                    <p:set>
                                      <p:cBhvr>
                                        <p:cTn id="976" dur="1" fill="hold">
                                          <p:stCondLst>
                                            <p:cond delay="0"/>
                                          </p:stCondLst>
                                        </p:cTn>
                                        <p:tgtEl>
                                          <p:spTgt spid="493"/>
                                        </p:tgtEl>
                                        <p:attrNameLst>
                                          <p:attrName>style.visibility</p:attrName>
                                        </p:attrNameLst>
                                      </p:cBhvr>
                                      <p:to>
                                        <p:strVal val="visible"/>
                                      </p:to>
                                    </p:set>
                                  </p:childTnLst>
                                </p:cTn>
                              </p:par>
                              <p:par>
                                <p:cTn id="977" presetID="1" presetClass="entr" presetSubtype="0" fill="hold" nodeType="withEffect">
                                  <p:stCondLst>
                                    <p:cond delay="0"/>
                                  </p:stCondLst>
                                  <p:childTnLst>
                                    <p:set>
                                      <p:cBhvr>
                                        <p:cTn id="978" dur="1" fill="hold">
                                          <p:stCondLst>
                                            <p:cond delay="0"/>
                                          </p:stCondLst>
                                        </p:cTn>
                                        <p:tgtEl>
                                          <p:spTgt spid="494"/>
                                        </p:tgtEl>
                                        <p:attrNameLst>
                                          <p:attrName>style.visibility</p:attrName>
                                        </p:attrNameLst>
                                      </p:cBhvr>
                                      <p:to>
                                        <p:strVal val="visible"/>
                                      </p:to>
                                    </p:set>
                                  </p:childTnLst>
                                </p:cTn>
                              </p:par>
                              <p:par>
                                <p:cTn id="979" presetID="1" presetClass="entr" presetSubtype="0" fill="hold" nodeType="withEffect">
                                  <p:stCondLst>
                                    <p:cond delay="0"/>
                                  </p:stCondLst>
                                  <p:childTnLst>
                                    <p:set>
                                      <p:cBhvr>
                                        <p:cTn id="980" dur="1" fill="hold">
                                          <p:stCondLst>
                                            <p:cond delay="0"/>
                                          </p:stCondLst>
                                        </p:cTn>
                                        <p:tgtEl>
                                          <p:spTgt spid="495"/>
                                        </p:tgtEl>
                                        <p:attrNameLst>
                                          <p:attrName>style.visibility</p:attrName>
                                        </p:attrNameLst>
                                      </p:cBhvr>
                                      <p:to>
                                        <p:strVal val="visible"/>
                                      </p:to>
                                    </p:set>
                                  </p:childTnLst>
                                </p:cTn>
                              </p:par>
                              <p:par>
                                <p:cTn id="981" presetID="1" presetClass="entr" presetSubtype="0" fill="hold" nodeType="withEffect">
                                  <p:stCondLst>
                                    <p:cond delay="0"/>
                                  </p:stCondLst>
                                  <p:childTnLst>
                                    <p:set>
                                      <p:cBhvr>
                                        <p:cTn id="982" dur="1" fill="hold">
                                          <p:stCondLst>
                                            <p:cond delay="0"/>
                                          </p:stCondLst>
                                        </p:cTn>
                                        <p:tgtEl>
                                          <p:spTgt spid="496"/>
                                        </p:tgtEl>
                                        <p:attrNameLst>
                                          <p:attrName>style.visibility</p:attrName>
                                        </p:attrNameLst>
                                      </p:cBhvr>
                                      <p:to>
                                        <p:strVal val="visible"/>
                                      </p:to>
                                    </p:set>
                                  </p:childTnLst>
                                </p:cTn>
                              </p:par>
                              <p:par>
                                <p:cTn id="983" presetID="1" presetClass="entr" presetSubtype="0" fill="hold" nodeType="withEffect">
                                  <p:stCondLst>
                                    <p:cond delay="0"/>
                                  </p:stCondLst>
                                  <p:childTnLst>
                                    <p:set>
                                      <p:cBhvr>
                                        <p:cTn id="984" dur="1" fill="hold">
                                          <p:stCondLst>
                                            <p:cond delay="0"/>
                                          </p:stCondLst>
                                        </p:cTn>
                                        <p:tgtEl>
                                          <p:spTgt spid="497"/>
                                        </p:tgtEl>
                                        <p:attrNameLst>
                                          <p:attrName>style.visibility</p:attrName>
                                        </p:attrNameLst>
                                      </p:cBhvr>
                                      <p:to>
                                        <p:strVal val="visible"/>
                                      </p:to>
                                    </p:set>
                                  </p:childTnLst>
                                </p:cTn>
                              </p:par>
                              <p:par>
                                <p:cTn id="985" presetID="1" presetClass="entr" presetSubtype="0" fill="hold" nodeType="withEffect">
                                  <p:stCondLst>
                                    <p:cond delay="0"/>
                                  </p:stCondLst>
                                  <p:childTnLst>
                                    <p:set>
                                      <p:cBhvr>
                                        <p:cTn id="986" dur="1" fill="hold">
                                          <p:stCondLst>
                                            <p:cond delay="0"/>
                                          </p:stCondLst>
                                        </p:cTn>
                                        <p:tgtEl>
                                          <p:spTgt spid="498"/>
                                        </p:tgtEl>
                                        <p:attrNameLst>
                                          <p:attrName>style.visibility</p:attrName>
                                        </p:attrNameLst>
                                      </p:cBhvr>
                                      <p:to>
                                        <p:strVal val="visible"/>
                                      </p:to>
                                    </p:set>
                                  </p:childTnLst>
                                </p:cTn>
                              </p:par>
                              <p:par>
                                <p:cTn id="987" presetID="1" presetClass="entr" presetSubtype="0" fill="hold" nodeType="withEffect">
                                  <p:stCondLst>
                                    <p:cond delay="0"/>
                                  </p:stCondLst>
                                  <p:childTnLst>
                                    <p:set>
                                      <p:cBhvr>
                                        <p:cTn id="988" dur="1" fill="hold">
                                          <p:stCondLst>
                                            <p:cond delay="0"/>
                                          </p:stCondLst>
                                        </p:cTn>
                                        <p:tgtEl>
                                          <p:spTgt spid="499"/>
                                        </p:tgtEl>
                                        <p:attrNameLst>
                                          <p:attrName>style.visibility</p:attrName>
                                        </p:attrNameLst>
                                      </p:cBhvr>
                                      <p:to>
                                        <p:strVal val="visible"/>
                                      </p:to>
                                    </p:set>
                                  </p:childTnLst>
                                </p:cTn>
                              </p:par>
                              <p:par>
                                <p:cTn id="989" presetID="1" presetClass="entr" presetSubtype="0" fill="hold" nodeType="withEffect">
                                  <p:stCondLst>
                                    <p:cond delay="0"/>
                                  </p:stCondLst>
                                  <p:childTnLst>
                                    <p:set>
                                      <p:cBhvr>
                                        <p:cTn id="990" dur="1" fill="hold">
                                          <p:stCondLst>
                                            <p:cond delay="0"/>
                                          </p:stCondLst>
                                        </p:cTn>
                                        <p:tgtEl>
                                          <p:spTgt spid="500"/>
                                        </p:tgtEl>
                                        <p:attrNameLst>
                                          <p:attrName>style.visibility</p:attrName>
                                        </p:attrNameLst>
                                      </p:cBhvr>
                                      <p:to>
                                        <p:strVal val="visible"/>
                                      </p:to>
                                    </p:set>
                                  </p:childTnLst>
                                </p:cTn>
                              </p:par>
                              <p:par>
                                <p:cTn id="991" presetID="1" presetClass="entr" presetSubtype="0" fill="hold" nodeType="withEffect">
                                  <p:stCondLst>
                                    <p:cond delay="0"/>
                                  </p:stCondLst>
                                  <p:childTnLst>
                                    <p:set>
                                      <p:cBhvr>
                                        <p:cTn id="992" dur="1" fill="hold">
                                          <p:stCondLst>
                                            <p:cond delay="0"/>
                                          </p:stCondLst>
                                        </p:cTn>
                                        <p:tgtEl>
                                          <p:spTgt spid="501"/>
                                        </p:tgtEl>
                                        <p:attrNameLst>
                                          <p:attrName>style.visibility</p:attrName>
                                        </p:attrNameLst>
                                      </p:cBhvr>
                                      <p:to>
                                        <p:strVal val="visible"/>
                                      </p:to>
                                    </p:set>
                                  </p:childTnLst>
                                </p:cTn>
                              </p:par>
                              <p:par>
                                <p:cTn id="993" presetID="1" presetClass="entr" presetSubtype="0" fill="hold" nodeType="withEffect">
                                  <p:stCondLst>
                                    <p:cond delay="0"/>
                                  </p:stCondLst>
                                  <p:childTnLst>
                                    <p:set>
                                      <p:cBhvr>
                                        <p:cTn id="994" dur="1" fill="hold">
                                          <p:stCondLst>
                                            <p:cond delay="0"/>
                                          </p:stCondLst>
                                        </p:cTn>
                                        <p:tgtEl>
                                          <p:spTgt spid="502"/>
                                        </p:tgtEl>
                                        <p:attrNameLst>
                                          <p:attrName>style.visibility</p:attrName>
                                        </p:attrNameLst>
                                      </p:cBhvr>
                                      <p:to>
                                        <p:strVal val="visible"/>
                                      </p:to>
                                    </p:set>
                                  </p:childTnLst>
                                </p:cTn>
                              </p:par>
                              <p:par>
                                <p:cTn id="995" presetID="1" presetClass="entr" presetSubtype="0" fill="hold" nodeType="withEffect">
                                  <p:stCondLst>
                                    <p:cond delay="0"/>
                                  </p:stCondLst>
                                  <p:childTnLst>
                                    <p:set>
                                      <p:cBhvr>
                                        <p:cTn id="996" dur="1" fill="hold">
                                          <p:stCondLst>
                                            <p:cond delay="0"/>
                                          </p:stCondLst>
                                        </p:cTn>
                                        <p:tgtEl>
                                          <p:spTgt spid="503"/>
                                        </p:tgtEl>
                                        <p:attrNameLst>
                                          <p:attrName>style.visibility</p:attrName>
                                        </p:attrNameLst>
                                      </p:cBhvr>
                                      <p:to>
                                        <p:strVal val="visible"/>
                                      </p:to>
                                    </p:set>
                                  </p:childTnLst>
                                </p:cTn>
                              </p:par>
                              <p:par>
                                <p:cTn id="997" presetID="1" presetClass="entr" presetSubtype="0" fill="hold" nodeType="withEffect">
                                  <p:stCondLst>
                                    <p:cond delay="0"/>
                                  </p:stCondLst>
                                  <p:childTnLst>
                                    <p:set>
                                      <p:cBhvr>
                                        <p:cTn id="998" dur="1" fill="hold">
                                          <p:stCondLst>
                                            <p:cond delay="0"/>
                                          </p:stCondLst>
                                        </p:cTn>
                                        <p:tgtEl>
                                          <p:spTgt spid="504"/>
                                        </p:tgtEl>
                                        <p:attrNameLst>
                                          <p:attrName>style.visibility</p:attrName>
                                        </p:attrNameLst>
                                      </p:cBhvr>
                                      <p:to>
                                        <p:strVal val="visible"/>
                                      </p:to>
                                    </p:set>
                                  </p:childTnLst>
                                </p:cTn>
                              </p:par>
                              <p:par>
                                <p:cTn id="999" presetID="1" presetClass="entr" presetSubtype="0" fill="hold" nodeType="withEffect">
                                  <p:stCondLst>
                                    <p:cond delay="0"/>
                                  </p:stCondLst>
                                  <p:childTnLst>
                                    <p:set>
                                      <p:cBhvr>
                                        <p:cTn id="1000" dur="1" fill="hold">
                                          <p:stCondLst>
                                            <p:cond delay="0"/>
                                          </p:stCondLst>
                                        </p:cTn>
                                        <p:tgtEl>
                                          <p:spTgt spid="505"/>
                                        </p:tgtEl>
                                        <p:attrNameLst>
                                          <p:attrName>style.visibility</p:attrName>
                                        </p:attrNameLst>
                                      </p:cBhvr>
                                      <p:to>
                                        <p:strVal val="visible"/>
                                      </p:to>
                                    </p:set>
                                  </p:childTnLst>
                                </p:cTn>
                              </p:par>
                              <p:par>
                                <p:cTn id="1001" presetID="1" presetClass="entr" presetSubtype="0" fill="hold" nodeType="withEffect">
                                  <p:stCondLst>
                                    <p:cond delay="0"/>
                                  </p:stCondLst>
                                  <p:childTnLst>
                                    <p:set>
                                      <p:cBhvr>
                                        <p:cTn id="1002" dur="1" fill="hold">
                                          <p:stCondLst>
                                            <p:cond delay="0"/>
                                          </p:stCondLst>
                                        </p:cTn>
                                        <p:tgtEl>
                                          <p:spTgt spid="506"/>
                                        </p:tgtEl>
                                        <p:attrNameLst>
                                          <p:attrName>style.visibility</p:attrName>
                                        </p:attrNameLst>
                                      </p:cBhvr>
                                      <p:to>
                                        <p:strVal val="visible"/>
                                      </p:to>
                                    </p:set>
                                  </p:childTnLst>
                                </p:cTn>
                              </p:par>
                              <p:par>
                                <p:cTn id="1003" presetID="1" presetClass="entr" presetSubtype="0" fill="hold" nodeType="withEffect">
                                  <p:stCondLst>
                                    <p:cond delay="0"/>
                                  </p:stCondLst>
                                  <p:childTnLst>
                                    <p:set>
                                      <p:cBhvr>
                                        <p:cTn id="1004" dur="1" fill="hold">
                                          <p:stCondLst>
                                            <p:cond delay="0"/>
                                          </p:stCondLst>
                                        </p:cTn>
                                        <p:tgtEl>
                                          <p:spTgt spid="507"/>
                                        </p:tgtEl>
                                        <p:attrNameLst>
                                          <p:attrName>style.visibility</p:attrName>
                                        </p:attrNameLst>
                                      </p:cBhvr>
                                      <p:to>
                                        <p:strVal val="visible"/>
                                      </p:to>
                                    </p:set>
                                  </p:childTnLst>
                                </p:cTn>
                              </p:par>
                              <p:par>
                                <p:cTn id="1005" presetID="1" presetClass="entr" presetSubtype="0" fill="hold" nodeType="withEffect">
                                  <p:stCondLst>
                                    <p:cond delay="0"/>
                                  </p:stCondLst>
                                  <p:childTnLst>
                                    <p:set>
                                      <p:cBhvr>
                                        <p:cTn id="1006" dur="1" fill="hold">
                                          <p:stCondLst>
                                            <p:cond delay="0"/>
                                          </p:stCondLst>
                                        </p:cTn>
                                        <p:tgtEl>
                                          <p:spTgt spid="508"/>
                                        </p:tgtEl>
                                        <p:attrNameLst>
                                          <p:attrName>style.visibility</p:attrName>
                                        </p:attrNameLst>
                                      </p:cBhvr>
                                      <p:to>
                                        <p:strVal val="visible"/>
                                      </p:to>
                                    </p:set>
                                  </p:childTnLst>
                                </p:cTn>
                              </p:par>
                              <p:par>
                                <p:cTn id="1007" presetID="1" presetClass="entr" presetSubtype="0" fill="hold" nodeType="withEffect">
                                  <p:stCondLst>
                                    <p:cond delay="0"/>
                                  </p:stCondLst>
                                  <p:childTnLst>
                                    <p:set>
                                      <p:cBhvr>
                                        <p:cTn id="1008" dur="1" fill="hold">
                                          <p:stCondLst>
                                            <p:cond delay="0"/>
                                          </p:stCondLst>
                                        </p:cTn>
                                        <p:tgtEl>
                                          <p:spTgt spid="509"/>
                                        </p:tgtEl>
                                        <p:attrNameLst>
                                          <p:attrName>style.visibility</p:attrName>
                                        </p:attrNameLst>
                                      </p:cBhvr>
                                      <p:to>
                                        <p:strVal val="visible"/>
                                      </p:to>
                                    </p:set>
                                  </p:childTnLst>
                                </p:cTn>
                              </p:par>
                              <p:par>
                                <p:cTn id="1009" presetID="1" presetClass="entr" presetSubtype="0" fill="hold" nodeType="withEffect">
                                  <p:stCondLst>
                                    <p:cond delay="0"/>
                                  </p:stCondLst>
                                  <p:childTnLst>
                                    <p:set>
                                      <p:cBhvr>
                                        <p:cTn id="1010" dur="1" fill="hold">
                                          <p:stCondLst>
                                            <p:cond delay="0"/>
                                          </p:stCondLst>
                                        </p:cTn>
                                        <p:tgtEl>
                                          <p:spTgt spid="510"/>
                                        </p:tgtEl>
                                        <p:attrNameLst>
                                          <p:attrName>style.visibility</p:attrName>
                                        </p:attrNameLst>
                                      </p:cBhvr>
                                      <p:to>
                                        <p:strVal val="visible"/>
                                      </p:to>
                                    </p:set>
                                  </p:childTnLst>
                                </p:cTn>
                              </p:par>
                              <p:par>
                                <p:cTn id="1011" presetID="1" presetClass="entr" presetSubtype="0" fill="hold" nodeType="withEffect">
                                  <p:stCondLst>
                                    <p:cond delay="0"/>
                                  </p:stCondLst>
                                  <p:childTnLst>
                                    <p:set>
                                      <p:cBhvr>
                                        <p:cTn id="1012" dur="1" fill="hold">
                                          <p:stCondLst>
                                            <p:cond delay="0"/>
                                          </p:stCondLst>
                                        </p:cTn>
                                        <p:tgtEl>
                                          <p:spTgt spid="511"/>
                                        </p:tgtEl>
                                        <p:attrNameLst>
                                          <p:attrName>style.visibility</p:attrName>
                                        </p:attrNameLst>
                                      </p:cBhvr>
                                      <p:to>
                                        <p:strVal val="visible"/>
                                      </p:to>
                                    </p:set>
                                  </p:childTnLst>
                                </p:cTn>
                              </p:par>
                              <p:par>
                                <p:cTn id="1013" presetID="1" presetClass="entr" presetSubtype="0" fill="hold" nodeType="withEffect">
                                  <p:stCondLst>
                                    <p:cond delay="0"/>
                                  </p:stCondLst>
                                  <p:childTnLst>
                                    <p:set>
                                      <p:cBhvr>
                                        <p:cTn id="1014" dur="1" fill="hold">
                                          <p:stCondLst>
                                            <p:cond delay="0"/>
                                          </p:stCondLst>
                                        </p:cTn>
                                        <p:tgtEl>
                                          <p:spTgt spid="512"/>
                                        </p:tgtEl>
                                        <p:attrNameLst>
                                          <p:attrName>style.visibility</p:attrName>
                                        </p:attrNameLst>
                                      </p:cBhvr>
                                      <p:to>
                                        <p:strVal val="visible"/>
                                      </p:to>
                                    </p:set>
                                  </p:childTnLst>
                                </p:cTn>
                              </p:par>
                              <p:par>
                                <p:cTn id="1015" presetID="1" presetClass="entr" presetSubtype="0" fill="hold" nodeType="withEffect">
                                  <p:stCondLst>
                                    <p:cond delay="0"/>
                                  </p:stCondLst>
                                  <p:childTnLst>
                                    <p:set>
                                      <p:cBhvr>
                                        <p:cTn id="1016" dur="1" fill="hold">
                                          <p:stCondLst>
                                            <p:cond delay="0"/>
                                          </p:stCondLst>
                                        </p:cTn>
                                        <p:tgtEl>
                                          <p:spTgt spid="513"/>
                                        </p:tgtEl>
                                        <p:attrNameLst>
                                          <p:attrName>style.visibility</p:attrName>
                                        </p:attrNameLst>
                                      </p:cBhvr>
                                      <p:to>
                                        <p:strVal val="visible"/>
                                      </p:to>
                                    </p:set>
                                  </p:childTnLst>
                                </p:cTn>
                              </p:par>
                              <p:par>
                                <p:cTn id="1017" presetID="1" presetClass="entr" presetSubtype="0" fill="hold" nodeType="withEffect">
                                  <p:stCondLst>
                                    <p:cond delay="0"/>
                                  </p:stCondLst>
                                  <p:childTnLst>
                                    <p:set>
                                      <p:cBhvr>
                                        <p:cTn id="1018" dur="1" fill="hold">
                                          <p:stCondLst>
                                            <p:cond delay="0"/>
                                          </p:stCondLst>
                                        </p:cTn>
                                        <p:tgtEl>
                                          <p:spTgt spid="514"/>
                                        </p:tgtEl>
                                        <p:attrNameLst>
                                          <p:attrName>style.visibility</p:attrName>
                                        </p:attrNameLst>
                                      </p:cBhvr>
                                      <p:to>
                                        <p:strVal val="visible"/>
                                      </p:to>
                                    </p:set>
                                  </p:childTnLst>
                                </p:cTn>
                              </p:par>
                              <p:par>
                                <p:cTn id="1019" presetID="1" presetClass="entr" presetSubtype="0" fill="hold" nodeType="withEffect">
                                  <p:stCondLst>
                                    <p:cond delay="0"/>
                                  </p:stCondLst>
                                  <p:childTnLst>
                                    <p:set>
                                      <p:cBhvr>
                                        <p:cTn id="1020" dur="1" fill="hold">
                                          <p:stCondLst>
                                            <p:cond delay="0"/>
                                          </p:stCondLst>
                                        </p:cTn>
                                        <p:tgtEl>
                                          <p:spTgt spid="515"/>
                                        </p:tgtEl>
                                        <p:attrNameLst>
                                          <p:attrName>style.visibility</p:attrName>
                                        </p:attrNameLst>
                                      </p:cBhvr>
                                      <p:to>
                                        <p:strVal val="visible"/>
                                      </p:to>
                                    </p:set>
                                  </p:childTnLst>
                                </p:cTn>
                              </p:par>
                              <p:par>
                                <p:cTn id="1021" presetID="1" presetClass="entr" presetSubtype="0" fill="hold" nodeType="withEffect">
                                  <p:stCondLst>
                                    <p:cond delay="0"/>
                                  </p:stCondLst>
                                  <p:childTnLst>
                                    <p:set>
                                      <p:cBhvr>
                                        <p:cTn id="1022" dur="1" fill="hold">
                                          <p:stCondLst>
                                            <p:cond delay="0"/>
                                          </p:stCondLst>
                                        </p:cTn>
                                        <p:tgtEl>
                                          <p:spTgt spid="516"/>
                                        </p:tgtEl>
                                        <p:attrNameLst>
                                          <p:attrName>style.visibility</p:attrName>
                                        </p:attrNameLst>
                                      </p:cBhvr>
                                      <p:to>
                                        <p:strVal val="visible"/>
                                      </p:to>
                                    </p:set>
                                  </p:childTnLst>
                                </p:cTn>
                              </p:par>
                              <p:par>
                                <p:cTn id="1023" presetID="1" presetClass="entr" presetSubtype="0" fill="hold" nodeType="withEffect">
                                  <p:stCondLst>
                                    <p:cond delay="0"/>
                                  </p:stCondLst>
                                  <p:childTnLst>
                                    <p:set>
                                      <p:cBhvr>
                                        <p:cTn id="1024" dur="1" fill="hold">
                                          <p:stCondLst>
                                            <p:cond delay="0"/>
                                          </p:stCondLst>
                                        </p:cTn>
                                        <p:tgtEl>
                                          <p:spTgt spid="517"/>
                                        </p:tgtEl>
                                        <p:attrNameLst>
                                          <p:attrName>style.visibility</p:attrName>
                                        </p:attrNameLst>
                                      </p:cBhvr>
                                      <p:to>
                                        <p:strVal val="visible"/>
                                      </p:to>
                                    </p:set>
                                  </p:childTnLst>
                                </p:cTn>
                              </p:par>
                              <p:par>
                                <p:cTn id="1025" presetID="1" presetClass="entr" presetSubtype="0" fill="hold" nodeType="withEffect">
                                  <p:stCondLst>
                                    <p:cond delay="0"/>
                                  </p:stCondLst>
                                  <p:childTnLst>
                                    <p:set>
                                      <p:cBhvr>
                                        <p:cTn id="1026" dur="1" fill="hold">
                                          <p:stCondLst>
                                            <p:cond delay="0"/>
                                          </p:stCondLst>
                                        </p:cTn>
                                        <p:tgtEl>
                                          <p:spTgt spid="518"/>
                                        </p:tgtEl>
                                        <p:attrNameLst>
                                          <p:attrName>style.visibility</p:attrName>
                                        </p:attrNameLst>
                                      </p:cBhvr>
                                      <p:to>
                                        <p:strVal val="visible"/>
                                      </p:to>
                                    </p:set>
                                  </p:childTnLst>
                                </p:cTn>
                              </p:par>
                              <p:par>
                                <p:cTn id="1027" presetID="1" presetClass="entr" presetSubtype="0" fill="hold" nodeType="withEffect">
                                  <p:stCondLst>
                                    <p:cond delay="0"/>
                                  </p:stCondLst>
                                  <p:childTnLst>
                                    <p:set>
                                      <p:cBhvr>
                                        <p:cTn id="1028" dur="1" fill="hold">
                                          <p:stCondLst>
                                            <p:cond delay="0"/>
                                          </p:stCondLst>
                                        </p:cTn>
                                        <p:tgtEl>
                                          <p:spTgt spid="519"/>
                                        </p:tgtEl>
                                        <p:attrNameLst>
                                          <p:attrName>style.visibility</p:attrName>
                                        </p:attrNameLst>
                                      </p:cBhvr>
                                      <p:to>
                                        <p:strVal val="visible"/>
                                      </p:to>
                                    </p:set>
                                  </p:childTnLst>
                                </p:cTn>
                              </p:par>
                              <p:par>
                                <p:cTn id="1029" presetID="1" presetClass="entr" presetSubtype="0" fill="hold" nodeType="withEffect">
                                  <p:stCondLst>
                                    <p:cond delay="0"/>
                                  </p:stCondLst>
                                  <p:childTnLst>
                                    <p:set>
                                      <p:cBhvr>
                                        <p:cTn id="1030" dur="1" fill="hold">
                                          <p:stCondLst>
                                            <p:cond delay="0"/>
                                          </p:stCondLst>
                                        </p:cTn>
                                        <p:tgtEl>
                                          <p:spTgt spid="520"/>
                                        </p:tgtEl>
                                        <p:attrNameLst>
                                          <p:attrName>style.visibility</p:attrName>
                                        </p:attrNameLst>
                                      </p:cBhvr>
                                      <p:to>
                                        <p:strVal val="visible"/>
                                      </p:to>
                                    </p:set>
                                  </p:childTnLst>
                                </p:cTn>
                              </p:par>
                              <p:par>
                                <p:cTn id="1031" presetID="1" presetClass="entr" presetSubtype="0" fill="hold" nodeType="withEffect">
                                  <p:stCondLst>
                                    <p:cond delay="0"/>
                                  </p:stCondLst>
                                  <p:childTnLst>
                                    <p:set>
                                      <p:cBhvr>
                                        <p:cTn id="1032" dur="1" fill="hold">
                                          <p:stCondLst>
                                            <p:cond delay="0"/>
                                          </p:stCondLst>
                                        </p:cTn>
                                        <p:tgtEl>
                                          <p:spTgt spid="521"/>
                                        </p:tgtEl>
                                        <p:attrNameLst>
                                          <p:attrName>style.visibility</p:attrName>
                                        </p:attrNameLst>
                                      </p:cBhvr>
                                      <p:to>
                                        <p:strVal val="visible"/>
                                      </p:to>
                                    </p:set>
                                  </p:childTnLst>
                                </p:cTn>
                              </p:par>
                              <p:par>
                                <p:cTn id="1033" presetID="1" presetClass="entr" presetSubtype="0" fill="hold" nodeType="withEffect">
                                  <p:stCondLst>
                                    <p:cond delay="0"/>
                                  </p:stCondLst>
                                  <p:childTnLst>
                                    <p:set>
                                      <p:cBhvr>
                                        <p:cTn id="1034" dur="1" fill="hold">
                                          <p:stCondLst>
                                            <p:cond delay="0"/>
                                          </p:stCondLst>
                                        </p:cTn>
                                        <p:tgtEl>
                                          <p:spTgt spid="522"/>
                                        </p:tgtEl>
                                        <p:attrNameLst>
                                          <p:attrName>style.visibility</p:attrName>
                                        </p:attrNameLst>
                                      </p:cBhvr>
                                      <p:to>
                                        <p:strVal val="visible"/>
                                      </p:to>
                                    </p:set>
                                  </p:childTnLst>
                                </p:cTn>
                              </p:par>
                              <p:par>
                                <p:cTn id="1035" presetID="1" presetClass="entr" presetSubtype="0" fill="hold" nodeType="withEffect">
                                  <p:stCondLst>
                                    <p:cond delay="0"/>
                                  </p:stCondLst>
                                  <p:childTnLst>
                                    <p:set>
                                      <p:cBhvr>
                                        <p:cTn id="1036" dur="1" fill="hold">
                                          <p:stCondLst>
                                            <p:cond delay="0"/>
                                          </p:stCondLst>
                                        </p:cTn>
                                        <p:tgtEl>
                                          <p:spTgt spid="523"/>
                                        </p:tgtEl>
                                        <p:attrNameLst>
                                          <p:attrName>style.visibility</p:attrName>
                                        </p:attrNameLst>
                                      </p:cBhvr>
                                      <p:to>
                                        <p:strVal val="visible"/>
                                      </p:to>
                                    </p:set>
                                  </p:childTnLst>
                                </p:cTn>
                              </p:par>
                              <p:par>
                                <p:cTn id="1037" presetID="1" presetClass="entr" presetSubtype="0" fill="hold" nodeType="withEffect">
                                  <p:stCondLst>
                                    <p:cond delay="0"/>
                                  </p:stCondLst>
                                  <p:childTnLst>
                                    <p:set>
                                      <p:cBhvr>
                                        <p:cTn id="1038" dur="1" fill="hold">
                                          <p:stCondLst>
                                            <p:cond delay="0"/>
                                          </p:stCondLst>
                                        </p:cTn>
                                        <p:tgtEl>
                                          <p:spTgt spid="524"/>
                                        </p:tgtEl>
                                        <p:attrNameLst>
                                          <p:attrName>style.visibility</p:attrName>
                                        </p:attrNameLst>
                                      </p:cBhvr>
                                      <p:to>
                                        <p:strVal val="visible"/>
                                      </p:to>
                                    </p:set>
                                  </p:childTnLst>
                                </p:cTn>
                              </p:par>
                              <p:par>
                                <p:cTn id="1039" presetID="1" presetClass="entr" presetSubtype="0" fill="hold" nodeType="withEffect">
                                  <p:stCondLst>
                                    <p:cond delay="0"/>
                                  </p:stCondLst>
                                  <p:childTnLst>
                                    <p:set>
                                      <p:cBhvr>
                                        <p:cTn id="1040" dur="1" fill="hold">
                                          <p:stCondLst>
                                            <p:cond delay="0"/>
                                          </p:stCondLst>
                                        </p:cTn>
                                        <p:tgtEl>
                                          <p:spTgt spid="525"/>
                                        </p:tgtEl>
                                        <p:attrNameLst>
                                          <p:attrName>style.visibility</p:attrName>
                                        </p:attrNameLst>
                                      </p:cBhvr>
                                      <p:to>
                                        <p:strVal val="visible"/>
                                      </p:to>
                                    </p:set>
                                  </p:childTnLst>
                                </p:cTn>
                              </p:par>
                              <p:par>
                                <p:cTn id="1041" presetID="1" presetClass="entr" presetSubtype="0" fill="hold" nodeType="withEffect">
                                  <p:stCondLst>
                                    <p:cond delay="0"/>
                                  </p:stCondLst>
                                  <p:childTnLst>
                                    <p:set>
                                      <p:cBhvr>
                                        <p:cTn id="1042" dur="1" fill="hold">
                                          <p:stCondLst>
                                            <p:cond delay="0"/>
                                          </p:stCondLst>
                                        </p:cTn>
                                        <p:tgtEl>
                                          <p:spTgt spid="526"/>
                                        </p:tgtEl>
                                        <p:attrNameLst>
                                          <p:attrName>style.visibility</p:attrName>
                                        </p:attrNameLst>
                                      </p:cBhvr>
                                      <p:to>
                                        <p:strVal val="visible"/>
                                      </p:to>
                                    </p:set>
                                  </p:childTnLst>
                                </p:cTn>
                              </p:par>
                              <p:par>
                                <p:cTn id="1043" presetID="1" presetClass="entr" presetSubtype="0" fill="hold" nodeType="withEffect">
                                  <p:stCondLst>
                                    <p:cond delay="0"/>
                                  </p:stCondLst>
                                  <p:childTnLst>
                                    <p:set>
                                      <p:cBhvr>
                                        <p:cTn id="1044" dur="1" fill="hold">
                                          <p:stCondLst>
                                            <p:cond delay="0"/>
                                          </p:stCondLst>
                                        </p:cTn>
                                        <p:tgtEl>
                                          <p:spTgt spid="527"/>
                                        </p:tgtEl>
                                        <p:attrNameLst>
                                          <p:attrName>style.visibility</p:attrName>
                                        </p:attrNameLst>
                                      </p:cBhvr>
                                      <p:to>
                                        <p:strVal val="visible"/>
                                      </p:to>
                                    </p:set>
                                  </p:childTnLst>
                                </p:cTn>
                              </p:par>
                              <p:par>
                                <p:cTn id="1045" presetID="1" presetClass="entr" presetSubtype="0" fill="hold" nodeType="withEffect">
                                  <p:stCondLst>
                                    <p:cond delay="0"/>
                                  </p:stCondLst>
                                  <p:childTnLst>
                                    <p:set>
                                      <p:cBhvr>
                                        <p:cTn id="1046" dur="1" fill="hold">
                                          <p:stCondLst>
                                            <p:cond delay="0"/>
                                          </p:stCondLst>
                                        </p:cTn>
                                        <p:tgtEl>
                                          <p:spTgt spid="528"/>
                                        </p:tgtEl>
                                        <p:attrNameLst>
                                          <p:attrName>style.visibility</p:attrName>
                                        </p:attrNameLst>
                                      </p:cBhvr>
                                      <p:to>
                                        <p:strVal val="visible"/>
                                      </p:to>
                                    </p:set>
                                  </p:childTnLst>
                                </p:cTn>
                              </p:par>
                              <p:par>
                                <p:cTn id="1047" presetID="1" presetClass="entr" presetSubtype="0" fill="hold" nodeType="withEffect">
                                  <p:stCondLst>
                                    <p:cond delay="0"/>
                                  </p:stCondLst>
                                  <p:childTnLst>
                                    <p:set>
                                      <p:cBhvr>
                                        <p:cTn id="1048" dur="1" fill="hold">
                                          <p:stCondLst>
                                            <p:cond delay="0"/>
                                          </p:stCondLst>
                                        </p:cTn>
                                        <p:tgtEl>
                                          <p:spTgt spid="529"/>
                                        </p:tgtEl>
                                        <p:attrNameLst>
                                          <p:attrName>style.visibility</p:attrName>
                                        </p:attrNameLst>
                                      </p:cBhvr>
                                      <p:to>
                                        <p:strVal val="visible"/>
                                      </p:to>
                                    </p:set>
                                  </p:childTnLst>
                                </p:cTn>
                              </p:par>
                              <p:par>
                                <p:cTn id="1049" presetID="1" presetClass="entr" presetSubtype="0" fill="hold" nodeType="withEffect">
                                  <p:stCondLst>
                                    <p:cond delay="0"/>
                                  </p:stCondLst>
                                  <p:childTnLst>
                                    <p:set>
                                      <p:cBhvr>
                                        <p:cTn id="1050" dur="1" fill="hold">
                                          <p:stCondLst>
                                            <p:cond delay="0"/>
                                          </p:stCondLst>
                                        </p:cTn>
                                        <p:tgtEl>
                                          <p:spTgt spid="530"/>
                                        </p:tgtEl>
                                        <p:attrNameLst>
                                          <p:attrName>style.visibility</p:attrName>
                                        </p:attrNameLst>
                                      </p:cBhvr>
                                      <p:to>
                                        <p:strVal val="visible"/>
                                      </p:to>
                                    </p:set>
                                  </p:childTnLst>
                                </p:cTn>
                              </p:par>
                              <p:par>
                                <p:cTn id="1051" presetID="1" presetClass="entr" presetSubtype="0" fill="hold" nodeType="withEffect">
                                  <p:stCondLst>
                                    <p:cond delay="0"/>
                                  </p:stCondLst>
                                  <p:childTnLst>
                                    <p:set>
                                      <p:cBhvr>
                                        <p:cTn id="1052" dur="1" fill="hold">
                                          <p:stCondLst>
                                            <p:cond delay="0"/>
                                          </p:stCondLst>
                                        </p:cTn>
                                        <p:tgtEl>
                                          <p:spTgt spid="531"/>
                                        </p:tgtEl>
                                        <p:attrNameLst>
                                          <p:attrName>style.visibility</p:attrName>
                                        </p:attrNameLst>
                                      </p:cBhvr>
                                      <p:to>
                                        <p:strVal val="visible"/>
                                      </p:to>
                                    </p:set>
                                  </p:childTnLst>
                                </p:cTn>
                              </p:par>
                              <p:par>
                                <p:cTn id="1053" presetID="1" presetClass="entr" presetSubtype="0" fill="hold" nodeType="withEffect">
                                  <p:stCondLst>
                                    <p:cond delay="0"/>
                                  </p:stCondLst>
                                  <p:childTnLst>
                                    <p:set>
                                      <p:cBhvr>
                                        <p:cTn id="1054" dur="1" fill="hold">
                                          <p:stCondLst>
                                            <p:cond delay="0"/>
                                          </p:stCondLst>
                                        </p:cTn>
                                        <p:tgtEl>
                                          <p:spTgt spid="532"/>
                                        </p:tgtEl>
                                        <p:attrNameLst>
                                          <p:attrName>style.visibility</p:attrName>
                                        </p:attrNameLst>
                                      </p:cBhvr>
                                      <p:to>
                                        <p:strVal val="visible"/>
                                      </p:to>
                                    </p:set>
                                  </p:childTnLst>
                                </p:cTn>
                              </p:par>
                              <p:par>
                                <p:cTn id="1055" presetID="1" presetClass="entr" presetSubtype="0" fill="hold" nodeType="withEffect">
                                  <p:stCondLst>
                                    <p:cond delay="0"/>
                                  </p:stCondLst>
                                  <p:childTnLst>
                                    <p:set>
                                      <p:cBhvr>
                                        <p:cTn id="1056" dur="1" fill="hold">
                                          <p:stCondLst>
                                            <p:cond delay="0"/>
                                          </p:stCondLst>
                                        </p:cTn>
                                        <p:tgtEl>
                                          <p:spTgt spid="533"/>
                                        </p:tgtEl>
                                        <p:attrNameLst>
                                          <p:attrName>style.visibility</p:attrName>
                                        </p:attrNameLst>
                                      </p:cBhvr>
                                      <p:to>
                                        <p:strVal val="visible"/>
                                      </p:to>
                                    </p:set>
                                  </p:childTnLst>
                                </p:cTn>
                              </p:par>
                              <p:par>
                                <p:cTn id="1057" presetID="1" presetClass="entr" presetSubtype="0" fill="hold" nodeType="withEffect">
                                  <p:stCondLst>
                                    <p:cond delay="0"/>
                                  </p:stCondLst>
                                  <p:childTnLst>
                                    <p:set>
                                      <p:cBhvr>
                                        <p:cTn id="1058" dur="1" fill="hold">
                                          <p:stCondLst>
                                            <p:cond delay="0"/>
                                          </p:stCondLst>
                                        </p:cTn>
                                        <p:tgtEl>
                                          <p:spTgt spid="534"/>
                                        </p:tgtEl>
                                        <p:attrNameLst>
                                          <p:attrName>style.visibility</p:attrName>
                                        </p:attrNameLst>
                                      </p:cBhvr>
                                      <p:to>
                                        <p:strVal val="visible"/>
                                      </p:to>
                                    </p:set>
                                  </p:childTnLst>
                                </p:cTn>
                              </p:par>
                              <p:par>
                                <p:cTn id="1059" presetID="1" presetClass="entr" presetSubtype="0" fill="hold" nodeType="withEffect">
                                  <p:stCondLst>
                                    <p:cond delay="0"/>
                                  </p:stCondLst>
                                  <p:childTnLst>
                                    <p:set>
                                      <p:cBhvr>
                                        <p:cTn id="1060" dur="1" fill="hold">
                                          <p:stCondLst>
                                            <p:cond delay="0"/>
                                          </p:stCondLst>
                                        </p:cTn>
                                        <p:tgtEl>
                                          <p:spTgt spid="535"/>
                                        </p:tgtEl>
                                        <p:attrNameLst>
                                          <p:attrName>style.visibility</p:attrName>
                                        </p:attrNameLst>
                                      </p:cBhvr>
                                      <p:to>
                                        <p:strVal val="visible"/>
                                      </p:to>
                                    </p:set>
                                  </p:childTnLst>
                                </p:cTn>
                              </p:par>
                              <p:par>
                                <p:cTn id="1061" presetID="1" presetClass="entr" presetSubtype="0" fill="hold" nodeType="withEffect">
                                  <p:stCondLst>
                                    <p:cond delay="0"/>
                                  </p:stCondLst>
                                  <p:childTnLst>
                                    <p:set>
                                      <p:cBhvr>
                                        <p:cTn id="1062" dur="1" fill="hold">
                                          <p:stCondLst>
                                            <p:cond delay="0"/>
                                          </p:stCondLst>
                                        </p:cTn>
                                        <p:tgtEl>
                                          <p:spTgt spid="536"/>
                                        </p:tgtEl>
                                        <p:attrNameLst>
                                          <p:attrName>style.visibility</p:attrName>
                                        </p:attrNameLst>
                                      </p:cBhvr>
                                      <p:to>
                                        <p:strVal val="visible"/>
                                      </p:to>
                                    </p:set>
                                  </p:childTnLst>
                                </p:cTn>
                              </p:par>
                              <p:par>
                                <p:cTn id="1063" presetID="1" presetClass="entr" presetSubtype="0" fill="hold" nodeType="withEffect">
                                  <p:stCondLst>
                                    <p:cond delay="0"/>
                                  </p:stCondLst>
                                  <p:childTnLst>
                                    <p:set>
                                      <p:cBhvr>
                                        <p:cTn id="1064" dur="1" fill="hold">
                                          <p:stCondLst>
                                            <p:cond delay="0"/>
                                          </p:stCondLst>
                                        </p:cTn>
                                        <p:tgtEl>
                                          <p:spTgt spid="537"/>
                                        </p:tgtEl>
                                        <p:attrNameLst>
                                          <p:attrName>style.visibility</p:attrName>
                                        </p:attrNameLst>
                                      </p:cBhvr>
                                      <p:to>
                                        <p:strVal val="visible"/>
                                      </p:to>
                                    </p:set>
                                  </p:childTnLst>
                                </p:cTn>
                              </p:par>
                              <p:par>
                                <p:cTn id="1065" presetID="1" presetClass="entr" presetSubtype="0" fill="hold" nodeType="withEffect">
                                  <p:stCondLst>
                                    <p:cond delay="0"/>
                                  </p:stCondLst>
                                  <p:childTnLst>
                                    <p:set>
                                      <p:cBhvr>
                                        <p:cTn id="1066" dur="1" fill="hold">
                                          <p:stCondLst>
                                            <p:cond delay="0"/>
                                          </p:stCondLst>
                                        </p:cTn>
                                        <p:tgtEl>
                                          <p:spTgt spid="538"/>
                                        </p:tgtEl>
                                        <p:attrNameLst>
                                          <p:attrName>style.visibility</p:attrName>
                                        </p:attrNameLst>
                                      </p:cBhvr>
                                      <p:to>
                                        <p:strVal val="visible"/>
                                      </p:to>
                                    </p:set>
                                  </p:childTnLst>
                                </p:cTn>
                              </p:par>
                              <p:par>
                                <p:cTn id="1067" presetID="1" presetClass="entr" presetSubtype="0" fill="hold" nodeType="withEffect">
                                  <p:stCondLst>
                                    <p:cond delay="0"/>
                                  </p:stCondLst>
                                  <p:childTnLst>
                                    <p:set>
                                      <p:cBhvr>
                                        <p:cTn id="1068" dur="1" fill="hold">
                                          <p:stCondLst>
                                            <p:cond delay="0"/>
                                          </p:stCondLst>
                                        </p:cTn>
                                        <p:tgtEl>
                                          <p:spTgt spid="539"/>
                                        </p:tgtEl>
                                        <p:attrNameLst>
                                          <p:attrName>style.visibility</p:attrName>
                                        </p:attrNameLst>
                                      </p:cBhvr>
                                      <p:to>
                                        <p:strVal val="visible"/>
                                      </p:to>
                                    </p:set>
                                  </p:childTnLst>
                                </p:cTn>
                              </p:par>
                              <p:par>
                                <p:cTn id="1069" presetID="1" presetClass="entr" presetSubtype="0" fill="hold" nodeType="withEffect">
                                  <p:stCondLst>
                                    <p:cond delay="0"/>
                                  </p:stCondLst>
                                  <p:childTnLst>
                                    <p:set>
                                      <p:cBhvr>
                                        <p:cTn id="1070" dur="1" fill="hold">
                                          <p:stCondLst>
                                            <p:cond delay="0"/>
                                          </p:stCondLst>
                                        </p:cTn>
                                        <p:tgtEl>
                                          <p:spTgt spid="540"/>
                                        </p:tgtEl>
                                        <p:attrNameLst>
                                          <p:attrName>style.visibility</p:attrName>
                                        </p:attrNameLst>
                                      </p:cBhvr>
                                      <p:to>
                                        <p:strVal val="visible"/>
                                      </p:to>
                                    </p:set>
                                  </p:childTnLst>
                                </p:cTn>
                              </p:par>
                              <p:par>
                                <p:cTn id="1071" presetID="1" presetClass="entr" presetSubtype="0" fill="hold" nodeType="withEffect">
                                  <p:stCondLst>
                                    <p:cond delay="0"/>
                                  </p:stCondLst>
                                  <p:childTnLst>
                                    <p:set>
                                      <p:cBhvr>
                                        <p:cTn id="1072" dur="1" fill="hold">
                                          <p:stCondLst>
                                            <p:cond delay="0"/>
                                          </p:stCondLst>
                                        </p:cTn>
                                        <p:tgtEl>
                                          <p:spTgt spid="541"/>
                                        </p:tgtEl>
                                        <p:attrNameLst>
                                          <p:attrName>style.visibility</p:attrName>
                                        </p:attrNameLst>
                                      </p:cBhvr>
                                      <p:to>
                                        <p:strVal val="visible"/>
                                      </p:to>
                                    </p:set>
                                  </p:childTnLst>
                                </p:cTn>
                              </p:par>
                              <p:par>
                                <p:cTn id="1073" presetID="1" presetClass="entr" presetSubtype="0" fill="hold" nodeType="withEffect">
                                  <p:stCondLst>
                                    <p:cond delay="0"/>
                                  </p:stCondLst>
                                  <p:childTnLst>
                                    <p:set>
                                      <p:cBhvr>
                                        <p:cTn id="1074" dur="1" fill="hold">
                                          <p:stCondLst>
                                            <p:cond delay="0"/>
                                          </p:stCondLst>
                                        </p:cTn>
                                        <p:tgtEl>
                                          <p:spTgt spid="542"/>
                                        </p:tgtEl>
                                        <p:attrNameLst>
                                          <p:attrName>style.visibility</p:attrName>
                                        </p:attrNameLst>
                                      </p:cBhvr>
                                      <p:to>
                                        <p:strVal val="visible"/>
                                      </p:to>
                                    </p:set>
                                  </p:childTnLst>
                                </p:cTn>
                              </p:par>
                              <p:par>
                                <p:cTn id="1075" presetID="1" presetClass="entr" presetSubtype="0" fill="hold" nodeType="withEffect">
                                  <p:stCondLst>
                                    <p:cond delay="0"/>
                                  </p:stCondLst>
                                  <p:childTnLst>
                                    <p:set>
                                      <p:cBhvr>
                                        <p:cTn id="1076" dur="1" fill="hold">
                                          <p:stCondLst>
                                            <p:cond delay="0"/>
                                          </p:stCondLst>
                                        </p:cTn>
                                        <p:tgtEl>
                                          <p:spTgt spid="543"/>
                                        </p:tgtEl>
                                        <p:attrNameLst>
                                          <p:attrName>style.visibility</p:attrName>
                                        </p:attrNameLst>
                                      </p:cBhvr>
                                      <p:to>
                                        <p:strVal val="visible"/>
                                      </p:to>
                                    </p:set>
                                  </p:childTnLst>
                                </p:cTn>
                              </p:par>
                              <p:par>
                                <p:cTn id="1077" presetID="1" presetClass="entr" presetSubtype="0" fill="hold" nodeType="withEffect">
                                  <p:stCondLst>
                                    <p:cond delay="0"/>
                                  </p:stCondLst>
                                  <p:childTnLst>
                                    <p:set>
                                      <p:cBhvr>
                                        <p:cTn id="1078" dur="1" fill="hold">
                                          <p:stCondLst>
                                            <p:cond delay="0"/>
                                          </p:stCondLst>
                                        </p:cTn>
                                        <p:tgtEl>
                                          <p:spTgt spid="544"/>
                                        </p:tgtEl>
                                        <p:attrNameLst>
                                          <p:attrName>style.visibility</p:attrName>
                                        </p:attrNameLst>
                                      </p:cBhvr>
                                      <p:to>
                                        <p:strVal val="visible"/>
                                      </p:to>
                                    </p:set>
                                  </p:childTnLst>
                                </p:cTn>
                              </p:par>
                              <p:par>
                                <p:cTn id="1079" presetID="1" presetClass="entr" presetSubtype="0" fill="hold" nodeType="withEffect">
                                  <p:stCondLst>
                                    <p:cond delay="0"/>
                                  </p:stCondLst>
                                  <p:childTnLst>
                                    <p:set>
                                      <p:cBhvr>
                                        <p:cTn id="1080" dur="1" fill="hold">
                                          <p:stCondLst>
                                            <p:cond delay="0"/>
                                          </p:stCondLst>
                                        </p:cTn>
                                        <p:tgtEl>
                                          <p:spTgt spid="545"/>
                                        </p:tgtEl>
                                        <p:attrNameLst>
                                          <p:attrName>style.visibility</p:attrName>
                                        </p:attrNameLst>
                                      </p:cBhvr>
                                      <p:to>
                                        <p:strVal val="visible"/>
                                      </p:to>
                                    </p:set>
                                  </p:childTnLst>
                                </p:cTn>
                              </p:par>
                              <p:par>
                                <p:cTn id="1081" presetID="1" presetClass="entr" presetSubtype="0" fill="hold" nodeType="withEffect">
                                  <p:stCondLst>
                                    <p:cond delay="0"/>
                                  </p:stCondLst>
                                  <p:childTnLst>
                                    <p:set>
                                      <p:cBhvr>
                                        <p:cTn id="1082" dur="1" fill="hold">
                                          <p:stCondLst>
                                            <p:cond delay="0"/>
                                          </p:stCondLst>
                                        </p:cTn>
                                        <p:tgtEl>
                                          <p:spTgt spid="546"/>
                                        </p:tgtEl>
                                        <p:attrNameLst>
                                          <p:attrName>style.visibility</p:attrName>
                                        </p:attrNameLst>
                                      </p:cBhvr>
                                      <p:to>
                                        <p:strVal val="visible"/>
                                      </p:to>
                                    </p:set>
                                  </p:childTnLst>
                                </p:cTn>
                              </p:par>
                              <p:par>
                                <p:cTn id="1083" presetID="1" presetClass="entr" presetSubtype="0" fill="hold" nodeType="withEffect">
                                  <p:stCondLst>
                                    <p:cond delay="0"/>
                                  </p:stCondLst>
                                  <p:childTnLst>
                                    <p:set>
                                      <p:cBhvr>
                                        <p:cTn id="1084" dur="1" fill="hold">
                                          <p:stCondLst>
                                            <p:cond delay="0"/>
                                          </p:stCondLst>
                                        </p:cTn>
                                        <p:tgtEl>
                                          <p:spTgt spid="547"/>
                                        </p:tgtEl>
                                        <p:attrNameLst>
                                          <p:attrName>style.visibility</p:attrName>
                                        </p:attrNameLst>
                                      </p:cBhvr>
                                      <p:to>
                                        <p:strVal val="visible"/>
                                      </p:to>
                                    </p:set>
                                  </p:childTnLst>
                                </p:cTn>
                              </p:par>
                              <p:par>
                                <p:cTn id="1085" presetID="1" presetClass="entr" presetSubtype="0" fill="hold" nodeType="withEffect">
                                  <p:stCondLst>
                                    <p:cond delay="0"/>
                                  </p:stCondLst>
                                  <p:childTnLst>
                                    <p:set>
                                      <p:cBhvr>
                                        <p:cTn id="1086" dur="1" fill="hold">
                                          <p:stCondLst>
                                            <p:cond delay="0"/>
                                          </p:stCondLst>
                                        </p:cTn>
                                        <p:tgtEl>
                                          <p:spTgt spid="548"/>
                                        </p:tgtEl>
                                        <p:attrNameLst>
                                          <p:attrName>style.visibility</p:attrName>
                                        </p:attrNameLst>
                                      </p:cBhvr>
                                      <p:to>
                                        <p:strVal val="visible"/>
                                      </p:to>
                                    </p:set>
                                  </p:childTnLst>
                                </p:cTn>
                              </p:par>
                              <p:par>
                                <p:cTn id="1087" presetID="1" presetClass="entr" presetSubtype="0" fill="hold" nodeType="withEffect">
                                  <p:stCondLst>
                                    <p:cond delay="0"/>
                                  </p:stCondLst>
                                  <p:childTnLst>
                                    <p:set>
                                      <p:cBhvr>
                                        <p:cTn id="1088" dur="1" fill="hold">
                                          <p:stCondLst>
                                            <p:cond delay="0"/>
                                          </p:stCondLst>
                                        </p:cTn>
                                        <p:tgtEl>
                                          <p:spTgt spid="549"/>
                                        </p:tgtEl>
                                        <p:attrNameLst>
                                          <p:attrName>style.visibility</p:attrName>
                                        </p:attrNameLst>
                                      </p:cBhvr>
                                      <p:to>
                                        <p:strVal val="visible"/>
                                      </p:to>
                                    </p:set>
                                  </p:childTnLst>
                                </p:cTn>
                              </p:par>
                              <p:par>
                                <p:cTn id="1089" presetID="1" presetClass="entr" presetSubtype="0" fill="hold" nodeType="withEffect">
                                  <p:stCondLst>
                                    <p:cond delay="0"/>
                                  </p:stCondLst>
                                  <p:childTnLst>
                                    <p:set>
                                      <p:cBhvr>
                                        <p:cTn id="1090" dur="1" fill="hold">
                                          <p:stCondLst>
                                            <p:cond delay="0"/>
                                          </p:stCondLst>
                                        </p:cTn>
                                        <p:tgtEl>
                                          <p:spTgt spid="550"/>
                                        </p:tgtEl>
                                        <p:attrNameLst>
                                          <p:attrName>style.visibility</p:attrName>
                                        </p:attrNameLst>
                                      </p:cBhvr>
                                      <p:to>
                                        <p:strVal val="visible"/>
                                      </p:to>
                                    </p:set>
                                  </p:childTnLst>
                                </p:cTn>
                              </p:par>
                              <p:par>
                                <p:cTn id="1091" presetID="1" presetClass="entr" presetSubtype="0" fill="hold" nodeType="withEffect">
                                  <p:stCondLst>
                                    <p:cond delay="0"/>
                                  </p:stCondLst>
                                  <p:childTnLst>
                                    <p:set>
                                      <p:cBhvr>
                                        <p:cTn id="1092" dur="1" fill="hold">
                                          <p:stCondLst>
                                            <p:cond delay="0"/>
                                          </p:stCondLst>
                                        </p:cTn>
                                        <p:tgtEl>
                                          <p:spTgt spid="551"/>
                                        </p:tgtEl>
                                        <p:attrNameLst>
                                          <p:attrName>style.visibility</p:attrName>
                                        </p:attrNameLst>
                                      </p:cBhvr>
                                      <p:to>
                                        <p:strVal val="visible"/>
                                      </p:to>
                                    </p:set>
                                  </p:childTnLst>
                                </p:cTn>
                              </p:par>
                              <p:par>
                                <p:cTn id="1093" presetID="1" presetClass="entr" presetSubtype="0" fill="hold" nodeType="withEffect">
                                  <p:stCondLst>
                                    <p:cond delay="0"/>
                                  </p:stCondLst>
                                  <p:childTnLst>
                                    <p:set>
                                      <p:cBhvr>
                                        <p:cTn id="1094" dur="1" fill="hold">
                                          <p:stCondLst>
                                            <p:cond delay="0"/>
                                          </p:stCondLst>
                                        </p:cTn>
                                        <p:tgtEl>
                                          <p:spTgt spid="552"/>
                                        </p:tgtEl>
                                        <p:attrNameLst>
                                          <p:attrName>style.visibility</p:attrName>
                                        </p:attrNameLst>
                                      </p:cBhvr>
                                      <p:to>
                                        <p:strVal val="visible"/>
                                      </p:to>
                                    </p:set>
                                  </p:childTnLst>
                                </p:cTn>
                              </p:par>
                              <p:par>
                                <p:cTn id="1095" presetID="1" presetClass="entr" presetSubtype="0" fill="hold" nodeType="withEffect">
                                  <p:stCondLst>
                                    <p:cond delay="0"/>
                                  </p:stCondLst>
                                  <p:childTnLst>
                                    <p:set>
                                      <p:cBhvr>
                                        <p:cTn id="1096" dur="1" fill="hold">
                                          <p:stCondLst>
                                            <p:cond delay="0"/>
                                          </p:stCondLst>
                                        </p:cTn>
                                        <p:tgtEl>
                                          <p:spTgt spid="553"/>
                                        </p:tgtEl>
                                        <p:attrNameLst>
                                          <p:attrName>style.visibility</p:attrName>
                                        </p:attrNameLst>
                                      </p:cBhvr>
                                      <p:to>
                                        <p:strVal val="visible"/>
                                      </p:to>
                                    </p:set>
                                  </p:childTnLst>
                                </p:cTn>
                              </p:par>
                              <p:par>
                                <p:cTn id="1097" presetID="1" presetClass="entr" presetSubtype="0" fill="hold" nodeType="withEffect">
                                  <p:stCondLst>
                                    <p:cond delay="0"/>
                                  </p:stCondLst>
                                  <p:childTnLst>
                                    <p:set>
                                      <p:cBhvr>
                                        <p:cTn id="1098" dur="1" fill="hold">
                                          <p:stCondLst>
                                            <p:cond delay="0"/>
                                          </p:stCondLst>
                                        </p:cTn>
                                        <p:tgtEl>
                                          <p:spTgt spid="554"/>
                                        </p:tgtEl>
                                        <p:attrNameLst>
                                          <p:attrName>style.visibility</p:attrName>
                                        </p:attrNameLst>
                                      </p:cBhvr>
                                      <p:to>
                                        <p:strVal val="visible"/>
                                      </p:to>
                                    </p:set>
                                  </p:childTnLst>
                                </p:cTn>
                              </p:par>
                              <p:par>
                                <p:cTn id="1099" presetID="1" presetClass="entr" presetSubtype="0" fill="hold" nodeType="withEffect">
                                  <p:stCondLst>
                                    <p:cond delay="0"/>
                                  </p:stCondLst>
                                  <p:childTnLst>
                                    <p:set>
                                      <p:cBhvr>
                                        <p:cTn id="1100" dur="1" fill="hold">
                                          <p:stCondLst>
                                            <p:cond delay="0"/>
                                          </p:stCondLst>
                                        </p:cTn>
                                        <p:tgtEl>
                                          <p:spTgt spid="555"/>
                                        </p:tgtEl>
                                        <p:attrNameLst>
                                          <p:attrName>style.visibility</p:attrName>
                                        </p:attrNameLst>
                                      </p:cBhvr>
                                      <p:to>
                                        <p:strVal val="visible"/>
                                      </p:to>
                                    </p:set>
                                  </p:childTnLst>
                                </p:cTn>
                              </p:par>
                              <p:par>
                                <p:cTn id="1101" presetID="1" presetClass="entr" presetSubtype="0" fill="hold" nodeType="withEffect">
                                  <p:stCondLst>
                                    <p:cond delay="0"/>
                                  </p:stCondLst>
                                  <p:childTnLst>
                                    <p:set>
                                      <p:cBhvr>
                                        <p:cTn id="1102" dur="1" fill="hold">
                                          <p:stCondLst>
                                            <p:cond delay="0"/>
                                          </p:stCondLst>
                                        </p:cTn>
                                        <p:tgtEl>
                                          <p:spTgt spid="556"/>
                                        </p:tgtEl>
                                        <p:attrNameLst>
                                          <p:attrName>style.visibility</p:attrName>
                                        </p:attrNameLst>
                                      </p:cBhvr>
                                      <p:to>
                                        <p:strVal val="visible"/>
                                      </p:to>
                                    </p:set>
                                  </p:childTnLst>
                                </p:cTn>
                              </p:par>
                              <p:par>
                                <p:cTn id="1103" presetID="1" presetClass="entr" presetSubtype="0" fill="hold" nodeType="withEffect">
                                  <p:stCondLst>
                                    <p:cond delay="0"/>
                                  </p:stCondLst>
                                  <p:childTnLst>
                                    <p:set>
                                      <p:cBhvr>
                                        <p:cTn id="1104" dur="1" fill="hold">
                                          <p:stCondLst>
                                            <p:cond delay="0"/>
                                          </p:stCondLst>
                                        </p:cTn>
                                        <p:tgtEl>
                                          <p:spTgt spid="557"/>
                                        </p:tgtEl>
                                        <p:attrNameLst>
                                          <p:attrName>style.visibility</p:attrName>
                                        </p:attrNameLst>
                                      </p:cBhvr>
                                      <p:to>
                                        <p:strVal val="visible"/>
                                      </p:to>
                                    </p:set>
                                  </p:childTnLst>
                                </p:cTn>
                              </p:par>
                              <p:par>
                                <p:cTn id="1105" presetID="1" presetClass="entr" presetSubtype="0" fill="hold" nodeType="withEffect">
                                  <p:stCondLst>
                                    <p:cond delay="0"/>
                                  </p:stCondLst>
                                  <p:childTnLst>
                                    <p:set>
                                      <p:cBhvr>
                                        <p:cTn id="1106" dur="1" fill="hold">
                                          <p:stCondLst>
                                            <p:cond delay="0"/>
                                          </p:stCondLst>
                                        </p:cTn>
                                        <p:tgtEl>
                                          <p:spTgt spid="558"/>
                                        </p:tgtEl>
                                        <p:attrNameLst>
                                          <p:attrName>style.visibility</p:attrName>
                                        </p:attrNameLst>
                                      </p:cBhvr>
                                      <p:to>
                                        <p:strVal val="visible"/>
                                      </p:to>
                                    </p:set>
                                  </p:childTnLst>
                                </p:cTn>
                              </p:par>
                              <p:par>
                                <p:cTn id="1107" presetID="1" presetClass="entr" presetSubtype="0" fill="hold" nodeType="withEffect">
                                  <p:stCondLst>
                                    <p:cond delay="0"/>
                                  </p:stCondLst>
                                  <p:childTnLst>
                                    <p:set>
                                      <p:cBhvr>
                                        <p:cTn id="1108" dur="1" fill="hold">
                                          <p:stCondLst>
                                            <p:cond delay="0"/>
                                          </p:stCondLst>
                                        </p:cTn>
                                        <p:tgtEl>
                                          <p:spTgt spid="559"/>
                                        </p:tgtEl>
                                        <p:attrNameLst>
                                          <p:attrName>style.visibility</p:attrName>
                                        </p:attrNameLst>
                                      </p:cBhvr>
                                      <p:to>
                                        <p:strVal val="visible"/>
                                      </p:to>
                                    </p:set>
                                  </p:childTnLst>
                                </p:cTn>
                              </p:par>
                              <p:par>
                                <p:cTn id="1109" presetID="1" presetClass="entr" presetSubtype="0" fill="hold" nodeType="withEffect">
                                  <p:stCondLst>
                                    <p:cond delay="0"/>
                                  </p:stCondLst>
                                  <p:childTnLst>
                                    <p:set>
                                      <p:cBhvr>
                                        <p:cTn id="1110" dur="1" fill="hold">
                                          <p:stCondLst>
                                            <p:cond delay="0"/>
                                          </p:stCondLst>
                                        </p:cTn>
                                        <p:tgtEl>
                                          <p:spTgt spid="560"/>
                                        </p:tgtEl>
                                        <p:attrNameLst>
                                          <p:attrName>style.visibility</p:attrName>
                                        </p:attrNameLst>
                                      </p:cBhvr>
                                      <p:to>
                                        <p:strVal val="visible"/>
                                      </p:to>
                                    </p:set>
                                  </p:childTnLst>
                                </p:cTn>
                              </p:par>
                              <p:par>
                                <p:cTn id="1111" presetID="1" presetClass="entr" presetSubtype="0" fill="hold" nodeType="withEffect">
                                  <p:stCondLst>
                                    <p:cond delay="0"/>
                                  </p:stCondLst>
                                  <p:childTnLst>
                                    <p:set>
                                      <p:cBhvr>
                                        <p:cTn id="1112" dur="1" fill="hold">
                                          <p:stCondLst>
                                            <p:cond delay="0"/>
                                          </p:stCondLst>
                                        </p:cTn>
                                        <p:tgtEl>
                                          <p:spTgt spid="561"/>
                                        </p:tgtEl>
                                        <p:attrNameLst>
                                          <p:attrName>style.visibility</p:attrName>
                                        </p:attrNameLst>
                                      </p:cBhvr>
                                      <p:to>
                                        <p:strVal val="visible"/>
                                      </p:to>
                                    </p:set>
                                  </p:childTnLst>
                                </p:cTn>
                              </p:par>
                              <p:par>
                                <p:cTn id="1113" presetID="1" presetClass="entr" presetSubtype="0" fill="hold" nodeType="withEffect">
                                  <p:stCondLst>
                                    <p:cond delay="0"/>
                                  </p:stCondLst>
                                  <p:childTnLst>
                                    <p:set>
                                      <p:cBhvr>
                                        <p:cTn id="1114" dur="1" fill="hold">
                                          <p:stCondLst>
                                            <p:cond delay="0"/>
                                          </p:stCondLst>
                                        </p:cTn>
                                        <p:tgtEl>
                                          <p:spTgt spid="562"/>
                                        </p:tgtEl>
                                        <p:attrNameLst>
                                          <p:attrName>style.visibility</p:attrName>
                                        </p:attrNameLst>
                                      </p:cBhvr>
                                      <p:to>
                                        <p:strVal val="visible"/>
                                      </p:to>
                                    </p:set>
                                  </p:childTnLst>
                                </p:cTn>
                              </p:par>
                              <p:par>
                                <p:cTn id="1115" presetID="1" presetClass="entr" presetSubtype="0" fill="hold" nodeType="withEffect">
                                  <p:stCondLst>
                                    <p:cond delay="0"/>
                                  </p:stCondLst>
                                  <p:childTnLst>
                                    <p:set>
                                      <p:cBhvr>
                                        <p:cTn id="1116" dur="1" fill="hold">
                                          <p:stCondLst>
                                            <p:cond delay="0"/>
                                          </p:stCondLst>
                                        </p:cTn>
                                        <p:tgtEl>
                                          <p:spTgt spid="563"/>
                                        </p:tgtEl>
                                        <p:attrNameLst>
                                          <p:attrName>style.visibility</p:attrName>
                                        </p:attrNameLst>
                                      </p:cBhvr>
                                      <p:to>
                                        <p:strVal val="visible"/>
                                      </p:to>
                                    </p:set>
                                  </p:childTnLst>
                                </p:cTn>
                              </p:par>
                              <p:par>
                                <p:cTn id="1117" presetID="1" presetClass="entr" presetSubtype="0" fill="hold" nodeType="withEffect">
                                  <p:stCondLst>
                                    <p:cond delay="0"/>
                                  </p:stCondLst>
                                  <p:childTnLst>
                                    <p:set>
                                      <p:cBhvr>
                                        <p:cTn id="1118" dur="1" fill="hold">
                                          <p:stCondLst>
                                            <p:cond delay="0"/>
                                          </p:stCondLst>
                                        </p:cTn>
                                        <p:tgtEl>
                                          <p:spTgt spid="564"/>
                                        </p:tgtEl>
                                        <p:attrNameLst>
                                          <p:attrName>style.visibility</p:attrName>
                                        </p:attrNameLst>
                                      </p:cBhvr>
                                      <p:to>
                                        <p:strVal val="visible"/>
                                      </p:to>
                                    </p:set>
                                  </p:childTnLst>
                                </p:cTn>
                              </p:par>
                              <p:par>
                                <p:cTn id="1119" presetID="1" presetClass="entr" presetSubtype="0" fill="hold" nodeType="withEffect">
                                  <p:stCondLst>
                                    <p:cond delay="0"/>
                                  </p:stCondLst>
                                  <p:childTnLst>
                                    <p:set>
                                      <p:cBhvr>
                                        <p:cTn id="1120" dur="1" fill="hold">
                                          <p:stCondLst>
                                            <p:cond delay="0"/>
                                          </p:stCondLst>
                                        </p:cTn>
                                        <p:tgtEl>
                                          <p:spTgt spid="565"/>
                                        </p:tgtEl>
                                        <p:attrNameLst>
                                          <p:attrName>style.visibility</p:attrName>
                                        </p:attrNameLst>
                                      </p:cBhvr>
                                      <p:to>
                                        <p:strVal val="visible"/>
                                      </p:to>
                                    </p:set>
                                  </p:childTnLst>
                                </p:cTn>
                              </p:par>
                              <p:par>
                                <p:cTn id="1121" presetID="1" presetClass="entr" presetSubtype="0" fill="hold" nodeType="withEffect">
                                  <p:stCondLst>
                                    <p:cond delay="0"/>
                                  </p:stCondLst>
                                  <p:childTnLst>
                                    <p:set>
                                      <p:cBhvr>
                                        <p:cTn id="1122" dur="1" fill="hold">
                                          <p:stCondLst>
                                            <p:cond delay="0"/>
                                          </p:stCondLst>
                                        </p:cTn>
                                        <p:tgtEl>
                                          <p:spTgt spid="566"/>
                                        </p:tgtEl>
                                        <p:attrNameLst>
                                          <p:attrName>style.visibility</p:attrName>
                                        </p:attrNameLst>
                                      </p:cBhvr>
                                      <p:to>
                                        <p:strVal val="visible"/>
                                      </p:to>
                                    </p:set>
                                  </p:childTnLst>
                                </p:cTn>
                              </p:par>
                              <p:par>
                                <p:cTn id="1123" presetID="1" presetClass="entr" presetSubtype="0" fill="hold" nodeType="withEffect">
                                  <p:stCondLst>
                                    <p:cond delay="0"/>
                                  </p:stCondLst>
                                  <p:childTnLst>
                                    <p:set>
                                      <p:cBhvr>
                                        <p:cTn id="1124" dur="1" fill="hold">
                                          <p:stCondLst>
                                            <p:cond delay="0"/>
                                          </p:stCondLst>
                                        </p:cTn>
                                        <p:tgtEl>
                                          <p:spTgt spid="567"/>
                                        </p:tgtEl>
                                        <p:attrNameLst>
                                          <p:attrName>style.visibility</p:attrName>
                                        </p:attrNameLst>
                                      </p:cBhvr>
                                      <p:to>
                                        <p:strVal val="visible"/>
                                      </p:to>
                                    </p:set>
                                  </p:childTnLst>
                                </p:cTn>
                              </p:par>
                              <p:par>
                                <p:cTn id="1125" presetID="1" presetClass="entr" presetSubtype="0" fill="hold" nodeType="withEffect">
                                  <p:stCondLst>
                                    <p:cond delay="0"/>
                                  </p:stCondLst>
                                  <p:childTnLst>
                                    <p:set>
                                      <p:cBhvr>
                                        <p:cTn id="1126" dur="1" fill="hold">
                                          <p:stCondLst>
                                            <p:cond delay="0"/>
                                          </p:stCondLst>
                                        </p:cTn>
                                        <p:tgtEl>
                                          <p:spTgt spid="568"/>
                                        </p:tgtEl>
                                        <p:attrNameLst>
                                          <p:attrName>style.visibility</p:attrName>
                                        </p:attrNameLst>
                                      </p:cBhvr>
                                      <p:to>
                                        <p:strVal val="visible"/>
                                      </p:to>
                                    </p:set>
                                  </p:childTnLst>
                                </p:cTn>
                              </p:par>
                              <p:par>
                                <p:cTn id="1127" presetID="1" presetClass="entr" presetSubtype="0" fill="hold" nodeType="withEffect">
                                  <p:stCondLst>
                                    <p:cond delay="0"/>
                                  </p:stCondLst>
                                  <p:childTnLst>
                                    <p:set>
                                      <p:cBhvr>
                                        <p:cTn id="1128" dur="1" fill="hold">
                                          <p:stCondLst>
                                            <p:cond delay="0"/>
                                          </p:stCondLst>
                                        </p:cTn>
                                        <p:tgtEl>
                                          <p:spTgt spid="569"/>
                                        </p:tgtEl>
                                        <p:attrNameLst>
                                          <p:attrName>style.visibility</p:attrName>
                                        </p:attrNameLst>
                                      </p:cBhvr>
                                      <p:to>
                                        <p:strVal val="visible"/>
                                      </p:to>
                                    </p:set>
                                  </p:childTnLst>
                                </p:cTn>
                              </p:par>
                              <p:par>
                                <p:cTn id="1129" presetID="1" presetClass="entr" presetSubtype="0" fill="hold" nodeType="withEffect">
                                  <p:stCondLst>
                                    <p:cond delay="0"/>
                                  </p:stCondLst>
                                  <p:childTnLst>
                                    <p:set>
                                      <p:cBhvr>
                                        <p:cTn id="1130" dur="1" fill="hold">
                                          <p:stCondLst>
                                            <p:cond delay="0"/>
                                          </p:stCondLst>
                                        </p:cTn>
                                        <p:tgtEl>
                                          <p:spTgt spid="570"/>
                                        </p:tgtEl>
                                        <p:attrNameLst>
                                          <p:attrName>style.visibility</p:attrName>
                                        </p:attrNameLst>
                                      </p:cBhvr>
                                      <p:to>
                                        <p:strVal val="visible"/>
                                      </p:to>
                                    </p:set>
                                  </p:childTnLst>
                                </p:cTn>
                              </p:par>
                              <p:par>
                                <p:cTn id="1131" presetID="1" presetClass="entr" presetSubtype="0" fill="hold" nodeType="withEffect">
                                  <p:stCondLst>
                                    <p:cond delay="0"/>
                                  </p:stCondLst>
                                  <p:childTnLst>
                                    <p:set>
                                      <p:cBhvr>
                                        <p:cTn id="1132" dur="1" fill="hold">
                                          <p:stCondLst>
                                            <p:cond delay="0"/>
                                          </p:stCondLst>
                                        </p:cTn>
                                        <p:tgtEl>
                                          <p:spTgt spid="571"/>
                                        </p:tgtEl>
                                        <p:attrNameLst>
                                          <p:attrName>style.visibility</p:attrName>
                                        </p:attrNameLst>
                                      </p:cBhvr>
                                      <p:to>
                                        <p:strVal val="visible"/>
                                      </p:to>
                                    </p:set>
                                  </p:childTnLst>
                                </p:cTn>
                              </p:par>
                              <p:par>
                                <p:cTn id="1133" presetID="1" presetClass="entr" presetSubtype="0" fill="hold" nodeType="withEffect">
                                  <p:stCondLst>
                                    <p:cond delay="0"/>
                                  </p:stCondLst>
                                  <p:childTnLst>
                                    <p:set>
                                      <p:cBhvr>
                                        <p:cTn id="1134" dur="1" fill="hold">
                                          <p:stCondLst>
                                            <p:cond delay="0"/>
                                          </p:stCondLst>
                                        </p:cTn>
                                        <p:tgtEl>
                                          <p:spTgt spid="572"/>
                                        </p:tgtEl>
                                        <p:attrNameLst>
                                          <p:attrName>style.visibility</p:attrName>
                                        </p:attrNameLst>
                                      </p:cBhvr>
                                      <p:to>
                                        <p:strVal val="visible"/>
                                      </p:to>
                                    </p:set>
                                  </p:childTnLst>
                                </p:cTn>
                              </p:par>
                              <p:par>
                                <p:cTn id="1135" presetID="1" presetClass="entr" presetSubtype="0" fill="hold" nodeType="withEffect">
                                  <p:stCondLst>
                                    <p:cond delay="0"/>
                                  </p:stCondLst>
                                  <p:childTnLst>
                                    <p:set>
                                      <p:cBhvr>
                                        <p:cTn id="1136" dur="1" fill="hold">
                                          <p:stCondLst>
                                            <p:cond delay="0"/>
                                          </p:stCondLst>
                                        </p:cTn>
                                        <p:tgtEl>
                                          <p:spTgt spid="573"/>
                                        </p:tgtEl>
                                        <p:attrNameLst>
                                          <p:attrName>style.visibility</p:attrName>
                                        </p:attrNameLst>
                                      </p:cBhvr>
                                      <p:to>
                                        <p:strVal val="visible"/>
                                      </p:to>
                                    </p:set>
                                  </p:childTnLst>
                                </p:cTn>
                              </p:par>
                              <p:par>
                                <p:cTn id="1137" presetID="1" presetClass="entr" presetSubtype="0" fill="hold" nodeType="withEffect">
                                  <p:stCondLst>
                                    <p:cond delay="0"/>
                                  </p:stCondLst>
                                  <p:childTnLst>
                                    <p:set>
                                      <p:cBhvr>
                                        <p:cTn id="1138" dur="1" fill="hold">
                                          <p:stCondLst>
                                            <p:cond delay="0"/>
                                          </p:stCondLst>
                                        </p:cTn>
                                        <p:tgtEl>
                                          <p:spTgt spid="574"/>
                                        </p:tgtEl>
                                        <p:attrNameLst>
                                          <p:attrName>style.visibility</p:attrName>
                                        </p:attrNameLst>
                                      </p:cBhvr>
                                      <p:to>
                                        <p:strVal val="visible"/>
                                      </p:to>
                                    </p:set>
                                  </p:childTnLst>
                                </p:cTn>
                              </p:par>
                              <p:par>
                                <p:cTn id="1139" presetID="1" presetClass="entr" presetSubtype="0" fill="hold" nodeType="withEffect">
                                  <p:stCondLst>
                                    <p:cond delay="0"/>
                                  </p:stCondLst>
                                  <p:childTnLst>
                                    <p:set>
                                      <p:cBhvr>
                                        <p:cTn id="1140" dur="1" fill="hold">
                                          <p:stCondLst>
                                            <p:cond delay="0"/>
                                          </p:stCondLst>
                                        </p:cTn>
                                        <p:tgtEl>
                                          <p:spTgt spid="575"/>
                                        </p:tgtEl>
                                        <p:attrNameLst>
                                          <p:attrName>style.visibility</p:attrName>
                                        </p:attrNameLst>
                                      </p:cBhvr>
                                      <p:to>
                                        <p:strVal val="visible"/>
                                      </p:to>
                                    </p:set>
                                  </p:childTnLst>
                                </p:cTn>
                              </p:par>
                              <p:par>
                                <p:cTn id="1141" presetID="1" presetClass="entr" presetSubtype="0" fill="hold" nodeType="withEffect">
                                  <p:stCondLst>
                                    <p:cond delay="0"/>
                                  </p:stCondLst>
                                  <p:childTnLst>
                                    <p:set>
                                      <p:cBhvr>
                                        <p:cTn id="1142" dur="1" fill="hold">
                                          <p:stCondLst>
                                            <p:cond delay="0"/>
                                          </p:stCondLst>
                                        </p:cTn>
                                        <p:tgtEl>
                                          <p:spTgt spid="576"/>
                                        </p:tgtEl>
                                        <p:attrNameLst>
                                          <p:attrName>style.visibility</p:attrName>
                                        </p:attrNameLst>
                                      </p:cBhvr>
                                      <p:to>
                                        <p:strVal val="visible"/>
                                      </p:to>
                                    </p:set>
                                  </p:childTnLst>
                                </p:cTn>
                              </p:par>
                              <p:par>
                                <p:cTn id="1143" presetID="1" presetClass="entr" presetSubtype="0" fill="hold" nodeType="withEffect">
                                  <p:stCondLst>
                                    <p:cond delay="0"/>
                                  </p:stCondLst>
                                  <p:childTnLst>
                                    <p:set>
                                      <p:cBhvr>
                                        <p:cTn id="1144" dur="1" fill="hold">
                                          <p:stCondLst>
                                            <p:cond delay="0"/>
                                          </p:stCondLst>
                                        </p:cTn>
                                        <p:tgtEl>
                                          <p:spTgt spid="577"/>
                                        </p:tgtEl>
                                        <p:attrNameLst>
                                          <p:attrName>style.visibility</p:attrName>
                                        </p:attrNameLst>
                                      </p:cBhvr>
                                      <p:to>
                                        <p:strVal val="visible"/>
                                      </p:to>
                                    </p:set>
                                  </p:childTnLst>
                                </p:cTn>
                              </p:par>
                              <p:par>
                                <p:cTn id="1145" presetID="1" presetClass="entr" presetSubtype="0" fill="hold" nodeType="withEffect">
                                  <p:stCondLst>
                                    <p:cond delay="0"/>
                                  </p:stCondLst>
                                  <p:childTnLst>
                                    <p:set>
                                      <p:cBhvr>
                                        <p:cTn id="1146" dur="1" fill="hold">
                                          <p:stCondLst>
                                            <p:cond delay="0"/>
                                          </p:stCondLst>
                                        </p:cTn>
                                        <p:tgtEl>
                                          <p:spTgt spid="578"/>
                                        </p:tgtEl>
                                        <p:attrNameLst>
                                          <p:attrName>style.visibility</p:attrName>
                                        </p:attrNameLst>
                                      </p:cBhvr>
                                      <p:to>
                                        <p:strVal val="visible"/>
                                      </p:to>
                                    </p:set>
                                  </p:childTnLst>
                                </p:cTn>
                              </p:par>
                              <p:par>
                                <p:cTn id="1147" presetID="1" presetClass="entr" presetSubtype="0" fill="hold" nodeType="withEffect">
                                  <p:stCondLst>
                                    <p:cond delay="0"/>
                                  </p:stCondLst>
                                  <p:childTnLst>
                                    <p:set>
                                      <p:cBhvr>
                                        <p:cTn id="1148" dur="1" fill="hold">
                                          <p:stCondLst>
                                            <p:cond delay="0"/>
                                          </p:stCondLst>
                                        </p:cTn>
                                        <p:tgtEl>
                                          <p:spTgt spid="579"/>
                                        </p:tgtEl>
                                        <p:attrNameLst>
                                          <p:attrName>style.visibility</p:attrName>
                                        </p:attrNameLst>
                                      </p:cBhvr>
                                      <p:to>
                                        <p:strVal val="visible"/>
                                      </p:to>
                                    </p:set>
                                  </p:childTnLst>
                                </p:cTn>
                              </p:par>
                              <p:par>
                                <p:cTn id="1149" presetID="1" presetClass="entr" presetSubtype="0" fill="hold" nodeType="withEffect">
                                  <p:stCondLst>
                                    <p:cond delay="0"/>
                                  </p:stCondLst>
                                  <p:childTnLst>
                                    <p:set>
                                      <p:cBhvr>
                                        <p:cTn id="1150" dur="1" fill="hold">
                                          <p:stCondLst>
                                            <p:cond delay="0"/>
                                          </p:stCondLst>
                                        </p:cTn>
                                        <p:tgtEl>
                                          <p:spTgt spid="580"/>
                                        </p:tgtEl>
                                        <p:attrNameLst>
                                          <p:attrName>style.visibility</p:attrName>
                                        </p:attrNameLst>
                                      </p:cBhvr>
                                      <p:to>
                                        <p:strVal val="visible"/>
                                      </p:to>
                                    </p:set>
                                  </p:childTnLst>
                                </p:cTn>
                              </p:par>
                              <p:par>
                                <p:cTn id="1151" presetID="1" presetClass="entr" presetSubtype="0" fill="hold" nodeType="withEffect">
                                  <p:stCondLst>
                                    <p:cond delay="0"/>
                                  </p:stCondLst>
                                  <p:childTnLst>
                                    <p:set>
                                      <p:cBhvr>
                                        <p:cTn id="1152" dur="1" fill="hold">
                                          <p:stCondLst>
                                            <p:cond delay="0"/>
                                          </p:stCondLst>
                                        </p:cTn>
                                        <p:tgtEl>
                                          <p:spTgt spid="581"/>
                                        </p:tgtEl>
                                        <p:attrNameLst>
                                          <p:attrName>style.visibility</p:attrName>
                                        </p:attrNameLst>
                                      </p:cBhvr>
                                      <p:to>
                                        <p:strVal val="visible"/>
                                      </p:to>
                                    </p:set>
                                  </p:childTnLst>
                                </p:cTn>
                              </p:par>
                              <p:par>
                                <p:cTn id="1153" presetID="1" presetClass="entr" presetSubtype="0" fill="hold" nodeType="withEffect">
                                  <p:stCondLst>
                                    <p:cond delay="0"/>
                                  </p:stCondLst>
                                  <p:childTnLst>
                                    <p:set>
                                      <p:cBhvr>
                                        <p:cTn id="1154" dur="1" fill="hold">
                                          <p:stCondLst>
                                            <p:cond delay="0"/>
                                          </p:stCondLst>
                                        </p:cTn>
                                        <p:tgtEl>
                                          <p:spTgt spid="582"/>
                                        </p:tgtEl>
                                        <p:attrNameLst>
                                          <p:attrName>style.visibility</p:attrName>
                                        </p:attrNameLst>
                                      </p:cBhvr>
                                      <p:to>
                                        <p:strVal val="visible"/>
                                      </p:to>
                                    </p:set>
                                  </p:childTnLst>
                                </p:cTn>
                              </p:par>
                              <p:par>
                                <p:cTn id="1155" presetID="1" presetClass="entr" presetSubtype="0" fill="hold" nodeType="withEffect">
                                  <p:stCondLst>
                                    <p:cond delay="0"/>
                                  </p:stCondLst>
                                  <p:childTnLst>
                                    <p:set>
                                      <p:cBhvr>
                                        <p:cTn id="1156" dur="1" fill="hold">
                                          <p:stCondLst>
                                            <p:cond delay="0"/>
                                          </p:stCondLst>
                                        </p:cTn>
                                        <p:tgtEl>
                                          <p:spTgt spid="583"/>
                                        </p:tgtEl>
                                        <p:attrNameLst>
                                          <p:attrName>style.visibility</p:attrName>
                                        </p:attrNameLst>
                                      </p:cBhvr>
                                      <p:to>
                                        <p:strVal val="visible"/>
                                      </p:to>
                                    </p:set>
                                  </p:childTnLst>
                                </p:cTn>
                              </p:par>
                              <p:par>
                                <p:cTn id="1157" presetID="1" presetClass="entr" presetSubtype="0" fill="hold" nodeType="withEffect">
                                  <p:stCondLst>
                                    <p:cond delay="0"/>
                                  </p:stCondLst>
                                  <p:childTnLst>
                                    <p:set>
                                      <p:cBhvr>
                                        <p:cTn id="1158" dur="1" fill="hold">
                                          <p:stCondLst>
                                            <p:cond delay="0"/>
                                          </p:stCondLst>
                                        </p:cTn>
                                        <p:tgtEl>
                                          <p:spTgt spid="584"/>
                                        </p:tgtEl>
                                        <p:attrNameLst>
                                          <p:attrName>style.visibility</p:attrName>
                                        </p:attrNameLst>
                                      </p:cBhvr>
                                      <p:to>
                                        <p:strVal val="visible"/>
                                      </p:to>
                                    </p:set>
                                  </p:childTnLst>
                                </p:cTn>
                              </p:par>
                              <p:par>
                                <p:cTn id="1159" presetID="1" presetClass="entr" presetSubtype="0" fill="hold" nodeType="withEffect">
                                  <p:stCondLst>
                                    <p:cond delay="0"/>
                                  </p:stCondLst>
                                  <p:childTnLst>
                                    <p:set>
                                      <p:cBhvr>
                                        <p:cTn id="1160" dur="1" fill="hold">
                                          <p:stCondLst>
                                            <p:cond delay="0"/>
                                          </p:stCondLst>
                                        </p:cTn>
                                        <p:tgtEl>
                                          <p:spTgt spid="585"/>
                                        </p:tgtEl>
                                        <p:attrNameLst>
                                          <p:attrName>style.visibility</p:attrName>
                                        </p:attrNameLst>
                                      </p:cBhvr>
                                      <p:to>
                                        <p:strVal val="visible"/>
                                      </p:to>
                                    </p:set>
                                  </p:childTnLst>
                                </p:cTn>
                              </p:par>
                              <p:par>
                                <p:cTn id="1161" presetID="1" presetClass="entr" presetSubtype="0" fill="hold" nodeType="withEffect">
                                  <p:stCondLst>
                                    <p:cond delay="0"/>
                                  </p:stCondLst>
                                  <p:childTnLst>
                                    <p:set>
                                      <p:cBhvr>
                                        <p:cTn id="1162" dur="1" fill="hold">
                                          <p:stCondLst>
                                            <p:cond delay="0"/>
                                          </p:stCondLst>
                                        </p:cTn>
                                        <p:tgtEl>
                                          <p:spTgt spid="586"/>
                                        </p:tgtEl>
                                        <p:attrNameLst>
                                          <p:attrName>style.visibility</p:attrName>
                                        </p:attrNameLst>
                                      </p:cBhvr>
                                      <p:to>
                                        <p:strVal val="visible"/>
                                      </p:to>
                                    </p:set>
                                  </p:childTnLst>
                                </p:cTn>
                              </p:par>
                              <p:par>
                                <p:cTn id="1163" presetID="1" presetClass="entr" presetSubtype="0" fill="hold" nodeType="withEffect">
                                  <p:stCondLst>
                                    <p:cond delay="0"/>
                                  </p:stCondLst>
                                  <p:childTnLst>
                                    <p:set>
                                      <p:cBhvr>
                                        <p:cTn id="1164" dur="1" fill="hold">
                                          <p:stCondLst>
                                            <p:cond delay="0"/>
                                          </p:stCondLst>
                                        </p:cTn>
                                        <p:tgtEl>
                                          <p:spTgt spid="587"/>
                                        </p:tgtEl>
                                        <p:attrNameLst>
                                          <p:attrName>style.visibility</p:attrName>
                                        </p:attrNameLst>
                                      </p:cBhvr>
                                      <p:to>
                                        <p:strVal val="visible"/>
                                      </p:to>
                                    </p:set>
                                  </p:childTnLst>
                                </p:cTn>
                              </p:par>
                              <p:par>
                                <p:cTn id="1165" presetID="1" presetClass="entr" presetSubtype="0" fill="hold" nodeType="withEffect">
                                  <p:stCondLst>
                                    <p:cond delay="0"/>
                                  </p:stCondLst>
                                  <p:childTnLst>
                                    <p:set>
                                      <p:cBhvr>
                                        <p:cTn id="1166" dur="1" fill="hold">
                                          <p:stCondLst>
                                            <p:cond delay="0"/>
                                          </p:stCondLst>
                                        </p:cTn>
                                        <p:tgtEl>
                                          <p:spTgt spid="588"/>
                                        </p:tgtEl>
                                        <p:attrNameLst>
                                          <p:attrName>style.visibility</p:attrName>
                                        </p:attrNameLst>
                                      </p:cBhvr>
                                      <p:to>
                                        <p:strVal val="visible"/>
                                      </p:to>
                                    </p:set>
                                  </p:childTnLst>
                                </p:cTn>
                              </p:par>
                              <p:par>
                                <p:cTn id="1167" presetID="1" presetClass="entr" presetSubtype="0" fill="hold" nodeType="withEffect">
                                  <p:stCondLst>
                                    <p:cond delay="0"/>
                                  </p:stCondLst>
                                  <p:childTnLst>
                                    <p:set>
                                      <p:cBhvr>
                                        <p:cTn id="1168" dur="1" fill="hold">
                                          <p:stCondLst>
                                            <p:cond delay="0"/>
                                          </p:stCondLst>
                                        </p:cTn>
                                        <p:tgtEl>
                                          <p:spTgt spid="589"/>
                                        </p:tgtEl>
                                        <p:attrNameLst>
                                          <p:attrName>style.visibility</p:attrName>
                                        </p:attrNameLst>
                                      </p:cBhvr>
                                      <p:to>
                                        <p:strVal val="visible"/>
                                      </p:to>
                                    </p:set>
                                  </p:childTnLst>
                                </p:cTn>
                              </p:par>
                              <p:par>
                                <p:cTn id="1169" presetID="1" presetClass="entr" presetSubtype="0" fill="hold" nodeType="withEffect">
                                  <p:stCondLst>
                                    <p:cond delay="0"/>
                                  </p:stCondLst>
                                  <p:childTnLst>
                                    <p:set>
                                      <p:cBhvr>
                                        <p:cTn id="1170" dur="1" fill="hold">
                                          <p:stCondLst>
                                            <p:cond delay="0"/>
                                          </p:stCondLst>
                                        </p:cTn>
                                        <p:tgtEl>
                                          <p:spTgt spid="590"/>
                                        </p:tgtEl>
                                        <p:attrNameLst>
                                          <p:attrName>style.visibility</p:attrName>
                                        </p:attrNameLst>
                                      </p:cBhvr>
                                      <p:to>
                                        <p:strVal val="visible"/>
                                      </p:to>
                                    </p:set>
                                  </p:childTnLst>
                                </p:cTn>
                              </p:par>
                              <p:par>
                                <p:cTn id="1171" presetID="1" presetClass="entr" presetSubtype="0" fill="hold" nodeType="withEffect">
                                  <p:stCondLst>
                                    <p:cond delay="0"/>
                                  </p:stCondLst>
                                  <p:childTnLst>
                                    <p:set>
                                      <p:cBhvr>
                                        <p:cTn id="1172" dur="1" fill="hold">
                                          <p:stCondLst>
                                            <p:cond delay="0"/>
                                          </p:stCondLst>
                                        </p:cTn>
                                        <p:tgtEl>
                                          <p:spTgt spid="591"/>
                                        </p:tgtEl>
                                        <p:attrNameLst>
                                          <p:attrName>style.visibility</p:attrName>
                                        </p:attrNameLst>
                                      </p:cBhvr>
                                      <p:to>
                                        <p:strVal val="visible"/>
                                      </p:to>
                                    </p:set>
                                  </p:childTnLst>
                                </p:cTn>
                              </p:par>
                              <p:par>
                                <p:cTn id="1173" presetID="1" presetClass="entr" presetSubtype="0" fill="hold" nodeType="withEffect">
                                  <p:stCondLst>
                                    <p:cond delay="0"/>
                                  </p:stCondLst>
                                  <p:childTnLst>
                                    <p:set>
                                      <p:cBhvr>
                                        <p:cTn id="1174" dur="1" fill="hold">
                                          <p:stCondLst>
                                            <p:cond delay="0"/>
                                          </p:stCondLst>
                                        </p:cTn>
                                        <p:tgtEl>
                                          <p:spTgt spid="592"/>
                                        </p:tgtEl>
                                        <p:attrNameLst>
                                          <p:attrName>style.visibility</p:attrName>
                                        </p:attrNameLst>
                                      </p:cBhvr>
                                      <p:to>
                                        <p:strVal val="visible"/>
                                      </p:to>
                                    </p:set>
                                  </p:childTnLst>
                                </p:cTn>
                              </p:par>
                              <p:par>
                                <p:cTn id="1175" presetID="1" presetClass="entr" presetSubtype="0" fill="hold" nodeType="withEffect">
                                  <p:stCondLst>
                                    <p:cond delay="0"/>
                                  </p:stCondLst>
                                  <p:childTnLst>
                                    <p:set>
                                      <p:cBhvr>
                                        <p:cTn id="1176" dur="1" fill="hold">
                                          <p:stCondLst>
                                            <p:cond delay="0"/>
                                          </p:stCondLst>
                                        </p:cTn>
                                        <p:tgtEl>
                                          <p:spTgt spid="593"/>
                                        </p:tgtEl>
                                        <p:attrNameLst>
                                          <p:attrName>style.visibility</p:attrName>
                                        </p:attrNameLst>
                                      </p:cBhvr>
                                      <p:to>
                                        <p:strVal val="visible"/>
                                      </p:to>
                                    </p:set>
                                  </p:childTnLst>
                                </p:cTn>
                              </p:par>
                              <p:par>
                                <p:cTn id="1177" presetID="1" presetClass="entr" presetSubtype="0" fill="hold" nodeType="withEffect">
                                  <p:stCondLst>
                                    <p:cond delay="0"/>
                                  </p:stCondLst>
                                  <p:childTnLst>
                                    <p:set>
                                      <p:cBhvr>
                                        <p:cTn id="1178" dur="1" fill="hold">
                                          <p:stCondLst>
                                            <p:cond delay="0"/>
                                          </p:stCondLst>
                                        </p:cTn>
                                        <p:tgtEl>
                                          <p:spTgt spid="594"/>
                                        </p:tgtEl>
                                        <p:attrNameLst>
                                          <p:attrName>style.visibility</p:attrName>
                                        </p:attrNameLst>
                                      </p:cBhvr>
                                      <p:to>
                                        <p:strVal val="visible"/>
                                      </p:to>
                                    </p:set>
                                  </p:childTnLst>
                                </p:cTn>
                              </p:par>
                              <p:par>
                                <p:cTn id="1179" presetID="1" presetClass="entr" presetSubtype="0" fill="hold" nodeType="withEffect">
                                  <p:stCondLst>
                                    <p:cond delay="0"/>
                                  </p:stCondLst>
                                  <p:childTnLst>
                                    <p:set>
                                      <p:cBhvr>
                                        <p:cTn id="1180" dur="1" fill="hold">
                                          <p:stCondLst>
                                            <p:cond delay="0"/>
                                          </p:stCondLst>
                                        </p:cTn>
                                        <p:tgtEl>
                                          <p:spTgt spid="595"/>
                                        </p:tgtEl>
                                        <p:attrNameLst>
                                          <p:attrName>style.visibility</p:attrName>
                                        </p:attrNameLst>
                                      </p:cBhvr>
                                      <p:to>
                                        <p:strVal val="visible"/>
                                      </p:to>
                                    </p:set>
                                  </p:childTnLst>
                                </p:cTn>
                              </p:par>
                              <p:par>
                                <p:cTn id="1181" presetID="1" presetClass="entr" presetSubtype="0" fill="hold" nodeType="withEffect">
                                  <p:stCondLst>
                                    <p:cond delay="0"/>
                                  </p:stCondLst>
                                  <p:childTnLst>
                                    <p:set>
                                      <p:cBhvr>
                                        <p:cTn id="1182" dur="1" fill="hold">
                                          <p:stCondLst>
                                            <p:cond delay="0"/>
                                          </p:stCondLst>
                                        </p:cTn>
                                        <p:tgtEl>
                                          <p:spTgt spid="596"/>
                                        </p:tgtEl>
                                        <p:attrNameLst>
                                          <p:attrName>style.visibility</p:attrName>
                                        </p:attrNameLst>
                                      </p:cBhvr>
                                      <p:to>
                                        <p:strVal val="visible"/>
                                      </p:to>
                                    </p:set>
                                  </p:childTnLst>
                                </p:cTn>
                              </p:par>
                              <p:par>
                                <p:cTn id="1183" presetID="1" presetClass="entr" presetSubtype="0" fill="hold" nodeType="withEffect">
                                  <p:stCondLst>
                                    <p:cond delay="0"/>
                                  </p:stCondLst>
                                  <p:childTnLst>
                                    <p:set>
                                      <p:cBhvr>
                                        <p:cTn id="1184" dur="1" fill="hold">
                                          <p:stCondLst>
                                            <p:cond delay="0"/>
                                          </p:stCondLst>
                                        </p:cTn>
                                        <p:tgtEl>
                                          <p:spTgt spid="597"/>
                                        </p:tgtEl>
                                        <p:attrNameLst>
                                          <p:attrName>style.visibility</p:attrName>
                                        </p:attrNameLst>
                                      </p:cBhvr>
                                      <p:to>
                                        <p:strVal val="visible"/>
                                      </p:to>
                                    </p:set>
                                  </p:childTnLst>
                                </p:cTn>
                              </p:par>
                              <p:par>
                                <p:cTn id="1185" presetID="1" presetClass="entr" presetSubtype="0" fill="hold" nodeType="withEffect">
                                  <p:stCondLst>
                                    <p:cond delay="0"/>
                                  </p:stCondLst>
                                  <p:childTnLst>
                                    <p:set>
                                      <p:cBhvr>
                                        <p:cTn id="1186" dur="1" fill="hold">
                                          <p:stCondLst>
                                            <p:cond delay="0"/>
                                          </p:stCondLst>
                                        </p:cTn>
                                        <p:tgtEl>
                                          <p:spTgt spid="598"/>
                                        </p:tgtEl>
                                        <p:attrNameLst>
                                          <p:attrName>style.visibility</p:attrName>
                                        </p:attrNameLst>
                                      </p:cBhvr>
                                      <p:to>
                                        <p:strVal val="visible"/>
                                      </p:to>
                                    </p:set>
                                  </p:childTnLst>
                                </p:cTn>
                              </p:par>
                              <p:par>
                                <p:cTn id="1187" presetID="1" presetClass="entr" presetSubtype="0" fill="hold" nodeType="withEffect">
                                  <p:stCondLst>
                                    <p:cond delay="0"/>
                                  </p:stCondLst>
                                  <p:childTnLst>
                                    <p:set>
                                      <p:cBhvr>
                                        <p:cTn id="1188" dur="1" fill="hold">
                                          <p:stCondLst>
                                            <p:cond delay="0"/>
                                          </p:stCondLst>
                                        </p:cTn>
                                        <p:tgtEl>
                                          <p:spTgt spid="599"/>
                                        </p:tgtEl>
                                        <p:attrNameLst>
                                          <p:attrName>style.visibility</p:attrName>
                                        </p:attrNameLst>
                                      </p:cBhvr>
                                      <p:to>
                                        <p:strVal val="visible"/>
                                      </p:to>
                                    </p:set>
                                  </p:childTnLst>
                                </p:cTn>
                              </p:par>
                              <p:par>
                                <p:cTn id="1189" presetID="1" presetClass="entr" presetSubtype="0" fill="hold" nodeType="withEffect">
                                  <p:stCondLst>
                                    <p:cond delay="0"/>
                                  </p:stCondLst>
                                  <p:childTnLst>
                                    <p:set>
                                      <p:cBhvr>
                                        <p:cTn id="1190" dur="1" fill="hold">
                                          <p:stCondLst>
                                            <p:cond delay="0"/>
                                          </p:stCondLst>
                                        </p:cTn>
                                        <p:tgtEl>
                                          <p:spTgt spid="600"/>
                                        </p:tgtEl>
                                        <p:attrNameLst>
                                          <p:attrName>style.visibility</p:attrName>
                                        </p:attrNameLst>
                                      </p:cBhvr>
                                      <p:to>
                                        <p:strVal val="visible"/>
                                      </p:to>
                                    </p:set>
                                  </p:childTnLst>
                                </p:cTn>
                              </p:par>
                              <p:par>
                                <p:cTn id="1191" presetID="1" presetClass="entr" presetSubtype="0" fill="hold" nodeType="withEffect">
                                  <p:stCondLst>
                                    <p:cond delay="0"/>
                                  </p:stCondLst>
                                  <p:childTnLst>
                                    <p:set>
                                      <p:cBhvr>
                                        <p:cTn id="1192" dur="1" fill="hold">
                                          <p:stCondLst>
                                            <p:cond delay="0"/>
                                          </p:stCondLst>
                                        </p:cTn>
                                        <p:tgtEl>
                                          <p:spTgt spid="601"/>
                                        </p:tgtEl>
                                        <p:attrNameLst>
                                          <p:attrName>style.visibility</p:attrName>
                                        </p:attrNameLst>
                                      </p:cBhvr>
                                      <p:to>
                                        <p:strVal val="visible"/>
                                      </p:to>
                                    </p:set>
                                  </p:childTnLst>
                                </p:cTn>
                              </p:par>
                              <p:par>
                                <p:cTn id="1193" presetID="1" presetClass="entr" presetSubtype="0" fill="hold" nodeType="withEffect">
                                  <p:stCondLst>
                                    <p:cond delay="0"/>
                                  </p:stCondLst>
                                  <p:childTnLst>
                                    <p:set>
                                      <p:cBhvr>
                                        <p:cTn id="1194" dur="1" fill="hold">
                                          <p:stCondLst>
                                            <p:cond delay="0"/>
                                          </p:stCondLst>
                                        </p:cTn>
                                        <p:tgtEl>
                                          <p:spTgt spid="602"/>
                                        </p:tgtEl>
                                        <p:attrNameLst>
                                          <p:attrName>style.visibility</p:attrName>
                                        </p:attrNameLst>
                                      </p:cBhvr>
                                      <p:to>
                                        <p:strVal val="visible"/>
                                      </p:to>
                                    </p:set>
                                  </p:childTnLst>
                                </p:cTn>
                              </p:par>
                              <p:par>
                                <p:cTn id="1195" presetID="1" presetClass="entr" presetSubtype="0" fill="hold" nodeType="withEffect">
                                  <p:stCondLst>
                                    <p:cond delay="0"/>
                                  </p:stCondLst>
                                  <p:childTnLst>
                                    <p:set>
                                      <p:cBhvr>
                                        <p:cTn id="1196" dur="1" fill="hold">
                                          <p:stCondLst>
                                            <p:cond delay="0"/>
                                          </p:stCondLst>
                                        </p:cTn>
                                        <p:tgtEl>
                                          <p:spTgt spid="603"/>
                                        </p:tgtEl>
                                        <p:attrNameLst>
                                          <p:attrName>style.visibility</p:attrName>
                                        </p:attrNameLst>
                                      </p:cBhvr>
                                      <p:to>
                                        <p:strVal val="visible"/>
                                      </p:to>
                                    </p:set>
                                  </p:childTnLst>
                                </p:cTn>
                              </p:par>
                              <p:par>
                                <p:cTn id="1197" presetID="1" presetClass="entr" presetSubtype="0" fill="hold" nodeType="withEffect">
                                  <p:stCondLst>
                                    <p:cond delay="0"/>
                                  </p:stCondLst>
                                  <p:childTnLst>
                                    <p:set>
                                      <p:cBhvr>
                                        <p:cTn id="1198" dur="1" fill="hold">
                                          <p:stCondLst>
                                            <p:cond delay="0"/>
                                          </p:stCondLst>
                                        </p:cTn>
                                        <p:tgtEl>
                                          <p:spTgt spid="604"/>
                                        </p:tgtEl>
                                        <p:attrNameLst>
                                          <p:attrName>style.visibility</p:attrName>
                                        </p:attrNameLst>
                                      </p:cBhvr>
                                      <p:to>
                                        <p:strVal val="visible"/>
                                      </p:to>
                                    </p:set>
                                  </p:childTnLst>
                                </p:cTn>
                              </p:par>
                              <p:par>
                                <p:cTn id="1199" presetID="1" presetClass="entr" presetSubtype="0" fill="hold" nodeType="withEffect">
                                  <p:stCondLst>
                                    <p:cond delay="0"/>
                                  </p:stCondLst>
                                  <p:childTnLst>
                                    <p:set>
                                      <p:cBhvr>
                                        <p:cTn id="1200" dur="1" fill="hold">
                                          <p:stCondLst>
                                            <p:cond delay="0"/>
                                          </p:stCondLst>
                                        </p:cTn>
                                        <p:tgtEl>
                                          <p:spTgt spid="605"/>
                                        </p:tgtEl>
                                        <p:attrNameLst>
                                          <p:attrName>style.visibility</p:attrName>
                                        </p:attrNameLst>
                                      </p:cBhvr>
                                      <p:to>
                                        <p:strVal val="visible"/>
                                      </p:to>
                                    </p:set>
                                  </p:childTnLst>
                                </p:cTn>
                              </p:par>
                              <p:par>
                                <p:cTn id="1201" presetID="1" presetClass="entr" presetSubtype="0" fill="hold" nodeType="withEffect">
                                  <p:stCondLst>
                                    <p:cond delay="0"/>
                                  </p:stCondLst>
                                  <p:childTnLst>
                                    <p:set>
                                      <p:cBhvr>
                                        <p:cTn id="1202" dur="1" fill="hold">
                                          <p:stCondLst>
                                            <p:cond delay="0"/>
                                          </p:stCondLst>
                                        </p:cTn>
                                        <p:tgtEl>
                                          <p:spTgt spid="606"/>
                                        </p:tgtEl>
                                        <p:attrNameLst>
                                          <p:attrName>style.visibility</p:attrName>
                                        </p:attrNameLst>
                                      </p:cBhvr>
                                      <p:to>
                                        <p:strVal val="visible"/>
                                      </p:to>
                                    </p:set>
                                  </p:childTnLst>
                                </p:cTn>
                              </p:par>
                              <p:par>
                                <p:cTn id="1203" presetID="1" presetClass="entr" presetSubtype="0" fill="hold" nodeType="withEffect">
                                  <p:stCondLst>
                                    <p:cond delay="0"/>
                                  </p:stCondLst>
                                  <p:childTnLst>
                                    <p:set>
                                      <p:cBhvr>
                                        <p:cTn id="1204" dur="1" fill="hold">
                                          <p:stCondLst>
                                            <p:cond delay="0"/>
                                          </p:stCondLst>
                                        </p:cTn>
                                        <p:tgtEl>
                                          <p:spTgt spid="607"/>
                                        </p:tgtEl>
                                        <p:attrNameLst>
                                          <p:attrName>style.visibility</p:attrName>
                                        </p:attrNameLst>
                                      </p:cBhvr>
                                      <p:to>
                                        <p:strVal val="visible"/>
                                      </p:to>
                                    </p:set>
                                  </p:childTnLst>
                                </p:cTn>
                              </p:par>
                              <p:par>
                                <p:cTn id="1205" presetID="1" presetClass="entr" presetSubtype="0" fill="hold" nodeType="withEffect">
                                  <p:stCondLst>
                                    <p:cond delay="0"/>
                                  </p:stCondLst>
                                  <p:childTnLst>
                                    <p:set>
                                      <p:cBhvr>
                                        <p:cTn id="1206" dur="1" fill="hold">
                                          <p:stCondLst>
                                            <p:cond delay="0"/>
                                          </p:stCondLst>
                                        </p:cTn>
                                        <p:tgtEl>
                                          <p:spTgt spid="608"/>
                                        </p:tgtEl>
                                        <p:attrNameLst>
                                          <p:attrName>style.visibility</p:attrName>
                                        </p:attrNameLst>
                                      </p:cBhvr>
                                      <p:to>
                                        <p:strVal val="visible"/>
                                      </p:to>
                                    </p:set>
                                  </p:childTnLst>
                                </p:cTn>
                              </p:par>
                              <p:par>
                                <p:cTn id="1207" presetID="1" presetClass="entr" presetSubtype="0" fill="hold" nodeType="withEffect">
                                  <p:stCondLst>
                                    <p:cond delay="0"/>
                                  </p:stCondLst>
                                  <p:childTnLst>
                                    <p:set>
                                      <p:cBhvr>
                                        <p:cTn id="1208" dur="1" fill="hold">
                                          <p:stCondLst>
                                            <p:cond delay="0"/>
                                          </p:stCondLst>
                                        </p:cTn>
                                        <p:tgtEl>
                                          <p:spTgt spid="609"/>
                                        </p:tgtEl>
                                        <p:attrNameLst>
                                          <p:attrName>style.visibility</p:attrName>
                                        </p:attrNameLst>
                                      </p:cBhvr>
                                      <p:to>
                                        <p:strVal val="visible"/>
                                      </p:to>
                                    </p:set>
                                  </p:childTnLst>
                                </p:cTn>
                              </p:par>
                              <p:par>
                                <p:cTn id="1209" presetID="1" presetClass="entr" presetSubtype="0" fill="hold" nodeType="withEffect">
                                  <p:stCondLst>
                                    <p:cond delay="0"/>
                                  </p:stCondLst>
                                  <p:childTnLst>
                                    <p:set>
                                      <p:cBhvr>
                                        <p:cTn id="1210" dur="1" fill="hold">
                                          <p:stCondLst>
                                            <p:cond delay="0"/>
                                          </p:stCondLst>
                                        </p:cTn>
                                        <p:tgtEl>
                                          <p:spTgt spid="610"/>
                                        </p:tgtEl>
                                        <p:attrNameLst>
                                          <p:attrName>style.visibility</p:attrName>
                                        </p:attrNameLst>
                                      </p:cBhvr>
                                      <p:to>
                                        <p:strVal val="visible"/>
                                      </p:to>
                                    </p:set>
                                  </p:childTnLst>
                                </p:cTn>
                              </p:par>
                              <p:par>
                                <p:cTn id="1211" presetID="1" presetClass="entr" presetSubtype="0" fill="hold" nodeType="withEffect">
                                  <p:stCondLst>
                                    <p:cond delay="0"/>
                                  </p:stCondLst>
                                  <p:childTnLst>
                                    <p:set>
                                      <p:cBhvr>
                                        <p:cTn id="1212" dur="1" fill="hold">
                                          <p:stCondLst>
                                            <p:cond delay="0"/>
                                          </p:stCondLst>
                                        </p:cTn>
                                        <p:tgtEl>
                                          <p:spTgt spid="611"/>
                                        </p:tgtEl>
                                        <p:attrNameLst>
                                          <p:attrName>style.visibility</p:attrName>
                                        </p:attrNameLst>
                                      </p:cBhvr>
                                      <p:to>
                                        <p:strVal val="visible"/>
                                      </p:to>
                                    </p:set>
                                  </p:childTnLst>
                                </p:cTn>
                              </p:par>
                              <p:par>
                                <p:cTn id="1213" presetID="1" presetClass="entr" presetSubtype="0" fill="hold" nodeType="withEffect">
                                  <p:stCondLst>
                                    <p:cond delay="0"/>
                                  </p:stCondLst>
                                  <p:childTnLst>
                                    <p:set>
                                      <p:cBhvr>
                                        <p:cTn id="1214" dur="1" fill="hold">
                                          <p:stCondLst>
                                            <p:cond delay="0"/>
                                          </p:stCondLst>
                                        </p:cTn>
                                        <p:tgtEl>
                                          <p:spTgt spid="612"/>
                                        </p:tgtEl>
                                        <p:attrNameLst>
                                          <p:attrName>style.visibility</p:attrName>
                                        </p:attrNameLst>
                                      </p:cBhvr>
                                      <p:to>
                                        <p:strVal val="visible"/>
                                      </p:to>
                                    </p:set>
                                  </p:childTnLst>
                                </p:cTn>
                              </p:par>
                              <p:par>
                                <p:cTn id="1215" presetID="1" presetClass="entr" presetSubtype="0" fill="hold" nodeType="withEffect">
                                  <p:stCondLst>
                                    <p:cond delay="0"/>
                                  </p:stCondLst>
                                  <p:childTnLst>
                                    <p:set>
                                      <p:cBhvr>
                                        <p:cTn id="1216" dur="1" fill="hold">
                                          <p:stCondLst>
                                            <p:cond delay="0"/>
                                          </p:stCondLst>
                                        </p:cTn>
                                        <p:tgtEl>
                                          <p:spTgt spid="613"/>
                                        </p:tgtEl>
                                        <p:attrNameLst>
                                          <p:attrName>style.visibility</p:attrName>
                                        </p:attrNameLst>
                                      </p:cBhvr>
                                      <p:to>
                                        <p:strVal val="visible"/>
                                      </p:to>
                                    </p:set>
                                  </p:childTnLst>
                                </p:cTn>
                              </p:par>
                              <p:par>
                                <p:cTn id="1217" presetID="1" presetClass="entr" presetSubtype="0" fill="hold" nodeType="withEffect">
                                  <p:stCondLst>
                                    <p:cond delay="0"/>
                                  </p:stCondLst>
                                  <p:childTnLst>
                                    <p:set>
                                      <p:cBhvr>
                                        <p:cTn id="1218" dur="1" fill="hold">
                                          <p:stCondLst>
                                            <p:cond delay="0"/>
                                          </p:stCondLst>
                                        </p:cTn>
                                        <p:tgtEl>
                                          <p:spTgt spid="614"/>
                                        </p:tgtEl>
                                        <p:attrNameLst>
                                          <p:attrName>style.visibility</p:attrName>
                                        </p:attrNameLst>
                                      </p:cBhvr>
                                      <p:to>
                                        <p:strVal val="visible"/>
                                      </p:to>
                                    </p:set>
                                  </p:childTnLst>
                                </p:cTn>
                              </p:par>
                              <p:par>
                                <p:cTn id="1219" presetID="1" presetClass="entr" presetSubtype="0" fill="hold" nodeType="withEffect">
                                  <p:stCondLst>
                                    <p:cond delay="0"/>
                                  </p:stCondLst>
                                  <p:childTnLst>
                                    <p:set>
                                      <p:cBhvr>
                                        <p:cTn id="1220" dur="1" fill="hold">
                                          <p:stCondLst>
                                            <p:cond delay="0"/>
                                          </p:stCondLst>
                                        </p:cTn>
                                        <p:tgtEl>
                                          <p:spTgt spid="615"/>
                                        </p:tgtEl>
                                        <p:attrNameLst>
                                          <p:attrName>style.visibility</p:attrName>
                                        </p:attrNameLst>
                                      </p:cBhvr>
                                      <p:to>
                                        <p:strVal val="visible"/>
                                      </p:to>
                                    </p:set>
                                  </p:childTnLst>
                                </p:cTn>
                              </p:par>
                              <p:par>
                                <p:cTn id="1221" presetID="1" presetClass="entr" presetSubtype="0" fill="hold" nodeType="withEffect">
                                  <p:stCondLst>
                                    <p:cond delay="0"/>
                                  </p:stCondLst>
                                  <p:childTnLst>
                                    <p:set>
                                      <p:cBhvr>
                                        <p:cTn id="1222" dur="1" fill="hold">
                                          <p:stCondLst>
                                            <p:cond delay="0"/>
                                          </p:stCondLst>
                                        </p:cTn>
                                        <p:tgtEl>
                                          <p:spTgt spid="616"/>
                                        </p:tgtEl>
                                        <p:attrNameLst>
                                          <p:attrName>style.visibility</p:attrName>
                                        </p:attrNameLst>
                                      </p:cBhvr>
                                      <p:to>
                                        <p:strVal val="visible"/>
                                      </p:to>
                                    </p:set>
                                  </p:childTnLst>
                                </p:cTn>
                              </p:par>
                              <p:par>
                                <p:cTn id="1223" presetID="1" presetClass="entr" presetSubtype="0" fill="hold" nodeType="withEffect">
                                  <p:stCondLst>
                                    <p:cond delay="0"/>
                                  </p:stCondLst>
                                  <p:childTnLst>
                                    <p:set>
                                      <p:cBhvr>
                                        <p:cTn id="1224" dur="1" fill="hold">
                                          <p:stCondLst>
                                            <p:cond delay="0"/>
                                          </p:stCondLst>
                                        </p:cTn>
                                        <p:tgtEl>
                                          <p:spTgt spid="617"/>
                                        </p:tgtEl>
                                        <p:attrNameLst>
                                          <p:attrName>style.visibility</p:attrName>
                                        </p:attrNameLst>
                                      </p:cBhvr>
                                      <p:to>
                                        <p:strVal val="visible"/>
                                      </p:to>
                                    </p:set>
                                  </p:childTnLst>
                                </p:cTn>
                              </p:par>
                              <p:par>
                                <p:cTn id="1225" presetID="1" presetClass="entr" presetSubtype="0" fill="hold" nodeType="withEffect">
                                  <p:stCondLst>
                                    <p:cond delay="0"/>
                                  </p:stCondLst>
                                  <p:childTnLst>
                                    <p:set>
                                      <p:cBhvr>
                                        <p:cTn id="1226" dur="1" fill="hold">
                                          <p:stCondLst>
                                            <p:cond delay="0"/>
                                          </p:stCondLst>
                                        </p:cTn>
                                        <p:tgtEl>
                                          <p:spTgt spid="618"/>
                                        </p:tgtEl>
                                        <p:attrNameLst>
                                          <p:attrName>style.visibility</p:attrName>
                                        </p:attrNameLst>
                                      </p:cBhvr>
                                      <p:to>
                                        <p:strVal val="visible"/>
                                      </p:to>
                                    </p:set>
                                  </p:childTnLst>
                                </p:cTn>
                              </p:par>
                              <p:par>
                                <p:cTn id="1227" presetID="1" presetClass="entr" presetSubtype="0" fill="hold" nodeType="withEffect">
                                  <p:stCondLst>
                                    <p:cond delay="0"/>
                                  </p:stCondLst>
                                  <p:childTnLst>
                                    <p:set>
                                      <p:cBhvr>
                                        <p:cTn id="1228" dur="1" fill="hold">
                                          <p:stCondLst>
                                            <p:cond delay="0"/>
                                          </p:stCondLst>
                                        </p:cTn>
                                        <p:tgtEl>
                                          <p:spTgt spid="619"/>
                                        </p:tgtEl>
                                        <p:attrNameLst>
                                          <p:attrName>style.visibility</p:attrName>
                                        </p:attrNameLst>
                                      </p:cBhvr>
                                      <p:to>
                                        <p:strVal val="visible"/>
                                      </p:to>
                                    </p:set>
                                  </p:childTnLst>
                                </p:cTn>
                              </p:par>
                              <p:par>
                                <p:cTn id="1229" presetID="1" presetClass="entr" presetSubtype="0" fill="hold" nodeType="withEffect">
                                  <p:stCondLst>
                                    <p:cond delay="0"/>
                                  </p:stCondLst>
                                  <p:childTnLst>
                                    <p:set>
                                      <p:cBhvr>
                                        <p:cTn id="1230" dur="1" fill="hold">
                                          <p:stCondLst>
                                            <p:cond delay="0"/>
                                          </p:stCondLst>
                                        </p:cTn>
                                        <p:tgtEl>
                                          <p:spTgt spid="620"/>
                                        </p:tgtEl>
                                        <p:attrNameLst>
                                          <p:attrName>style.visibility</p:attrName>
                                        </p:attrNameLst>
                                      </p:cBhvr>
                                      <p:to>
                                        <p:strVal val="visible"/>
                                      </p:to>
                                    </p:set>
                                  </p:childTnLst>
                                </p:cTn>
                              </p:par>
                              <p:par>
                                <p:cTn id="1231" presetID="1" presetClass="entr" presetSubtype="0" fill="hold" nodeType="withEffect">
                                  <p:stCondLst>
                                    <p:cond delay="0"/>
                                  </p:stCondLst>
                                  <p:childTnLst>
                                    <p:set>
                                      <p:cBhvr>
                                        <p:cTn id="1232" dur="1" fill="hold">
                                          <p:stCondLst>
                                            <p:cond delay="0"/>
                                          </p:stCondLst>
                                        </p:cTn>
                                        <p:tgtEl>
                                          <p:spTgt spid="621"/>
                                        </p:tgtEl>
                                        <p:attrNameLst>
                                          <p:attrName>style.visibility</p:attrName>
                                        </p:attrNameLst>
                                      </p:cBhvr>
                                      <p:to>
                                        <p:strVal val="visible"/>
                                      </p:to>
                                    </p:set>
                                  </p:childTnLst>
                                </p:cTn>
                              </p:par>
                              <p:par>
                                <p:cTn id="1233" presetID="1" presetClass="entr" presetSubtype="0" fill="hold" nodeType="withEffect">
                                  <p:stCondLst>
                                    <p:cond delay="0"/>
                                  </p:stCondLst>
                                  <p:childTnLst>
                                    <p:set>
                                      <p:cBhvr>
                                        <p:cTn id="1234" dur="1" fill="hold">
                                          <p:stCondLst>
                                            <p:cond delay="0"/>
                                          </p:stCondLst>
                                        </p:cTn>
                                        <p:tgtEl>
                                          <p:spTgt spid="622"/>
                                        </p:tgtEl>
                                        <p:attrNameLst>
                                          <p:attrName>style.visibility</p:attrName>
                                        </p:attrNameLst>
                                      </p:cBhvr>
                                      <p:to>
                                        <p:strVal val="visible"/>
                                      </p:to>
                                    </p:set>
                                  </p:childTnLst>
                                </p:cTn>
                              </p:par>
                              <p:par>
                                <p:cTn id="1235" presetID="1" presetClass="entr" presetSubtype="0" fill="hold" nodeType="withEffect">
                                  <p:stCondLst>
                                    <p:cond delay="0"/>
                                  </p:stCondLst>
                                  <p:childTnLst>
                                    <p:set>
                                      <p:cBhvr>
                                        <p:cTn id="1236" dur="1" fill="hold">
                                          <p:stCondLst>
                                            <p:cond delay="0"/>
                                          </p:stCondLst>
                                        </p:cTn>
                                        <p:tgtEl>
                                          <p:spTgt spid="623"/>
                                        </p:tgtEl>
                                        <p:attrNameLst>
                                          <p:attrName>style.visibility</p:attrName>
                                        </p:attrNameLst>
                                      </p:cBhvr>
                                      <p:to>
                                        <p:strVal val="visible"/>
                                      </p:to>
                                    </p:set>
                                  </p:childTnLst>
                                </p:cTn>
                              </p:par>
                              <p:par>
                                <p:cTn id="1237" presetID="1" presetClass="entr" presetSubtype="0" fill="hold" nodeType="withEffect">
                                  <p:stCondLst>
                                    <p:cond delay="0"/>
                                  </p:stCondLst>
                                  <p:childTnLst>
                                    <p:set>
                                      <p:cBhvr>
                                        <p:cTn id="1238" dur="1" fill="hold">
                                          <p:stCondLst>
                                            <p:cond delay="0"/>
                                          </p:stCondLst>
                                        </p:cTn>
                                        <p:tgtEl>
                                          <p:spTgt spid="624"/>
                                        </p:tgtEl>
                                        <p:attrNameLst>
                                          <p:attrName>style.visibility</p:attrName>
                                        </p:attrNameLst>
                                      </p:cBhvr>
                                      <p:to>
                                        <p:strVal val="visible"/>
                                      </p:to>
                                    </p:set>
                                  </p:childTnLst>
                                </p:cTn>
                              </p:par>
                              <p:par>
                                <p:cTn id="1239" presetID="1" presetClass="entr" presetSubtype="0" fill="hold" nodeType="withEffect">
                                  <p:stCondLst>
                                    <p:cond delay="0"/>
                                  </p:stCondLst>
                                  <p:childTnLst>
                                    <p:set>
                                      <p:cBhvr>
                                        <p:cTn id="1240" dur="1" fill="hold">
                                          <p:stCondLst>
                                            <p:cond delay="0"/>
                                          </p:stCondLst>
                                        </p:cTn>
                                        <p:tgtEl>
                                          <p:spTgt spid="625"/>
                                        </p:tgtEl>
                                        <p:attrNameLst>
                                          <p:attrName>style.visibility</p:attrName>
                                        </p:attrNameLst>
                                      </p:cBhvr>
                                      <p:to>
                                        <p:strVal val="visible"/>
                                      </p:to>
                                    </p:set>
                                  </p:childTnLst>
                                </p:cTn>
                              </p:par>
                              <p:par>
                                <p:cTn id="1241" presetID="1" presetClass="entr" presetSubtype="0" fill="hold" nodeType="withEffect">
                                  <p:stCondLst>
                                    <p:cond delay="0"/>
                                  </p:stCondLst>
                                  <p:childTnLst>
                                    <p:set>
                                      <p:cBhvr>
                                        <p:cTn id="1242" dur="1" fill="hold">
                                          <p:stCondLst>
                                            <p:cond delay="0"/>
                                          </p:stCondLst>
                                        </p:cTn>
                                        <p:tgtEl>
                                          <p:spTgt spid="626"/>
                                        </p:tgtEl>
                                        <p:attrNameLst>
                                          <p:attrName>style.visibility</p:attrName>
                                        </p:attrNameLst>
                                      </p:cBhvr>
                                      <p:to>
                                        <p:strVal val="visible"/>
                                      </p:to>
                                    </p:set>
                                  </p:childTnLst>
                                </p:cTn>
                              </p:par>
                              <p:par>
                                <p:cTn id="1243" presetID="1" presetClass="entr" presetSubtype="0" fill="hold" nodeType="withEffect">
                                  <p:stCondLst>
                                    <p:cond delay="0"/>
                                  </p:stCondLst>
                                  <p:childTnLst>
                                    <p:set>
                                      <p:cBhvr>
                                        <p:cTn id="1244" dur="1" fill="hold">
                                          <p:stCondLst>
                                            <p:cond delay="0"/>
                                          </p:stCondLst>
                                        </p:cTn>
                                        <p:tgtEl>
                                          <p:spTgt spid="627"/>
                                        </p:tgtEl>
                                        <p:attrNameLst>
                                          <p:attrName>style.visibility</p:attrName>
                                        </p:attrNameLst>
                                      </p:cBhvr>
                                      <p:to>
                                        <p:strVal val="visible"/>
                                      </p:to>
                                    </p:set>
                                  </p:childTnLst>
                                </p:cTn>
                              </p:par>
                              <p:par>
                                <p:cTn id="1245" presetID="1" presetClass="entr" presetSubtype="0" fill="hold" nodeType="withEffect">
                                  <p:stCondLst>
                                    <p:cond delay="0"/>
                                  </p:stCondLst>
                                  <p:childTnLst>
                                    <p:set>
                                      <p:cBhvr>
                                        <p:cTn id="1246" dur="1" fill="hold">
                                          <p:stCondLst>
                                            <p:cond delay="0"/>
                                          </p:stCondLst>
                                        </p:cTn>
                                        <p:tgtEl>
                                          <p:spTgt spid="628"/>
                                        </p:tgtEl>
                                        <p:attrNameLst>
                                          <p:attrName>style.visibility</p:attrName>
                                        </p:attrNameLst>
                                      </p:cBhvr>
                                      <p:to>
                                        <p:strVal val="visible"/>
                                      </p:to>
                                    </p:set>
                                  </p:childTnLst>
                                </p:cTn>
                              </p:par>
                              <p:par>
                                <p:cTn id="1247" presetID="1" presetClass="entr" presetSubtype="0" fill="hold" nodeType="withEffect">
                                  <p:stCondLst>
                                    <p:cond delay="0"/>
                                  </p:stCondLst>
                                  <p:childTnLst>
                                    <p:set>
                                      <p:cBhvr>
                                        <p:cTn id="1248" dur="1" fill="hold">
                                          <p:stCondLst>
                                            <p:cond delay="0"/>
                                          </p:stCondLst>
                                        </p:cTn>
                                        <p:tgtEl>
                                          <p:spTgt spid="629"/>
                                        </p:tgtEl>
                                        <p:attrNameLst>
                                          <p:attrName>style.visibility</p:attrName>
                                        </p:attrNameLst>
                                      </p:cBhvr>
                                      <p:to>
                                        <p:strVal val="visible"/>
                                      </p:to>
                                    </p:set>
                                  </p:childTnLst>
                                </p:cTn>
                              </p:par>
                              <p:par>
                                <p:cTn id="1249" presetID="1" presetClass="entr" presetSubtype="0" fill="hold" nodeType="withEffect">
                                  <p:stCondLst>
                                    <p:cond delay="0"/>
                                  </p:stCondLst>
                                  <p:childTnLst>
                                    <p:set>
                                      <p:cBhvr>
                                        <p:cTn id="1250" dur="1" fill="hold">
                                          <p:stCondLst>
                                            <p:cond delay="0"/>
                                          </p:stCondLst>
                                        </p:cTn>
                                        <p:tgtEl>
                                          <p:spTgt spid="630"/>
                                        </p:tgtEl>
                                        <p:attrNameLst>
                                          <p:attrName>style.visibility</p:attrName>
                                        </p:attrNameLst>
                                      </p:cBhvr>
                                      <p:to>
                                        <p:strVal val="visible"/>
                                      </p:to>
                                    </p:set>
                                  </p:childTnLst>
                                </p:cTn>
                              </p:par>
                              <p:par>
                                <p:cTn id="1251" presetID="1" presetClass="entr" presetSubtype="0" fill="hold" nodeType="withEffect">
                                  <p:stCondLst>
                                    <p:cond delay="0"/>
                                  </p:stCondLst>
                                  <p:childTnLst>
                                    <p:set>
                                      <p:cBhvr>
                                        <p:cTn id="1252" dur="1" fill="hold">
                                          <p:stCondLst>
                                            <p:cond delay="0"/>
                                          </p:stCondLst>
                                        </p:cTn>
                                        <p:tgtEl>
                                          <p:spTgt spid="631"/>
                                        </p:tgtEl>
                                        <p:attrNameLst>
                                          <p:attrName>style.visibility</p:attrName>
                                        </p:attrNameLst>
                                      </p:cBhvr>
                                      <p:to>
                                        <p:strVal val="visible"/>
                                      </p:to>
                                    </p:set>
                                  </p:childTnLst>
                                </p:cTn>
                              </p:par>
                              <p:par>
                                <p:cTn id="1253" presetID="1" presetClass="entr" presetSubtype="0" fill="hold" nodeType="withEffect">
                                  <p:stCondLst>
                                    <p:cond delay="0"/>
                                  </p:stCondLst>
                                  <p:childTnLst>
                                    <p:set>
                                      <p:cBhvr>
                                        <p:cTn id="1254" dur="1" fill="hold">
                                          <p:stCondLst>
                                            <p:cond delay="0"/>
                                          </p:stCondLst>
                                        </p:cTn>
                                        <p:tgtEl>
                                          <p:spTgt spid="632"/>
                                        </p:tgtEl>
                                        <p:attrNameLst>
                                          <p:attrName>style.visibility</p:attrName>
                                        </p:attrNameLst>
                                      </p:cBhvr>
                                      <p:to>
                                        <p:strVal val="visible"/>
                                      </p:to>
                                    </p:set>
                                  </p:childTnLst>
                                </p:cTn>
                              </p:par>
                              <p:par>
                                <p:cTn id="1255" presetID="1" presetClass="entr" presetSubtype="0" fill="hold" nodeType="withEffect">
                                  <p:stCondLst>
                                    <p:cond delay="0"/>
                                  </p:stCondLst>
                                  <p:childTnLst>
                                    <p:set>
                                      <p:cBhvr>
                                        <p:cTn id="1256" dur="1" fill="hold">
                                          <p:stCondLst>
                                            <p:cond delay="0"/>
                                          </p:stCondLst>
                                        </p:cTn>
                                        <p:tgtEl>
                                          <p:spTgt spid="633"/>
                                        </p:tgtEl>
                                        <p:attrNameLst>
                                          <p:attrName>style.visibility</p:attrName>
                                        </p:attrNameLst>
                                      </p:cBhvr>
                                      <p:to>
                                        <p:strVal val="visible"/>
                                      </p:to>
                                    </p:set>
                                  </p:childTnLst>
                                </p:cTn>
                              </p:par>
                              <p:par>
                                <p:cTn id="1257" presetID="1" presetClass="entr" presetSubtype="0" fill="hold" nodeType="withEffect">
                                  <p:stCondLst>
                                    <p:cond delay="0"/>
                                  </p:stCondLst>
                                  <p:childTnLst>
                                    <p:set>
                                      <p:cBhvr>
                                        <p:cTn id="1258" dur="1" fill="hold">
                                          <p:stCondLst>
                                            <p:cond delay="0"/>
                                          </p:stCondLst>
                                        </p:cTn>
                                        <p:tgtEl>
                                          <p:spTgt spid="634"/>
                                        </p:tgtEl>
                                        <p:attrNameLst>
                                          <p:attrName>style.visibility</p:attrName>
                                        </p:attrNameLst>
                                      </p:cBhvr>
                                      <p:to>
                                        <p:strVal val="visible"/>
                                      </p:to>
                                    </p:set>
                                  </p:childTnLst>
                                </p:cTn>
                              </p:par>
                              <p:par>
                                <p:cTn id="1259" presetID="1" presetClass="entr" presetSubtype="0" fill="hold" nodeType="withEffect">
                                  <p:stCondLst>
                                    <p:cond delay="0"/>
                                  </p:stCondLst>
                                  <p:childTnLst>
                                    <p:set>
                                      <p:cBhvr>
                                        <p:cTn id="1260" dur="1" fill="hold">
                                          <p:stCondLst>
                                            <p:cond delay="0"/>
                                          </p:stCondLst>
                                        </p:cTn>
                                        <p:tgtEl>
                                          <p:spTgt spid="635"/>
                                        </p:tgtEl>
                                        <p:attrNameLst>
                                          <p:attrName>style.visibility</p:attrName>
                                        </p:attrNameLst>
                                      </p:cBhvr>
                                      <p:to>
                                        <p:strVal val="visible"/>
                                      </p:to>
                                    </p:set>
                                  </p:childTnLst>
                                </p:cTn>
                              </p:par>
                              <p:par>
                                <p:cTn id="1261" presetID="1" presetClass="entr" presetSubtype="0" fill="hold" nodeType="withEffect">
                                  <p:stCondLst>
                                    <p:cond delay="0"/>
                                  </p:stCondLst>
                                  <p:childTnLst>
                                    <p:set>
                                      <p:cBhvr>
                                        <p:cTn id="1262" dur="1" fill="hold">
                                          <p:stCondLst>
                                            <p:cond delay="0"/>
                                          </p:stCondLst>
                                        </p:cTn>
                                        <p:tgtEl>
                                          <p:spTgt spid="636"/>
                                        </p:tgtEl>
                                        <p:attrNameLst>
                                          <p:attrName>style.visibility</p:attrName>
                                        </p:attrNameLst>
                                      </p:cBhvr>
                                      <p:to>
                                        <p:strVal val="visible"/>
                                      </p:to>
                                    </p:set>
                                  </p:childTnLst>
                                </p:cTn>
                              </p:par>
                              <p:par>
                                <p:cTn id="1263" presetID="1" presetClass="entr" presetSubtype="0" fill="hold" nodeType="withEffect">
                                  <p:stCondLst>
                                    <p:cond delay="0"/>
                                  </p:stCondLst>
                                  <p:childTnLst>
                                    <p:set>
                                      <p:cBhvr>
                                        <p:cTn id="1264" dur="1" fill="hold">
                                          <p:stCondLst>
                                            <p:cond delay="0"/>
                                          </p:stCondLst>
                                        </p:cTn>
                                        <p:tgtEl>
                                          <p:spTgt spid="637"/>
                                        </p:tgtEl>
                                        <p:attrNameLst>
                                          <p:attrName>style.visibility</p:attrName>
                                        </p:attrNameLst>
                                      </p:cBhvr>
                                      <p:to>
                                        <p:strVal val="visible"/>
                                      </p:to>
                                    </p:set>
                                  </p:childTnLst>
                                </p:cTn>
                              </p:par>
                              <p:par>
                                <p:cTn id="1265" presetID="1" presetClass="entr" presetSubtype="0" fill="hold" nodeType="withEffect">
                                  <p:stCondLst>
                                    <p:cond delay="0"/>
                                  </p:stCondLst>
                                  <p:childTnLst>
                                    <p:set>
                                      <p:cBhvr>
                                        <p:cTn id="1266" dur="1" fill="hold">
                                          <p:stCondLst>
                                            <p:cond delay="0"/>
                                          </p:stCondLst>
                                        </p:cTn>
                                        <p:tgtEl>
                                          <p:spTgt spid="638"/>
                                        </p:tgtEl>
                                        <p:attrNameLst>
                                          <p:attrName>style.visibility</p:attrName>
                                        </p:attrNameLst>
                                      </p:cBhvr>
                                      <p:to>
                                        <p:strVal val="visible"/>
                                      </p:to>
                                    </p:set>
                                  </p:childTnLst>
                                </p:cTn>
                              </p:par>
                              <p:par>
                                <p:cTn id="1267" presetID="1" presetClass="entr" presetSubtype="0" fill="hold" nodeType="withEffect">
                                  <p:stCondLst>
                                    <p:cond delay="0"/>
                                  </p:stCondLst>
                                  <p:childTnLst>
                                    <p:set>
                                      <p:cBhvr>
                                        <p:cTn id="1268" dur="1" fill="hold">
                                          <p:stCondLst>
                                            <p:cond delay="0"/>
                                          </p:stCondLst>
                                        </p:cTn>
                                        <p:tgtEl>
                                          <p:spTgt spid="639"/>
                                        </p:tgtEl>
                                        <p:attrNameLst>
                                          <p:attrName>style.visibility</p:attrName>
                                        </p:attrNameLst>
                                      </p:cBhvr>
                                      <p:to>
                                        <p:strVal val="visible"/>
                                      </p:to>
                                    </p:set>
                                  </p:childTnLst>
                                </p:cTn>
                              </p:par>
                              <p:par>
                                <p:cTn id="1269" presetID="1" presetClass="entr" presetSubtype="0" fill="hold" nodeType="withEffect">
                                  <p:stCondLst>
                                    <p:cond delay="0"/>
                                  </p:stCondLst>
                                  <p:childTnLst>
                                    <p:set>
                                      <p:cBhvr>
                                        <p:cTn id="1270" dur="1" fill="hold">
                                          <p:stCondLst>
                                            <p:cond delay="0"/>
                                          </p:stCondLst>
                                        </p:cTn>
                                        <p:tgtEl>
                                          <p:spTgt spid="640"/>
                                        </p:tgtEl>
                                        <p:attrNameLst>
                                          <p:attrName>style.visibility</p:attrName>
                                        </p:attrNameLst>
                                      </p:cBhvr>
                                      <p:to>
                                        <p:strVal val="visible"/>
                                      </p:to>
                                    </p:set>
                                  </p:childTnLst>
                                </p:cTn>
                              </p:par>
                              <p:par>
                                <p:cTn id="1271" presetID="1" presetClass="entr" presetSubtype="0" fill="hold" nodeType="withEffect">
                                  <p:stCondLst>
                                    <p:cond delay="0"/>
                                  </p:stCondLst>
                                  <p:childTnLst>
                                    <p:set>
                                      <p:cBhvr>
                                        <p:cTn id="1272" dur="1" fill="hold">
                                          <p:stCondLst>
                                            <p:cond delay="0"/>
                                          </p:stCondLst>
                                        </p:cTn>
                                        <p:tgtEl>
                                          <p:spTgt spid="641"/>
                                        </p:tgtEl>
                                        <p:attrNameLst>
                                          <p:attrName>style.visibility</p:attrName>
                                        </p:attrNameLst>
                                      </p:cBhvr>
                                      <p:to>
                                        <p:strVal val="visible"/>
                                      </p:to>
                                    </p:set>
                                  </p:childTnLst>
                                </p:cTn>
                              </p:par>
                              <p:par>
                                <p:cTn id="1273" presetID="1" presetClass="entr" presetSubtype="0" fill="hold" nodeType="withEffect">
                                  <p:stCondLst>
                                    <p:cond delay="0"/>
                                  </p:stCondLst>
                                  <p:childTnLst>
                                    <p:set>
                                      <p:cBhvr>
                                        <p:cTn id="1274" dur="1" fill="hold">
                                          <p:stCondLst>
                                            <p:cond delay="0"/>
                                          </p:stCondLst>
                                        </p:cTn>
                                        <p:tgtEl>
                                          <p:spTgt spid="642"/>
                                        </p:tgtEl>
                                        <p:attrNameLst>
                                          <p:attrName>style.visibility</p:attrName>
                                        </p:attrNameLst>
                                      </p:cBhvr>
                                      <p:to>
                                        <p:strVal val="visible"/>
                                      </p:to>
                                    </p:set>
                                  </p:childTnLst>
                                </p:cTn>
                              </p:par>
                              <p:par>
                                <p:cTn id="1275" presetID="1" presetClass="entr" presetSubtype="0" fill="hold" nodeType="withEffect">
                                  <p:stCondLst>
                                    <p:cond delay="0"/>
                                  </p:stCondLst>
                                  <p:childTnLst>
                                    <p:set>
                                      <p:cBhvr>
                                        <p:cTn id="1276" dur="1" fill="hold">
                                          <p:stCondLst>
                                            <p:cond delay="0"/>
                                          </p:stCondLst>
                                        </p:cTn>
                                        <p:tgtEl>
                                          <p:spTgt spid="643"/>
                                        </p:tgtEl>
                                        <p:attrNameLst>
                                          <p:attrName>style.visibility</p:attrName>
                                        </p:attrNameLst>
                                      </p:cBhvr>
                                      <p:to>
                                        <p:strVal val="visible"/>
                                      </p:to>
                                    </p:set>
                                  </p:childTnLst>
                                </p:cTn>
                              </p:par>
                              <p:par>
                                <p:cTn id="1277" presetID="1" presetClass="entr" presetSubtype="0" fill="hold" nodeType="withEffect">
                                  <p:stCondLst>
                                    <p:cond delay="0"/>
                                  </p:stCondLst>
                                  <p:childTnLst>
                                    <p:set>
                                      <p:cBhvr>
                                        <p:cTn id="1278" dur="1" fill="hold">
                                          <p:stCondLst>
                                            <p:cond delay="0"/>
                                          </p:stCondLst>
                                        </p:cTn>
                                        <p:tgtEl>
                                          <p:spTgt spid="644"/>
                                        </p:tgtEl>
                                        <p:attrNameLst>
                                          <p:attrName>style.visibility</p:attrName>
                                        </p:attrNameLst>
                                      </p:cBhvr>
                                      <p:to>
                                        <p:strVal val="visible"/>
                                      </p:to>
                                    </p:set>
                                  </p:childTnLst>
                                </p:cTn>
                              </p:par>
                              <p:par>
                                <p:cTn id="1279" presetID="1" presetClass="entr" presetSubtype="0" fill="hold" nodeType="withEffect">
                                  <p:stCondLst>
                                    <p:cond delay="0"/>
                                  </p:stCondLst>
                                  <p:childTnLst>
                                    <p:set>
                                      <p:cBhvr>
                                        <p:cTn id="1280" dur="1" fill="hold">
                                          <p:stCondLst>
                                            <p:cond delay="0"/>
                                          </p:stCondLst>
                                        </p:cTn>
                                        <p:tgtEl>
                                          <p:spTgt spid="645"/>
                                        </p:tgtEl>
                                        <p:attrNameLst>
                                          <p:attrName>style.visibility</p:attrName>
                                        </p:attrNameLst>
                                      </p:cBhvr>
                                      <p:to>
                                        <p:strVal val="visible"/>
                                      </p:to>
                                    </p:set>
                                  </p:childTnLst>
                                </p:cTn>
                              </p:par>
                              <p:par>
                                <p:cTn id="1281" presetID="1" presetClass="entr" presetSubtype="0" fill="hold" nodeType="withEffect">
                                  <p:stCondLst>
                                    <p:cond delay="0"/>
                                  </p:stCondLst>
                                  <p:childTnLst>
                                    <p:set>
                                      <p:cBhvr>
                                        <p:cTn id="1282" dur="1" fill="hold">
                                          <p:stCondLst>
                                            <p:cond delay="0"/>
                                          </p:stCondLst>
                                        </p:cTn>
                                        <p:tgtEl>
                                          <p:spTgt spid="646"/>
                                        </p:tgtEl>
                                        <p:attrNameLst>
                                          <p:attrName>style.visibility</p:attrName>
                                        </p:attrNameLst>
                                      </p:cBhvr>
                                      <p:to>
                                        <p:strVal val="visible"/>
                                      </p:to>
                                    </p:set>
                                  </p:childTnLst>
                                </p:cTn>
                              </p:par>
                              <p:par>
                                <p:cTn id="1283" presetID="1" presetClass="entr" presetSubtype="0" fill="hold" nodeType="withEffect">
                                  <p:stCondLst>
                                    <p:cond delay="0"/>
                                  </p:stCondLst>
                                  <p:childTnLst>
                                    <p:set>
                                      <p:cBhvr>
                                        <p:cTn id="1284" dur="1" fill="hold">
                                          <p:stCondLst>
                                            <p:cond delay="0"/>
                                          </p:stCondLst>
                                        </p:cTn>
                                        <p:tgtEl>
                                          <p:spTgt spid="647"/>
                                        </p:tgtEl>
                                        <p:attrNameLst>
                                          <p:attrName>style.visibility</p:attrName>
                                        </p:attrNameLst>
                                      </p:cBhvr>
                                      <p:to>
                                        <p:strVal val="visible"/>
                                      </p:to>
                                    </p:set>
                                  </p:childTnLst>
                                </p:cTn>
                              </p:par>
                              <p:par>
                                <p:cTn id="1285" presetID="1" presetClass="entr" presetSubtype="0" fill="hold" nodeType="withEffect">
                                  <p:stCondLst>
                                    <p:cond delay="0"/>
                                  </p:stCondLst>
                                  <p:childTnLst>
                                    <p:set>
                                      <p:cBhvr>
                                        <p:cTn id="1286" dur="1" fill="hold">
                                          <p:stCondLst>
                                            <p:cond delay="0"/>
                                          </p:stCondLst>
                                        </p:cTn>
                                        <p:tgtEl>
                                          <p:spTgt spid="648"/>
                                        </p:tgtEl>
                                        <p:attrNameLst>
                                          <p:attrName>style.visibility</p:attrName>
                                        </p:attrNameLst>
                                      </p:cBhvr>
                                      <p:to>
                                        <p:strVal val="visible"/>
                                      </p:to>
                                    </p:set>
                                  </p:childTnLst>
                                </p:cTn>
                              </p:par>
                              <p:par>
                                <p:cTn id="1287" presetID="1" presetClass="entr" presetSubtype="0" fill="hold" nodeType="withEffect">
                                  <p:stCondLst>
                                    <p:cond delay="0"/>
                                  </p:stCondLst>
                                  <p:childTnLst>
                                    <p:set>
                                      <p:cBhvr>
                                        <p:cTn id="1288" dur="1" fill="hold">
                                          <p:stCondLst>
                                            <p:cond delay="0"/>
                                          </p:stCondLst>
                                        </p:cTn>
                                        <p:tgtEl>
                                          <p:spTgt spid="649"/>
                                        </p:tgtEl>
                                        <p:attrNameLst>
                                          <p:attrName>style.visibility</p:attrName>
                                        </p:attrNameLst>
                                      </p:cBhvr>
                                      <p:to>
                                        <p:strVal val="visible"/>
                                      </p:to>
                                    </p:set>
                                  </p:childTnLst>
                                </p:cTn>
                              </p:par>
                              <p:par>
                                <p:cTn id="1289" presetID="1" presetClass="entr" presetSubtype="0" fill="hold" nodeType="withEffect">
                                  <p:stCondLst>
                                    <p:cond delay="0"/>
                                  </p:stCondLst>
                                  <p:childTnLst>
                                    <p:set>
                                      <p:cBhvr>
                                        <p:cTn id="1290" dur="1" fill="hold">
                                          <p:stCondLst>
                                            <p:cond delay="0"/>
                                          </p:stCondLst>
                                        </p:cTn>
                                        <p:tgtEl>
                                          <p:spTgt spid="650"/>
                                        </p:tgtEl>
                                        <p:attrNameLst>
                                          <p:attrName>style.visibility</p:attrName>
                                        </p:attrNameLst>
                                      </p:cBhvr>
                                      <p:to>
                                        <p:strVal val="visible"/>
                                      </p:to>
                                    </p:set>
                                  </p:childTnLst>
                                </p:cTn>
                              </p:par>
                              <p:par>
                                <p:cTn id="1291" presetID="1" presetClass="entr" presetSubtype="0" fill="hold" nodeType="withEffect">
                                  <p:stCondLst>
                                    <p:cond delay="0"/>
                                  </p:stCondLst>
                                  <p:childTnLst>
                                    <p:set>
                                      <p:cBhvr>
                                        <p:cTn id="1292" dur="1" fill="hold">
                                          <p:stCondLst>
                                            <p:cond delay="0"/>
                                          </p:stCondLst>
                                        </p:cTn>
                                        <p:tgtEl>
                                          <p:spTgt spid="651"/>
                                        </p:tgtEl>
                                        <p:attrNameLst>
                                          <p:attrName>style.visibility</p:attrName>
                                        </p:attrNameLst>
                                      </p:cBhvr>
                                      <p:to>
                                        <p:strVal val="visible"/>
                                      </p:to>
                                    </p:set>
                                  </p:childTnLst>
                                </p:cTn>
                              </p:par>
                              <p:par>
                                <p:cTn id="1293" presetID="1" presetClass="entr" presetSubtype="0" fill="hold" nodeType="withEffect">
                                  <p:stCondLst>
                                    <p:cond delay="0"/>
                                  </p:stCondLst>
                                  <p:childTnLst>
                                    <p:set>
                                      <p:cBhvr>
                                        <p:cTn id="1294" dur="1" fill="hold">
                                          <p:stCondLst>
                                            <p:cond delay="0"/>
                                          </p:stCondLst>
                                        </p:cTn>
                                        <p:tgtEl>
                                          <p:spTgt spid="652"/>
                                        </p:tgtEl>
                                        <p:attrNameLst>
                                          <p:attrName>style.visibility</p:attrName>
                                        </p:attrNameLst>
                                      </p:cBhvr>
                                      <p:to>
                                        <p:strVal val="visible"/>
                                      </p:to>
                                    </p:set>
                                  </p:childTnLst>
                                </p:cTn>
                              </p:par>
                              <p:par>
                                <p:cTn id="1295" presetID="1" presetClass="entr" presetSubtype="0" fill="hold" nodeType="withEffect">
                                  <p:stCondLst>
                                    <p:cond delay="0"/>
                                  </p:stCondLst>
                                  <p:childTnLst>
                                    <p:set>
                                      <p:cBhvr>
                                        <p:cTn id="1296" dur="1" fill="hold">
                                          <p:stCondLst>
                                            <p:cond delay="0"/>
                                          </p:stCondLst>
                                        </p:cTn>
                                        <p:tgtEl>
                                          <p:spTgt spid="653"/>
                                        </p:tgtEl>
                                        <p:attrNameLst>
                                          <p:attrName>style.visibility</p:attrName>
                                        </p:attrNameLst>
                                      </p:cBhvr>
                                      <p:to>
                                        <p:strVal val="visible"/>
                                      </p:to>
                                    </p:set>
                                  </p:childTnLst>
                                </p:cTn>
                              </p:par>
                              <p:par>
                                <p:cTn id="1297" presetID="1" presetClass="entr" presetSubtype="0" fill="hold" nodeType="withEffect">
                                  <p:stCondLst>
                                    <p:cond delay="0"/>
                                  </p:stCondLst>
                                  <p:childTnLst>
                                    <p:set>
                                      <p:cBhvr>
                                        <p:cTn id="1298" dur="1" fill="hold">
                                          <p:stCondLst>
                                            <p:cond delay="0"/>
                                          </p:stCondLst>
                                        </p:cTn>
                                        <p:tgtEl>
                                          <p:spTgt spid="654"/>
                                        </p:tgtEl>
                                        <p:attrNameLst>
                                          <p:attrName>style.visibility</p:attrName>
                                        </p:attrNameLst>
                                      </p:cBhvr>
                                      <p:to>
                                        <p:strVal val="visible"/>
                                      </p:to>
                                    </p:set>
                                  </p:childTnLst>
                                </p:cTn>
                              </p:par>
                              <p:par>
                                <p:cTn id="1299" presetID="1" presetClass="entr" presetSubtype="0" fill="hold" nodeType="withEffect">
                                  <p:stCondLst>
                                    <p:cond delay="0"/>
                                  </p:stCondLst>
                                  <p:childTnLst>
                                    <p:set>
                                      <p:cBhvr>
                                        <p:cTn id="1300" dur="1" fill="hold">
                                          <p:stCondLst>
                                            <p:cond delay="0"/>
                                          </p:stCondLst>
                                        </p:cTn>
                                        <p:tgtEl>
                                          <p:spTgt spid="655"/>
                                        </p:tgtEl>
                                        <p:attrNameLst>
                                          <p:attrName>style.visibility</p:attrName>
                                        </p:attrNameLst>
                                      </p:cBhvr>
                                      <p:to>
                                        <p:strVal val="visible"/>
                                      </p:to>
                                    </p:set>
                                  </p:childTnLst>
                                </p:cTn>
                              </p:par>
                              <p:par>
                                <p:cTn id="1301" presetID="1" presetClass="entr" presetSubtype="0" fill="hold" nodeType="withEffect">
                                  <p:stCondLst>
                                    <p:cond delay="0"/>
                                  </p:stCondLst>
                                  <p:childTnLst>
                                    <p:set>
                                      <p:cBhvr>
                                        <p:cTn id="1302" dur="1" fill="hold">
                                          <p:stCondLst>
                                            <p:cond delay="0"/>
                                          </p:stCondLst>
                                        </p:cTn>
                                        <p:tgtEl>
                                          <p:spTgt spid="656"/>
                                        </p:tgtEl>
                                        <p:attrNameLst>
                                          <p:attrName>style.visibility</p:attrName>
                                        </p:attrNameLst>
                                      </p:cBhvr>
                                      <p:to>
                                        <p:strVal val="visible"/>
                                      </p:to>
                                    </p:set>
                                  </p:childTnLst>
                                </p:cTn>
                              </p:par>
                              <p:par>
                                <p:cTn id="1303" presetID="1" presetClass="entr" presetSubtype="0" fill="hold" nodeType="withEffect">
                                  <p:stCondLst>
                                    <p:cond delay="0"/>
                                  </p:stCondLst>
                                  <p:childTnLst>
                                    <p:set>
                                      <p:cBhvr>
                                        <p:cTn id="1304" dur="1" fill="hold">
                                          <p:stCondLst>
                                            <p:cond delay="0"/>
                                          </p:stCondLst>
                                        </p:cTn>
                                        <p:tgtEl>
                                          <p:spTgt spid="657"/>
                                        </p:tgtEl>
                                        <p:attrNameLst>
                                          <p:attrName>style.visibility</p:attrName>
                                        </p:attrNameLst>
                                      </p:cBhvr>
                                      <p:to>
                                        <p:strVal val="visible"/>
                                      </p:to>
                                    </p:set>
                                  </p:childTnLst>
                                </p:cTn>
                              </p:par>
                              <p:par>
                                <p:cTn id="1305" presetID="1" presetClass="entr" presetSubtype="0" fill="hold" nodeType="withEffect">
                                  <p:stCondLst>
                                    <p:cond delay="0"/>
                                  </p:stCondLst>
                                  <p:childTnLst>
                                    <p:set>
                                      <p:cBhvr>
                                        <p:cTn id="1306" dur="1" fill="hold">
                                          <p:stCondLst>
                                            <p:cond delay="0"/>
                                          </p:stCondLst>
                                        </p:cTn>
                                        <p:tgtEl>
                                          <p:spTgt spid="658"/>
                                        </p:tgtEl>
                                        <p:attrNameLst>
                                          <p:attrName>style.visibility</p:attrName>
                                        </p:attrNameLst>
                                      </p:cBhvr>
                                      <p:to>
                                        <p:strVal val="visible"/>
                                      </p:to>
                                    </p:set>
                                  </p:childTnLst>
                                </p:cTn>
                              </p:par>
                              <p:par>
                                <p:cTn id="1307" presetID="1" presetClass="entr" presetSubtype="0" fill="hold" nodeType="withEffect">
                                  <p:stCondLst>
                                    <p:cond delay="0"/>
                                  </p:stCondLst>
                                  <p:childTnLst>
                                    <p:set>
                                      <p:cBhvr>
                                        <p:cTn id="1308" dur="1" fill="hold">
                                          <p:stCondLst>
                                            <p:cond delay="0"/>
                                          </p:stCondLst>
                                        </p:cTn>
                                        <p:tgtEl>
                                          <p:spTgt spid="659"/>
                                        </p:tgtEl>
                                        <p:attrNameLst>
                                          <p:attrName>style.visibility</p:attrName>
                                        </p:attrNameLst>
                                      </p:cBhvr>
                                      <p:to>
                                        <p:strVal val="visible"/>
                                      </p:to>
                                    </p:set>
                                  </p:childTnLst>
                                </p:cTn>
                              </p:par>
                              <p:par>
                                <p:cTn id="1309" presetID="1" presetClass="entr" presetSubtype="0" fill="hold" nodeType="withEffect">
                                  <p:stCondLst>
                                    <p:cond delay="0"/>
                                  </p:stCondLst>
                                  <p:childTnLst>
                                    <p:set>
                                      <p:cBhvr>
                                        <p:cTn id="1310" dur="1" fill="hold">
                                          <p:stCondLst>
                                            <p:cond delay="0"/>
                                          </p:stCondLst>
                                        </p:cTn>
                                        <p:tgtEl>
                                          <p:spTgt spid="660"/>
                                        </p:tgtEl>
                                        <p:attrNameLst>
                                          <p:attrName>style.visibility</p:attrName>
                                        </p:attrNameLst>
                                      </p:cBhvr>
                                      <p:to>
                                        <p:strVal val="visible"/>
                                      </p:to>
                                    </p:set>
                                  </p:childTnLst>
                                </p:cTn>
                              </p:par>
                              <p:par>
                                <p:cTn id="1311" presetID="1" presetClass="entr" presetSubtype="0" fill="hold" nodeType="withEffect">
                                  <p:stCondLst>
                                    <p:cond delay="0"/>
                                  </p:stCondLst>
                                  <p:childTnLst>
                                    <p:set>
                                      <p:cBhvr>
                                        <p:cTn id="1312" dur="1" fill="hold">
                                          <p:stCondLst>
                                            <p:cond delay="0"/>
                                          </p:stCondLst>
                                        </p:cTn>
                                        <p:tgtEl>
                                          <p:spTgt spid="661"/>
                                        </p:tgtEl>
                                        <p:attrNameLst>
                                          <p:attrName>style.visibility</p:attrName>
                                        </p:attrNameLst>
                                      </p:cBhvr>
                                      <p:to>
                                        <p:strVal val="visible"/>
                                      </p:to>
                                    </p:set>
                                  </p:childTnLst>
                                </p:cTn>
                              </p:par>
                              <p:par>
                                <p:cTn id="1313" presetID="1" presetClass="entr" presetSubtype="0" fill="hold" nodeType="withEffect">
                                  <p:stCondLst>
                                    <p:cond delay="0"/>
                                  </p:stCondLst>
                                  <p:childTnLst>
                                    <p:set>
                                      <p:cBhvr>
                                        <p:cTn id="1314" dur="1" fill="hold">
                                          <p:stCondLst>
                                            <p:cond delay="0"/>
                                          </p:stCondLst>
                                        </p:cTn>
                                        <p:tgtEl>
                                          <p:spTgt spid="662"/>
                                        </p:tgtEl>
                                        <p:attrNameLst>
                                          <p:attrName>style.visibility</p:attrName>
                                        </p:attrNameLst>
                                      </p:cBhvr>
                                      <p:to>
                                        <p:strVal val="visible"/>
                                      </p:to>
                                    </p:set>
                                  </p:childTnLst>
                                </p:cTn>
                              </p:par>
                              <p:par>
                                <p:cTn id="1315" presetID="1" presetClass="entr" presetSubtype="0" fill="hold" nodeType="withEffect">
                                  <p:stCondLst>
                                    <p:cond delay="0"/>
                                  </p:stCondLst>
                                  <p:childTnLst>
                                    <p:set>
                                      <p:cBhvr>
                                        <p:cTn id="1316" dur="1" fill="hold">
                                          <p:stCondLst>
                                            <p:cond delay="0"/>
                                          </p:stCondLst>
                                        </p:cTn>
                                        <p:tgtEl>
                                          <p:spTgt spid="663"/>
                                        </p:tgtEl>
                                        <p:attrNameLst>
                                          <p:attrName>style.visibility</p:attrName>
                                        </p:attrNameLst>
                                      </p:cBhvr>
                                      <p:to>
                                        <p:strVal val="visible"/>
                                      </p:to>
                                    </p:set>
                                  </p:childTnLst>
                                </p:cTn>
                              </p:par>
                              <p:par>
                                <p:cTn id="1317" presetID="1" presetClass="entr" presetSubtype="0" fill="hold" nodeType="withEffect">
                                  <p:stCondLst>
                                    <p:cond delay="0"/>
                                  </p:stCondLst>
                                  <p:childTnLst>
                                    <p:set>
                                      <p:cBhvr>
                                        <p:cTn id="1318" dur="1" fill="hold">
                                          <p:stCondLst>
                                            <p:cond delay="0"/>
                                          </p:stCondLst>
                                        </p:cTn>
                                        <p:tgtEl>
                                          <p:spTgt spid="664"/>
                                        </p:tgtEl>
                                        <p:attrNameLst>
                                          <p:attrName>style.visibility</p:attrName>
                                        </p:attrNameLst>
                                      </p:cBhvr>
                                      <p:to>
                                        <p:strVal val="visible"/>
                                      </p:to>
                                    </p:set>
                                  </p:childTnLst>
                                </p:cTn>
                              </p:par>
                              <p:par>
                                <p:cTn id="1319" presetID="1" presetClass="entr" presetSubtype="0" fill="hold" nodeType="withEffect">
                                  <p:stCondLst>
                                    <p:cond delay="0"/>
                                  </p:stCondLst>
                                  <p:childTnLst>
                                    <p:set>
                                      <p:cBhvr>
                                        <p:cTn id="1320" dur="1" fill="hold">
                                          <p:stCondLst>
                                            <p:cond delay="0"/>
                                          </p:stCondLst>
                                        </p:cTn>
                                        <p:tgtEl>
                                          <p:spTgt spid="665"/>
                                        </p:tgtEl>
                                        <p:attrNameLst>
                                          <p:attrName>style.visibility</p:attrName>
                                        </p:attrNameLst>
                                      </p:cBhvr>
                                      <p:to>
                                        <p:strVal val="visible"/>
                                      </p:to>
                                    </p:set>
                                  </p:childTnLst>
                                </p:cTn>
                              </p:par>
                              <p:par>
                                <p:cTn id="1321" presetID="1" presetClass="entr" presetSubtype="0" fill="hold" nodeType="withEffect">
                                  <p:stCondLst>
                                    <p:cond delay="0"/>
                                  </p:stCondLst>
                                  <p:childTnLst>
                                    <p:set>
                                      <p:cBhvr>
                                        <p:cTn id="1322" dur="1" fill="hold">
                                          <p:stCondLst>
                                            <p:cond delay="0"/>
                                          </p:stCondLst>
                                        </p:cTn>
                                        <p:tgtEl>
                                          <p:spTgt spid="666"/>
                                        </p:tgtEl>
                                        <p:attrNameLst>
                                          <p:attrName>style.visibility</p:attrName>
                                        </p:attrNameLst>
                                      </p:cBhvr>
                                      <p:to>
                                        <p:strVal val="visible"/>
                                      </p:to>
                                    </p:set>
                                  </p:childTnLst>
                                </p:cTn>
                              </p:par>
                              <p:par>
                                <p:cTn id="1323" presetID="1" presetClass="entr" presetSubtype="0" fill="hold" nodeType="withEffect">
                                  <p:stCondLst>
                                    <p:cond delay="0"/>
                                  </p:stCondLst>
                                  <p:childTnLst>
                                    <p:set>
                                      <p:cBhvr>
                                        <p:cTn id="1324" dur="1" fill="hold">
                                          <p:stCondLst>
                                            <p:cond delay="0"/>
                                          </p:stCondLst>
                                        </p:cTn>
                                        <p:tgtEl>
                                          <p:spTgt spid="667"/>
                                        </p:tgtEl>
                                        <p:attrNameLst>
                                          <p:attrName>style.visibility</p:attrName>
                                        </p:attrNameLst>
                                      </p:cBhvr>
                                      <p:to>
                                        <p:strVal val="visible"/>
                                      </p:to>
                                    </p:set>
                                  </p:childTnLst>
                                </p:cTn>
                              </p:par>
                              <p:par>
                                <p:cTn id="1325" presetID="1" presetClass="entr" presetSubtype="0" fill="hold" nodeType="withEffect">
                                  <p:stCondLst>
                                    <p:cond delay="0"/>
                                  </p:stCondLst>
                                  <p:childTnLst>
                                    <p:set>
                                      <p:cBhvr>
                                        <p:cTn id="1326" dur="1" fill="hold">
                                          <p:stCondLst>
                                            <p:cond delay="0"/>
                                          </p:stCondLst>
                                        </p:cTn>
                                        <p:tgtEl>
                                          <p:spTgt spid="668"/>
                                        </p:tgtEl>
                                        <p:attrNameLst>
                                          <p:attrName>style.visibility</p:attrName>
                                        </p:attrNameLst>
                                      </p:cBhvr>
                                      <p:to>
                                        <p:strVal val="visible"/>
                                      </p:to>
                                    </p:set>
                                  </p:childTnLst>
                                </p:cTn>
                              </p:par>
                              <p:par>
                                <p:cTn id="1327" presetID="1" presetClass="entr" presetSubtype="0" fill="hold" nodeType="withEffect">
                                  <p:stCondLst>
                                    <p:cond delay="0"/>
                                  </p:stCondLst>
                                  <p:childTnLst>
                                    <p:set>
                                      <p:cBhvr>
                                        <p:cTn id="1328" dur="1" fill="hold">
                                          <p:stCondLst>
                                            <p:cond delay="0"/>
                                          </p:stCondLst>
                                        </p:cTn>
                                        <p:tgtEl>
                                          <p:spTgt spid="669"/>
                                        </p:tgtEl>
                                        <p:attrNameLst>
                                          <p:attrName>style.visibility</p:attrName>
                                        </p:attrNameLst>
                                      </p:cBhvr>
                                      <p:to>
                                        <p:strVal val="visible"/>
                                      </p:to>
                                    </p:set>
                                  </p:childTnLst>
                                </p:cTn>
                              </p:par>
                              <p:par>
                                <p:cTn id="1329" presetID="1" presetClass="entr" presetSubtype="0" fill="hold" nodeType="withEffect">
                                  <p:stCondLst>
                                    <p:cond delay="0"/>
                                  </p:stCondLst>
                                  <p:childTnLst>
                                    <p:set>
                                      <p:cBhvr>
                                        <p:cTn id="1330" dur="1" fill="hold">
                                          <p:stCondLst>
                                            <p:cond delay="0"/>
                                          </p:stCondLst>
                                        </p:cTn>
                                        <p:tgtEl>
                                          <p:spTgt spid="670"/>
                                        </p:tgtEl>
                                        <p:attrNameLst>
                                          <p:attrName>style.visibility</p:attrName>
                                        </p:attrNameLst>
                                      </p:cBhvr>
                                      <p:to>
                                        <p:strVal val="visible"/>
                                      </p:to>
                                    </p:set>
                                  </p:childTnLst>
                                </p:cTn>
                              </p:par>
                              <p:par>
                                <p:cTn id="1331" presetID="1" presetClass="entr" presetSubtype="0" fill="hold" nodeType="withEffect">
                                  <p:stCondLst>
                                    <p:cond delay="0"/>
                                  </p:stCondLst>
                                  <p:childTnLst>
                                    <p:set>
                                      <p:cBhvr>
                                        <p:cTn id="1332" dur="1" fill="hold">
                                          <p:stCondLst>
                                            <p:cond delay="0"/>
                                          </p:stCondLst>
                                        </p:cTn>
                                        <p:tgtEl>
                                          <p:spTgt spid="671"/>
                                        </p:tgtEl>
                                        <p:attrNameLst>
                                          <p:attrName>style.visibility</p:attrName>
                                        </p:attrNameLst>
                                      </p:cBhvr>
                                      <p:to>
                                        <p:strVal val="visible"/>
                                      </p:to>
                                    </p:set>
                                  </p:childTnLst>
                                </p:cTn>
                              </p:par>
                              <p:par>
                                <p:cTn id="1333" presetID="1" presetClass="entr" presetSubtype="0" fill="hold" nodeType="withEffect">
                                  <p:stCondLst>
                                    <p:cond delay="0"/>
                                  </p:stCondLst>
                                  <p:childTnLst>
                                    <p:set>
                                      <p:cBhvr>
                                        <p:cTn id="1334" dur="1" fill="hold">
                                          <p:stCondLst>
                                            <p:cond delay="0"/>
                                          </p:stCondLst>
                                        </p:cTn>
                                        <p:tgtEl>
                                          <p:spTgt spid="672"/>
                                        </p:tgtEl>
                                        <p:attrNameLst>
                                          <p:attrName>style.visibility</p:attrName>
                                        </p:attrNameLst>
                                      </p:cBhvr>
                                      <p:to>
                                        <p:strVal val="visible"/>
                                      </p:to>
                                    </p:set>
                                  </p:childTnLst>
                                </p:cTn>
                              </p:par>
                              <p:par>
                                <p:cTn id="1335" presetID="1" presetClass="entr" presetSubtype="0" fill="hold" nodeType="withEffect">
                                  <p:stCondLst>
                                    <p:cond delay="0"/>
                                  </p:stCondLst>
                                  <p:childTnLst>
                                    <p:set>
                                      <p:cBhvr>
                                        <p:cTn id="1336" dur="1" fill="hold">
                                          <p:stCondLst>
                                            <p:cond delay="0"/>
                                          </p:stCondLst>
                                        </p:cTn>
                                        <p:tgtEl>
                                          <p:spTgt spid="673"/>
                                        </p:tgtEl>
                                        <p:attrNameLst>
                                          <p:attrName>style.visibility</p:attrName>
                                        </p:attrNameLst>
                                      </p:cBhvr>
                                      <p:to>
                                        <p:strVal val="visible"/>
                                      </p:to>
                                    </p:set>
                                  </p:childTnLst>
                                </p:cTn>
                              </p:par>
                              <p:par>
                                <p:cTn id="1337" presetID="1" presetClass="entr" presetSubtype="0" fill="hold" nodeType="withEffect">
                                  <p:stCondLst>
                                    <p:cond delay="0"/>
                                  </p:stCondLst>
                                  <p:childTnLst>
                                    <p:set>
                                      <p:cBhvr>
                                        <p:cTn id="1338" dur="1" fill="hold">
                                          <p:stCondLst>
                                            <p:cond delay="0"/>
                                          </p:stCondLst>
                                        </p:cTn>
                                        <p:tgtEl>
                                          <p:spTgt spid="674"/>
                                        </p:tgtEl>
                                        <p:attrNameLst>
                                          <p:attrName>style.visibility</p:attrName>
                                        </p:attrNameLst>
                                      </p:cBhvr>
                                      <p:to>
                                        <p:strVal val="visible"/>
                                      </p:to>
                                    </p:set>
                                  </p:childTnLst>
                                </p:cTn>
                              </p:par>
                              <p:par>
                                <p:cTn id="1339" presetID="1" presetClass="entr" presetSubtype="0" fill="hold" nodeType="withEffect">
                                  <p:stCondLst>
                                    <p:cond delay="0"/>
                                  </p:stCondLst>
                                  <p:childTnLst>
                                    <p:set>
                                      <p:cBhvr>
                                        <p:cTn id="1340" dur="1" fill="hold">
                                          <p:stCondLst>
                                            <p:cond delay="0"/>
                                          </p:stCondLst>
                                        </p:cTn>
                                        <p:tgtEl>
                                          <p:spTgt spid="675"/>
                                        </p:tgtEl>
                                        <p:attrNameLst>
                                          <p:attrName>style.visibility</p:attrName>
                                        </p:attrNameLst>
                                      </p:cBhvr>
                                      <p:to>
                                        <p:strVal val="visible"/>
                                      </p:to>
                                    </p:set>
                                  </p:childTnLst>
                                </p:cTn>
                              </p:par>
                              <p:par>
                                <p:cTn id="1341" presetID="1" presetClass="entr" presetSubtype="0" fill="hold" nodeType="withEffect">
                                  <p:stCondLst>
                                    <p:cond delay="0"/>
                                  </p:stCondLst>
                                  <p:childTnLst>
                                    <p:set>
                                      <p:cBhvr>
                                        <p:cTn id="1342" dur="1" fill="hold">
                                          <p:stCondLst>
                                            <p:cond delay="0"/>
                                          </p:stCondLst>
                                        </p:cTn>
                                        <p:tgtEl>
                                          <p:spTgt spid="676"/>
                                        </p:tgtEl>
                                        <p:attrNameLst>
                                          <p:attrName>style.visibility</p:attrName>
                                        </p:attrNameLst>
                                      </p:cBhvr>
                                      <p:to>
                                        <p:strVal val="visible"/>
                                      </p:to>
                                    </p:set>
                                  </p:childTnLst>
                                </p:cTn>
                              </p:par>
                              <p:par>
                                <p:cTn id="1343" presetID="1" presetClass="entr" presetSubtype="0" fill="hold" nodeType="withEffect">
                                  <p:stCondLst>
                                    <p:cond delay="0"/>
                                  </p:stCondLst>
                                  <p:childTnLst>
                                    <p:set>
                                      <p:cBhvr>
                                        <p:cTn id="1344" dur="1" fill="hold">
                                          <p:stCondLst>
                                            <p:cond delay="0"/>
                                          </p:stCondLst>
                                        </p:cTn>
                                        <p:tgtEl>
                                          <p:spTgt spid="677"/>
                                        </p:tgtEl>
                                        <p:attrNameLst>
                                          <p:attrName>style.visibility</p:attrName>
                                        </p:attrNameLst>
                                      </p:cBhvr>
                                      <p:to>
                                        <p:strVal val="visible"/>
                                      </p:to>
                                    </p:set>
                                  </p:childTnLst>
                                </p:cTn>
                              </p:par>
                              <p:par>
                                <p:cTn id="1345" presetID="1" presetClass="entr" presetSubtype="0" fill="hold" nodeType="withEffect">
                                  <p:stCondLst>
                                    <p:cond delay="0"/>
                                  </p:stCondLst>
                                  <p:childTnLst>
                                    <p:set>
                                      <p:cBhvr>
                                        <p:cTn id="1346" dur="1" fill="hold">
                                          <p:stCondLst>
                                            <p:cond delay="0"/>
                                          </p:stCondLst>
                                        </p:cTn>
                                        <p:tgtEl>
                                          <p:spTgt spid="678"/>
                                        </p:tgtEl>
                                        <p:attrNameLst>
                                          <p:attrName>style.visibility</p:attrName>
                                        </p:attrNameLst>
                                      </p:cBhvr>
                                      <p:to>
                                        <p:strVal val="visible"/>
                                      </p:to>
                                    </p:set>
                                  </p:childTnLst>
                                </p:cTn>
                              </p:par>
                              <p:par>
                                <p:cTn id="1347" presetID="1" presetClass="entr" presetSubtype="0" fill="hold" nodeType="withEffect">
                                  <p:stCondLst>
                                    <p:cond delay="0"/>
                                  </p:stCondLst>
                                  <p:childTnLst>
                                    <p:set>
                                      <p:cBhvr>
                                        <p:cTn id="1348" dur="1" fill="hold">
                                          <p:stCondLst>
                                            <p:cond delay="0"/>
                                          </p:stCondLst>
                                        </p:cTn>
                                        <p:tgtEl>
                                          <p:spTgt spid="679"/>
                                        </p:tgtEl>
                                        <p:attrNameLst>
                                          <p:attrName>style.visibility</p:attrName>
                                        </p:attrNameLst>
                                      </p:cBhvr>
                                      <p:to>
                                        <p:strVal val="visible"/>
                                      </p:to>
                                    </p:set>
                                  </p:childTnLst>
                                </p:cTn>
                              </p:par>
                              <p:par>
                                <p:cTn id="1349" presetID="1" presetClass="entr" presetSubtype="0" fill="hold" nodeType="withEffect">
                                  <p:stCondLst>
                                    <p:cond delay="0"/>
                                  </p:stCondLst>
                                  <p:childTnLst>
                                    <p:set>
                                      <p:cBhvr>
                                        <p:cTn id="1350" dur="1" fill="hold">
                                          <p:stCondLst>
                                            <p:cond delay="0"/>
                                          </p:stCondLst>
                                        </p:cTn>
                                        <p:tgtEl>
                                          <p:spTgt spid="680"/>
                                        </p:tgtEl>
                                        <p:attrNameLst>
                                          <p:attrName>style.visibility</p:attrName>
                                        </p:attrNameLst>
                                      </p:cBhvr>
                                      <p:to>
                                        <p:strVal val="visible"/>
                                      </p:to>
                                    </p:set>
                                  </p:childTnLst>
                                </p:cTn>
                              </p:par>
                              <p:par>
                                <p:cTn id="1351" presetID="1" presetClass="entr" presetSubtype="0" fill="hold" nodeType="withEffect">
                                  <p:stCondLst>
                                    <p:cond delay="0"/>
                                  </p:stCondLst>
                                  <p:childTnLst>
                                    <p:set>
                                      <p:cBhvr>
                                        <p:cTn id="1352" dur="1" fill="hold">
                                          <p:stCondLst>
                                            <p:cond delay="0"/>
                                          </p:stCondLst>
                                        </p:cTn>
                                        <p:tgtEl>
                                          <p:spTgt spid="681"/>
                                        </p:tgtEl>
                                        <p:attrNameLst>
                                          <p:attrName>style.visibility</p:attrName>
                                        </p:attrNameLst>
                                      </p:cBhvr>
                                      <p:to>
                                        <p:strVal val="visible"/>
                                      </p:to>
                                    </p:set>
                                  </p:childTnLst>
                                </p:cTn>
                              </p:par>
                              <p:par>
                                <p:cTn id="1353" presetID="1" presetClass="entr" presetSubtype="0" fill="hold" nodeType="withEffect">
                                  <p:stCondLst>
                                    <p:cond delay="0"/>
                                  </p:stCondLst>
                                  <p:childTnLst>
                                    <p:set>
                                      <p:cBhvr>
                                        <p:cTn id="1354" dur="1" fill="hold">
                                          <p:stCondLst>
                                            <p:cond delay="0"/>
                                          </p:stCondLst>
                                        </p:cTn>
                                        <p:tgtEl>
                                          <p:spTgt spid="682"/>
                                        </p:tgtEl>
                                        <p:attrNameLst>
                                          <p:attrName>style.visibility</p:attrName>
                                        </p:attrNameLst>
                                      </p:cBhvr>
                                      <p:to>
                                        <p:strVal val="visible"/>
                                      </p:to>
                                    </p:set>
                                  </p:childTnLst>
                                </p:cTn>
                              </p:par>
                              <p:par>
                                <p:cTn id="1355" presetID="1" presetClass="entr" presetSubtype="0" fill="hold" nodeType="withEffect">
                                  <p:stCondLst>
                                    <p:cond delay="0"/>
                                  </p:stCondLst>
                                  <p:childTnLst>
                                    <p:set>
                                      <p:cBhvr>
                                        <p:cTn id="1356" dur="1" fill="hold">
                                          <p:stCondLst>
                                            <p:cond delay="0"/>
                                          </p:stCondLst>
                                        </p:cTn>
                                        <p:tgtEl>
                                          <p:spTgt spid="683"/>
                                        </p:tgtEl>
                                        <p:attrNameLst>
                                          <p:attrName>style.visibility</p:attrName>
                                        </p:attrNameLst>
                                      </p:cBhvr>
                                      <p:to>
                                        <p:strVal val="visible"/>
                                      </p:to>
                                    </p:set>
                                  </p:childTnLst>
                                </p:cTn>
                              </p:par>
                              <p:par>
                                <p:cTn id="1357" presetID="1" presetClass="entr" presetSubtype="0" fill="hold" nodeType="withEffect">
                                  <p:stCondLst>
                                    <p:cond delay="0"/>
                                  </p:stCondLst>
                                  <p:childTnLst>
                                    <p:set>
                                      <p:cBhvr>
                                        <p:cTn id="1358" dur="1" fill="hold">
                                          <p:stCondLst>
                                            <p:cond delay="0"/>
                                          </p:stCondLst>
                                        </p:cTn>
                                        <p:tgtEl>
                                          <p:spTgt spid="684"/>
                                        </p:tgtEl>
                                        <p:attrNameLst>
                                          <p:attrName>style.visibility</p:attrName>
                                        </p:attrNameLst>
                                      </p:cBhvr>
                                      <p:to>
                                        <p:strVal val="visible"/>
                                      </p:to>
                                    </p:set>
                                  </p:childTnLst>
                                </p:cTn>
                              </p:par>
                              <p:par>
                                <p:cTn id="1359" presetID="1" presetClass="entr" presetSubtype="0" fill="hold" nodeType="withEffect">
                                  <p:stCondLst>
                                    <p:cond delay="0"/>
                                  </p:stCondLst>
                                  <p:childTnLst>
                                    <p:set>
                                      <p:cBhvr>
                                        <p:cTn id="1360" dur="1" fill="hold">
                                          <p:stCondLst>
                                            <p:cond delay="0"/>
                                          </p:stCondLst>
                                        </p:cTn>
                                        <p:tgtEl>
                                          <p:spTgt spid="685"/>
                                        </p:tgtEl>
                                        <p:attrNameLst>
                                          <p:attrName>style.visibility</p:attrName>
                                        </p:attrNameLst>
                                      </p:cBhvr>
                                      <p:to>
                                        <p:strVal val="visible"/>
                                      </p:to>
                                    </p:set>
                                  </p:childTnLst>
                                </p:cTn>
                              </p:par>
                              <p:par>
                                <p:cTn id="1361" presetID="1" presetClass="entr" presetSubtype="0" fill="hold" nodeType="withEffect">
                                  <p:stCondLst>
                                    <p:cond delay="0"/>
                                  </p:stCondLst>
                                  <p:childTnLst>
                                    <p:set>
                                      <p:cBhvr>
                                        <p:cTn id="1362" dur="1" fill="hold">
                                          <p:stCondLst>
                                            <p:cond delay="0"/>
                                          </p:stCondLst>
                                        </p:cTn>
                                        <p:tgtEl>
                                          <p:spTgt spid="686"/>
                                        </p:tgtEl>
                                        <p:attrNameLst>
                                          <p:attrName>style.visibility</p:attrName>
                                        </p:attrNameLst>
                                      </p:cBhvr>
                                      <p:to>
                                        <p:strVal val="visible"/>
                                      </p:to>
                                    </p:set>
                                  </p:childTnLst>
                                </p:cTn>
                              </p:par>
                              <p:par>
                                <p:cTn id="1363" presetID="1" presetClass="entr" presetSubtype="0" fill="hold" nodeType="withEffect">
                                  <p:stCondLst>
                                    <p:cond delay="0"/>
                                  </p:stCondLst>
                                  <p:childTnLst>
                                    <p:set>
                                      <p:cBhvr>
                                        <p:cTn id="1364" dur="1" fill="hold">
                                          <p:stCondLst>
                                            <p:cond delay="0"/>
                                          </p:stCondLst>
                                        </p:cTn>
                                        <p:tgtEl>
                                          <p:spTgt spid="687"/>
                                        </p:tgtEl>
                                        <p:attrNameLst>
                                          <p:attrName>style.visibility</p:attrName>
                                        </p:attrNameLst>
                                      </p:cBhvr>
                                      <p:to>
                                        <p:strVal val="visible"/>
                                      </p:to>
                                    </p:set>
                                  </p:childTnLst>
                                </p:cTn>
                              </p:par>
                              <p:par>
                                <p:cTn id="1365" presetID="1" presetClass="entr" presetSubtype="0" fill="hold" nodeType="withEffect">
                                  <p:stCondLst>
                                    <p:cond delay="0"/>
                                  </p:stCondLst>
                                  <p:childTnLst>
                                    <p:set>
                                      <p:cBhvr>
                                        <p:cTn id="1366" dur="1" fill="hold">
                                          <p:stCondLst>
                                            <p:cond delay="0"/>
                                          </p:stCondLst>
                                        </p:cTn>
                                        <p:tgtEl>
                                          <p:spTgt spid="688"/>
                                        </p:tgtEl>
                                        <p:attrNameLst>
                                          <p:attrName>style.visibility</p:attrName>
                                        </p:attrNameLst>
                                      </p:cBhvr>
                                      <p:to>
                                        <p:strVal val="visible"/>
                                      </p:to>
                                    </p:set>
                                  </p:childTnLst>
                                </p:cTn>
                              </p:par>
                              <p:par>
                                <p:cTn id="1367" presetID="1" presetClass="entr" presetSubtype="0" fill="hold" nodeType="withEffect">
                                  <p:stCondLst>
                                    <p:cond delay="0"/>
                                  </p:stCondLst>
                                  <p:childTnLst>
                                    <p:set>
                                      <p:cBhvr>
                                        <p:cTn id="1368" dur="1" fill="hold">
                                          <p:stCondLst>
                                            <p:cond delay="0"/>
                                          </p:stCondLst>
                                        </p:cTn>
                                        <p:tgtEl>
                                          <p:spTgt spid="689"/>
                                        </p:tgtEl>
                                        <p:attrNameLst>
                                          <p:attrName>style.visibility</p:attrName>
                                        </p:attrNameLst>
                                      </p:cBhvr>
                                      <p:to>
                                        <p:strVal val="visible"/>
                                      </p:to>
                                    </p:set>
                                  </p:childTnLst>
                                </p:cTn>
                              </p:par>
                              <p:par>
                                <p:cTn id="1369" presetID="1" presetClass="entr" presetSubtype="0" fill="hold" nodeType="withEffect">
                                  <p:stCondLst>
                                    <p:cond delay="0"/>
                                  </p:stCondLst>
                                  <p:childTnLst>
                                    <p:set>
                                      <p:cBhvr>
                                        <p:cTn id="1370" dur="1" fill="hold">
                                          <p:stCondLst>
                                            <p:cond delay="0"/>
                                          </p:stCondLst>
                                        </p:cTn>
                                        <p:tgtEl>
                                          <p:spTgt spid="690"/>
                                        </p:tgtEl>
                                        <p:attrNameLst>
                                          <p:attrName>style.visibility</p:attrName>
                                        </p:attrNameLst>
                                      </p:cBhvr>
                                      <p:to>
                                        <p:strVal val="visible"/>
                                      </p:to>
                                    </p:set>
                                  </p:childTnLst>
                                </p:cTn>
                              </p:par>
                              <p:par>
                                <p:cTn id="1371" presetID="1" presetClass="entr" presetSubtype="0" fill="hold" nodeType="withEffect">
                                  <p:stCondLst>
                                    <p:cond delay="0"/>
                                  </p:stCondLst>
                                  <p:childTnLst>
                                    <p:set>
                                      <p:cBhvr>
                                        <p:cTn id="1372" dur="1" fill="hold">
                                          <p:stCondLst>
                                            <p:cond delay="0"/>
                                          </p:stCondLst>
                                        </p:cTn>
                                        <p:tgtEl>
                                          <p:spTgt spid="691"/>
                                        </p:tgtEl>
                                        <p:attrNameLst>
                                          <p:attrName>style.visibility</p:attrName>
                                        </p:attrNameLst>
                                      </p:cBhvr>
                                      <p:to>
                                        <p:strVal val="visible"/>
                                      </p:to>
                                    </p:set>
                                  </p:childTnLst>
                                </p:cTn>
                              </p:par>
                              <p:par>
                                <p:cTn id="1373" presetID="1" presetClass="entr" presetSubtype="0" fill="hold" nodeType="withEffect">
                                  <p:stCondLst>
                                    <p:cond delay="0"/>
                                  </p:stCondLst>
                                  <p:childTnLst>
                                    <p:set>
                                      <p:cBhvr>
                                        <p:cTn id="1374" dur="1" fill="hold">
                                          <p:stCondLst>
                                            <p:cond delay="0"/>
                                          </p:stCondLst>
                                        </p:cTn>
                                        <p:tgtEl>
                                          <p:spTgt spid="692"/>
                                        </p:tgtEl>
                                        <p:attrNameLst>
                                          <p:attrName>style.visibility</p:attrName>
                                        </p:attrNameLst>
                                      </p:cBhvr>
                                      <p:to>
                                        <p:strVal val="visible"/>
                                      </p:to>
                                    </p:set>
                                  </p:childTnLst>
                                </p:cTn>
                              </p:par>
                              <p:par>
                                <p:cTn id="1375" presetID="1" presetClass="entr" presetSubtype="0" fill="hold" nodeType="withEffect">
                                  <p:stCondLst>
                                    <p:cond delay="0"/>
                                  </p:stCondLst>
                                  <p:childTnLst>
                                    <p:set>
                                      <p:cBhvr>
                                        <p:cTn id="1376" dur="1" fill="hold">
                                          <p:stCondLst>
                                            <p:cond delay="0"/>
                                          </p:stCondLst>
                                        </p:cTn>
                                        <p:tgtEl>
                                          <p:spTgt spid="693"/>
                                        </p:tgtEl>
                                        <p:attrNameLst>
                                          <p:attrName>style.visibility</p:attrName>
                                        </p:attrNameLst>
                                      </p:cBhvr>
                                      <p:to>
                                        <p:strVal val="visible"/>
                                      </p:to>
                                    </p:set>
                                  </p:childTnLst>
                                </p:cTn>
                              </p:par>
                              <p:par>
                                <p:cTn id="1377" presetID="1" presetClass="entr" presetSubtype="0" fill="hold" nodeType="withEffect">
                                  <p:stCondLst>
                                    <p:cond delay="0"/>
                                  </p:stCondLst>
                                  <p:childTnLst>
                                    <p:set>
                                      <p:cBhvr>
                                        <p:cTn id="1378" dur="1" fill="hold">
                                          <p:stCondLst>
                                            <p:cond delay="0"/>
                                          </p:stCondLst>
                                        </p:cTn>
                                        <p:tgtEl>
                                          <p:spTgt spid="694"/>
                                        </p:tgtEl>
                                        <p:attrNameLst>
                                          <p:attrName>style.visibility</p:attrName>
                                        </p:attrNameLst>
                                      </p:cBhvr>
                                      <p:to>
                                        <p:strVal val="visible"/>
                                      </p:to>
                                    </p:set>
                                  </p:childTnLst>
                                </p:cTn>
                              </p:par>
                              <p:par>
                                <p:cTn id="1379" presetID="1" presetClass="entr" presetSubtype="0" fill="hold" nodeType="withEffect">
                                  <p:stCondLst>
                                    <p:cond delay="0"/>
                                  </p:stCondLst>
                                  <p:childTnLst>
                                    <p:set>
                                      <p:cBhvr>
                                        <p:cTn id="1380" dur="1" fill="hold">
                                          <p:stCondLst>
                                            <p:cond delay="0"/>
                                          </p:stCondLst>
                                        </p:cTn>
                                        <p:tgtEl>
                                          <p:spTgt spid="695"/>
                                        </p:tgtEl>
                                        <p:attrNameLst>
                                          <p:attrName>style.visibility</p:attrName>
                                        </p:attrNameLst>
                                      </p:cBhvr>
                                      <p:to>
                                        <p:strVal val="visible"/>
                                      </p:to>
                                    </p:set>
                                  </p:childTnLst>
                                </p:cTn>
                              </p:par>
                              <p:par>
                                <p:cTn id="1381" presetID="1" presetClass="entr" presetSubtype="0" fill="hold" nodeType="withEffect">
                                  <p:stCondLst>
                                    <p:cond delay="0"/>
                                  </p:stCondLst>
                                  <p:childTnLst>
                                    <p:set>
                                      <p:cBhvr>
                                        <p:cTn id="1382" dur="1" fill="hold">
                                          <p:stCondLst>
                                            <p:cond delay="0"/>
                                          </p:stCondLst>
                                        </p:cTn>
                                        <p:tgtEl>
                                          <p:spTgt spid="696"/>
                                        </p:tgtEl>
                                        <p:attrNameLst>
                                          <p:attrName>style.visibility</p:attrName>
                                        </p:attrNameLst>
                                      </p:cBhvr>
                                      <p:to>
                                        <p:strVal val="visible"/>
                                      </p:to>
                                    </p:set>
                                  </p:childTnLst>
                                </p:cTn>
                              </p:par>
                              <p:par>
                                <p:cTn id="1383" presetID="1" presetClass="entr" presetSubtype="0" fill="hold" nodeType="withEffect">
                                  <p:stCondLst>
                                    <p:cond delay="0"/>
                                  </p:stCondLst>
                                  <p:childTnLst>
                                    <p:set>
                                      <p:cBhvr>
                                        <p:cTn id="1384" dur="1" fill="hold">
                                          <p:stCondLst>
                                            <p:cond delay="0"/>
                                          </p:stCondLst>
                                        </p:cTn>
                                        <p:tgtEl>
                                          <p:spTgt spid="697"/>
                                        </p:tgtEl>
                                        <p:attrNameLst>
                                          <p:attrName>style.visibility</p:attrName>
                                        </p:attrNameLst>
                                      </p:cBhvr>
                                      <p:to>
                                        <p:strVal val="visible"/>
                                      </p:to>
                                    </p:set>
                                  </p:childTnLst>
                                </p:cTn>
                              </p:par>
                              <p:par>
                                <p:cTn id="1385" presetID="1" presetClass="entr" presetSubtype="0" fill="hold" nodeType="withEffect">
                                  <p:stCondLst>
                                    <p:cond delay="0"/>
                                  </p:stCondLst>
                                  <p:childTnLst>
                                    <p:set>
                                      <p:cBhvr>
                                        <p:cTn id="1386" dur="1" fill="hold">
                                          <p:stCondLst>
                                            <p:cond delay="0"/>
                                          </p:stCondLst>
                                        </p:cTn>
                                        <p:tgtEl>
                                          <p:spTgt spid="698"/>
                                        </p:tgtEl>
                                        <p:attrNameLst>
                                          <p:attrName>style.visibility</p:attrName>
                                        </p:attrNameLst>
                                      </p:cBhvr>
                                      <p:to>
                                        <p:strVal val="visible"/>
                                      </p:to>
                                    </p:set>
                                  </p:childTnLst>
                                </p:cTn>
                              </p:par>
                              <p:par>
                                <p:cTn id="1387" presetID="1" presetClass="entr" presetSubtype="0" fill="hold" nodeType="withEffect">
                                  <p:stCondLst>
                                    <p:cond delay="0"/>
                                  </p:stCondLst>
                                  <p:childTnLst>
                                    <p:set>
                                      <p:cBhvr>
                                        <p:cTn id="1388" dur="1" fill="hold">
                                          <p:stCondLst>
                                            <p:cond delay="0"/>
                                          </p:stCondLst>
                                        </p:cTn>
                                        <p:tgtEl>
                                          <p:spTgt spid="699"/>
                                        </p:tgtEl>
                                        <p:attrNameLst>
                                          <p:attrName>style.visibility</p:attrName>
                                        </p:attrNameLst>
                                      </p:cBhvr>
                                      <p:to>
                                        <p:strVal val="visible"/>
                                      </p:to>
                                    </p:set>
                                  </p:childTnLst>
                                </p:cTn>
                              </p:par>
                              <p:par>
                                <p:cTn id="1389" presetID="1" presetClass="entr" presetSubtype="0" fill="hold" nodeType="withEffect">
                                  <p:stCondLst>
                                    <p:cond delay="0"/>
                                  </p:stCondLst>
                                  <p:childTnLst>
                                    <p:set>
                                      <p:cBhvr>
                                        <p:cTn id="1390" dur="1" fill="hold">
                                          <p:stCondLst>
                                            <p:cond delay="0"/>
                                          </p:stCondLst>
                                        </p:cTn>
                                        <p:tgtEl>
                                          <p:spTgt spid="700"/>
                                        </p:tgtEl>
                                        <p:attrNameLst>
                                          <p:attrName>style.visibility</p:attrName>
                                        </p:attrNameLst>
                                      </p:cBhvr>
                                      <p:to>
                                        <p:strVal val="visible"/>
                                      </p:to>
                                    </p:set>
                                  </p:childTnLst>
                                </p:cTn>
                              </p:par>
                              <p:par>
                                <p:cTn id="1391" presetID="1" presetClass="entr" presetSubtype="0" fill="hold" nodeType="withEffect">
                                  <p:stCondLst>
                                    <p:cond delay="0"/>
                                  </p:stCondLst>
                                  <p:childTnLst>
                                    <p:set>
                                      <p:cBhvr>
                                        <p:cTn id="1392" dur="1" fill="hold">
                                          <p:stCondLst>
                                            <p:cond delay="0"/>
                                          </p:stCondLst>
                                        </p:cTn>
                                        <p:tgtEl>
                                          <p:spTgt spid="701"/>
                                        </p:tgtEl>
                                        <p:attrNameLst>
                                          <p:attrName>style.visibility</p:attrName>
                                        </p:attrNameLst>
                                      </p:cBhvr>
                                      <p:to>
                                        <p:strVal val="visible"/>
                                      </p:to>
                                    </p:set>
                                  </p:childTnLst>
                                </p:cTn>
                              </p:par>
                              <p:par>
                                <p:cTn id="1393" presetID="1" presetClass="entr" presetSubtype="0" fill="hold" nodeType="withEffect">
                                  <p:stCondLst>
                                    <p:cond delay="0"/>
                                  </p:stCondLst>
                                  <p:childTnLst>
                                    <p:set>
                                      <p:cBhvr>
                                        <p:cTn id="1394" dur="1" fill="hold">
                                          <p:stCondLst>
                                            <p:cond delay="0"/>
                                          </p:stCondLst>
                                        </p:cTn>
                                        <p:tgtEl>
                                          <p:spTgt spid="702"/>
                                        </p:tgtEl>
                                        <p:attrNameLst>
                                          <p:attrName>style.visibility</p:attrName>
                                        </p:attrNameLst>
                                      </p:cBhvr>
                                      <p:to>
                                        <p:strVal val="visible"/>
                                      </p:to>
                                    </p:set>
                                  </p:childTnLst>
                                </p:cTn>
                              </p:par>
                              <p:par>
                                <p:cTn id="1395" presetID="1" presetClass="entr" presetSubtype="0" fill="hold" nodeType="withEffect">
                                  <p:stCondLst>
                                    <p:cond delay="0"/>
                                  </p:stCondLst>
                                  <p:childTnLst>
                                    <p:set>
                                      <p:cBhvr>
                                        <p:cTn id="1396" dur="1" fill="hold">
                                          <p:stCondLst>
                                            <p:cond delay="0"/>
                                          </p:stCondLst>
                                        </p:cTn>
                                        <p:tgtEl>
                                          <p:spTgt spid="703"/>
                                        </p:tgtEl>
                                        <p:attrNameLst>
                                          <p:attrName>style.visibility</p:attrName>
                                        </p:attrNameLst>
                                      </p:cBhvr>
                                      <p:to>
                                        <p:strVal val="visible"/>
                                      </p:to>
                                    </p:set>
                                  </p:childTnLst>
                                </p:cTn>
                              </p:par>
                              <p:par>
                                <p:cTn id="1397" presetID="1" presetClass="entr" presetSubtype="0" fill="hold" nodeType="withEffect">
                                  <p:stCondLst>
                                    <p:cond delay="0"/>
                                  </p:stCondLst>
                                  <p:childTnLst>
                                    <p:set>
                                      <p:cBhvr>
                                        <p:cTn id="1398" dur="1" fill="hold">
                                          <p:stCondLst>
                                            <p:cond delay="0"/>
                                          </p:stCondLst>
                                        </p:cTn>
                                        <p:tgtEl>
                                          <p:spTgt spid="704"/>
                                        </p:tgtEl>
                                        <p:attrNameLst>
                                          <p:attrName>style.visibility</p:attrName>
                                        </p:attrNameLst>
                                      </p:cBhvr>
                                      <p:to>
                                        <p:strVal val="visible"/>
                                      </p:to>
                                    </p:set>
                                  </p:childTnLst>
                                </p:cTn>
                              </p:par>
                              <p:par>
                                <p:cTn id="1399" presetID="1" presetClass="entr" presetSubtype="0" fill="hold" nodeType="withEffect">
                                  <p:stCondLst>
                                    <p:cond delay="0"/>
                                  </p:stCondLst>
                                  <p:childTnLst>
                                    <p:set>
                                      <p:cBhvr>
                                        <p:cTn id="1400" dur="1" fill="hold">
                                          <p:stCondLst>
                                            <p:cond delay="0"/>
                                          </p:stCondLst>
                                        </p:cTn>
                                        <p:tgtEl>
                                          <p:spTgt spid="705"/>
                                        </p:tgtEl>
                                        <p:attrNameLst>
                                          <p:attrName>style.visibility</p:attrName>
                                        </p:attrNameLst>
                                      </p:cBhvr>
                                      <p:to>
                                        <p:strVal val="visible"/>
                                      </p:to>
                                    </p:set>
                                  </p:childTnLst>
                                </p:cTn>
                              </p:par>
                              <p:par>
                                <p:cTn id="1401" presetID="1" presetClass="entr" presetSubtype="0" fill="hold" nodeType="withEffect">
                                  <p:stCondLst>
                                    <p:cond delay="0"/>
                                  </p:stCondLst>
                                  <p:childTnLst>
                                    <p:set>
                                      <p:cBhvr>
                                        <p:cTn id="1402" dur="1" fill="hold">
                                          <p:stCondLst>
                                            <p:cond delay="0"/>
                                          </p:stCondLst>
                                        </p:cTn>
                                        <p:tgtEl>
                                          <p:spTgt spid="706"/>
                                        </p:tgtEl>
                                        <p:attrNameLst>
                                          <p:attrName>style.visibility</p:attrName>
                                        </p:attrNameLst>
                                      </p:cBhvr>
                                      <p:to>
                                        <p:strVal val="visible"/>
                                      </p:to>
                                    </p:set>
                                  </p:childTnLst>
                                </p:cTn>
                              </p:par>
                              <p:par>
                                <p:cTn id="1403" presetID="1" presetClass="entr" presetSubtype="0" fill="hold" nodeType="withEffect">
                                  <p:stCondLst>
                                    <p:cond delay="0"/>
                                  </p:stCondLst>
                                  <p:childTnLst>
                                    <p:set>
                                      <p:cBhvr>
                                        <p:cTn id="1404" dur="1" fill="hold">
                                          <p:stCondLst>
                                            <p:cond delay="0"/>
                                          </p:stCondLst>
                                        </p:cTn>
                                        <p:tgtEl>
                                          <p:spTgt spid="707"/>
                                        </p:tgtEl>
                                        <p:attrNameLst>
                                          <p:attrName>style.visibility</p:attrName>
                                        </p:attrNameLst>
                                      </p:cBhvr>
                                      <p:to>
                                        <p:strVal val="visible"/>
                                      </p:to>
                                    </p:set>
                                  </p:childTnLst>
                                </p:cTn>
                              </p:par>
                              <p:par>
                                <p:cTn id="1405" presetID="1" presetClass="entr" presetSubtype="0" fill="hold" nodeType="withEffect">
                                  <p:stCondLst>
                                    <p:cond delay="0"/>
                                  </p:stCondLst>
                                  <p:childTnLst>
                                    <p:set>
                                      <p:cBhvr>
                                        <p:cTn id="1406" dur="1" fill="hold">
                                          <p:stCondLst>
                                            <p:cond delay="0"/>
                                          </p:stCondLst>
                                        </p:cTn>
                                        <p:tgtEl>
                                          <p:spTgt spid="708"/>
                                        </p:tgtEl>
                                        <p:attrNameLst>
                                          <p:attrName>style.visibility</p:attrName>
                                        </p:attrNameLst>
                                      </p:cBhvr>
                                      <p:to>
                                        <p:strVal val="visible"/>
                                      </p:to>
                                    </p:set>
                                  </p:childTnLst>
                                </p:cTn>
                              </p:par>
                              <p:par>
                                <p:cTn id="1407" presetID="1" presetClass="entr" presetSubtype="0" fill="hold" nodeType="withEffect">
                                  <p:stCondLst>
                                    <p:cond delay="0"/>
                                  </p:stCondLst>
                                  <p:childTnLst>
                                    <p:set>
                                      <p:cBhvr>
                                        <p:cTn id="1408" dur="1" fill="hold">
                                          <p:stCondLst>
                                            <p:cond delay="0"/>
                                          </p:stCondLst>
                                        </p:cTn>
                                        <p:tgtEl>
                                          <p:spTgt spid="709"/>
                                        </p:tgtEl>
                                        <p:attrNameLst>
                                          <p:attrName>style.visibility</p:attrName>
                                        </p:attrNameLst>
                                      </p:cBhvr>
                                      <p:to>
                                        <p:strVal val="visible"/>
                                      </p:to>
                                    </p:set>
                                  </p:childTnLst>
                                </p:cTn>
                              </p:par>
                              <p:par>
                                <p:cTn id="1409" presetID="1" presetClass="entr" presetSubtype="0" fill="hold" nodeType="withEffect">
                                  <p:stCondLst>
                                    <p:cond delay="0"/>
                                  </p:stCondLst>
                                  <p:childTnLst>
                                    <p:set>
                                      <p:cBhvr>
                                        <p:cTn id="1410" dur="1" fill="hold">
                                          <p:stCondLst>
                                            <p:cond delay="0"/>
                                          </p:stCondLst>
                                        </p:cTn>
                                        <p:tgtEl>
                                          <p:spTgt spid="710"/>
                                        </p:tgtEl>
                                        <p:attrNameLst>
                                          <p:attrName>style.visibility</p:attrName>
                                        </p:attrNameLst>
                                      </p:cBhvr>
                                      <p:to>
                                        <p:strVal val="visible"/>
                                      </p:to>
                                    </p:set>
                                  </p:childTnLst>
                                </p:cTn>
                              </p:par>
                              <p:par>
                                <p:cTn id="1411" presetID="1" presetClass="entr" presetSubtype="0" fill="hold" nodeType="withEffect">
                                  <p:stCondLst>
                                    <p:cond delay="0"/>
                                  </p:stCondLst>
                                  <p:childTnLst>
                                    <p:set>
                                      <p:cBhvr>
                                        <p:cTn id="1412" dur="1" fill="hold">
                                          <p:stCondLst>
                                            <p:cond delay="0"/>
                                          </p:stCondLst>
                                        </p:cTn>
                                        <p:tgtEl>
                                          <p:spTgt spid="711"/>
                                        </p:tgtEl>
                                        <p:attrNameLst>
                                          <p:attrName>style.visibility</p:attrName>
                                        </p:attrNameLst>
                                      </p:cBhvr>
                                      <p:to>
                                        <p:strVal val="visible"/>
                                      </p:to>
                                    </p:set>
                                  </p:childTnLst>
                                </p:cTn>
                              </p:par>
                              <p:par>
                                <p:cTn id="1413" presetID="1" presetClass="entr" presetSubtype="0" fill="hold" nodeType="withEffect">
                                  <p:stCondLst>
                                    <p:cond delay="0"/>
                                  </p:stCondLst>
                                  <p:childTnLst>
                                    <p:set>
                                      <p:cBhvr>
                                        <p:cTn id="1414" dur="1" fill="hold">
                                          <p:stCondLst>
                                            <p:cond delay="0"/>
                                          </p:stCondLst>
                                        </p:cTn>
                                        <p:tgtEl>
                                          <p:spTgt spid="712"/>
                                        </p:tgtEl>
                                        <p:attrNameLst>
                                          <p:attrName>style.visibility</p:attrName>
                                        </p:attrNameLst>
                                      </p:cBhvr>
                                      <p:to>
                                        <p:strVal val="visible"/>
                                      </p:to>
                                    </p:set>
                                  </p:childTnLst>
                                </p:cTn>
                              </p:par>
                              <p:par>
                                <p:cTn id="1415" presetID="1" presetClass="entr" presetSubtype="0" fill="hold" nodeType="withEffect">
                                  <p:stCondLst>
                                    <p:cond delay="0"/>
                                  </p:stCondLst>
                                  <p:childTnLst>
                                    <p:set>
                                      <p:cBhvr>
                                        <p:cTn id="1416" dur="1" fill="hold">
                                          <p:stCondLst>
                                            <p:cond delay="0"/>
                                          </p:stCondLst>
                                        </p:cTn>
                                        <p:tgtEl>
                                          <p:spTgt spid="713"/>
                                        </p:tgtEl>
                                        <p:attrNameLst>
                                          <p:attrName>style.visibility</p:attrName>
                                        </p:attrNameLst>
                                      </p:cBhvr>
                                      <p:to>
                                        <p:strVal val="visible"/>
                                      </p:to>
                                    </p:set>
                                  </p:childTnLst>
                                </p:cTn>
                              </p:par>
                              <p:par>
                                <p:cTn id="1417" presetID="1" presetClass="entr" presetSubtype="0" fill="hold" nodeType="withEffect">
                                  <p:stCondLst>
                                    <p:cond delay="0"/>
                                  </p:stCondLst>
                                  <p:childTnLst>
                                    <p:set>
                                      <p:cBhvr>
                                        <p:cTn id="1418" dur="1" fill="hold">
                                          <p:stCondLst>
                                            <p:cond delay="0"/>
                                          </p:stCondLst>
                                        </p:cTn>
                                        <p:tgtEl>
                                          <p:spTgt spid="714"/>
                                        </p:tgtEl>
                                        <p:attrNameLst>
                                          <p:attrName>style.visibility</p:attrName>
                                        </p:attrNameLst>
                                      </p:cBhvr>
                                      <p:to>
                                        <p:strVal val="visible"/>
                                      </p:to>
                                    </p:set>
                                  </p:childTnLst>
                                </p:cTn>
                              </p:par>
                              <p:par>
                                <p:cTn id="1419" presetID="1" presetClass="entr" presetSubtype="0" fill="hold" nodeType="withEffect">
                                  <p:stCondLst>
                                    <p:cond delay="0"/>
                                  </p:stCondLst>
                                  <p:childTnLst>
                                    <p:set>
                                      <p:cBhvr>
                                        <p:cTn id="1420" dur="1" fill="hold">
                                          <p:stCondLst>
                                            <p:cond delay="0"/>
                                          </p:stCondLst>
                                        </p:cTn>
                                        <p:tgtEl>
                                          <p:spTgt spid="715"/>
                                        </p:tgtEl>
                                        <p:attrNameLst>
                                          <p:attrName>style.visibility</p:attrName>
                                        </p:attrNameLst>
                                      </p:cBhvr>
                                      <p:to>
                                        <p:strVal val="visible"/>
                                      </p:to>
                                    </p:set>
                                  </p:childTnLst>
                                </p:cTn>
                              </p:par>
                              <p:par>
                                <p:cTn id="1421" presetID="1" presetClass="entr" presetSubtype="0" fill="hold" nodeType="withEffect">
                                  <p:stCondLst>
                                    <p:cond delay="0"/>
                                  </p:stCondLst>
                                  <p:childTnLst>
                                    <p:set>
                                      <p:cBhvr>
                                        <p:cTn id="1422" dur="1" fill="hold">
                                          <p:stCondLst>
                                            <p:cond delay="0"/>
                                          </p:stCondLst>
                                        </p:cTn>
                                        <p:tgtEl>
                                          <p:spTgt spid="716"/>
                                        </p:tgtEl>
                                        <p:attrNameLst>
                                          <p:attrName>style.visibility</p:attrName>
                                        </p:attrNameLst>
                                      </p:cBhvr>
                                      <p:to>
                                        <p:strVal val="visible"/>
                                      </p:to>
                                    </p:set>
                                  </p:childTnLst>
                                </p:cTn>
                              </p:par>
                              <p:par>
                                <p:cTn id="1423" presetID="1" presetClass="entr" presetSubtype="0" fill="hold" nodeType="withEffect">
                                  <p:stCondLst>
                                    <p:cond delay="0"/>
                                  </p:stCondLst>
                                  <p:childTnLst>
                                    <p:set>
                                      <p:cBhvr>
                                        <p:cTn id="1424" dur="1" fill="hold">
                                          <p:stCondLst>
                                            <p:cond delay="0"/>
                                          </p:stCondLst>
                                        </p:cTn>
                                        <p:tgtEl>
                                          <p:spTgt spid="717"/>
                                        </p:tgtEl>
                                        <p:attrNameLst>
                                          <p:attrName>style.visibility</p:attrName>
                                        </p:attrNameLst>
                                      </p:cBhvr>
                                      <p:to>
                                        <p:strVal val="visible"/>
                                      </p:to>
                                    </p:set>
                                  </p:childTnLst>
                                </p:cTn>
                              </p:par>
                              <p:par>
                                <p:cTn id="1425" presetID="1" presetClass="entr" presetSubtype="0" fill="hold" nodeType="withEffect">
                                  <p:stCondLst>
                                    <p:cond delay="0"/>
                                  </p:stCondLst>
                                  <p:childTnLst>
                                    <p:set>
                                      <p:cBhvr>
                                        <p:cTn id="1426" dur="1" fill="hold">
                                          <p:stCondLst>
                                            <p:cond delay="0"/>
                                          </p:stCondLst>
                                        </p:cTn>
                                        <p:tgtEl>
                                          <p:spTgt spid="718"/>
                                        </p:tgtEl>
                                        <p:attrNameLst>
                                          <p:attrName>style.visibility</p:attrName>
                                        </p:attrNameLst>
                                      </p:cBhvr>
                                      <p:to>
                                        <p:strVal val="visible"/>
                                      </p:to>
                                    </p:set>
                                  </p:childTnLst>
                                </p:cTn>
                              </p:par>
                              <p:par>
                                <p:cTn id="1427" presetID="1" presetClass="entr" presetSubtype="0" fill="hold" nodeType="withEffect">
                                  <p:stCondLst>
                                    <p:cond delay="0"/>
                                  </p:stCondLst>
                                  <p:childTnLst>
                                    <p:set>
                                      <p:cBhvr>
                                        <p:cTn id="1428" dur="1" fill="hold">
                                          <p:stCondLst>
                                            <p:cond delay="0"/>
                                          </p:stCondLst>
                                        </p:cTn>
                                        <p:tgtEl>
                                          <p:spTgt spid="719"/>
                                        </p:tgtEl>
                                        <p:attrNameLst>
                                          <p:attrName>style.visibility</p:attrName>
                                        </p:attrNameLst>
                                      </p:cBhvr>
                                      <p:to>
                                        <p:strVal val="visible"/>
                                      </p:to>
                                    </p:set>
                                  </p:childTnLst>
                                </p:cTn>
                              </p:par>
                              <p:par>
                                <p:cTn id="1429" presetID="1" presetClass="entr" presetSubtype="0" fill="hold" nodeType="withEffect">
                                  <p:stCondLst>
                                    <p:cond delay="0"/>
                                  </p:stCondLst>
                                  <p:childTnLst>
                                    <p:set>
                                      <p:cBhvr>
                                        <p:cTn id="1430" dur="1" fill="hold">
                                          <p:stCondLst>
                                            <p:cond delay="0"/>
                                          </p:stCondLst>
                                        </p:cTn>
                                        <p:tgtEl>
                                          <p:spTgt spid="720"/>
                                        </p:tgtEl>
                                        <p:attrNameLst>
                                          <p:attrName>style.visibility</p:attrName>
                                        </p:attrNameLst>
                                      </p:cBhvr>
                                      <p:to>
                                        <p:strVal val="visible"/>
                                      </p:to>
                                    </p:set>
                                  </p:childTnLst>
                                </p:cTn>
                              </p:par>
                              <p:par>
                                <p:cTn id="1431" presetID="1" presetClass="entr" presetSubtype="0" fill="hold" nodeType="withEffect">
                                  <p:stCondLst>
                                    <p:cond delay="0"/>
                                  </p:stCondLst>
                                  <p:childTnLst>
                                    <p:set>
                                      <p:cBhvr>
                                        <p:cTn id="1432" dur="1" fill="hold">
                                          <p:stCondLst>
                                            <p:cond delay="0"/>
                                          </p:stCondLst>
                                        </p:cTn>
                                        <p:tgtEl>
                                          <p:spTgt spid="721"/>
                                        </p:tgtEl>
                                        <p:attrNameLst>
                                          <p:attrName>style.visibility</p:attrName>
                                        </p:attrNameLst>
                                      </p:cBhvr>
                                      <p:to>
                                        <p:strVal val="visible"/>
                                      </p:to>
                                    </p:set>
                                  </p:childTnLst>
                                </p:cTn>
                              </p:par>
                              <p:par>
                                <p:cTn id="1433" presetID="1" presetClass="entr" presetSubtype="0" fill="hold" nodeType="withEffect">
                                  <p:stCondLst>
                                    <p:cond delay="0"/>
                                  </p:stCondLst>
                                  <p:childTnLst>
                                    <p:set>
                                      <p:cBhvr>
                                        <p:cTn id="1434" dur="1" fill="hold">
                                          <p:stCondLst>
                                            <p:cond delay="0"/>
                                          </p:stCondLst>
                                        </p:cTn>
                                        <p:tgtEl>
                                          <p:spTgt spid="722"/>
                                        </p:tgtEl>
                                        <p:attrNameLst>
                                          <p:attrName>style.visibility</p:attrName>
                                        </p:attrNameLst>
                                      </p:cBhvr>
                                      <p:to>
                                        <p:strVal val="visible"/>
                                      </p:to>
                                    </p:set>
                                  </p:childTnLst>
                                </p:cTn>
                              </p:par>
                              <p:par>
                                <p:cTn id="1435" presetID="1" presetClass="entr" presetSubtype="0" fill="hold" nodeType="withEffect">
                                  <p:stCondLst>
                                    <p:cond delay="0"/>
                                  </p:stCondLst>
                                  <p:childTnLst>
                                    <p:set>
                                      <p:cBhvr>
                                        <p:cTn id="1436" dur="1" fill="hold">
                                          <p:stCondLst>
                                            <p:cond delay="0"/>
                                          </p:stCondLst>
                                        </p:cTn>
                                        <p:tgtEl>
                                          <p:spTgt spid="723"/>
                                        </p:tgtEl>
                                        <p:attrNameLst>
                                          <p:attrName>style.visibility</p:attrName>
                                        </p:attrNameLst>
                                      </p:cBhvr>
                                      <p:to>
                                        <p:strVal val="visible"/>
                                      </p:to>
                                    </p:set>
                                  </p:childTnLst>
                                </p:cTn>
                              </p:par>
                              <p:par>
                                <p:cTn id="1437" presetID="1" presetClass="entr" presetSubtype="0" fill="hold" nodeType="withEffect">
                                  <p:stCondLst>
                                    <p:cond delay="0"/>
                                  </p:stCondLst>
                                  <p:childTnLst>
                                    <p:set>
                                      <p:cBhvr>
                                        <p:cTn id="1438" dur="1" fill="hold">
                                          <p:stCondLst>
                                            <p:cond delay="0"/>
                                          </p:stCondLst>
                                        </p:cTn>
                                        <p:tgtEl>
                                          <p:spTgt spid="724"/>
                                        </p:tgtEl>
                                        <p:attrNameLst>
                                          <p:attrName>style.visibility</p:attrName>
                                        </p:attrNameLst>
                                      </p:cBhvr>
                                      <p:to>
                                        <p:strVal val="visible"/>
                                      </p:to>
                                    </p:set>
                                  </p:childTnLst>
                                </p:cTn>
                              </p:par>
                              <p:par>
                                <p:cTn id="1439" presetID="1" presetClass="entr" presetSubtype="0" fill="hold" nodeType="withEffect">
                                  <p:stCondLst>
                                    <p:cond delay="0"/>
                                  </p:stCondLst>
                                  <p:childTnLst>
                                    <p:set>
                                      <p:cBhvr>
                                        <p:cTn id="1440" dur="1" fill="hold">
                                          <p:stCondLst>
                                            <p:cond delay="0"/>
                                          </p:stCondLst>
                                        </p:cTn>
                                        <p:tgtEl>
                                          <p:spTgt spid="725"/>
                                        </p:tgtEl>
                                        <p:attrNameLst>
                                          <p:attrName>style.visibility</p:attrName>
                                        </p:attrNameLst>
                                      </p:cBhvr>
                                      <p:to>
                                        <p:strVal val="visible"/>
                                      </p:to>
                                    </p:set>
                                  </p:childTnLst>
                                </p:cTn>
                              </p:par>
                              <p:par>
                                <p:cTn id="1441" presetID="1" presetClass="entr" presetSubtype="0" fill="hold" nodeType="withEffect">
                                  <p:stCondLst>
                                    <p:cond delay="0"/>
                                  </p:stCondLst>
                                  <p:childTnLst>
                                    <p:set>
                                      <p:cBhvr>
                                        <p:cTn id="1442" dur="1" fill="hold">
                                          <p:stCondLst>
                                            <p:cond delay="0"/>
                                          </p:stCondLst>
                                        </p:cTn>
                                        <p:tgtEl>
                                          <p:spTgt spid="726"/>
                                        </p:tgtEl>
                                        <p:attrNameLst>
                                          <p:attrName>style.visibility</p:attrName>
                                        </p:attrNameLst>
                                      </p:cBhvr>
                                      <p:to>
                                        <p:strVal val="visible"/>
                                      </p:to>
                                    </p:set>
                                  </p:childTnLst>
                                </p:cTn>
                              </p:par>
                              <p:par>
                                <p:cTn id="1443" presetID="1" presetClass="entr" presetSubtype="0" fill="hold" nodeType="withEffect">
                                  <p:stCondLst>
                                    <p:cond delay="0"/>
                                  </p:stCondLst>
                                  <p:childTnLst>
                                    <p:set>
                                      <p:cBhvr>
                                        <p:cTn id="1444" dur="1" fill="hold">
                                          <p:stCondLst>
                                            <p:cond delay="0"/>
                                          </p:stCondLst>
                                        </p:cTn>
                                        <p:tgtEl>
                                          <p:spTgt spid="727"/>
                                        </p:tgtEl>
                                        <p:attrNameLst>
                                          <p:attrName>style.visibility</p:attrName>
                                        </p:attrNameLst>
                                      </p:cBhvr>
                                      <p:to>
                                        <p:strVal val="visible"/>
                                      </p:to>
                                    </p:set>
                                  </p:childTnLst>
                                </p:cTn>
                              </p:par>
                              <p:par>
                                <p:cTn id="1445" presetID="1" presetClass="entr" presetSubtype="0" fill="hold" nodeType="withEffect">
                                  <p:stCondLst>
                                    <p:cond delay="0"/>
                                  </p:stCondLst>
                                  <p:childTnLst>
                                    <p:set>
                                      <p:cBhvr>
                                        <p:cTn id="1446" dur="1" fill="hold">
                                          <p:stCondLst>
                                            <p:cond delay="0"/>
                                          </p:stCondLst>
                                        </p:cTn>
                                        <p:tgtEl>
                                          <p:spTgt spid="728"/>
                                        </p:tgtEl>
                                        <p:attrNameLst>
                                          <p:attrName>style.visibility</p:attrName>
                                        </p:attrNameLst>
                                      </p:cBhvr>
                                      <p:to>
                                        <p:strVal val="visible"/>
                                      </p:to>
                                    </p:set>
                                  </p:childTnLst>
                                </p:cTn>
                              </p:par>
                              <p:par>
                                <p:cTn id="1447" presetID="1" presetClass="entr" presetSubtype="0" fill="hold" nodeType="withEffect">
                                  <p:stCondLst>
                                    <p:cond delay="0"/>
                                  </p:stCondLst>
                                  <p:childTnLst>
                                    <p:set>
                                      <p:cBhvr>
                                        <p:cTn id="1448" dur="1" fill="hold">
                                          <p:stCondLst>
                                            <p:cond delay="0"/>
                                          </p:stCondLst>
                                        </p:cTn>
                                        <p:tgtEl>
                                          <p:spTgt spid="729"/>
                                        </p:tgtEl>
                                        <p:attrNameLst>
                                          <p:attrName>style.visibility</p:attrName>
                                        </p:attrNameLst>
                                      </p:cBhvr>
                                      <p:to>
                                        <p:strVal val="visible"/>
                                      </p:to>
                                    </p:set>
                                  </p:childTnLst>
                                </p:cTn>
                              </p:par>
                              <p:par>
                                <p:cTn id="1449" presetID="1" presetClass="entr" presetSubtype="0" fill="hold" nodeType="withEffect">
                                  <p:stCondLst>
                                    <p:cond delay="0"/>
                                  </p:stCondLst>
                                  <p:childTnLst>
                                    <p:set>
                                      <p:cBhvr>
                                        <p:cTn id="1450" dur="1" fill="hold">
                                          <p:stCondLst>
                                            <p:cond delay="0"/>
                                          </p:stCondLst>
                                        </p:cTn>
                                        <p:tgtEl>
                                          <p:spTgt spid="730"/>
                                        </p:tgtEl>
                                        <p:attrNameLst>
                                          <p:attrName>style.visibility</p:attrName>
                                        </p:attrNameLst>
                                      </p:cBhvr>
                                      <p:to>
                                        <p:strVal val="visible"/>
                                      </p:to>
                                    </p:set>
                                  </p:childTnLst>
                                </p:cTn>
                              </p:par>
                              <p:par>
                                <p:cTn id="1451" presetID="1" presetClass="entr" presetSubtype="0" fill="hold" nodeType="withEffect">
                                  <p:stCondLst>
                                    <p:cond delay="0"/>
                                  </p:stCondLst>
                                  <p:childTnLst>
                                    <p:set>
                                      <p:cBhvr>
                                        <p:cTn id="1452" dur="1" fill="hold">
                                          <p:stCondLst>
                                            <p:cond delay="0"/>
                                          </p:stCondLst>
                                        </p:cTn>
                                        <p:tgtEl>
                                          <p:spTgt spid="731"/>
                                        </p:tgtEl>
                                        <p:attrNameLst>
                                          <p:attrName>style.visibility</p:attrName>
                                        </p:attrNameLst>
                                      </p:cBhvr>
                                      <p:to>
                                        <p:strVal val="visible"/>
                                      </p:to>
                                    </p:set>
                                  </p:childTnLst>
                                </p:cTn>
                              </p:par>
                              <p:par>
                                <p:cTn id="1453" presetID="1" presetClass="entr" presetSubtype="0" fill="hold" nodeType="withEffect">
                                  <p:stCondLst>
                                    <p:cond delay="0"/>
                                  </p:stCondLst>
                                  <p:childTnLst>
                                    <p:set>
                                      <p:cBhvr>
                                        <p:cTn id="1454" dur="1" fill="hold">
                                          <p:stCondLst>
                                            <p:cond delay="0"/>
                                          </p:stCondLst>
                                        </p:cTn>
                                        <p:tgtEl>
                                          <p:spTgt spid="732"/>
                                        </p:tgtEl>
                                        <p:attrNameLst>
                                          <p:attrName>style.visibility</p:attrName>
                                        </p:attrNameLst>
                                      </p:cBhvr>
                                      <p:to>
                                        <p:strVal val="visible"/>
                                      </p:to>
                                    </p:set>
                                  </p:childTnLst>
                                </p:cTn>
                              </p:par>
                              <p:par>
                                <p:cTn id="1455" presetID="1" presetClass="entr" presetSubtype="0" fill="hold" nodeType="withEffect">
                                  <p:stCondLst>
                                    <p:cond delay="0"/>
                                  </p:stCondLst>
                                  <p:childTnLst>
                                    <p:set>
                                      <p:cBhvr>
                                        <p:cTn id="1456" dur="1" fill="hold">
                                          <p:stCondLst>
                                            <p:cond delay="0"/>
                                          </p:stCondLst>
                                        </p:cTn>
                                        <p:tgtEl>
                                          <p:spTgt spid="733"/>
                                        </p:tgtEl>
                                        <p:attrNameLst>
                                          <p:attrName>style.visibility</p:attrName>
                                        </p:attrNameLst>
                                      </p:cBhvr>
                                      <p:to>
                                        <p:strVal val="visible"/>
                                      </p:to>
                                    </p:set>
                                  </p:childTnLst>
                                </p:cTn>
                              </p:par>
                              <p:par>
                                <p:cTn id="1457" presetID="1" presetClass="entr" presetSubtype="0" fill="hold" nodeType="withEffect">
                                  <p:stCondLst>
                                    <p:cond delay="0"/>
                                  </p:stCondLst>
                                  <p:childTnLst>
                                    <p:set>
                                      <p:cBhvr>
                                        <p:cTn id="1458" dur="1" fill="hold">
                                          <p:stCondLst>
                                            <p:cond delay="0"/>
                                          </p:stCondLst>
                                        </p:cTn>
                                        <p:tgtEl>
                                          <p:spTgt spid="734"/>
                                        </p:tgtEl>
                                        <p:attrNameLst>
                                          <p:attrName>style.visibility</p:attrName>
                                        </p:attrNameLst>
                                      </p:cBhvr>
                                      <p:to>
                                        <p:strVal val="visible"/>
                                      </p:to>
                                    </p:set>
                                  </p:childTnLst>
                                </p:cTn>
                              </p:par>
                              <p:par>
                                <p:cTn id="1459" presetID="1" presetClass="entr" presetSubtype="0" fill="hold" nodeType="withEffect">
                                  <p:stCondLst>
                                    <p:cond delay="0"/>
                                  </p:stCondLst>
                                  <p:childTnLst>
                                    <p:set>
                                      <p:cBhvr>
                                        <p:cTn id="1460" dur="1" fill="hold">
                                          <p:stCondLst>
                                            <p:cond delay="0"/>
                                          </p:stCondLst>
                                        </p:cTn>
                                        <p:tgtEl>
                                          <p:spTgt spid="735"/>
                                        </p:tgtEl>
                                        <p:attrNameLst>
                                          <p:attrName>style.visibility</p:attrName>
                                        </p:attrNameLst>
                                      </p:cBhvr>
                                      <p:to>
                                        <p:strVal val="visible"/>
                                      </p:to>
                                    </p:set>
                                  </p:childTnLst>
                                </p:cTn>
                              </p:par>
                              <p:par>
                                <p:cTn id="1461" presetID="1" presetClass="entr" presetSubtype="0" fill="hold" nodeType="withEffect">
                                  <p:stCondLst>
                                    <p:cond delay="0"/>
                                  </p:stCondLst>
                                  <p:childTnLst>
                                    <p:set>
                                      <p:cBhvr>
                                        <p:cTn id="1462" dur="1" fill="hold">
                                          <p:stCondLst>
                                            <p:cond delay="0"/>
                                          </p:stCondLst>
                                        </p:cTn>
                                        <p:tgtEl>
                                          <p:spTgt spid="736"/>
                                        </p:tgtEl>
                                        <p:attrNameLst>
                                          <p:attrName>style.visibility</p:attrName>
                                        </p:attrNameLst>
                                      </p:cBhvr>
                                      <p:to>
                                        <p:strVal val="visible"/>
                                      </p:to>
                                    </p:set>
                                  </p:childTnLst>
                                </p:cTn>
                              </p:par>
                              <p:par>
                                <p:cTn id="1463" presetID="1" presetClass="entr" presetSubtype="0" fill="hold" nodeType="withEffect">
                                  <p:stCondLst>
                                    <p:cond delay="0"/>
                                  </p:stCondLst>
                                  <p:childTnLst>
                                    <p:set>
                                      <p:cBhvr>
                                        <p:cTn id="1464" dur="1" fill="hold">
                                          <p:stCondLst>
                                            <p:cond delay="0"/>
                                          </p:stCondLst>
                                        </p:cTn>
                                        <p:tgtEl>
                                          <p:spTgt spid="737"/>
                                        </p:tgtEl>
                                        <p:attrNameLst>
                                          <p:attrName>style.visibility</p:attrName>
                                        </p:attrNameLst>
                                      </p:cBhvr>
                                      <p:to>
                                        <p:strVal val="visible"/>
                                      </p:to>
                                    </p:set>
                                  </p:childTnLst>
                                </p:cTn>
                              </p:par>
                              <p:par>
                                <p:cTn id="1465" presetID="1" presetClass="entr" presetSubtype="0" fill="hold" nodeType="withEffect">
                                  <p:stCondLst>
                                    <p:cond delay="0"/>
                                  </p:stCondLst>
                                  <p:childTnLst>
                                    <p:set>
                                      <p:cBhvr>
                                        <p:cTn id="1466" dur="1" fill="hold">
                                          <p:stCondLst>
                                            <p:cond delay="0"/>
                                          </p:stCondLst>
                                        </p:cTn>
                                        <p:tgtEl>
                                          <p:spTgt spid="738"/>
                                        </p:tgtEl>
                                        <p:attrNameLst>
                                          <p:attrName>style.visibility</p:attrName>
                                        </p:attrNameLst>
                                      </p:cBhvr>
                                      <p:to>
                                        <p:strVal val="visible"/>
                                      </p:to>
                                    </p:set>
                                  </p:childTnLst>
                                </p:cTn>
                              </p:par>
                              <p:par>
                                <p:cTn id="1467" presetID="1" presetClass="entr" presetSubtype="0" fill="hold" nodeType="withEffect">
                                  <p:stCondLst>
                                    <p:cond delay="0"/>
                                  </p:stCondLst>
                                  <p:childTnLst>
                                    <p:set>
                                      <p:cBhvr>
                                        <p:cTn id="1468" dur="1" fill="hold">
                                          <p:stCondLst>
                                            <p:cond delay="0"/>
                                          </p:stCondLst>
                                        </p:cTn>
                                        <p:tgtEl>
                                          <p:spTgt spid="739"/>
                                        </p:tgtEl>
                                        <p:attrNameLst>
                                          <p:attrName>style.visibility</p:attrName>
                                        </p:attrNameLst>
                                      </p:cBhvr>
                                      <p:to>
                                        <p:strVal val="visible"/>
                                      </p:to>
                                    </p:set>
                                  </p:childTnLst>
                                </p:cTn>
                              </p:par>
                              <p:par>
                                <p:cTn id="1469" presetID="1" presetClass="entr" presetSubtype="0" fill="hold" nodeType="withEffect">
                                  <p:stCondLst>
                                    <p:cond delay="0"/>
                                  </p:stCondLst>
                                  <p:childTnLst>
                                    <p:set>
                                      <p:cBhvr>
                                        <p:cTn id="1470" dur="1" fill="hold">
                                          <p:stCondLst>
                                            <p:cond delay="0"/>
                                          </p:stCondLst>
                                        </p:cTn>
                                        <p:tgtEl>
                                          <p:spTgt spid="740"/>
                                        </p:tgtEl>
                                        <p:attrNameLst>
                                          <p:attrName>style.visibility</p:attrName>
                                        </p:attrNameLst>
                                      </p:cBhvr>
                                      <p:to>
                                        <p:strVal val="visible"/>
                                      </p:to>
                                    </p:set>
                                  </p:childTnLst>
                                </p:cTn>
                              </p:par>
                              <p:par>
                                <p:cTn id="1471" presetID="1" presetClass="entr" presetSubtype="0" fill="hold" nodeType="withEffect">
                                  <p:stCondLst>
                                    <p:cond delay="0"/>
                                  </p:stCondLst>
                                  <p:childTnLst>
                                    <p:set>
                                      <p:cBhvr>
                                        <p:cTn id="1472" dur="1" fill="hold">
                                          <p:stCondLst>
                                            <p:cond delay="0"/>
                                          </p:stCondLst>
                                        </p:cTn>
                                        <p:tgtEl>
                                          <p:spTgt spid="741"/>
                                        </p:tgtEl>
                                        <p:attrNameLst>
                                          <p:attrName>style.visibility</p:attrName>
                                        </p:attrNameLst>
                                      </p:cBhvr>
                                      <p:to>
                                        <p:strVal val="visible"/>
                                      </p:to>
                                    </p:set>
                                  </p:childTnLst>
                                </p:cTn>
                              </p:par>
                              <p:par>
                                <p:cTn id="1473" presetID="1" presetClass="entr" presetSubtype="0" fill="hold" nodeType="withEffect">
                                  <p:stCondLst>
                                    <p:cond delay="0"/>
                                  </p:stCondLst>
                                  <p:childTnLst>
                                    <p:set>
                                      <p:cBhvr>
                                        <p:cTn id="1474" dur="1" fill="hold">
                                          <p:stCondLst>
                                            <p:cond delay="0"/>
                                          </p:stCondLst>
                                        </p:cTn>
                                        <p:tgtEl>
                                          <p:spTgt spid="742"/>
                                        </p:tgtEl>
                                        <p:attrNameLst>
                                          <p:attrName>style.visibility</p:attrName>
                                        </p:attrNameLst>
                                      </p:cBhvr>
                                      <p:to>
                                        <p:strVal val="visible"/>
                                      </p:to>
                                    </p:set>
                                  </p:childTnLst>
                                </p:cTn>
                              </p:par>
                              <p:par>
                                <p:cTn id="1475" presetID="1" presetClass="entr" presetSubtype="0" fill="hold" nodeType="withEffect">
                                  <p:stCondLst>
                                    <p:cond delay="0"/>
                                  </p:stCondLst>
                                  <p:childTnLst>
                                    <p:set>
                                      <p:cBhvr>
                                        <p:cTn id="1476" dur="1" fill="hold">
                                          <p:stCondLst>
                                            <p:cond delay="0"/>
                                          </p:stCondLst>
                                        </p:cTn>
                                        <p:tgtEl>
                                          <p:spTgt spid="743"/>
                                        </p:tgtEl>
                                        <p:attrNameLst>
                                          <p:attrName>style.visibility</p:attrName>
                                        </p:attrNameLst>
                                      </p:cBhvr>
                                      <p:to>
                                        <p:strVal val="visible"/>
                                      </p:to>
                                    </p:set>
                                  </p:childTnLst>
                                </p:cTn>
                              </p:par>
                              <p:par>
                                <p:cTn id="1477" presetID="1" presetClass="entr" presetSubtype="0" fill="hold" nodeType="withEffect">
                                  <p:stCondLst>
                                    <p:cond delay="0"/>
                                  </p:stCondLst>
                                  <p:childTnLst>
                                    <p:set>
                                      <p:cBhvr>
                                        <p:cTn id="1478" dur="1" fill="hold">
                                          <p:stCondLst>
                                            <p:cond delay="0"/>
                                          </p:stCondLst>
                                        </p:cTn>
                                        <p:tgtEl>
                                          <p:spTgt spid="744"/>
                                        </p:tgtEl>
                                        <p:attrNameLst>
                                          <p:attrName>style.visibility</p:attrName>
                                        </p:attrNameLst>
                                      </p:cBhvr>
                                      <p:to>
                                        <p:strVal val="visible"/>
                                      </p:to>
                                    </p:set>
                                  </p:childTnLst>
                                </p:cTn>
                              </p:par>
                              <p:par>
                                <p:cTn id="1479" presetID="1" presetClass="entr" presetSubtype="0" fill="hold" nodeType="withEffect">
                                  <p:stCondLst>
                                    <p:cond delay="0"/>
                                  </p:stCondLst>
                                  <p:childTnLst>
                                    <p:set>
                                      <p:cBhvr>
                                        <p:cTn id="1480" dur="1" fill="hold">
                                          <p:stCondLst>
                                            <p:cond delay="0"/>
                                          </p:stCondLst>
                                        </p:cTn>
                                        <p:tgtEl>
                                          <p:spTgt spid="745"/>
                                        </p:tgtEl>
                                        <p:attrNameLst>
                                          <p:attrName>style.visibility</p:attrName>
                                        </p:attrNameLst>
                                      </p:cBhvr>
                                      <p:to>
                                        <p:strVal val="visible"/>
                                      </p:to>
                                    </p:set>
                                  </p:childTnLst>
                                </p:cTn>
                              </p:par>
                              <p:par>
                                <p:cTn id="1481" presetID="1" presetClass="entr" presetSubtype="0" fill="hold" nodeType="withEffect">
                                  <p:stCondLst>
                                    <p:cond delay="0"/>
                                  </p:stCondLst>
                                  <p:childTnLst>
                                    <p:set>
                                      <p:cBhvr>
                                        <p:cTn id="1482" dur="1" fill="hold">
                                          <p:stCondLst>
                                            <p:cond delay="0"/>
                                          </p:stCondLst>
                                        </p:cTn>
                                        <p:tgtEl>
                                          <p:spTgt spid="746"/>
                                        </p:tgtEl>
                                        <p:attrNameLst>
                                          <p:attrName>style.visibility</p:attrName>
                                        </p:attrNameLst>
                                      </p:cBhvr>
                                      <p:to>
                                        <p:strVal val="visible"/>
                                      </p:to>
                                    </p:set>
                                  </p:childTnLst>
                                </p:cTn>
                              </p:par>
                              <p:par>
                                <p:cTn id="1483" presetID="1" presetClass="entr" presetSubtype="0" fill="hold" nodeType="withEffect">
                                  <p:stCondLst>
                                    <p:cond delay="0"/>
                                  </p:stCondLst>
                                  <p:childTnLst>
                                    <p:set>
                                      <p:cBhvr>
                                        <p:cTn id="1484" dur="1" fill="hold">
                                          <p:stCondLst>
                                            <p:cond delay="0"/>
                                          </p:stCondLst>
                                        </p:cTn>
                                        <p:tgtEl>
                                          <p:spTgt spid="747"/>
                                        </p:tgtEl>
                                        <p:attrNameLst>
                                          <p:attrName>style.visibility</p:attrName>
                                        </p:attrNameLst>
                                      </p:cBhvr>
                                      <p:to>
                                        <p:strVal val="visible"/>
                                      </p:to>
                                    </p:set>
                                  </p:childTnLst>
                                </p:cTn>
                              </p:par>
                              <p:par>
                                <p:cTn id="1485" presetID="1" presetClass="entr" presetSubtype="0" fill="hold" nodeType="withEffect">
                                  <p:stCondLst>
                                    <p:cond delay="0"/>
                                  </p:stCondLst>
                                  <p:childTnLst>
                                    <p:set>
                                      <p:cBhvr>
                                        <p:cTn id="1486" dur="1" fill="hold">
                                          <p:stCondLst>
                                            <p:cond delay="0"/>
                                          </p:stCondLst>
                                        </p:cTn>
                                        <p:tgtEl>
                                          <p:spTgt spid="748"/>
                                        </p:tgtEl>
                                        <p:attrNameLst>
                                          <p:attrName>style.visibility</p:attrName>
                                        </p:attrNameLst>
                                      </p:cBhvr>
                                      <p:to>
                                        <p:strVal val="visible"/>
                                      </p:to>
                                    </p:set>
                                  </p:childTnLst>
                                </p:cTn>
                              </p:par>
                              <p:par>
                                <p:cTn id="1487" presetID="1" presetClass="entr" presetSubtype="0" fill="hold" nodeType="withEffect">
                                  <p:stCondLst>
                                    <p:cond delay="0"/>
                                  </p:stCondLst>
                                  <p:childTnLst>
                                    <p:set>
                                      <p:cBhvr>
                                        <p:cTn id="1488" dur="1" fill="hold">
                                          <p:stCondLst>
                                            <p:cond delay="0"/>
                                          </p:stCondLst>
                                        </p:cTn>
                                        <p:tgtEl>
                                          <p:spTgt spid="749"/>
                                        </p:tgtEl>
                                        <p:attrNameLst>
                                          <p:attrName>style.visibility</p:attrName>
                                        </p:attrNameLst>
                                      </p:cBhvr>
                                      <p:to>
                                        <p:strVal val="visible"/>
                                      </p:to>
                                    </p:set>
                                  </p:childTnLst>
                                </p:cTn>
                              </p:par>
                              <p:par>
                                <p:cTn id="1489" presetID="1" presetClass="entr" presetSubtype="0" fill="hold" nodeType="withEffect">
                                  <p:stCondLst>
                                    <p:cond delay="0"/>
                                  </p:stCondLst>
                                  <p:childTnLst>
                                    <p:set>
                                      <p:cBhvr>
                                        <p:cTn id="1490" dur="1" fill="hold">
                                          <p:stCondLst>
                                            <p:cond delay="0"/>
                                          </p:stCondLst>
                                        </p:cTn>
                                        <p:tgtEl>
                                          <p:spTgt spid="750"/>
                                        </p:tgtEl>
                                        <p:attrNameLst>
                                          <p:attrName>style.visibility</p:attrName>
                                        </p:attrNameLst>
                                      </p:cBhvr>
                                      <p:to>
                                        <p:strVal val="visible"/>
                                      </p:to>
                                    </p:set>
                                  </p:childTnLst>
                                </p:cTn>
                              </p:par>
                              <p:par>
                                <p:cTn id="1491" presetID="1" presetClass="entr" presetSubtype="0" fill="hold" nodeType="withEffect">
                                  <p:stCondLst>
                                    <p:cond delay="0"/>
                                  </p:stCondLst>
                                  <p:childTnLst>
                                    <p:set>
                                      <p:cBhvr>
                                        <p:cTn id="1492" dur="1" fill="hold">
                                          <p:stCondLst>
                                            <p:cond delay="0"/>
                                          </p:stCondLst>
                                        </p:cTn>
                                        <p:tgtEl>
                                          <p:spTgt spid="751"/>
                                        </p:tgtEl>
                                        <p:attrNameLst>
                                          <p:attrName>style.visibility</p:attrName>
                                        </p:attrNameLst>
                                      </p:cBhvr>
                                      <p:to>
                                        <p:strVal val="visible"/>
                                      </p:to>
                                    </p:set>
                                  </p:childTnLst>
                                </p:cTn>
                              </p:par>
                              <p:par>
                                <p:cTn id="1493" presetID="1" presetClass="entr" presetSubtype="0" fill="hold" nodeType="withEffect">
                                  <p:stCondLst>
                                    <p:cond delay="0"/>
                                  </p:stCondLst>
                                  <p:childTnLst>
                                    <p:set>
                                      <p:cBhvr>
                                        <p:cTn id="1494" dur="1" fill="hold">
                                          <p:stCondLst>
                                            <p:cond delay="0"/>
                                          </p:stCondLst>
                                        </p:cTn>
                                        <p:tgtEl>
                                          <p:spTgt spid="752"/>
                                        </p:tgtEl>
                                        <p:attrNameLst>
                                          <p:attrName>style.visibility</p:attrName>
                                        </p:attrNameLst>
                                      </p:cBhvr>
                                      <p:to>
                                        <p:strVal val="visible"/>
                                      </p:to>
                                    </p:set>
                                  </p:childTnLst>
                                </p:cTn>
                              </p:par>
                              <p:par>
                                <p:cTn id="1495" presetID="1" presetClass="entr" presetSubtype="0" fill="hold" nodeType="withEffect">
                                  <p:stCondLst>
                                    <p:cond delay="0"/>
                                  </p:stCondLst>
                                  <p:childTnLst>
                                    <p:set>
                                      <p:cBhvr>
                                        <p:cTn id="1496" dur="1" fill="hold">
                                          <p:stCondLst>
                                            <p:cond delay="0"/>
                                          </p:stCondLst>
                                        </p:cTn>
                                        <p:tgtEl>
                                          <p:spTgt spid="753"/>
                                        </p:tgtEl>
                                        <p:attrNameLst>
                                          <p:attrName>style.visibility</p:attrName>
                                        </p:attrNameLst>
                                      </p:cBhvr>
                                      <p:to>
                                        <p:strVal val="visible"/>
                                      </p:to>
                                    </p:set>
                                  </p:childTnLst>
                                </p:cTn>
                              </p:par>
                              <p:par>
                                <p:cTn id="1497" presetID="1" presetClass="entr" presetSubtype="0" fill="hold" nodeType="withEffect">
                                  <p:stCondLst>
                                    <p:cond delay="0"/>
                                  </p:stCondLst>
                                  <p:childTnLst>
                                    <p:set>
                                      <p:cBhvr>
                                        <p:cTn id="1498" dur="1" fill="hold">
                                          <p:stCondLst>
                                            <p:cond delay="0"/>
                                          </p:stCondLst>
                                        </p:cTn>
                                        <p:tgtEl>
                                          <p:spTgt spid="754"/>
                                        </p:tgtEl>
                                        <p:attrNameLst>
                                          <p:attrName>style.visibility</p:attrName>
                                        </p:attrNameLst>
                                      </p:cBhvr>
                                      <p:to>
                                        <p:strVal val="visible"/>
                                      </p:to>
                                    </p:set>
                                  </p:childTnLst>
                                </p:cTn>
                              </p:par>
                              <p:par>
                                <p:cTn id="1499" presetID="1" presetClass="entr" presetSubtype="0" fill="hold" nodeType="withEffect">
                                  <p:stCondLst>
                                    <p:cond delay="0"/>
                                  </p:stCondLst>
                                  <p:childTnLst>
                                    <p:set>
                                      <p:cBhvr>
                                        <p:cTn id="1500" dur="1" fill="hold">
                                          <p:stCondLst>
                                            <p:cond delay="0"/>
                                          </p:stCondLst>
                                        </p:cTn>
                                        <p:tgtEl>
                                          <p:spTgt spid="755"/>
                                        </p:tgtEl>
                                        <p:attrNameLst>
                                          <p:attrName>style.visibility</p:attrName>
                                        </p:attrNameLst>
                                      </p:cBhvr>
                                      <p:to>
                                        <p:strVal val="visible"/>
                                      </p:to>
                                    </p:set>
                                  </p:childTnLst>
                                </p:cTn>
                              </p:par>
                              <p:par>
                                <p:cTn id="1501" presetID="1" presetClass="entr" presetSubtype="0" fill="hold" nodeType="withEffect">
                                  <p:stCondLst>
                                    <p:cond delay="0"/>
                                  </p:stCondLst>
                                  <p:childTnLst>
                                    <p:set>
                                      <p:cBhvr>
                                        <p:cTn id="1502" dur="1" fill="hold">
                                          <p:stCondLst>
                                            <p:cond delay="0"/>
                                          </p:stCondLst>
                                        </p:cTn>
                                        <p:tgtEl>
                                          <p:spTgt spid="756"/>
                                        </p:tgtEl>
                                        <p:attrNameLst>
                                          <p:attrName>style.visibility</p:attrName>
                                        </p:attrNameLst>
                                      </p:cBhvr>
                                      <p:to>
                                        <p:strVal val="visible"/>
                                      </p:to>
                                    </p:set>
                                  </p:childTnLst>
                                </p:cTn>
                              </p:par>
                              <p:par>
                                <p:cTn id="1503" presetID="1" presetClass="entr" presetSubtype="0" fill="hold" nodeType="withEffect">
                                  <p:stCondLst>
                                    <p:cond delay="0"/>
                                  </p:stCondLst>
                                  <p:childTnLst>
                                    <p:set>
                                      <p:cBhvr>
                                        <p:cTn id="1504" dur="1" fill="hold">
                                          <p:stCondLst>
                                            <p:cond delay="0"/>
                                          </p:stCondLst>
                                        </p:cTn>
                                        <p:tgtEl>
                                          <p:spTgt spid="757"/>
                                        </p:tgtEl>
                                        <p:attrNameLst>
                                          <p:attrName>style.visibility</p:attrName>
                                        </p:attrNameLst>
                                      </p:cBhvr>
                                      <p:to>
                                        <p:strVal val="visible"/>
                                      </p:to>
                                    </p:set>
                                  </p:childTnLst>
                                </p:cTn>
                              </p:par>
                              <p:par>
                                <p:cTn id="1505" presetID="1" presetClass="entr" presetSubtype="0" fill="hold" nodeType="withEffect">
                                  <p:stCondLst>
                                    <p:cond delay="0"/>
                                  </p:stCondLst>
                                  <p:childTnLst>
                                    <p:set>
                                      <p:cBhvr>
                                        <p:cTn id="1506" dur="1" fill="hold">
                                          <p:stCondLst>
                                            <p:cond delay="0"/>
                                          </p:stCondLst>
                                        </p:cTn>
                                        <p:tgtEl>
                                          <p:spTgt spid="758"/>
                                        </p:tgtEl>
                                        <p:attrNameLst>
                                          <p:attrName>style.visibility</p:attrName>
                                        </p:attrNameLst>
                                      </p:cBhvr>
                                      <p:to>
                                        <p:strVal val="visible"/>
                                      </p:to>
                                    </p:set>
                                  </p:childTnLst>
                                </p:cTn>
                              </p:par>
                              <p:par>
                                <p:cTn id="1507" presetID="1" presetClass="entr" presetSubtype="0" fill="hold" nodeType="withEffect">
                                  <p:stCondLst>
                                    <p:cond delay="0"/>
                                  </p:stCondLst>
                                  <p:childTnLst>
                                    <p:set>
                                      <p:cBhvr>
                                        <p:cTn id="1508" dur="1" fill="hold">
                                          <p:stCondLst>
                                            <p:cond delay="0"/>
                                          </p:stCondLst>
                                        </p:cTn>
                                        <p:tgtEl>
                                          <p:spTgt spid="759"/>
                                        </p:tgtEl>
                                        <p:attrNameLst>
                                          <p:attrName>style.visibility</p:attrName>
                                        </p:attrNameLst>
                                      </p:cBhvr>
                                      <p:to>
                                        <p:strVal val="visible"/>
                                      </p:to>
                                    </p:set>
                                  </p:childTnLst>
                                </p:cTn>
                              </p:par>
                              <p:par>
                                <p:cTn id="1509" presetID="1" presetClass="entr" presetSubtype="0" fill="hold" nodeType="withEffect">
                                  <p:stCondLst>
                                    <p:cond delay="0"/>
                                  </p:stCondLst>
                                  <p:childTnLst>
                                    <p:set>
                                      <p:cBhvr>
                                        <p:cTn id="1510" dur="1" fill="hold">
                                          <p:stCondLst>
                                            <p:cond delay="0"/>
                                          </p:stCondLst>
                                        </p:cTn>
                                        <p:tgtEl>
                                          <p:spTgt spid="760"/>
                                        </p:tgtEl>
                                        <p:attrNameLst>
                                          <p:attrName>style.visibility</p:attrName>
                                        </p:attrNameLst>
                                      </p:cBhvr>
                                      <p:to>
                                        <p:strVal val="visible"/>
                                      </p:to>
                                    </p:set>
                                  </p:childTnLst>
                                </p:cTn>
                              </p:par>
                              <p:par>
                                <p:cTn id="1511" presetID="1" presetClass="entr" presetSubtype="0" fill="hold" nodeType="withEffect">
                                  <p:stCondLst>
                                    <p:cond delay="0"/>
                                  </p:stCondLst>
                                  <p:childTnLst>
                                    <p:set>
                                      <p:cBhvr>
                                        <p:cTn id="1512" dur="1" fill="hold">
                                          <p:stCondLst>
                                            <p:cond delay="0"/>
                                          </p:stCondLst>
                                        </p:cTn>
                                        <p:tgtEl>
                                          <p:spTgt spid="761"/>
                                        </p:tgtEl>
                                        <p:attrNameLst>
                                          <p:attrName>style.visibility</p:attrName>
                                        </p:attrNameLst>
                                      </p:cBhvr>
                                      <p:to>
                                        <p:strVal val="visible"/>
                                      </p:to>
                                    </p:set>
                                  </p:childTnLst>
                                </p:cTn>
                              </p:par>
                              <p:par>
                                <p:cTn id="1513" presetID="1" presetClass="entr" presetSubtype="0" fill="hold" nodeType="withEffect">
                                  <p:stCondLst>
                                    <p:cond delay="0"/>
                                  </p:stCondLst>
                                  <p:childTnLst>
                                    <p:set>
                                      <p:cBhvr>
                                        <p:cTn id="1514" dur="1" fill="hold">
                                          <p:stCondLst>
                                            <p:cond delay="0"/>
                                          </p:stCondLst>
                                        </p:cTn>
                                        <p:tgtEl>
                                          <p:spTgt spid="762"/>
                                        </p:tgtEl>
                                        <p:attrNameLst>
                                          <p:attrName>style.visibility</p:attrName>
                                        </p:attrNameLst>
                                      </p:cBhvr>
                                      <p:to>
                                        <p:strVal val="visible"/>
                                      </p:to>
                                    </p:set>
                                  </p:childTnLst>
                                </p:cTn>
                              </p:par>
                              <p:par>
                                <p:cTn id="1515" presetID="1" presetClass="entr" presetSubtype="0" fill="hold" nodeType="withEffect">
                                  <p:stCondLst>
                                    <p:cond delay="0"/>
                                  </p:stCondLst>
                                  <p:childTnLst>
                                    <p:set>
                                      <p:cBhvr>
                                        <p:cTn id="1516" dur="1" fill="hold">
                                          <p:stCondLst>
                                            <p:cond delay="0"/>
                                          </p:stCondLst>
                                        </p:cTn>
                                        <p:tgtEl>
                                          <p:spTgt spid="763"/>
                                        </p:tgtEl>
                                        <p:attrNameLst>
                                          <p:attrName>style.visibility</p:attrName>
                                        </p:attrNameLst>
                                      </p:cBhvr>
                                      <p:to>
                                        <p:strVal val="visible"/>
                                      </p:to>
                                    </p:set>
                                  </p:childTnLst>
                                </p:cTn>
                              </p:par>
                              <p:par>
                                <p:cTn id="1517" presetID="1" presetClass="entr" presetSubtype="0" fill="hold" nodeType="withEffect">
                                  <p:stCondLst>
                                    <p:cond delay="0"/>
                                  </p:stCondLst>
                                  <p:childTnLst>
                                    <p:set>
                                      <p:cBhvr>
                                        <p:cTn id="1518" dur="1" fill="hold">
                                          <p:stCondLst>
                                            <p:cond delay="0"/>
                                          </p:stCondLst>
                                        </p:cTn>
                                        <p:tgtEl>
                                          <p:spTgt spid="764"/>
                                        </p:tgtEl>
                                        <p:attrNameLst>
                                          <p:attrName>style.visibility</p:attrName>
                                        </p:attrNameLst>
                                      </p:cBhvr>
                                      <p:to>
                                        <p:strVal val="visible"/>
                                      </p:to>
                                    </p:set>
                                  </p:childTnLst>
                                </p:cTn>
                              </p:par>
                              <p:par>
                                <p:cTn id="1519" presetID="1" presetClass="entr" presetSubtype="0" fill="hold" nodeType="withEffect">
                                  <p:stCondLst>
                                    <p:cond delay="0"/>
                                  </p:stCondLst>
                                  <p:childTnLst>
                                    <p:set>
                                      <p:cBhvr>
                                        <p:cTn id="1520" dur="1" fill="hold">
                                          <p:stCondLst>
                                            <p:cond delay="0"/>
                                          </p:stCondLst>
                                        </p:cTn>
                                        <p:tgtEl>
                                          <p:spTgt spid="765"/>
                                        </p:tgtEl>
                                        <p:attrNameLst>
                                          <p:attrName>style.visibility</p:attrName>
                                        </p:attrNameLst>
                                      </p:cBhvr>
                                      <p:to>
                                        <p:strVal val="visible"/>
                                      </p:to>
                                    </p:set>
                                  </p:childTnLst>
                                </p:cTn>
                              </p:par>
                              <p:par>
                                <p:cTn id="1521" presetID="1" presetClass="entr" presetSubtype="0" fill="hold" nodeType="withEffect">
                                  <p:stCondLst>
                                    <p:cond delay="0"/>
                                  </p:stCondLst>
                                  <p:childTnLst>
                                    <p:set>
                                      <p:cBhvr>
                                        <p:cTn id="1522" dur="1" fill="hold">
                                          <p:stCondLst>
                                            <p:cond delay="0"/>
                                          </p:stCondLst>
                                        </p:cTn>
                                        <p:tgtEl>
                                          <p:spTgt spid="766"/>
                                        </p:tgtEl>
                                        <p:attrNameLst>
                                          <p:attrName>style.visibility</p:attrName>
                                        </p:attrNameLst>
                                      </p:cBhvr>
                                      <p:to>
                                        <p:strVal val="visible"/>
                                      </p:to>
                                    </p:set>
                                  </p:childTnLst>
                                </p:cTn>
                              </p:par>
                              <p:par>
                                <p:cTn id="1523" presetID="1" presetClass="entr" presetSubtype="0" fill="hold" nodeType="withEffect">
                                  <p:stCondLst>
                                    <p:cond delay="0"/>
                                  </p:stCondLst>
                                  <p:childTnLst>
                                    <p:set>
                                      <p:cBhvr>
                                        <p:cTn id="1524" dur="1" fill="hold">
                                          <p:stCondLst>
                                            <p:cond delay="0"/>
                                          </p:stCondLst>
                                        </p:cTn>
                                        <p:tgtEl>
                                          <p:spTgt spid="767"/>
                                        </p:tgtEl>
                                        <p:attrNameLst>
                                          <p:attrName>style.visibility</p:attrName>
                                        </p:attrNameLst>
                                      </p:cBhvr>
                                      <p:to>
                                        <p:strVal val="visible"/>
                                      </p:to>
                                    </p:set>
                                  </p:childTnLst>
                                </p:cTn>
                              </p:par>
                              <p:par>
                                <p:cTn id="1525" presetID="1" presetClass="entr" presetSubtype="0" fill="hold" nodeType="withEffect">
                                  <p:stCondLst>
                                    <p:cond delay="0"/>
                                  </p:stCondLst>
                                  <p:childTnLst>
                                    <p:set>
                                      <p:cBhvr>
                                        <p:cTn id="1526" dur="1" fill="hold">
                                          <p:stCondLst>
                                            <p:cond delay="0"/>
                                          </p:stCondLst>
                                        </p:cTn>
                                        <p:tgtEl>
                                          <p:spTgt spid="768"/>
                                        </p:tgtEl>
                                        <p:attrNameLst>
                                          <p:attrName>style.visibility</p:attrName>
                                        </p:attrNameLst>
                                      </p:cBhvr>
                                      <p:to>
                                        <p:strVal val="visible"/>
                                      </p:to>
                                    </p:set>
                                  </p:childTnLst>
                                </p:cTn>
                              </p:par>
                              <p:par>
                                <p:cTn id="1527" presetID="1" presetClass="entr" presetSubtype="0" fill="hold" nodeType="withEffect">
                                  <p:stCondLst>
                                    <p:cond delay="0"/>
                                  </p:stCondLst>
                                  <p:childTnLst>
                                    <p:set>
                                      <p:cBhvr>
                                        <p:cTn id="1528" dur="1" fill="hold">
                                          <p:stCondLst>
                                            <p:cond delay="0"/>
                                          </p:stCondLst>
                                        </p:cTn>
                                        <p:tgtEl>
                                          <p:spTgt spid="769"/>
                                        </p:tgtEl>
                                        <p:attrNameLst>
                                          <p:attrName>style.visibility</p:attrName>
                                        </p:attrNameLst>
                                      </p:cBhvr>
                                      <p:to>
                                        <p:strVal val="visible"/>
                                      </p:to>
                                    </p:set>
                                  </p:childTnLst>
                                </p:cTn>
                              </p:par>
                              <p:par>
                                <p:cTn id="1529" presetID="1" presetClass="entr" presetSubtype="0" fill="hold" nodeType="withEffect">
                                  <p:stCondLst>
                                    <p:cond delay="0"/>
                                  </p:stCondLst>
                                  <p:childTnLst>
                                    <p:set>
                                      <p:cBhvr>
                                        <p:cTn id="1530" dur="1" fill="hold">
                                          <p:stCondLst>
                                            <p:cond delay="0"/>
                                          </p:stCondLst>
                                        </p:cTn>
                                        <p:tgtEl>
                                          <p:spTgt spid="770"/>
                                        </p:tgtEl>
                                        <p:attrNameLst>
                                          <p:attrName>style.visibility</p:attrName>
                                        </p:attrNameLst>
                                      </p:cBhvr>
                                      <p:to>
                                        <p:strVal val="visible"/>
                                      </p:to>
                                    </p:set>
                                  </p:childTnLst>
                                </p:cTn>
                              </p:par>
                              <p:par>
                                <p:cTn id="1531" presetID="1" presetClass="entr" presetSubtype="0" fill="hold" nodeType="withEffect">
                                  <p:stCondLst>
                                    <p:cond delay="0"/>
                                  </p:stCondLst>
                                  <p:childTnLst>
                                    <p:set>
                                      <p:cBhvr>
                                        <p:cTn id="1532" dur="1" fill="hold">
                                          <p:stCondLst>
                                            <p:cond delay="0"/>
                                          </p:stCondLst>
                                        </p:cTn>
                                        <p:tgtEl>
                                          <p:spTgt spid="771"/>
                                        </p:tgtEl>
                                        <p:attrNameLst>
                                          <p:attrName>style.visibility</p:attrName>
                                        </p:attrNameLst>
                                      </p:cBhvr>
                                      <p:to>
                                        <p:strVal val="visible"/>
                                      </p:to>
                                    </p:set>
                                  </p:childTnLst>
                                </p:cTn>
                              </p:par>
                              <p:par>
                                <p:cTn id="1533" presetID="1" presetClass="entr" presetSubtype="0" fill="hold" nodeType="withEffect">
                                  <p:stCondLst>
                                    <p:cond delay="0"/>
                                  </p:stCondLst>
                                  <p:childTnLst>
                                    <p:set>
                                      <p:cBhvr>
                                        <p:cTn id="1534" dur="1" fill="hold">
                                          <p:stCondLst>
                                            <p:cond delay="0"/>
                                          </p:stCondLst>
                                        </p:cTn>
                                        <p:tgtEl>
                                          <p:spTgt spid="772"/>
                                        </p:tgtEl>
                                        <p:attrNameLst>
                                          <p:attrName>style.visibility</p:attrName>
                                        </p:attrNameLst>
                                      </p:cBhvr>
                                      <p:to>
                                        <p:strVal val="visible"/>
                                      </p:to>
                                    </p:set>
                                  </p:childTnLst>
                                </p:cTn>
                              </p:par>
                              <p:par>
                                <p:cTn id="1535" presetID="1" presetClass="entr" presetSubtype="0" fill="hold" nodeType="withEffect">
                                  <p:stCondLst>
                                    <p:cond delay="0"/>
                                  </p:stCondLst>
                                  <p:childTnLst>
                                    <p:set>
                                      <p:cBhvr>
                                        <p:cTn id="1536" dur="1" fill="hold">
                                          <p:stCondLst>
                                            <p:cond delay="0"/>
                                          </p:stCondLst>
                                        </p:cTn>
                                        <p:tgtEl>
                                          <p:spTgt spid="773"/>
                                        </p:tgtEl>
                                        <p:attrNameLst>
                                          <p:attrName>style.visibility</p:attrName>
                                        </p:attrNameLst>
                                      </p:cBhvr>
                                      <p:to>
                                        <p:strVal val="visible"/>
                                      </p:to>
                                    </p:set>
                                  </p:childTnLst>
                                </p:cTn>
                              </p:par>
                              <p:par>
                                <p:cTn id="1537" presetID="1" presetClass="entr" presetSubtype="0" fill="hold" nodeType="withEffect">
                                  <p:stCondLst>
                                    <p:cond delay="0"/>
                                  </p:stCondLst>
                                  <p:childTnLst>
                                    <p:set>
                                      <p:cBhvr>
                                        <p:cTn id="1538" dur="1" fill="hold">
                                          <p:stCondLst>
                                            <p:cond delay="0"/>
                                          </p:stCondLst>
                                        </p:cTn>
                                        <p:tgtEl>
                                          <p:spTgt spid="774"/>
                                        </p:tgtEl>
                                        <p:attrNameLst>
                                          <p:attrName>style.visibility</p:attrName>
                                        </p:attrNameLst>
                                      </p:cBhvr>
                                      <p:to>
                                        <p:strVal val="visible"/>
                                      </p:to>
                                    </p:set>
                                  </p:childTnLst>
                                </p:cTn>
                              </p:par>
                              <p:par>
                                <p:cTn id="1539" presetID="1" presetClass="entr" presetSubtype="0" fill="hold" nodeType="withEffect">
                                  <p:stCondLst>
                                    <p:cond delay="0"/>
                                  </p:stCondLst>
                                  <p:childTnLst>
                                    <p:set>
                                      <p:cBhvr>
                                        <p:cTn id="1540" dur="1" fill="hold">
                                          <p:stCondLst>
                                            <p:cond delay="0"/>
                                          </p:stCondLst>
                                        </p:cTn>
                                        <p:tgtEl>
                                          <p:spTgt spid="775"/>
                                        </p:tgtEl>
                                        <p:attrNameLst>
                                          <p:attrName>style.visibility</p:attrName>
                                        </p:attrNameLst>
                                      </p:cBhvr>
                                      <p:to>
                                        <p:strVal val="visible"/>
                                      </p:to>
                                    </p:set>
                                  </p:childTnLst>
                                </p:cTn>
                              </p:par>
                              <p:par>
                                <p:cTn id="1541" presetID="1" presetClass="entr" presetSubtype="0" fill="hold" nodeType="withEffect">
                                  <p:stCondLst>
                                    <p:cond delay="0"/>
                                  </p:stCondLst>
                                  <p:childTnLst>
                                    <p:set>
                                      <p:cBhvr>
                                        <p:cTn id="1542" dur="1" fill="hold">
                                          <p:stCondLst>
                                            <p:cond delay="0"/>
                                          </p:stCondLst>
                                        </p:cTn>
                                        <p:tgtEl>
                                          <p:spTgt spid="776"/>
                                        </p:tgtEl>
                                        <p:attrNameLst>
                                          <p:attrName>style.visibility</p:attrName>
                                        </p:attrNameLst>
                                      </p:cBhvr>
                                      <p:to>
                                        <p:strVal val="visible"/>
                                      </p:to>
                                    </p:set>
                                  </p:childTnLst>
                                </p:cTn>
                              </p:par>
                              <p:par>
                                <p:cTn id="1543" presetID="1" presetClass="entr" presetSubtype="0" fill="hold" nodeType="withEffect">
                                  <p:stCondLst>
                                    <p:cond delay="0"/>
                                  </p:stCondLst>
                                  <p:childTnLst>
                                    <p:set>
                                      <p:cBhvr>
                                        <p:cTn id="1544" dur="1" fill="hold">
                                          <p:stCondLst>
                                            <p:cond delay="0"/>
                                          </p:stCondLst>
                                        </p:cTn>
                                        <p:tgtEl>
                                          <p:spTgt spid="777"/>
                                        </p:tgtEl>
                                        <p:attrNameLst>
                                          <p:attrName>style.visibility</p:attrName>
                                        </p:attrNameLst>
                                      </p:cBhvr>
                                      <p:to>
                                        <p:strVal val="visible"/>
                                      </p:to>
                                    </p:set>
                                  </p:childTnLst>
                                </p:cTn>
                              </p:par>
                              <p:par>
                                <p:cTn id="1545" presetID="1" presetClass="entr" presetSubtype="0" fill="hold" nodeType="withEffect">
                                  <p:stCondLst>
                                    <p:cond delay="0"/>
                                  </p:stCondLst>
                                  <p:childTnLst>
                                    <p:set>
                                      <p:cBhvr>
                                        <p:cTn id="1546" dur="1" fill="hold">
                                          <p:stCondLst>
                                            <p:cond delay="0"/>
                                          </p:stCondLst>
                                        </p:cTn>
                                        <p:tgtEl>
                                          <p:spTgt spid="778"/>
                                        </p:tgtEl>
                                        <p:attrNameLst>
                                          <p:attrName>style.visibility</p:attrName>
                                        </p:attrNameLst>
                                      </p:cBhvr>
                                      <p:to>
                                        <p:strVal val="visible"/>
                                      </p:to>
                                    </p:set>
                                  </p:childTnLst>
                                </p:cTn>
                              </p:par>
                              <p:par>
                                <p:cTn id="1547" presetID="1" presetClass="entr" presetSubtype="0" fill="hold" nodeType="withEffect">
                                  <p:stCondLst>
                                    <p:cond delay="0"/>
                                  </p:stCondLst>
                                  <p:childTnLst>
                                    <p:set>
                                      <p:cBhvr>
                                        <p:cTn id="1548" dur="1" fill="hold">
                                          <p:stCondLst>
                                            <p:cond delay="0"/>
                                          </p:stCondLst>
                                        </p:cTn>
                                        <p:tgtEl>
                                          <p:spTgt spid="779"/>
                                        </p:tgtEl>
                                        <p:attrNameLst>
                                          <p:attrName>style.visibility</p:attrName>
                                        </p:attrNameLst>
                                      </p:cBhvr>
                                      <p:to>
                                        <p:strVal val="visible"/>
                                      </p:to>
                                    </p:set>
                                  </p:childTnLst>
                                </p:cTn>
                              </p:par>
                              <p:par>
                                <p:cTn id="1549" presetID="1" presetClass="entr" presetSubtype="0" fill="hold" nodeType="withEffect">
                                  <p:stCondLst>
                                    <p:cond delay="0"/>
                                  </p:stCondLst>
                                  <p:childTnLst>
                                    <p:set>
                                      <p:cBhvr>
                                        <p:cTn id="1550" dur="1" fill="hold">
                                          <p:stCondLst>
                                            <p:cond delay="0"/>
                                          </p:stCondLst>
                                        </p:cTn>
                                        <p:tgtEl>
                                          <p:spTgt spid="780"/>
                                        </p:tgtEl>
                                        <p:attrNameLst>
                                          <p:attrName>style.visibility</p:attrName>
                                        </p:attrNameLst>
                                      </p:cBhvr>
                                      <p:to>
                                        <p:strVal val="visible"/>
                                      </p:to>
                                    </p:set>
                                  </p:childTnLst>
                                </p:cTn>
                              </p:par>
                              <p:par>
                                <p:cTn id="1551" presetID="1" presetClass="entr" presetSubtype="0" fill="hold" nodeType="withEffect">
                                  <p:stCondLst>
                                    <p:cond delay="0"/>
                                  </p:stCondLst>
                                  <p:childTnLst>
                                    <p:set>
                                      <p:cBhvr>
                                        <p:cTn id="1552" dur="1" fill="hold">
                                          <p:stCondLst>
                                            <p:cond delay="0"/>
                                          </p:stCondLst>
                                        </p:cTn>
                                        <p:tgtEl>
                                          <p:spTgt spid="781"/>
                                        </p:tgtEl>
                                        <p:attrNameLst>
                                          <p:attrName>style.visibility</p:attrName>
                                        </p:attrNameLst>
                                      </p:cBhvr>
                                      <p:to>
                                        <p:strVal val="visible"/>
                                      </p:to>
                                    </p:set>
                                  </p:childTnLst>
                                </p:cTn>
                              </p:par>
                              <p:par>
                                <p:cTn id="1553" presetID="1" presetClass="entr" presetSubtype="0" fill="hold" nodeType="withEffect">
                                  <p:stCondLst>
                                    <p:cond delay="0"/>
                                  </p:stCondLst>
                                  <p:childTnLst>
                                    <p:set>
                                      <p:cBhvr>
                                        <p:cTn id="1554" dur="1" fill="hold">
                                          <p:stCondLst>
                                            <p:cond delay="0"/>
                                          </p:stCondLst>
                                        </p:cTn>
                                        <p:tgtEl>
                                          <p:spTgt spid="782"/>
                                        </p:tgtEl>
                                        <p:attrNameLst>
                                          <p:attrName>style.visibility</p:attrName>
                                        </p:attrNameLst>
                                      </p:cBhvr>
                                      <p:to>
                                        <p:strVal val="visible"/>
                                      </p:to>
                                    </p:set>
                                  </p:childTnLst>
                                </p:cTn>
                              </p:par>
                              <p:par>
                                <p:cTn id="1555" presetID="1" presetClass="entr" presetSubtype="0" fill="hold" nodeType="withEffect">
                                  <p:stCondLst>
                                    <p:cond delay="0"/>
                                  </p:stCondLst>
                                  <p:childTnLst>
                                    <p:set>
                                      <p:cBhvr>
                                        <p:cTn id="1556" dur="1" fill="hold">
                                          <p:stCondLst>
                                            <p:cond delay="0"/>
                                          </p:stCondLst>
                                        </p:cTn>
                                        <p:tgtEl>
                                          <p:spTgt spid="783"/>
                                        </p:tgtEl>
                                        <p:attrNameLst>
                                          <p:attrName>style.visibility</p:attrName>
                                        </p:attrNameLst>
                                      </p:cBhvr>
                                      <p:to>
                                        <p:strVal val="visible"/>
                                      </p:to>
                                    </p:set>
                                  </p:childTnLst>
                                </p:cTn>
                              </p:par>
                              <p:par>
                                <p:cTn id="1557" presetID="1" presetClass="entr" presetSubtype="0" fill="hold" nodeType="withEffect">
                                  <p:stCondLst>
                                    <p:cond delay="0"/>
                                  </p:stCondLst>
                                  <p:childTnLst>
                                    <p:set>
                                      <p:cBhvr>
                                        <p:cTn id="1558" dur="1" fill="hold">
                                          <p:stCondLst>
                                            <p:cond delay="0"/>
                                          </p:stCondLst>
                                        </p:cTn>
                                        <p:tgtEl>
                                          <p:spTgt spid="784"/>
                                        </p:tgtEl>
                                        <p:attrNameLst>
                                          <p:attrName>style.visibility</p:attrName>
                                        </p:attrNameLst>
                                      </p:cBhvr>
                                      <p:to>
                                        <p:strVal val="visible"/>
                                      </p:to>
                                    </p:set>
                                  </p:childTnLst>
                                </p:cTn>
                              </p:par>
                              <p:par>
                                <p:cTn id="1559" presetID="1" presetClass="entr" presetSubtype="0" fill="hold" nodeType="withEffect">
                                  <p:stCondLst>
                                    <p:cond delay="0"/>
                                  </p:stCondLst>
                                  <p:childTnLst>
                                    <p:set>
                                      <p:cBhvr>
                                        <p:cTn id="1560" dur="1" fill="hold">
                                          <p:stCondLst>
                                            <p:cond delay="0"/>
                                          </p:stCondLst>
                                        </p:cTn>
                                        <p:tgtEl>
                                          <p:spTgt spid="785"/>
                                        </p:tgtEl>
                                        <p:attrNameLst>
                                          <p:attrName>style.visibility</p:attrName>
                                        </p:attrNameLst>
                                      </p:cBhvr>
                                      <p:to>
                                        <p:strVal val="visible"/>
                                      </p:to>
                                    </p:set>
                                  </p:childTnLst>
                                </p:cTn>
                              </p:par>
                              <p:par>
                                <p:cTn id="1561" presetID="1" presetClass="entr" presetSubtype="0" fill="hold" nodeType="withEffect">
                                  <p:stCondLst>
                                    <p:cond delay="0"/>
                                  </p:stCondLst>
                                  <p:childTnLst>
                                    <p:set>
                                      <p:cBhvr>
                                        <p:cTn id="1562" dur="1" fill="hold">
                                          <p:stCondLst>
                                            <p:cond delay="0"/>
                                          </p:stCondLst>
                                        </p:cTn>
                                        <p:tgtEl>
                                          <p:spTgt spid="786"/>
                                        </p:tgtEl>
                                        <p:attrNameLst>
                                          <p:attrName>style.visibility</p:attrName>
                                        </p:attrNameLst>
                                      </p:cBhvr>
                                      <p:to>
                                        <p:strVal val="visible"/>
                                      </p:to>
                                    </p:set>
                                  </p:childTnLst>
                                </p:cTn>
                              </p:par>
                              <p:par>
                                <p:cTn id="1563" presetID="1" presetClass="entr" presetSubtype="0" fill="hold" nodeType="withEffect">
                                  <p:stCondLst>
                                    <p:cond delay="0"/>
                                  </p:stCondLst>
                                  <p:childTnLst>
                                    <p:set>
                                      <p:cBhvr>
                                        <p:cTn id="1564" dur="1" fill="hold">
                                          <p:stCondLst>
                                            <p:cond delay="0"/>
                                          </p:stCondLst>
                                        </p:cTn>
                                        <p:tgtEl>
                                          <p:spTgt spid="787"/>
                                        </p:tgtEl>
                                        <p:attrNameLst>
                                          <p:attrName>style.visibility</p:attrName>
                                        </p:attrNameLst>
                                      </p:cBhvr>
                                      <p:to>
                                        <p:strVal val="visible"/>
                                      </p:to>
                                    </p:set>
                                  </p:childTnLst>
                                </p:cTn>
                              </p:par>
                              <p:par>
                                <p:cTn id="1565" presetID="1" presetClass="entr" presetSubtype="0" fill="hold" nodeType="withEffect">
                                  <p:stCondLst>
                                    <p:cond delay="0"/>
                                  </p:stCondLst>
                                  <p:childTnLst>
                                    <p:set>
                                      <p:cBhvr>
                                        <p:cTn id="1566" dur="1" fill="hold">
                                          <p:stCondLst>
                                            <p:cond delay="0"/>
                                          </p:stCondLst>
                                        </p:cTn>
                                        <p:tgtEl>
                                          <p:spTgt spid="788"/>
                                        </p:tgtEl>
                                        <p:attrNameLst>
                                          <p:attrName>style.visibility</p:attrName>
                                        </p:attrNameLst>
                                      </p:cBhvr>
                                      <p:to>
                                        <p:strVal val="visible"/>
                                      </p:to>
                                    </p:set>
                                  </p:childTnLst>
                                </p:cTn>
                              </p:par>
                              <p:par>
                                <p:cTn id="1567" presetID="1" presetClass="entr" presetSubtype="0" fill="hold" nodeType="withEffect">
                                  <p:stCondLst>
                                    <p:cond delay="0"/>
                                  </p:stCondLst>
                                  <p:childTnLst>
                                    <p:set>
                                      <p:cBhvr>
                                        <p:cTn id="1568" dur="1" fill="hold">
                                          <p:stCondLst>
                                            <p:cond delay="0"/>
                                          </p:stCondLst>
                                        </p:cTn>
                                        <p:tgtEl>
                                          <p:spTgt spid="789"/>
                                        </p:tgtEl>
                                        <p:attrNameLst>
                                          <p:attrName>style.visibility</p:attrName>
                                        </p:attrNameLst>
                                      </p:cBhvr>
                                      <p:to>
                                        <p:strVal val="visible"/>
                                      </p:to>
                                    </p:set>
                                  </p:childTnLst>
                                </p:cTn>
                              </p:par>
                              <p:par>
                                <p:cTn id="1569" presetID="1" presetClass="entr" presetSubtype="0" fill="hold" nodeType="withEffect">
                                  <p:stCondLst>
                                    <p:cond delay="0"/>
                                  </p:stCondLst>
                                  <p:childTnLst>
                                    <p:set>
                                      <p:cBhvr>
                                        <p:cTn id="1570" dur="1" fill="hold">
                                          <p:stCondLst>
                                            <p:cond delay="0"/>
                                          </p:stCondLst>
                                        </p:cTn>
                                        <p:tgtEl>
                                          <p:spTgt spid="790"/>
                                        </p:tgtEl>
                                        <p:attrNameLst>
                                          <p:attrName>style.visibility</p:attrName>
                                        </p:attrNameLst>
                                      </p:cBhvr>
                                      <p:to>
                                        <p:strVal val="visible"/>
                                      </p:to>
                                    </p:set>
                                  </p:childTnLst>
                                </p:cTn>
                              </p:par>
                              <p:par>
                                <p:cTn id="1571" presetID="1" presetClass="entr" presetSubtype="0" fill="hold" nodeType="withEffect">
                                  <p:stCondLst>
                                    <p:cond delay="0"/>
                                  </p:stCondLst>
                                  <p:childTnLst>
                                    <p:set>
                                      <p:cBhvr>
                                        <p:cTn id="1572" dur="1" fill="hold">
                                          <p:stCondLst>
                                            <p:cond delay="0"/>
                                          </p:stCondLst>
                                        </p:cTn>
                                        <p:tgtEl>
                                          <p:spTgt spid="791"/>
                                        </p:tgtEl>
                                        <p:attrNameLst>
                                          <p:attrName>style.visibility</p:attrName>
                                        </p:attrNameLst>
                                      </p:cBhvr>
                                      <p:to>
                                        <p:strVal val="visible"/>
                                      </p:to>
                                    </p:set>
                                  </p:childTnLst>
                                </p:cTn>
                              </p:par>
                              <p:par>
                                <p:cTn id="1573" presetID="1" presetClass="entr" presetSubtype="0" fill="hold" nodeType="withEffect">
                                  <p:stCondLst>
                                    <p:cond delay="0"/>
                                  </p:stCondLst>
                                  <p:childTnLst>
                                    <p:set>
                                      <p:cBhvr>
                                        <p:cTn id="1574" dur="1" fill="hold">
                                          <p:stCondLst>
                                            <p:cond delay="0"/>
                                          </p:stCondLst>
                                        </p:cTn>
                                        <p:tgtEl>
                                          <p:spTgt spid="792"/>
                                        </p:tgtEl>
                                        <p:attrNameLst>
                                          <p:attrName>style.visibility</p:attrName>
                                        </p:attrNameLst>
                                      </p:cBhvr>
                                      <p:to>
                                        <p:strVal val="visible"/>
                                      </p:to>
                                    </p:set>
                                  </p:childTnLst>
                                </p:cTn>
                              </p:par>
                              <p:par>
                                <p:cTn id="1575" presetID="1" presetClass="entr" presetSubtype="0" fill="hold" nodeType="withEffect">
                                  <p:stCondLst>
                                    <p:cond delay="0"/>
                                  </p:stCondLst>
                                  <p:childTnLst>
                                    <p:set>
                                      <p:cBhvr>
                                        <p:cTn id="1576" dur="1" fill="hold">
                                          <p:stCondLst>
                                            <p:cond delay="0"/>
                                          </p:stCondLst>
                                        </p:cTn>
                                        <p:tgtEl>
                                          <p:spTgt spid="793"/>
                                        </p:tgtEl>
                                        <p:attrNameLst>
                                          <p:attrName>style.visibility</p:attrName>
                                        </p:attrNameLst>
                                      </p:cBhvr>
                                      <p:to>
                                        <p:strVal val="visible"/>
                                      </p:to>
                                    </p:set>
                                  </p:childTnLst>
                                </p:cTn>
                              </p:par>
                              <p:par>
                                <p:cTn id="1577" presetID="1" presetClass="entr" presetSubtype="0" fill="hold" nodeType="withEffect">
                                  <p:stCondLst>
                                    <p:cond delay="0"/>
                                  </p:stCondLst>
                                  <p:childTnLst>
                                    <p:set>
                                      <p:cBhvr>
                                        <p:cTn id="1578" dur="1" fill="hold">
                                          <p:stCondLst>
                                            <p:cond delay="0"/>
                                          </p:stCondLst>
                                        </p:cTn>
                                        <p:tgtEl>
                                          <p:spTgt spid="794"/>
                                        </p:tgtEl>
                                        <p:attrNameLst>
                                          <p:attrName>style.visibility</p:attrName>
                                        </p:attrNameLst>
                                      </p:cBhvr>
                                      <p:to>
                                        <p:strVal val="visible"/>
                                      </p:to>
                                    </p:set>
                                  </p:childTnLst>
                                </p:cTn>
                              </p:par>
                              <p:par>
                                <p:cTn id="1579" presetID="1" presetClass="entr" presetSubtype="0" fill="hold" nodeType="withEffect">
                                  <p:stCondLst>
                                    <p:cond delay="0"/>
                                  </p:stCondLst>
                                  <p:childTnLst>
                                    <p:set>
                                      <p:cBhvr>
                                        <p:cTn id="1580" dur="1" fill="hold">
                                          <p:stCondLst>
                                            <p:cond delay="0"/>
                                          </p:stCondLst>
                                        </p:cTn>
                                        <p:tgtEl>
                                          <p:spTgt spid="795"/>
                                        </p:tgtEl>
                                        <p:attrNameLst>
                                          <p:attrName>style.visibility</p:attrName>
                                        </p:attrNameLst>
                                      </p:cBhvr>
                                      <p:to>
                                        <p:strVal val="visible"/>
                                      </p:to>
                                    </p:set>
                                  </p:childTnLst>
                                </p:cTn>
                              </p:par>
                              <p:par>
                                <p:cTn id="1581" presetID="1" presetClass="entr" presetSubtype="0" fill="hold" nodeType="withEffect">
                                  <p:stCondLst>
                                    <p:cond delay="0"/>
                                  </p:stCondLst>
                                  <p:childTnLst>
                                    <p:set>
                                      <p:cBhvr>
                                        <p:cTn id="1582" dur="1" fill="hold">
                                          <p:stCondLst>
                                            <p:cond delay="0"/>
                                          </p:stCondLst>
                                        </p:cTn>
                                        <p:tgtEl>
                                          <p:spTgt spid="796"/>
                                        </p:tgtEl>
                                        <p:attrNameLst>
                                          <p:attrName>style.visibility</p:attrName>
                                        </p:attrNameLst>
                                      </p:cBhvr>
                                      <p:to>
                                        <p:strVal val="visible"/>
                                      </p:to>
                                    </p:set>
                                  </p:childTnLst>
                                </p:cTn>
                              </p:par>
                              <p:par>
                                <p:cTn id="1583" presetID="1" presetClass="entr" presetSubtype="0" fill="hold" nodeType="withEffect">
                                  <p:stCondLst>
                                    <p:cond delay="0"/>
                                  </p:stCondLst>
                                  <p:childTnLst>
                                    <p:set>
                                      <p:cBhvr>
                                        <p:cTn id="1584" dur="1" fill="hold">
                                          <p:stCondLst>
                                            <p:cond delay="0"/>
                                          </p:stCondLst>
                                        </p:cTn>
                                        <p:tgtEl>
                                          <p:spTgt spid="797"/>
                                        </p:tgtEl>
                                        <p:attrNameLst>
                                          <p:attrName>style.visibility</p:attrName>
                                        </p:attrNameLst>
                                      </p:cBhvr>
                                      <p:to>
                                        <p:strVal val="visible"/>
                                      </p:to>
                                    </p:set>
                                  </p:childTnLst>
                                </p:cTn>
                              </p:par>
                              <p:par>
                                <p:cTn id="1585" presetID="1" presetClass="entr" presetSubtype="0" fill="hold" nodeType="withEffect">
                                  <p:stCondLst>
                                    <p:cond delay="0"/>
                                  </p:stCondLst>
                                  <p:childTnLst>
                                    <p:set>
                                      <p:cBhvr>
                                        <p:cTn id="1586" dur="1" fill="hold">
                                          <p:stCondLst>
                                            <p:cond delay="0"/>
                                          </p:stCondLst>
                                        </p:cTn>
                                        <p:tgtEl>
                                          <p:spTgt spid="798"/>
                                        </p:tgtEl>
                                        <p:attrNameLst>
                                          <p:attrName>style.visibility</p:attrName>
                                        </p:attrNameLst>
                                      </p:cBhvr>
                                      <p:to>
                                        <p:strVal val="visible"/>
                                      </p:to>
                                    </p:set>
                                  </p:childTnLst>
                                </p:cTn>
                              </p:par>
                              <p:par>
                                <p:cTn id="1587" presetID="1" presetClass="entr" presetSubtype="0" fill="hold" nodeType="withEffect">
                                  <p:stCondLst>
                                    <p:cond delay="0"/>
                                  </p:stCondLst>
                                  <p:childTnLst>
                                    <p:set>
                                      <p:cBhvr>
                                        <p:cTn id="1588" dur="1" fill="hold">
                                          <p:stCondLst>
                                            <p:cond delay="0"/>
                                          </p:stCondLst>
                                        </p:cTn>
                                        <p:tgtEl>
                                          <p:spTgt spid="799"/>
                                        </p:tgtEl>
                                        <p:attrNameLst>
                                          <p:attrName>style.visibility</p:attrName>
                                        </p:attrNameLst>
                                      </p:cBhvr>
                                      <p:to>
                                        <p:strVal val="visible"/>
                                      </p:to>
                                    </p:set>
                                  </p:childTnLst>
                                </p:cTn>
                              </p:par>
                              <p:par>
                                <p:cTn id="1589" presetID="1" presetClass="entr" presetSubtype="0" fill="hold" nodeType="withEffect">
                                  <p:stCondLst>
                                    <p:cond delay="0"/>
                                  </p:stCondLst>
                                  <p:childTnLst>
                                    <p:set>
                                      <p:cBhvr>
                                        <p:cTn id="1590" dur="1" fill="hold">
                                          <p:stCondLst>
                                            <p:cond delay="0"/>
                                          </p:stCondLst>
                                        </p:cTn>
                                        <p:tgtEl>
                                          <p:spTgt spid="800"/>
                                        </p:tgtEl>
                                        <p:attrNameLst>
                                          <p:attrName>style.visibility</p:attrName>
                                        </p:attrNameLst>
                                      </p:cBhvr>
                                      <p:to>
                                        <p:strVal val="visible"/>
                                      </p:to>
                                    </p:set>
                                  </p:childTnLst>
                                </p:cTn>
                              </p:par>
                              <p:par>
                                <p:cTn id="1591" presetID="1" presetClass="entr" presetSubtype="0" fill="hold" nodeType="withEffect">
                                  <p:stCondLst>
                                    <p:cond delay="0"/>
                                  </p:stCondLst>
                                  <p:childTnLst>
                                    <p:set>
                                      <p:cBhvr>
                                        <p:cTn id="1592" dur="1" fill="hold">
                                          <p:stCondLst>
                                            <p:cond delay="0"/>
                                          </p:stCondLst>
                                        </p:cTn>
                                        <p:tgtEl>
                                          <p:spTgt spid="801"/>
                                        </p:tgtEl>
                                        <p:attrNameLst>
                                          <p:attrName>style.visibility</p:attrName>
                                        </p:attrNameLst>
                                      </p:cBhvr>
                                      <p:to>
                                        <p:strVal val="visible"/>
                                      </p:to>
                                    </p:set>
                                  </p:childTnLst>
                                </p:cTn>
                              </p:par>
                              <p:par>
                                <p:cTn id="1593" presetID="1" presetClass="entr" presetSubtype="0" fill="hold" nodeType="withEffect">
                                  <p:stCondLst>
                                    <p:cond delay="0"/>
                                  </p:stCondLst>
                                  <p:childTnLst>
                                    <p:set>
                                      <p:cBhvr>
                                        <p:cTn id="1594" dur="1" fill="hold">
                                          <p:stCondLst>
                                            <p:cond delay="0"/>
                                          </p:stCondLst>
                                        </p:cTn>
                                        <p:tgtEl>
                                          <p:spTgt spid="802"/>
                                        </p:tgtEl>
                                        <p:attrNameLst>
                                          <p:attrName>style.visibility</p:attrName>
                                        </p:attrNameLst>
                                      </p:cBhvr>
                                      <p:to>
                                        <p:strVal val="visible"/>
                                      </p:to>
                                    </p:set>
                                  </p:childTnLst>
                                </p:cTn>
                              </p:par>
                              <p:par>
                                <p:cTn id="1595" presetID="1" presetClass="entr" presetSubtype="0" fill="hold" nodeType="withEffect">
                                  <p:stCondLst>
                                    <p:cond delay="0"/>
                                  </p:stCondLst>
                                  <p:childTnLst>
                                    <p:set>
                                      <p:cBhvr>
                                        <p:cTn id="1596" dur="1" fill="hold">
                                          <p:stCondLst>
                                            <p:cond delay="0"/>
                                          </p:stCondLst>
                                        </p:cTn>
                                        <p:tgtEl>
                                          <p:spTgt spid="803"/>
                                        </p:tgtEl>
                                        <p:attrNameLst>
                                          <p:attrName>style.visibility</p:attrName>
                                        </p:attrNameLst>
                                      </p:cBhvr>
                                      <p:to>
                                        <p:strVal val="visible"/>
                                      </p:to>
                                    </p:set>
                                  </p:childTnLst>
                                </p:cTn>
                              </p:par>
                              <p:par>
                                <p:cTn id="1597" presetID="1" presetClass="entr" presetSubtype="0" fill="hold" nodeType="withEffect">
                                  <p:stCondLst>
                                    <p:cond delay="0"/>
                                  </p:stCondLst>
                                  <p:childTnLst>
                                    <p:set>
                                      <p:cBhvr>
                                        <p:cTn id="1598" dur="1" fill="hold">
                                          <p:stCondLst>
                                            <p:cond delay="0"/>
                                          </p:stCondLst>
                                        </p:cTn>
                                        <p:tgtEl>
                                          <p:spTgt spid="804"/>
                                        </p:tgtEl>
                                        <p:attrNameLst>
                                          <p:attrName>style.visibility</p:attrName>
                                        </p:attrNameLst>
                                      </p:cBhvr>
                                      <p:to>
                                        <p:strVal val="visible"/>
                                      </p:to>
                                    </p:set>
                                  </p:childTnLst>
                                </p:cTn>
                              </p:par>
                              <p:par>
                                <p:cTn id="1599" presetID="1" presetClass="entr" presetSubtype="0" fill="hold" nodeType="withEffect">
                                  <p:stCondLst>
                                    <p:cond delay="0"/>
                                  </p:stCondLst>
                                  <p:childTnLst>
                                    <p:set>
                                      <p:cBhvr>
                                        <p:cTn id="1600" dur="1" fill="hold">
                                          <p:stCondLst>
                                            <p:cond delay="0"/>
                                          </p:stCondLst>
                                        </p:cTn>
                                        <p:tgtEl>
                                          <p:spTgt spid="805"/>
                                        </p:tgtEl>
                                        <p:attrNameLst>
                                          <p:attrName>style.visibility</p:attrName>
                                        </p:attrNameLst>
                                      </p:cBhvr>
                                      <p:to>
                                        <p:strVal val="visible"/>
                                      </p:to>
                                    </p:set>
                                  </p:childTnLst>
                                </p:cTn>
                              </p:par>
                              <p:par>
                                <p:cTn id="1601" presetID="1" presetClass="entr" presetSubtype="0" fill="hold" nodeType="withEffect">
                                  <p:stCondLst>
                                    <p:cond delay="0"/>
                                  </p:stCondLst>
                                  <p:childTnLst>
                                    <p:set>
                                      <p:cBhvr>
                                        <p:cTn id="1602" dur="1" fill="hold">
                                          <p:stCondLst>
                                            <p:cond delay="0"/>
                                          </p:stCondLst>
                                        </p:cTn>
                                        <p:tgtEl>
                                          <p:spTgt spid="806"/>
                                        </p:tgtEl>
                                        <p:attrNameLst>
                                          <p:attrName>style.visibility</p:attrName>
                                        </p:attrNameLst>
                                      </p:cBhvr>
                                      <p:to>
                                        <p:strVal val="visible"/>
                                      </p:to>
                                    </p:set>
                                  </p:childTnLst>
                                </p:cTn>
                              </p:par>
                              <p:par>
                                <p:cTn id="1603" presetID="1" presetClass="entr" presetSubtype="0" fill="hold" nodeType="withEffect">
                                  <p:stCondLst>
                                    <p:cond delay="0"/>
                                  </p:stCondLst>
                                  <p:childTnLst>
                                    <p:set>
                                      <p:cBhvr>
                                        <p:cTn id="1604" dur="1" fill="hold">
                                          <p:stCondLst>
                                            <p:cond delay="0"/>
                                          </p:stCondLst>
                                        </p:cTn>
                                        <p:tgtEl>
                                          <p:spTgt spid="807"/>
                                        </p:tgtEl>
                                        <p:attrNameLst>
                                          <p:attrName>style.visibility</p:attrName>
                                        </p:attrNameLst>
                                      </p:cBhvr>
                                      <p:to>
                                        <p:strVal val="visible"/>
                                      </p:to>
                                    </p:set>
                                  </p:childTnLst>
                                </p:cTn>
                              </p:par>
                              <p:par>
                                <p:cTn id="1605" presetID="1" presetClass="entr" presetSubtype="0" fill="hold" nodeType="withEffect">
                                  <p:stCondLst>
                                    <p:cond delay="0"/>
                                  </p:stCondLst>
                                  <p:childTnLst>
                                    <p:set>
                                      <p:cBhvr>
                                        <p:cTn id="1606" dur="1" fill="hold">
                                          <p:stCondLst>
                                            <p:cond delay="0"/>
                                          </p:stCondLst>
                                        </p:cTn>
                                        <p:tgtEl>
                                          <p:spTgt spid="808"/>
                                        </p:tgtEl>
                                        <p:attrNameLst>
                                          <p:attrName>style.visibility</p:attrName>
                                        </p:attrNameLst>
                                      </p:cBhvr>
                                      <p:to>
                                        <p:strVal val="visible"/>
                                      </p:to>
                                    </p:set>
                                  </p:childTnLst>
                                </p:cTn>
                              </p:par>
                              <p:par>
                                <p:cTn id="1607" presetID="1" presetClass="entr" presetSubtype="0" fill="hold" nodeType="withEffect">
                                  <p:stCondLst>
                                    <p:cond delay="0"/>
                                  </p:stCondLst>
                                  <p:childTnLst>
                                    <p:set>
                                      <p:cBhvr>
                                        <p:cTn id="1608" dur="1" fill="hold">
                                          <p:stCondLst>
                                            <p:cond delay="0"/>
                                          </p:stCondLst>
                                        </p:cTn>
                                        <p:tgtEl>
                                          <p:spTgt spid="809"/>
                                        </p:tgtEl>
                                        <p:attrNameLst>
                                          <p:attrName>style.visibility</p:attrName>
                                        </p:attrNameLst>
                                      </p:cBhvr>
                                      <p:to>
                                        <p:strVal val="visible"/>
                                      </p:to>
                                    </p:set>
                                  </p:childTnLst>
                                </p:cTn>
                              </p:par>
                              <p:par>
                                <p:cTn id="1609" presetID="1" presetClass="entr" presetSubtype="0" fill="hold" grpId="0" nodeType="withEffect">
                                  <p:stCondLst>
                                    <p:cond delay="0"/>
                                  </p:stCondLst>
                                  <p:childTnLst>
                                    <p:set>
                                      <p:cBhvr>
                                        <p:cTn id="1610" dur="1" fill="hold">
                                          <p:stCondLst>
                                            <p:cond delay="0"/>
                                          </p:stCondLst>
                                        </p:cTn>
                                        <p:tgtEl>
                                          <p:spTgt spid="810"/>
                                        </p:tgtEl>
                                        <p:attrNameLst>
                                          <p:attrName>style.visibility</p:attrName>
                                        </p:attrNameLst>
                                      </p:cBhvr>
                                      <p:to>
                                        <p:strVal val="visible"/>
                                      </p:to>
                                    </p:set>
                                  </p:childTnLst>
                                </p:cTn>
                              </p:par>
                            </p:childTnLst>
                          </p:cTn>
                        </p:par>
                      </p:childTnLst>
                    </p:cTn>
                  </p:par>
                  <p:par>
                    <p:cTn id="1611" fill="hold">
                      <p:stCondLst>
                        <p:cond delay="indefinite"/>
                      </p:stCondLst>
                      <p:childTnLst>
                        <p:par>
                          <p:cTn id="1612" fill="hold">
                            <p:stCondLst>
                              <p:cond delay="0"/>
                            </p:stCondLst>
                            <p:childTnLst>
                              <p:par>
                                <p:cTn id="1613" presetID="1" presetClass="entr" presetSubtype="0" fill="hold" nodeType="clickEffect">
                                  <p:stCondLst>
                                    <p:cond delay="0"/>
                                  </p:stCondLst>
                                  <p:childTnLst>
                                    <p:set>
                                      <p:cBhvr>
                                        <p:cTn id="1614" dur="1" fill="hold">
                                          <p:stCondLst>
                                            <p:cond delay="0"/>
                                          </p:stCondLst>
                                        </p:cTn>
                                        <p:tgtEl>
                                          <p:spTgt spid="812"/>
                                        </p:tgtEl>
                                        <p:attrNameLst>
                                          <p:attrName>style.visibility</p:attrName>
                                        </p:attrNameLst>
                                      </p:cBhvr>
                                      <p:to>
                                        <p:strVal val="visible"/>
                                      </p:to>
                                    </p:set>
                                  </p:childTnLst>
                                </p:cTn>
                              </p:par>
                              <p:par>
                                <p:cTn id="1615" presetID="1" presetClass="entr" presetSubtype="0" fill="hold" nodeType="withEffect">
                                  <p:stCondLst>
                                    <p:cond delay="0"/>
                                  </p:stCondLst>
                                  <p:childTnLst>
                                    <p:set>
                                      <p:cBhvr>
                                        <p:cTn id="1616" dur="1" fill="hold">
                                          <p:stCondLst>
                                            <p:cond delay="0"/>
                                          </p:stCondLst>
                                        </p:cTn>
                                        <p:tgtEl>
                                          <p:spTgt spid="813"/>
                                        </p:tgtEl>
                                        <p:attrNameLst>
                                          <p:attrName>style.visibility</p:attrName>
                                        </p:attrNameLst>
                                      </p:cBhvr>
                                      <p:to>
                                        <p:strVal val="visible"/>
                                      </p:to>
                                    </p:set>
                                  </p:childTnLst>
                                </p:cTn>
                              </p:par>
                              <p:par>
                                <p:cTn id="1617" presetID="1" presetClass="entr" presetSubtype="0" fill="hold" nodeType="withEffect">
                                  <p:stCondLst>
                                    <p:cond delay="0"/>
                                  </p:stCondLst>
                                  <p:childTnLst>
                                    <p:set>
                                      <p:cBhvr>
                                        <p:cTn id="1618" dur="1" fill="hold">
                                          <p:stCondLst>
                                            <p:cond delay="0"/>
                                          </p:stCondLst>
                                        </p:cTn>
                                        <p:tgtEl>
                                          <p:spTgt spid="814"/>
                                        </p:tgtEl>
                                        <p:attrNameLst>
                                          <p:attrName>style.visibility</p:attrName>
                                        </p:attrNameLst>
                                      </p:cBhvr>
                                      <p:to>
                                        <p:strVal val="visible"/>
                                      </p:to>
                                    </p:set>
                                  </p:childTnLst>
                                </p:cTn>
                              </p:par>
                              <p:par>
                                <p:cTn id="1619" presetID="1" presetClass="entr" presetSubtype="0" fill="hold" nodeType="withEffect">
                                  <p:stCondLst>
                                    <p:cond delay="0"/>
                                  </p:stCondLst>
                                  <p:childTnLst>
                                    <p:set>
                                      <p:cBhvr>
                                        <p:cTn id="1620" dur="1" fill="hold">
                                          <p:stCondLst>
                                            <p:cond delay="0"/>
                                          </p:stCondLst>
                                        </p:cTn>
                                        <p:tgtEl>
                                          <p:spTgt spid="815"/>
                                        </p:tgtEl>
                                        <p:attrNameLst>
                                          <p:attrName>style.visibility</p:attrName>
                                        </p:attrNameLst>
                                      </p:cBhvr>
                                      <p:to>
                                        <p:strVal val="visible"/>
                                      </p:to>
                                    </p:set>
                                  </p:childTnLst>
                                </p:cTn>
                              </p:par>
                              <p:par>
                                <p:cTn id="1621" presetID="1" presetClass="entr" presetSubtype="0" fill="hold" nodeType="withEffect">
                                  <p:stCondLst>
                                    <p:cond delay="0"/>
                                  </p:stCondLst>
                                  <p:childTnLst>
                                    <p:set>
                                      <p:cBhvr>
                                        <p:cTn id="1622" dur="1" fill="hold">
                                          <p:stCondLst>
                                            <p:cond delay="0"/>
                                          </p:stCondLst>
                                        </p:cTn>
                                        <p:tgtEl>
                                          <p:spTgt spid="816"/>
                                        </p:tgtEl>
                                        <p:attrNameLst>
                                          <p:attrName>style.visibility</p:attrName>
                                        </p:attrNameLst>
                                      </p:cBhvr>
                                      <p:to>
                                        <p:strVal val="visible"/>
                                      </p:to>
                                    </p:set>
                                  </p:childTnLst>
                                </p:cTn>
                              </p:par>
                              <p:par>
                                <p:cTn id="1623" presetID="1" presetClass="entr" presetSubtype="0" fill="hold" nodeType="withEffect">
                                  <p:stCondLst>
                                    <p:cond delay="0"/>
                                  </p:stCondLst>
                                  <p:childTnLst>
                                    <p:set>
                                      <p:cBhvr>
                                        <p:cTn id="1624" dur="1" fill="hold">
                                          <p:stCondLst>
                                            <p:cond delay="0"/>
                                          </p:stCondLst>
                                        </p:cTn>
                                        <p:tgtEl>
                                          <p:spTgt spid="817"/>
                                        </p:tgtEl>
                                        <p:attrNameLst>
                                          <p:attrName>style.visibility</p:attrName>
                                        </p:attrNameLst>
                                      </p:cBhvr>
                                      <p:to>
                                        <p:strVal val="visible"/>
                                      </p:to>
                                    </p:set>
                                  </p:childTnLst>
                                </p:cTn>
                              </p:par>
                              <p:par>
                                <p:cTn id="1625" presetID="1" presetClass="entr" presetSubtype="0" fill="hold" nodeType="withEffect">
                                  <p:stCondLst>
                                    <p:cond delay="0"/>
                                  </p:stCondLst>
                                  <p:childTnLst>
                                    <p:set>
                                      <p:cBhvr>
                                        <p:cTn id="1626" dur="1" fill="hold">
                                          <p:stCondLst>
                                            <p:cond delay="0"/>
                                          </p:stCondLst>
                                        </p:cTn>
                                        <p:tgtEl>
                                          <p:spTgt spid="818"/>
                                        </p:tgtEl>
                                        <p:attrNameLst>
                                          <p:attrName>style.visibility</p:attrName>
                                        </p:attrNameLst>
                                      </p:cBhvr>
                                      <p:to>
                                        <p:strVal val="visible"/>
                                      </p:to>
                                    </p:set>
                                  </p:childTnLst>
                                </p:cTn>
                              </p:par>
                              <p:par>
                                <p:cTn id="1627" presetID="1" presetClass="entr" presetSubtype="0" fill="hold" nodeType="withEffect">
                                  <p:stCondLst>
                                    <p:cond delay="0"/>
                                  </p:stCondLst>
                                  <p:childTnLst>
                                    <p:set>
                                      <p:cBhvr>
                                        <p:cTn id="1628" dur="1" fill="hold">
                                          <p:stCondLst>
                                            <p:cond delay="0"/>
                                          </p:stCondLst>
                                        </p:cTn>
                                        <p:tgtEl>
                                          <p:spTgt spid="819"/>
                                        </p:tgtEl>
                                        <p:attrNameLst>
                                          <p:attrName>style.visibility</p:attrName>
                                        </p:attrNameLst>
                                      </p:cBhvr>
                                      <p:to>
                                        <p:strVal val="visible"/>
                                      </p:to>
                                    </p:set>
                                  </p:childTnLst>
                                </p:cTn>
                              </p:par>
                              <p:par>
                                <p:cTn id="1629" presetID="1" presetClass="entr" presetSubtype="0" fill="hold" nodeType="withEffect">
                                  <p:stCondLst>
                                    <p:cond delay="0"/>
                                  </p:stCondLst>
                                  <p:childTnLst>
                                    <p:set>
                                      <p:cBhvr>
                                        <p:cTn id="1630" dur="1" fill="hold">
                                          <p:stCondLst>
                                            <p:cond delay="0"/>
                                          </p:stCondLst>
                                        </p:cTn>
                                        <p:tgtEl>
                                          <p:spTgt spid="820"/>
                                        </p:tgtEl>
                                        <p:attrNameLst>
                                          <p:attrName>style.visibility</p:attrName>
                                        </p:attrNameLst>
                                      </p:cBhvr>
                                      <p:to>
                                        <p:strVal val="visible"/>
                                      </p:to>
                                    </p:set>
                                  </p:childTnLst>
                                </p:cTn>
                              </p:par>
                              <p:par>
                                <p:cTn id="1631" presetID="1" presetClass="entr" presetSubtype="0" fill="hold" nodeType="withEffect">
                                  <p:stCondLst>
                                    <p:cond delay="0"/>
                                  </p:stCondLst>
                                  <p:childTnLst>
                                    <p:set>
                                      <p:cBhvr>
                                        <p:cTn id="1632" dur="1" fill="hold">
                                          <p:stCondLst>
                                            <p:cond delay="0"/>
                                          </p:stCondLst>
                                        </p:cTn>
                                        <p:tgtEl>
                                          <p:spTgt spid="821"/>
                                        </p:tgtEl>
                                        <p:attrNameLst>
                                          <p:attrName>style.visibility</p:attrName>
                                        </p:attrNameLst>
                                      </p:cBhvr>
                                      <p:to>
                                        <p:strVal val="visible"/>
                                      </p:to>
                                    </p:set>
                                  </p:childTnLst>
                                </p:cTn>
                              </p:par>
                              <p:par>
                                <p:cTn id="1633" presetID="1" presetClass="entr" presetSubtype="0" fill="hold" nodeType="withEffect">
                                  <p:stCondLst>
                                    <p:cond delay="0"/>
                                  </p:stCondLst>
                                  <p:childTnLst>
                                    <p:set>
                                      <p:cBhvr>
                                        <p:cTn id="1634" dur="1" fill="hold">
                                          <p:stCondLst>
                                            <p:cond delay="0"/>
                                          </p:stCondLst>
                                        </p:cTn>
                                        <p:tgtEl>
                                          <p:spTgt spid="822"/>
                                        </p:tgtEl>
                                        <p:attrNameLst>
                                          <p:attrName>style.visibility</p:attrName>
                                        </p:attrNameLst>
                                      </p:cBhvr>
                                      <p:to>
                                        <p:strVal val="visible"/>
                                      </p:to>
                                    </p:set>
                                  </p:childTnLst>
                                </p:cTn>
                              </p:par>
                              <p:par>
                                <p:cTn id="1635" presetID="1" presetClass="entr" presetSubtype="0" fill="hold" nodeType="withEffect">
                                  <p:stCondLst>
                                    <p:cond delay="0"/>
                                  </p:stCondLst>
                                  <p:childTnLst>
                                    <p:set>
                                      <p:cBhvr>
                                        <p:cTn id="1636" dur="1" fill="hold">
                                          <p:stCondLst>
                                            <p:cond delay="0"/>
                                          </p:stCondLst>
                                        </p:cTn>
                                        <p:tgtEl>
                                          <p:spTgt spid="823"/>
                                        </p:tgtEl>
                                        <p:attrNameLst>
                                          <p:attrName>style.visibility</p:attrName>
                                        </p:attrNameLst>
                                      </p:cBhvr>
                                      <p:to>
                                        <p:strVal val="visible"/>
                                      </p:to>
                                    </p:set>
                                  </p:childTnLst>
                                </p:cTn>
                              </p:par>
                              <p:par>
                                <p:cTn id="1637" presetID="1" presetClass="entr" presetSubtype="0" fill="hold" nodeType="withEffect">
                                  <p:stCondLst>
                                    <p:cond delay="0"/>
                                  </p:stCondLst>
                                  <p:childTnLst>
                                    <p:set>
                                      <p:cBhvr>
                                        <p:cTn id="1638" dur="1" fill="hold">
                                          <p:stCondLst>
                                            <p:cond delay="0"/>
                                          </p:stCondLst>
                                        </p:cTn>
                                        <p:tgtEl>
                                          <p:spTgt spid="824"/>
                                        </p:tgtEl>
                                        <p:attrNameLst>
                                          <p:attrName>style.visibility</p:attrName>
                                        </p:attrNameLst>
                                      </p:cBhvr>
                                      <p:to>
                                        <p:strVal val="visible"/>
                                      </p:to>
                                    </p:set>
                                  </p:childTnLst>
                                </p:cTn>
                              </p:par>
                              <p:par>
                                <p:cTn id="1639" presetID="1" presetClass="entr" presetSubtype="0" fill="hold" nodeType="withEffect">
                                  <p:stCondLst>
                                    <p:cond delay="0"/>
                                  </p:stCondLst>
                                  <p:childTnLst>
                                    <p:set>
                                      <p:cBhvr>
                                        <p:cTn id="1640" dur="1" fill="hold">
                                          <p:stCondLst>
                                            <p:cond delay="0"/>
                                          </p:stCondLst>
                                        </p:cTn>
                                        <p:tgtEl>
                                          <p:spTgt spid="825"/>
                                        </p:tgtEl>
                                        <p:attrNameLst>
                                          <p:attrName>style.visibility</p:attrName>
                                        </p:attrNameLst>
                                      </p:cBhvr>
                                      <p:to>
                                        <p:strVal val="visible"/>
                                      </p:to>
                                    </p:set>
                                  </p:childTnLst>
                                </p:cTn>
                              </p:par>
                              <p:par>
                                <p:cTn id="1641" presetID="1" presetClass="entr" presetSubtype="0" fill="hold" nodeType="withEffect">
                                  <p:stCondLst>
                                    <p:cond delay="0"/>
                                  </p:stCondLst>
                                  <p:childTnLst>
                                    <p:set>
                                      <p:cBhvr>
                                        <p:cTn id="1642" dur="1" fill="hold">
                                          <p:stCondLst>
                                            <p:cond delay="0"/>
                                          </p:stCondLst>
                                        </p:cTn>
                                        <p:tgtEl>
                                          <p:spTgt spid="826"/>
                                        </p:tgtEl>
                                        <p:attrNameLst>
                                          <p:attrName>style.visibility</p:attrName>
                                        </p:attrNameLst>
                                      </p:cBhvr>
                                      <p:to>
                                        <p:strVal val="visible"/>
                                      </p:to>
                                    </p:set>
                                  </p:childTnLst>
                                </p:cTn>
                              </p:par>
                              <p:par>
                                <p:cTn id="1643" presetID="1" presetClass="entr" presetSubtype="0" fill="hold" nodeType="withEffect">
                                  <p:stCondLst>
                                    <p:cond delay="0"/>
                                  </p:stCondLst>
                                  <p:childTnLst>
                                    <p:set>
                                      <p:cBhvr>
                                        <p:cTn id="1644" dur="1" fill="hold">
                                          <p:stCondLst>
                                            <p:cond delay="0"/>
                                          </p:stCondLst>
                                        </p:cTn>
                                        <p:tgtEl>
                                          <p:spTgt spid="827"/>
                                        </p:tgtEl>
                                        <p:attrNameLst>
                                          <p:attrName>style.visibility</p:attrName>
                                        </p:attrNameLst>
                                      </p:cBhvr>
                                      <p:to>
                                        <p:strVal val="visible"/>
                                      </p:to>
                                    </p:set>
                                  </p:childTnLst>
                                </p:cTn>
                              </p:par>
                              <p:par>
                                <p:cTn id="1645" presetID="1" presetClass="entr" presetSubtype="0" fill="hold" nodeType="withEffect">
                                  <p:stCondLst>
                                    <p:cond delay="0"/>
                                  </p:stCondLst>
                                  <p:childTnLst>
                                    <p:set>
                                      <p:cBhvr>
                                        <p:cTn id="1646" dur="1" fill="hold">
                                          <p:stCondLst>
                                            <p:cond delay="0"/>
                                          </p:stCondLst>
                                        </p:cTn>
                                        <p:tgtEl>
                                          <p:spTgt spid="828"/>
                                        </p:tgtEl>
                                        <p:attrNameLst>
                                          <p:attrName>style.visibility</p:attrName>
                                        </p:attrNameLst>
                                      </p:cBhvr>
                                      <p:to>
                                        <p:strVal val="visible"/>
                                      </p:to>
                                    </p:set>
                                  </p:childTnLst>
                                </p:cTn>
                              </p:par>
                              <p:par>
                                <p:cTn id="1647" presetID="1" presetClass="entr" presetSubtype="0" fill="hold" nodeType="withEffect">
                                  <p:stCondLst>
                                    <p:cond delay="0"/>
                                  </p:stCondLst>
                                  <p:childTnLst>
                                    <p:set>
                                      <p:cBhvr>
                                        <p:cTn id="1648" dur="1" fill="hold">
                                          <p:stCondLst>
                                            <p:cond delay="0"/>
                                          </p:stCondLst>
                                        </p:cTn>
                                        <p:tgtEl>
                                          <p:spTgt spid="829"/>
                                        </p:tgtEl>
                                        <p:attrNameLst>
                                          <p:attrName>style.visibility</p:attrName>
                                        </p:attrNameLst>
                                      </p:cBhvr>
                                      <p:to>
                                        <p:strVal val="visible"/>
                                      </p:to>
                                    </p:set>
                                  </p:childTnLst>
                                </p:cTn>
                              </p:par>
                              <p:par>
                                <p:cTn id="1649" presetID="1" presetClass="entr" presetSubtype="0" fill="hold" nodeType="withEffect">
                                  <p:stCondLst>
                                    <p:cond delay="0"/>
                                  </p:stCondLst>
                                  <p:childTnLst>
                                    <p:set>
                                      <p:cBhvr>
                                        <p:cTn id="1650" dur="1" fill="hold">
                                          <p:stCondLst>
                                            <p:cond delay="0"/>
                                          </p:stCondLst>
                                        </p:cTn>
                                        <p:tgtEl>
                                          <p:spTgt spid="830"/>
                                        </p:tgtEl>
                                        <p:attrNameLst>
                                          <p:attrName>style.visibility</p:attrName>
                                        </p:attrNameLst>
                                      </p:cBhvr>
                                      <p:to>
                                        <p:strVal val="visible"/>
                                      </p:to>
                                    </p:set>
                                  </p:childTnLst>
                                </p:cTn>
                              </p:par>
                              <p:par>
                                <p:cTn id="1651" presetID="1" presetClass="entr" presetSubtype="0" fill="hold" nodeType="withEffect">
                                  <p:stCondLst>
                                    <p:cond delay="0"/>
                                  </p:stCondLst>
                                  <p:childTnLst>
                                    <p:set>
                                      <p:cBhvr>
                                        <p:cTn id="1652" dur="1" fill="hold">
                                          <p:stCondLst>
                                            <p:cond delay="0"/>
                                          </p:stCondLst>
                                        </p:cTn>
                                        <p:tgtEl>
                                          <p:spTgt spid="831"/>
                                        </p:tgtEl>
                                        <p:attrNameLst>
                                          <p:attrName>style.visibility</p:attrName>
                                        </p:attrNameLst>
                                      </p:cBhvr>
                                      <p:to>
                                        <p:strVal val="visible"/>
                                      </p:to>
                                    </p:set>
                                  </p:childTnLst>
                                </p:cTn>
                              </p:par>
                              <p:par>
                                <p:cTn id="1653" presetID="1" presetClass="entr" presetSubtype="0" fill="hold" nodeType="withEffect">
                                  <p:stCondLst>
                                    <p:cond delay="0"/>
                                  </p:stCondLst>
                                  <p:childTnLst>
                                    <p:set>
                                      <p:cBhvr>
                                        <p:cTn id="1654" dur="1" fill="hold">
                                          <p:stCondLst>
                                            <p:cond delay="0"/>
                                          </p:stCondLst>
                                        </p:cTn>
                                        <p:tgtEl>
                                          <p:spTgt spid="832"/>
                                        </p:tgtEl>
                                        <p:attrNameLst>
                                          <p:attrName>style.visibility</p:attrName>
                                        </p:attrNameLst>
                                      </p:cBhvr>
                                      <p:to>
                                        <p:strVal val="visible"/>
                                      </p:to>
                                    </p:set>
                                  </p:childTnLst>
                                </p:cTn>
                              </p:par>
                              <p:par>
                                <p:cTn id="1655" presetID="1" presetClass="entr" presetSubtype="0" fill="hold" nodeType="withEffect">
                                  <p:stCondLst>
                                    <p:cond delay="0"/>
                                  </p:stCondLst>
                                  <p:childTnLst>
                                    <p:set>
                                      <p:cBhvr>
                                        <p:cTn id="1656" dur="1" fill="hold">
                                          <p:stCondLst>
                                            <p:cond delay="0"/>
                                          </p:stCondLst>
                                        </p:cTn>
                                        <p:tgtEl>
                                          <p:spTgt spid="833"/>
                                        </p:tgtEl>
                                        <p:attrNameLst>
                                          <p:attrName>style.visibility</p:attrName>
                                        </p:attrNameLst>
                                      </p:cBhvr>
                                      <p:to>
                                        <p:strVal val="visible"/>
                                      </p:to>
                                    </p:set>
                                  </p:childTnLst>
                                </p:cTn>
                              </p:par>
                              <p:par>
                                <p:cTn id="1657" presetID="1" presetClass="entr" presetSubtype="0" fill="hold" nodeType="withEffect">
                                  <p:stCondLst>
                                    <p:cond delay="0"/>
                                  </p:stCondLst>
                                  <p:childTnLst>
                                    <p:set>
                                      <p:cBhvr>
                                        <p:cTn id="1658" dur="1" fill="hold">
                                          <p:stCondLst>
                                            <p:cond delay="0"/>
                                          </p:stCondLst>
                                        </p:cTn>
                                        <p:tgtEl>
                                          <p:spTgt spid="834"/>
                                        </p:tgtEl>
                                        <p:attrNameLst>
                                          <p:attrName>style.visibility</p:attrName>
                                        </p:attrNameLst>
                                      </p:cBhvr>
                                      <p:to>
                                        <p:strVal val="visible"/>
                                      </p:to>
                                    </p:set>
                                  </p:childTnLst>
                                </p:cTn>
                              </p:par>
                              <p:par>
                                <p:cTn id="1659" presetID="1" presetClass="entr" presetSubtype="0" fill="hold" nodeType="withEffect">
                                  <p:stCondLst>
                                    <p:cond delay="0"/>
                                  </p:stCondLst>
                                  <p:childTnLst>
                                    <p:set>
                                      <p:cBhvr>
                                        <p:cTn id="1660" dur="1" fill="hold">
                                          <p:stCondLst>
                                            <p:cond delay="0"/>
                                          </p:stCondLst>
                                        </p:cTn>
                                        <p:tgtEl>
                                          <p:spTgt spid="835"/>
                                        </p:tgtEl>
                                        <p:attrNameLst>
                                          <p:attrName>style.visibility</p:attrName>
                                        </p:attrNameLst>
                                      </p:cBhvr>
                                      <p:to>
                                        <p:strVal val="visible"/>
                                      </p:to>
                                    </p:set>
                                  </p:childTnLst>
                                </p:cTn>
                              </p:par>
                              <p:par>
                                <p:cTn id="1661" presetID="1" presetClass="entr" presetSubtype="0" fill="hold" nodeType="withEffect">
                                  <p:stCondLst>
                                    <p:cond delay="0"/>
                                  </p:stCondLst>
                                  <p:childTnLst>
                                    <p:set>
                                      <p:cBhvr>
                                        <p:cTn id="1662" dur="1" fill="hold">
                                          <p:stCondLst>
                                            <p:cond delay="0"/>
                                          </p:stCondLst>
                                        </p:cTn>
                                        <p:tgtEl>
                                          <p:spTgt spid="836"/>
                                        </p:tgtEl>
                                        <p:attrNameLst>
                                          <p:attrName>style.visibility</p:attrName>
                                        </p:attrNameLst>
                                      </p:cBhvr>
                                      <p:to>
                                        <p:strVal val="visible"/>
                                      </p:to>
                                    </p:set>
                                  </p:childTnLst>
                                </p:cTn>
                              </p:par>
                              <p:par>
                                <p:cTn id="1663" presetID="1" presetClass="entr" presetSubtype="0" fill="hold" nodeType="withEffect">
                                  <p:stCondLst>
                                    <p:cond delay="0"/>
                                  </p:stCondLst>
                                  <p:childTnLst>
                                    <p:set>
                                      <p:cBhvr>
                                        <p:cTn id="1664" dur="1" fill="hold">
                                          <p:stCondLst>
                                            <p:cond delay="0"/>
                                          </p:stCondLst>
                                        </p:cTn>
                                        <p:tgtEl>
                                          <p:spTgt spid="837"/>
                                        </p:tgtEl>
                                        <p:attrNameLst>
                                          <p:attrName>style.visibility</p:attrName>
                                        </p:attrNameLst>
                                      </p:cBhvr>
                                      <p:to>
                                        <p:strVal val="visible"/>
                                      </p:to>
                                    </p:set>
                                  </p:childTnLst>
                                </p:cTn>
                              </p:par>
                              <p:par>
                                <p:cTn id="1665" presetID="1" presetClass="entr" presetSubtype="0" fill="hold" nodeType="withEffect">
                                  <p:stCondLst>
                                    <p:cond delay="0"/>
                                  </p:stCondLst>
                                  <p:childTnLst>
                                    <p:set>
                                      <p:cBhvr>
                                        <p:cTn id="1666" dur="1" fill="hold">
                                          <p:stCondLst>
                                            <p:cond delay="0"/>
                                          </p:stCondLst>
                                        </p:cTn>
                                        <p:tgtEl>
                                          <p:spTgt spid="838"/>
                                        </p:tgtEl>
                                        <p:attrNameLst>
                                          <p:attrName>style.visibility</p:attrName>
                                        </p:attrNameLst>
                                      </p:cBhvr>
                                      <p:to>
                                        <p:strVal val="visible"/>
                                      </p:to>
                                    </p:set>
                                  </p:childTnLst>
                                </p:cTn>
                              </p:par>
                              <p:par>
                                <p:cTn id="1667" presetID="1" presetClass="entr" presetSubtype="0" fill="hold" nodeType="withEffect">
                                  <p:stCondLst>
                                    <p:cond delay="0"/>
                                  </p:stCondLst>
                                  <p:childTnLst>
                                    <p:set>
                                      <p:cBhvr>
                                        <p:cTn id="1668" dur="1" fill="hold">
                                          <p:stCondLst>
                                            <p:cond delay="0"/>
                                          </p:stCondLst>
                                        </p:cTn>
                                        <p:tgtEl>
                                          <p:spTgt spid="839"/>
                                        </p:tgtEl>
                                        <p:attrNameLst>
                                          <p:attrName>style.visibility</p:attrName>
                                        </p:attrNameLst>
                                      </p:cBhvr>
                                      <p:to>
                                        <p:strVal val="visible"/>
                                      </p:to>
                                    </p:set>
                                  </p:childTnLst>
                                </p:cTn>
                              </p:par>
                              <p:par>
                                <p:cTn id="1669" presetID="1" presetClass="entr" presetSubtype="0" fill="hold" nodeType="withEffect">
                                  <p:stCondLst>
                                    <p:cond delay="0"/>
                                  </p:stCondLst>
                                  <p:childTnLst>
                                    <p:set>
                                      <p:cBhvr>
                                        <p:cTn id="1670" dur="1" fill="hold">
                                          <p:stCondLst>
                                            <p:cond delay="0"/>
                                          </p:stCondLst>
                                        </p:cTn>
                                        <p:tgtEl>
                                          <p:spTgt spid="840"/>
                                        </p:tgtEl>
                                        <p:attrNameLst>
                                          <p:attrName>style.visibility</p:attrName>
                                        </p:attrNameLst>
                                      </p:cBhvr>
                                      <p:to>
                                        <p:strVal val="visible"/>
                                      </p:to>
                                    </p:set>
                                  </p:childTnLst>
                                </p:cTn>
                              </p:par>
                              <p:par>
                                <p:cTn id="1671" presetID="1" presetClass="entr" presetSubtype="0" fill="hold" nodeType="withEffect">
                                  <p:stCondLst>
                                    <p:cond delay="0"/>
                                  </p:stCondLst>
                                  <p:childTnLst>
                                    <p:set>
                                      <p:cBhvr>
                                        <p:cTn id="1672" dur="1" fill="hold">
                                          <p:stCondLst>
                                            <p:cond delay="0"/>
                                          </p:stCondLst>
                                        </p:cTn>
                                        <p:tgtEl>
                                          <p:spTgt spid="841"/>
                                        </p:tgtEl>
                                        <p:attrNameLst>
                                          <p:attrName>style.visibility</p:attrName>
                                        </p:attrNameLst>
                                      </p:cBhvr>
                                      <p:to>
                                        <p:strVal val="visible"/>
                                      </p:to>
                                    </p:set>
                                  </p:childTnLst>
                                </p:cTn>
                              </p:par>
                              <p:par>
                                <p:cTn id="1673" presetID="1" presetClass="entr" presetSubtype="0" fill="hold" nodeType="withEffect">
                                  <p:stCondLst>
                                    <p:cond delay="0"/>
                                  </p:stCondLst>
                                  <p:childTnLst>
                                    <p:set>
                                      <p:cBhvr>
                                        <p:cTn id="1674" dur="1" fill="hold">
                                          <p:stCondLst>
                                            <p:cond delay="0"/>
                                          </p:stCondLst>
                                        </p:cTn>
                                        <p:tgtEl>
                                          <p:spTgt spid="842"/>
                                        </p:tgtEl>
                                        <p:attrNameLst>
                                          <p:attrName>style.visibility</p:attrName>
                                        </p:attrNameLst>
                                      </p:cBhvr>
                                      <p:to>
                                        <p:strVal val="visible"/>
                                      </p:to>
                                    </p:set>
                                  </p:childTnLst>
                                </p:cTn>
                              </p:par>
                              <p:par>
                                <p:cTn id="1675" presetID="1" presetClass="entr" presetSubtype="0" fill="hold" nodeType="withEffect">
                                  <p:stCondLst>
                                    <p:cond delay="0"/>
                                  </p:stCondLst>
                                  <p:childTnLst>
                                    <p:set>
                                      <p:cBhvr>
                                        <p:cTn id="1676" dur="1" fill="hold">
                                          <p:stCondLst>
                                            <p:cond delay="0"/>
                                          </p:stCondLst>
                                        </p:cTn>
                                        <p:tgtEl>
                                          <p:spTgt spid="843"/>
                                        </p:tgtEl>
                                        <p:attrNameLst>
                                          <p:attrName>style.visibility</p:attrName>
                                        </p:attrNameLst>
                                      </p:cBhvr>
                                      <p:to>
                                        <p:strVal val="visible"/>
                                      </p:to>
                                    </p:set>
                                  </p:childTnLst>
                                </p:cTn>
                              </p:par>
                              <p:par>
                                <p:cTn id="1677" presetID="1" presetClass="entr" presetSubtype="0" fill="hold" nodeType="withEffect">
                                  <p:stCondLst>
                                    <p:cond delay="0"/>
                                  </p:stCondLst>
                                  <p:childTnLst>
                                    <p:set>
                                      <p:cBhvr>
                                        <p:cTn id="1678" dur="1" fill="hold">
                                          <p:stCondLst>
                                            <p:cond delay="0"/>
                                          </p:stCondLst>
                                        </p:cTn>
                                        <p:tgtEl>
                                          <p:spTgt spid="844"/>
                                        </p:tgtEl>
                                        <p:attrNameLst>
                                          <p:attrName>style.visibility</p:attrName>
                                        </p:attrNameLst>
                                      </p:cBhvr>
                                      <p:to>
                                        <p:strVal val="visible"/>
                                      </p:to>
                                    </p:set>
                                  </p:childTnLst>
                                </p:cTn>
                              </p:par>
                              <p:par>
                                <p:cTn id="1679" presetID="1" presetClass="entr" presetSubtype="0" fill="hold" nodeType="withEffect">
                                  <p:stCondLst>
                                    <p:cond delay="0"/>
                                  </p:stCondLst>
                                  <p:childTnLst>
                                    <p:set>
                                      <p:cBhvr>
                                        <p:cTn id="1680" dur="1" fill="hold">
                                          <p:stCondLst>
                                            <p:cond delay="0"/>
                                          </p:stCondLst>
                                        </p:cTn>
                                        <p:tgtEl>
                                          <p:spTgt spid="845"/>
                                        </p:tgtEl>
                                        <p:attrNameLst>
                                          <p:attrName>style.visibility</p:attrName>
                                        </p:attrNameLst>
                                      </p:cBhvr>
                                      <p:to>
                                        <p:strVal val="visible"/>
                                      </p:to>
                                    </p:set>
                                  </p:childTnLst>
                                </p:cTn>
                              </p:par>
                              <p:par>
                                <p:cTn id="1681" presetID="1" presetClass="entr" presetSubtype="0" fill="hold" nodeType="withEffect">
                                  <p:stCondLst>
                                    <p:cond delay="0"/>
                                  </p:stCondLst>
                                  <p:childTnLst>
                                    <p:set>
                                      <p:cBhvr>
                                        <p:cTn id="1682" dur="1" fill="hold">
                                          <p:stCondLst>
                                            <p:cond delay="0"/>
                                          </p:stCondLst>
                                        </p:cTn>
                                        <p:tgtEl>
                                          <p:spTgt spid="846"/>
                                        </p:tgtEl>
                                        <p:attrNameLst>
                                          <p:attrName>style.visibility</p:attrName>
                                        </p:attrNameLst>
                                      </p:cBhvr>
                                      <p:to>
                                        <p:strVal val="visible"/>
                                      </p:to>
                                    </p:set>
                                  </p:childTnLst>
                                </p:cTn>
                              </p:par>
                              <p:par>
                                <p:cTn id="1683" presetID="1" presetClass="entr" presetSubtype="0" fill="hold" nodeType="withEffect">
                                  <p:stCondLst>
                                    <p:cond delay="0"/>
                                  </p:stCondLst>
                                  <p:childTnLst>
                                    <p:set>
                                      <p:cBhvr>
                                        <p:cTn id="1684" dur="1" fill="hold">
                                          <p:stCondLst>
                                            <p:cond delay="0"/>
                                          </p:stCondLst>
                                        </p:cTn>
                                        <p:tgtEl>
                                          <p:spTgt spid="847"/>
                                        </p:tgtEl>
                                        <p:attrNameLst>
                                          <p:attrName>style.visibility</p:attrName>
                                        </p:attrNameLst>
                                      </p:cBhvr>
                                      <p:to>
                                        <p:strVal val="visible"/>
                                      </p:to>
                                    </p:set>
                                  </p:childTnLst>
                                </p:cTn>
                              </p:par>
                              <p:par>
                                <p:cTn id="1685" presetID="1" presetClass="entr" presetSubtype="0" fill="hold" nodeType="withEffect">
                                  <p:stCondLst>
                                    <p:cond delay="0"/>
                                  </p:stCondLst>
                                  <p:childTnLst>
                                    <p:set>
                                      <p:cBhvr>
                                        <p:cTn id="1686" dur="1" fill="hold">
                                          <p:stCondLst>
                                            <p:cond delay="0"/>
                                          </p:stCondLst>
                                        </p:cTn>
                                        <p:tgtEl>
                                          <p:spTgt spid="848"/>
                                        </p:tgtEl>
                                        <p:attrNameLst>
                                          <p:attrName>style.visibility</p:attrName>
                                        </p:attrNameLst>
                                      </p:cBhvr>
                                      <p:to>
                                        <p:strVal val="visible"/>
                                      </p:to>
                                    </p:set>
                                  </p:childTnLst>
                                </p:cTn>
                              </p:par>
                              <p:par>
                                <p:cTn id="1687" presetID="1" presetClass="entr" presetSubtype="0" fill="hold" nodeType="withEffect">
                                  <p:stCondLst>
                                    <p:cond delay="0"/>
                                  </p:stCondLst>
                                  <p:childTnLst>
                                    <p:set>
                                      <p:cBhvr>
                                        <p:cTn id="1688" dur="1" fill="hold">
                                          <p:stCondLst>
                                            <p:cond delay="0"/>
                                          </p:stCondLst>
                                        </p:cTn>
                                        <p:tgtEl>
                                          <p:spTgt spid="849"/>
                                        </p:tgtEl>
                                        <p:attrNameLst>
                                          <p:attrName>style.visibility</p:attrName>
                                        </p:attrNameLst>
                                      </p:cBhvr>
                                      <p:to>
                                        <p:strVal val="visible"/>
                                      </p:to>
                                    </p:set>
                                  </p:childTnLst>
                                </p:cTn>
                              </p:par>
                              <p:par>
                                <p:cTn id="1689" presetID="1" presetClass="entr" presetSubtype="0" fill="hold" nodeType="withEffect">
                                  <p:stCondLst>
                                    <p:cond delay="0"/>
                                  </p:stCondLst>
                                  <p:childTnLst>
                                    <p:set>
                                      <p:cBhvr>
                                        <p:cTn id="1690" dur="1" fill="hold">
                                          <p:stCondLst>
                                            <p:cond delay="0"/>
                                          </p:stCondLst>
                                        </p:cTn>
                                        <p:tgtEl>
                                          <p:spTgt spid="850"/>
                                        </p:tgtEl>
                                        <p:attrNameLst>
                                          <p:attrName>style.visibility</p:attrName>
                                        </p:attrNameLst>
                                      </p:cBhvr>
                                      <p:to>
                                        <p:strVal val="visible"/>
                                      </p:to>
                                    </p:set>
                                  </p:childTnLst>
                                </p:cTn>
                              </p:par>
                              <p:par>
                                <p:cTn id="1691" presetID="1" presetClass="entr" presetSubtype="0" fill="hold" nodeType="withEffect">
                                  <p:stCondLst>
                                    <p:cond delay="0"/>
                                  </p:stCondLst>
                                  <p:childTnLst>
                                    <p:set>
                                      <p:cBhvr>
                                        <p:cTn id="1692" dur="1" fill="hold">
                                          <p:stCondLst>
                                            <p:cond delay="0"/>
                                          </p:stCondLst>
                                        </p:cTn>
                                        <p:tgtEl>
                                          <p:spTgt spid="851"/>
                                        </p:tgtEl>
                                        <p:attrNameLst>
                                          <p:attrName>style.visibility</p:attrName>
                                        </p:attrNameLst>
                                      </p:cBhvr>
                                      <p:to>
                                        <p:strVal val="visible"/>
                                      </p:to>
                                    </p:set>
                                  </p:childTnLst>
                                </p:cTn>
                              </p:par>
                              <p:par>
                                <p:cTn id="1693" presetID="1" presetClass="entr" presetSubtype="0" fill="hold" nodeType="withEffect">
                                  <p:stCondLst>
                                    <p:cond delay="0"/>
                                  </p:stCondLst>
                                  <p:childTnLst>
                                    <p:set>
                                      <p:cBhvr>
                                        <p:cTn id="1694" dur="1" fill="hold">
                                          <p:stCondLst>
                                            <p:cond delay="0"/>
                                          </p:stCondLst>
                                        </p:cTn>
                                        <p:tgtEl>
                                          <p:spTgt spid="852"/>
                                        </p:tgtEl>
                                        <p:attrNameLst>
                                          <p:attrName>style.visibility</p:attrName>
                                        </p:attrNameLst>
                                      </p:cBhvr>
                                      <p:to>
                                        <p:strVal val="visible"/>
                                      </p:to>
                                    </p:set>
                                  </p:childTnLst>
                                </p:cTn>
                              </p:par>
                              <p:par>
                                <p:cTn id="1695" presetID="1" presetClass="entr" presetSubtype="0" fill="hold" nodeType="withEffect">
                                  <p:stCondLst>
                                    <p:cond delay="0"/>
                                  </p:stCondLst>
                                  <p:childTnLst>
                                    <p:set>
                                      <p:cBhvr>
                                        <p:cTn id="1696" dur="1" fill="hold">
                                          <p:stCondLst>
                                            <p:cond delay="0"/>
                                          </p:stCondLst>
                                        </p:cTn>
                                        <p:tgtEl>
                                          <p:spTgt spid="853"/>
                                        </p:tgtEl>
                                        <p:attrNameLst>
                                          <p:attrName>style.visibility</p:attrName>
                                        </p:attrNameLst>
                                      </p:cBhvr>
                                      <p:to>
                                        <p:strVal val="visible"/>
                                      </p:to>
                                    </p:set>
                                  </p:childTnLst>
                                </p:cTn>
                              </p:par>
                              <p:par>
                                <p:cTn id="1697" presetID="1" presetClass="entr" presetSubtype="0" fill="hold" nodeType="withEffect">
                                  <p:stCondLst>
                                    <p:cond delay="0"/>
                                  </p:stCondLst>
                                  <p:childTnLst>
                                    <p:set>
                                      <p:cBhvr>
                                        <p:cTn id="1698" dur="1" fill="hold">
                                          <p:stCondLst>
                                            <p:cond delay="0"/>
                                          </p:stCondLst>
                                        </p:cTn>
                                        <p:tgtEl>
                                          <p:spTgt spid="854"/>
                                        </p:tgtEl>
                                        <p:attrNameLst>
                                          <p:attrName>style.visibility</p:attrName>
                                        </p:attrNameLst>
                                      </p:cBhvr>
                                      <p:to>
                                        <p:strVal val="visible"/>
                                      </p:to>
                                    </p:set>
                                  </p:childTnLst>
                                </p:cTn>
                              </p:par>
                              <p:par>
                                <p:cTn id="1699" presetID="1" presetClass="entr" presetSubtype="0" fill="hold" nodeType="withEffect">
                                  <p:stCondLst>
                                    <p:cond delay="0"/>
                                  </p:stCondLst>
                                  <p:childTnLst>
                                    <p:set>
                                      <p:cBhvr>
                                        <p:cTn id="1700" dur="1" fill="hold">
                                          <p:stCondLst>
                                            <p:cond delay="0"/>
                                          </p:stCondLst>
                                        </p:cTn>
                                        <p:tgtEl>
                                          <p:spTgt spid="855"/>
                                        </p:tgtEl>
                                        <p:attrNameLst>
                                          <p:attrName>style.visibility</p:attrName>
                                        </p:attrNameLst>
                                      </p:cBhvr>
                                      <p:to>
                                        <p:strVal val="visible"/>
                                      </p:to>
                                    </p:set>
                                  </p:childTnLst>
                                </p:cTn>
                              </p:par>
                              <p:par>
                                <p:cTn id="1701" presetID="1" presetClass="entr" presetSubtype="0" fill="hold" nodeType="withEffect">
                                  <p:stCondLst>
                                    <p:cond delay="0"/>
                                  </p:stCondLst>
                                  <p:childTnLst>
                                    <p:set>
                                      <p:cBhvr>
                                        <p:cTn id="1702" dur="1" fill="hold">
                                          <p:stCondLst>
                                            <p:cond delay="0"/>
                                          </p:stCondLst>
                                        </p:cTn>
                                        <p:tgtEl>
                                          <p:spTgt spid="856"/>
                                        </p:tgtEl>
                                        <p:attrNameLst>
                                          <p:attrName>style.visibility</p:attrName>
                                        </p:attrNameLst>
                                      </p:cBhvr>
                                      <p:to>
                                        <p:strVal val="visible"/>
                                      </p:to>
                                    </p:set>
                                  </p:childTnLst>
                                </p:cTn>
                              </p:par>
                              <p:par>
                                <p:cTn id="1703" presetID="1" presetClass="entr" presetSubtype="0" fill="hold" nodeType="withEffect">
                                  <p:stCondLst>
                                    <p:cond delay="0"/>
                                  </p:stCondLst>
                                  <p:childTnLst>
                                    <p:set>
                                      <p:cBhvr>
                                        <p:cTn id="1704" dur="1" fill="hold">
                                          <p:stCondLst>
                                            <p:cond delay="0"/>
                                          </p:stCondLst>
                                        </p:cTn>
                                        <p:tgtEl>
                                          <p:spTgt spid="857"/>
                                        </p:tgtEl>
                                        <p:attrNameLst>
                                          <p:attrName>style.visibility</p:attrName>
                                        </p:attrNameLst>
                                      </p:cBhvr>
                                      <p:to>
                                        <p:strVal val="visible"/>
                                      </p:to>
                                    </p:set>
                                  </p:childTnLst>
                                </p:cTn>
                              </p:par>
                              <p:par>
                                <p:cTn id="1705" presetID="1" presetClass="entr" presetSubtype="0" fill="hold" nodeType="withEffect">
                                  <p:stCondLst>
                                    <p:cond delay="0"/>
                                  </p:stCondLst>
                                  <p:childTnLst>
                                    <p:set>
                                      <p:cBhvr>
                                        <p:cTn id="1706" dur="1" fill="hold">
                                          <p:stCondLst>
                                            <p:cond delay="0"/>
                                          </p:stCondLst>
                                        </p:cTn>
                                        <p:tgtEl>
                                          <p:spTgt spid="858"/>
                                        </p:tgtEl>
                                        <p:attrNameLst>
                                          <p:attrName>style.visibility</p:attrName>
                                        </p:attrNameLst>
                                      </p:cBhvr>
                                      <p:to>
                                        <p:strVal val="visible"/>
                                      </p:to>
                                    </p:set>
                                  </p:childTnLst>
                                </p:cTn>
                              </p:par>
                              <p:par>
                                <p:cTn id="1707" presetID="1" presetClass="entr" presetSubtype="0" fill="hold" nodeType="withEffect">
                                  <p:stCondLst>
                                    <p:cond delay="0"/>
                                  </p:stCondLst>
                                  <p:childTnLst>
                                    <p:set>
                                      <p:cBhvr>
                                        <p:cTn id="1708" dur="1" fill="hold">
                                          <p:stCondLst>
                                            <p:cond delay="0"/>
                                          </p:stCondLst>
                                        </p:cTn>
                                        <p:tgtEl>
                                          <p:spTgt spid="859"/>
                                        </p:tgtEl>
                                        <p:attrNameLst>
                                          <p:attrName>style.visibility</p:attrName>
                                        </p:attrNameLst>
                                      </p:cBhvr>
                                      <p:to>
                                        <p:strVal val="visible"/>
                                      </p:to>
                                    </p:set>
                                  </p:childTnLst>
                                </p:cTn>
                              </p:par>
                              <p:par>
                                <p:cTn id="1709" presetID="1" presetClass="entr" presetSubtype="0" fill="hold" nodeType="withEffect">
                                  <p:stCondLst>
                                    <p:cond delay="0"/>
                                  </p:stCondLst>
                                  <p:childTnLst>
                                    <p:set>
                                      <p:cBhvr>
                                        <p:cTn id="1710" dur="1" fill="hold">
                                          <p:stCondLst>
                                            <p:cond delay="0"/>
                                          </p:stCondLst>
                                        </p:cTn>
                                        <p:tgtEl>
                                          <p:spTgt spid="860"/>
                                        </p:tgtEl>
                                        <p:attrNameLst>
                                          <p:attrName>style.visibility</p:attrName>
                                        </p:attrNameLst>
                                      </p:cBhvr>
                                      <p:to>
                                        <p:strVal val="visible"/>
                                      </p:to>
                                    </p:set>
                                  </p:childTnLst>
                                </p:cTn>
                              </p:par>
                              <p:par>
                                <p:cTn id="1711" presetID="1" presetClass="entr" presetSubtype="0" fill="hold" nodeType="withEffect">
                                  <p:stCondLst>
                                    <p:cond delay="0"/>
                                  </p:stCondLst>
                                  <p:childTnLst>
                                    <p:set>
                                      <p:cBhvr>
                                        <p:cTn id="1712" dur="1" fill="hold">
                                          <p:stCondLst>
                                            <p:cond delay="0"/>
                                          </p:stCondLst>
                                        </p:cTn>
                                        <p:tgtEl>
                                          <p:spTgt spid="861"/>
                                        </p:tgtEl>
                                        <p:attrNameLst>
                                          <p:attrName>style.visibility</p:attrName>
                                        </p:attrNameLst>
                                      </p:cBhvr>
                                      <p:to>
                                        <p:strVal val="visible"/>
                                      </p:to>
                                    </p:set>
                                  </p:childTnLst>
                                </p:cTn>
                              </p:par>
                              <p:par>
                                <p:cTn id="1713" presetID="1" presetClass="entr" presetSubtype="0" fill="hold" nodeType="withEffect">
                                  <p:stCondLst>
                                    <p:cond delay="0"/>
                                  </p:stCondLst>
                                  <p:childTnLst>
                                    <p:set>
                                      <p:cBhvr>
                                        <p:cTn id="1714" dur="1" fill="hold">
                                          <p:stCondLst>
                                            <p:cond delay="0"/>
                                          </p:stCondLst>
                                        </p:cTn>
                                        <p:tgtEl>
                                          <p:spTgt spid="862"/>
                                        </p:tgtEl>
                                        <p:attrNameLst>
                                          <p:attrName>style.visibility</p:attrName>
                                        </p:attrNameLst>
                                      </p:cBhvr>
                                      <p:to>
                                        <p:strVal val="visible"/>
                                      </p:to>
                                    </p:set>
                                  </p:childTnLst>
                                </p:cTn>
                              </p:par>
                              <p:par>
                                <p:cTn id="1715" presetID="1" presetClass="entr" presetSubtype="0" fill="hold" nodeType="withEffect">
                                  <p:stCondLst>
                                    <p:cond delay="0"/>
                                  </p:stCondLst>
                                  <p:childTnLst>
                                    <p:set>
                                      <p:cBhvr>
                                        <p:cTn id="1716" dur="1" fill="hold">
                                          <p:stCondLst>
                                            <p:cond delay="0"/>
                                          </p:stCondLst>
                                        </p:cTn>
                                        <p:tgtEl>
                                          <p:spTgt spid="863"/>
                                        </p:tgtEl>
                                        <p:attrNameLst>
                                          <p:attrName>style.visibility</p:attrName>
                                        </p:attrNameLst>
                                      </p:cBhvr>
                                      <p:to>
                                        <p:strVal val="visible"/>
                                      </p:to>
                                    </p:set>
                                  </p:childTnLst>
                                </p:cTn>
                              </p:par>
                              <p:par>
                                <p:cTn id="1717" presetID="1" presetClass="entr" presetSubtype="0" fill="hold" nodeType="withEffect">
                                  <p:stCondLst>
                                    <p:cond delay="0"/>
                                  </p:stCondLst>
                                  <p:childTnLst>
                                    <p:set>
                                      <p:cBhvr>
                                        <p:cTn id="1718" dur="1" fill="hold">
                                          <p:stCondLst>
                                            <p:cond delay="0"/>
                                          </p:stCondLst>
                                        </p:cTn>
                                        <p:tgtEl>
                                          <p:spTgt spid="864"/>
                                        </p:tgtEl>
                                        <p:attrNameLst>
                                          <p:attrName>style.visibility</p:attrName>
                                        </p:attrNameLst>
                                      </p:cBhvr>
                                      <p:to>
                                        <p:strVal val="visible"/>
                                      </p:to>
                                    </p:set>
                                  </p:childTnLst>
                                </p:cTn>
                              </p:par>
                              <p:par>
                                <p:cTn id="1719" presetID="1" presetClass="entr" presetSubtype="0" fill="hold" nodeType="withEffect">
                                  <p:stCondLst>
                                    <p:cond delay="0"/>
                                  </p:stCondLst>
                                  <p:childTnLst>
                                    <p:set>
                                      <p:cBhvr>
                                        <p:cTn id="1720" dur="1" fill="hold">
                                          <p:stCondLst>
                                            <p:cond delay="0"/>
                                          </p:stCondLst>
                                        </p:cTn>
                                        <p:tgtEl>
                                          <p:spTgt spid="865"/>
                                        </p:tgtEl>
                                        <p:attrNameLst>
                                          <p:attrName>style.visibility</p:attrName>
                                        </p:attrNameLst>
                                      </p:cBhvr>
                                      <p:to>
                                        <p:strVal val="visible"/>
                                      </p:to>
                                    </p:set>
                                  </p:childTnLst>
                                </p:cTn>
                              </p:par>
                              <p:par>
                                <p:cTn id="1721" presetID="1" presetClass="entr" presetSubtype="0" fill="hold" nodeType="withEffect">
                                  <p:stCondLst>
                                    <p:cond delay="0"/>
                                  </p:stCondLst>
                                  <p:childTnLst>
                                    <p:set>
                                      <p:cBhvr>
                                        <p:cTn id="1722" dur="1" fill="hold">
                                          <p:stCondLst>
                                            <p:cond delay="0"/>
                                          </p:stCondLst>
                                        </p:cTn>
                                        <p:tgtEl>
                                          <p:spTgt spid="866"/>
                                        </p:tgtEl>
                                        <p:attrNameLst>
                                          <p:attrName>style.visibility</p:attrName>
                                        </p:attrNameLst>
                                      </p:cBhvr>
                                      <p:to>
                                        <p:strVal val="visible"/>
                                      </p:to>
                                    </p:set>
                                  </p:childTnLst>
                                </p:cTn>
                              </p:par>
                              <p:par>
                                <p:cTn id="1723" presetID="1" presetClass="entr" presetSubtype="0" fill="hold" nodeType="withEffect">
                                  <p:stCondLst>
                                    <p:cond delay="0"/>
                                  </p:stCondLst>
                                  <p:childTnLst>
                                    <p:set>
                                      <p:cBhvr>
                                        <p:cTn id="1724" dur="1" fill="hold">
                                          <p:stCondLst>
                                            <p:cond delay="0"/>
                                          </p:stCondLst>
                                        </p:cTn>
                                        <p:tgtEl>
                                          <p:spTgt spid="867"/>
                                        </p:tgtEl>
                                        <p:attrNameLst>
                                          <p:attrName>style.visibility</p:attrName>
                                        </p:attrNameLst>
                                      </p:cBhvr>
                                      <p:to>
                                        <p:strVal val="visible"/>
                                      </p:to>
                                    </p:set>
                                  </p:childTnLst>
                                </p:cTn>
                              </p:par>
                              <p:par>
                                <p:cTn id="1725" presetID="1" presetClass="entr" presetSubtype="0" fill="hold" nodeType="withEffect">
                                  <p:stCondLst>
                                    <p:cond delay="0"/>
                                  </p:stCondLst>
                                  <p:childTnLst>
                                    <p:set>
                                      <p:cBhvr>
                                        <p:cTn id="1726" dur="1" fill="hold">
                                          <p:stCondLst>
                                            <p:cond delay="0"/>
                                          </p:stCondLst>
                                        </p:cTn>
                                        <p:tgtEl>
                                          <p:spTgt spid="868"/>
                                        </p:tgtEl>
                                        <p:attrNameLst>
                                          <p:attrName>style.visibility</p:attrName>
                                        </p:attrNameLst>
                                      </p:cBhvr>
                                      <p:to>
                                        <p:strVal val="visible"/>
                                      </p:to>
                                    </p:set>
                                  </p:childTnLst>
                                </p:cTn>
                              </p:par>
                              <p:par>
                                <p:cTn id="1727" presetID="1" presetClass="entr" presetSubtype="0" fill="hold" nodeType="withEffect">
                                  <p:stCondLst>
                                    <p:cond delay="0"/>
                                  </p:stCondLst>
                                  <p:childTnLst>
                                    <p:set>
                                      <p:cBhvr>
                                        <p:cTn id="1728" dur="1" fill="hold">
                                          <p:stCondLst>
                                            <p:cond delay="0"/>
                                          </p:stCondLst>
                                        </p:cTn>
                                        <p:tgtEl>
                                          <p:spTgt spid="869"/>
                                        </p:tgtEl>
                                        <p:attrNameLst>
                                          <p:attrName>style.visibility</p:attrName>
                                        </p:attrNameLst>
                                      </p:cBhvr>
                                      <p:to>
                                        <p:strVal val="visible"/>
                                      </p:to>
                                    </p:set>
                                  </p:childTnLst>
                                </p:cTn>
                              </p:par>
                              <p:par>
                                <p:cTn id="1729" presetID="1" presetClass="entr" presetSubtype="0" fill="hold" nodeType="withEffect">
                                  <p:stCondLst>
                                    <p:cond delay="0"/>
                                  </p:stCondLst>
                                  <p:childTnLst>
                                    <p:set>
                                      <p:cBhvr>
                                        <p:cTn id="1730" dur="1" fill="hold">
                                          <p:stCondLst>
                                            <p:cond delay="0"/>
                                          </p:stCondLst>
                                        </p:cTn>
                                        <p:tgtEl>
                                          <p:spTgt spid="870"/>
                                        </p:tgtEl>
                                        <p:attrNameLst>
                                          <p:attrName>style.visibility</p:attrName>
                                        </p:attrNameLst>
                                      </p:cBhvr>
                                      <p:to>
                                        <p:strVal val="visible"/>
                                      </p:to>
                                    </p:set>
                                  </p:childTnLst>
                                </p:cTn>
                              </p:par>
                              <p:par>
                                <p:cTn id="1731" presetID="1" presetClass="entr" presetSubtype="0" fill="hold" nodeType="withEffect">
                                  <p:stCondLst>
                                    <p:cond delay="0"/>
                                  </p:stCondLst>
                                  <p:childTnLst>
                                    <p:set>
                                      <p:cBhvr>
                                        <p:cTn id="1732" dur="1" fill="hold">
                                          <p:stCondLst>
                                            <p:cond delay="0"/>
                                          </p:stCondLst>
                                        </p:cTn>
                                        <p:tgtEl>
                                          <p:spTgt spid="871"/>
                                        </p:tgtEl>
                                        <p:attrNameLst>
                                          <p:attrName>style.visibility</p:attrName>
                                        </p:attrNameLst>
                                      </p:cBhvr>
                                      <p:to>
                                        <p:strVal val="visible"/>
                                      </p:to>
                                    </p:set>
                                  </p:childTnLst>
                                </p:cTn>
                              </p:par>
                              <p:par>
                                <p:cTn id="1733" presetID="1" presetClass="entr" presetSubtype="0" fill="hold" nodeType="withEffect">
                                  <p:stCondLst>
                                    <p:cond delay="0"/>
                                  </p:stCondLst>
                                  <p:childTnLst>
                                    <p:set>
                                      <p:cBhvr>
                                        <p:cTn id="1734" dur="1" fill="hold">
                                          <p:stCondLst>
                                            <p:cond delay="0"/>
                                          </p:stCondLst>
                                        </p:cTn>
                                        <p:tgtEl>
                                          <p:spTgt spid="872"/>
                                        </p:tgtEl>
                                        <p:attrNameLst>
                                          <p:attrName>style.visibility</p:attrName>
                                        </p:attrNameLst>
                                      </p:cBhvr>
                                      <p:to>
                                        <p:strVal val="visible"/>
                                      </p:to>
                                    </p:set>
                                  </p:childTnLst>
                                </p:cTn>
                              </p:par>
                              <p:par>
                                <p:cTn id="1735" presetID="1" presetClass="entr" presetSubtype="0" fill="hold" nodeType="withEffect">
                                  <p:stCondLst>
                                    <p:cond delay="0"/>
                                  </p:stCondLst>
                                  <p:childTnLst>
                                    <p:set>
                                      <p:cBhvr>
                                        <p:cTn id="1736" dur="1" fill="hold">
                                          <p:stCondLst>
                                            <p:cond delay="0"/>
                                          </p:stCondLst>
                                        </p:cTn>
                                        <p:tgtEl>
                                          <p:spTgt spid="873"/>
                                        </p:tgtEl>
                                        <p:attrNameLst>
                                          <p:attrName>style.visibility</p:attrName>
                                        </p:attrNameLst>
                                      </p:cBhvr>
                                      <p:to>
                                        <p:strVal val="visible"/>
                                      </p:to>
                                    </p:set>
                                  </p:childTnLst>
                                </p:cTn>
                              </p:par>
                              <p:par>
                                <p:cTn id="1737" presetID="1" presetClass="entr" presetSubtype="0" fill="hold" nodeType="withEffect">
                                  <p:stCondLst>
                                    <p:cond delay="0"/>
                                  </p:stCondLst>
                                  <p:childTnLst>
                                    <p:set>
                                      <p:cBhvr>
                                        <p:cTn id="1738" dur="1" fill="hold">
                                          <p:stCondLst>
                                            <p:cond delay="0"/>
                                          </p:stCondLst>
                                        </p:cTn>
                                        <p:tgtEl>
                                          <p:spTgt spid="874"/>
                                        </p:tgtEl>
                                        <p:attrNameLst>
                                          <p:attrName>style.visibility</p:attrName>
                                        </p:attrNameLst>
                                      </p:cBhvr>
                                      <p:to>
                                        <p:strVal val="visible"/>
                                      </p:to>
                                    </p:set>
                                  </p:childTnLst>
                                </p:cTn>
                              </p:par>
                              <p:par>
                                <p:cTn id="1739" presetID="1" presetClass="entr" presetSubtype="0" fill="hold" nodeType="withEffect">
                                  <p:stCondLst>
                                    <p:cond delay="0"/>
                                  </p:stCondLst>
                                  <p:childTnLst>
                                    <p:set>
                                      <p:cBhvr>
                                        <p:cTn id="1740" dur="1" fill="hold">
                                          <p:stCondLst>
                                            <p:cond delay="0"/>
                                          </p:stCondLst>
                                        </p:cTn>
                                        <p:tgtEl>
                                          <p:spTgt spid="875"/>
                                        </p:tgtEl>
                                        <p:attrNameLst>
                                          <p:attrName>style.visibility</p:attrName>
                                        </p:attrNameLst>
                                      </p:cBhvr>
                                      <p:to>
                                        <p:strVal val="visible"/>
                                      </p:to>
                                    </p:set>
                                  </p:childTnLst>
                                </p:cTn>
                              </p:par>
                              <p:par>
                                <p:cTn id="1741" presetID="1" presetClass="entr" presetSubtype="0" fill="hold" nodeType="withEffect">
                                  <p:stCondLst>
                                    <p:cond delay="0"/>
                                  </p:stCondLst>
                                  <p:childTnLst>
                                    <p:set>
                                      <p:cBhvr>
                                        <p:cTn id="1742" dur="1" fill="hold">
                                          <p:stCondLst>
                                            <p:cond delay="0"/>
                                          </p:stCondLst>
                                        </p:cTn>
                                        <p:tgtEl>
                                          <p:spTgt spid="876"/>
                                        </p:tgtEl>
                                        <p:attrNameLst>
                                          <p:attrName>style.visibility</p:attrName>
                                        </p:attrNameLst>
                                      </p:cBhvr>
                                      <p:to>
                                        <p:strVal val="visible"/>
                                      </p:to>
                                    </p:set>
                                  </p:childTnLst>
                                </p:cTn>
                              </p:par>
                              <p:par>
                                <p:cTn id="1743" presetID="1" presetClass="entr" presetSubtype="0" fill="hold" nodeType="withEffect">
                                  <p:stCondLst>
                                    <p:cond delay="0"/>
                                  </p:stCondLst>
                                  <p:childTnLst>
                                    <p:set>
                                      <p:cBhvr>
                                        <p:cTn id="1744" dur="1" fill="hold">
                                          <p:stCondLst>
                                            <p:cond delay="0"/>
                                          </p:stCondLst>
                                        </p:cTn>
                                        <p:tgtEl>
                                          <p:spTgt spid="877"/>
                                        </p:tgtEl>
                                        <p:attrNameLst>
                                          <p:attrName>style.visibility</p:attrName>
                                        </p:attrNameLst>
                                      </p:cBhvr>
                                      <p:to>
                                        <p:strVal val="visible"/>
                                      </p:to>
                                    </p:set>
                                  </p:childTnLst>
                                </p:cTn>
                              </p:par>
                              <p:par>
                                <p:cTn id="1745" presetID="1" presetClass="entr" presetSubtype="0" fill="hold" nodeType="withEffect">
                                  <p:stCondLst>
                                    <p:cond delay="0"/>
                                  </p:stCondLst>
                                  <p:childTnLst>
                                    <p:set>
                                      <p:cBhvr>
                                        <p:cTn id="1746" dur="1" fill="hold">
                                          <p:stCondLst>
                                            <p:cond delay="0"/>
                                          </p:stCondLst>
                                        </p:cTn>
                                        <p:tgtEl>
                                          <p:spTgt spid="878"/>
                                        </p:tgtEl>
                                        <p:attrNameLst>
                                          <p:attrName>style.visibility</p:attrName>
                                        </p:attrNameLst>
                                      </p:cBhvr>
                                      <p:to>
                                        <p:strVal val="visible"/>
                                      </p:to>
                                    </p:set>
                                  </p:childTnLst>
                                </p:cTn>
                              </p:par>
                              <p:par>
                                <p:cTn id="1747" presetID="1" presetClass="entr" presetSubtype="0" fill="hold" nodeType="withEffect">
                                  <p:stCondLst>
                                    <p:cond delay="0"/>
                                  </p:stCondLst>
                                  <p:childTnLst>
                                    <p:set>
                                      <p:cBhvr>
                                        <p:cTn id="1748" dur="1" fill="hold">
                                          <p:stCondLst>
                                            <p:cond delay="0"/>
                                          </p:stCondLst>
                                        </p:cTn>
                                        <p:tgtEl>
                                          <p:spTgt spid="879"/>
                                        </p:tgtEl>
                                        <p:attrNameLst>
                                          <p:attrName>style.visibility</p:attrName>
                                        </p:attrNameLst>
                                      </p:cBhvr>
                                      <p:to>
                                        <p:strVal val="visible"/>
                                      </p:to>
                                    </p:set>
                                  </p:childTnLst>
                                </p:cTn>
                              </p:par>
                              <p:par>
                                <p:cTn id="1749" presetID="1" presetClass="entr" presetSubtype="0" fill="hold" nodeType="withEffect">
                                  <p:stCondLst>
                                    <p:cond delay="0"/>
                                  </p:stCondLst>
                                  <p:childTnLst>
                                    <p:set>
                                      <p:cBhvr>
                                        <p:cTn id="1750" dur="1" fill="hold">
                                          <p:stCondLst>
                                            <p:cond delay="0"/>
                                          </p:stCondLst>
                                        </p:cTn>
                                        <p:tgtEl>
                                          <p:spTgt spid="880"/>
                                        </p:tgtEl>
                                        <p:attrNameLst>
                                          <p:attrName>style.visibility</p:attrName>
                                        </p:attrNameLst>
                                      </p:cBhvr>
                                      <p:to>
                                        <p:strVal val="visible"/>
                                      </p:to>
                                    </p:set>
                                  </p:childTnLst>
                                </p:cTn>
                              </p:par>
                              <p:par>
                                <p:cTn id="1751" presetID="1" presetClass="entr" presetSubtype="0" fill="hold" nodeType="withEffect">
                                  <p:stCondLst>
                                    <p:cond delay="0"/>
                                  </p:stCondLst>
                                  <p:childTnLst>
                                    <p:set>
                                      <p:cBhvr>
                                        <p:cTn id="1752" dur="1" fill="hold">
                                          <p:stCondLst>
                                            <p:cond delay="0"/>
                                          </p:stCondLst>
                                        </p:cTn>
                                        <p:tgtEl>
                                          <p:spTgt spid="881"/>
                                        </p:tgtEl>
                                        <p:attrNameLst>
                                          <p:attrName>style.visibility</p:attrName>
                                        </p:attrNameLst>
                                      </p:cBhvr>
                                      <p:to>
                                        <p:strVal val="visible"/>
                                      </p:to>
                                    </p:set>
                                  </p:childTnLst>
                                </p:cTn>
                              </p:par>
                              <p:par>
                                <p:cTn id="1753" presetID="1" presetClass="entr" presetSubtype="0" fill="hold" nodeType="withEffect">
                                  <p:stCondLst>
                                    <p:cond delay="0"/>
                                  </p:stCondLst>
                                  <p:childTnLst>
                                    <p:set>
                                      <p:cBhvr>
                                        <p:cTn id="1754" dur="1" fill="hold">
                                          <p:stCondLst>
                                            <p:cond delay="0"/>
                                          </p:stCondLst>
                                        </p:cTn>
                                        <p:tgtEl>
                                          <p:spTgt spid="882"/>
                                        </p:tgtEl>
                                        <p:attrNameLst>
                                          <p:attrName>style.visibility</p:attrName>
                                        </p:attrNameLst>
                                      </p:cBhvr>
                                      <p:to>
                                        <p:strVal val="visible"/>
                                      </p:to>
                                    </p:set>
                                  </p:childTnLst>
                                </p:cTn>
                              </p:par>
                              <p:par>
                                <p:cTn id="1755" presetID="1" presetClass="entr" presetSubtype="0" fill="hold" nodeType="withEffect">
                                  <p:stCondLst>
                                    <p:cond delay="0"/>
                                  </p:stCondLst>
                                  <p:childTnLst>
                                    <p:set>
                                      <p:cBhvr>
                                        <p:cTn id="1756" dur="1" fill="hold">
                                          <p:stCondLst>
                                            <p:cond delay="0"/>
                                          </p:stCondLst>
                                        </p:cTn>
                                        <p:tgtEl>
                                          <p:spTgt spid="883"/>
                                        </p:tgtEl>
                                        <p:attrNameLst>
                                          <p:attrName>style.visibility</p:attrName>
                                        </p:attrNameLst>
                                      </p:cBhvr>
                                      <p:to>
                                        <p:strVal val="visible"/>
                                      </p:to>
                                    </p:set>
                                  </p:childTnLst>
                                </p:cTn>
                              </p:par>
                              <p:par>
                                <p:cTn id="1757" presetID="1" presetClass="entr" presetSubtype="0" fill="hold" nodeType="withEffect">
                                  <p:stCondLst>
                                    <p:cond delay="0"/>
                                  </p:stCondLst>
                                  <p:childTnLst>
                                    <p:set>
                                      <p:cBhvr>
                                        <p:cTn id="1758" dur="1" fill="hold">
                                          <p:stCondLst>
                                            <p:cond delay="0"/>
                                          </p:stCondLst>
                                        </p:cTn>
                                        <p:tgtEl>
                                          <p:spTgt spid="884"/>
                                        </p:tgtEl>
                                        <p:attrNameLst>
                                          <p:attrName>style.visibility</p:attrName>
                                        </p:attrNameLst>
                                      </p:cBhvr>
                                      <p:to>
                                        <p:strVal val="visible"/>
                                      </p:to>
                                    </p:set>
                                  </p:childTnLst>
                                </p:cTn>
                              </p:par>
                              <p:par>
                                <p:cTn id="1759" presetID="1" presetClass="entr" presetSubtype="0" fill="hold" nodeType="withEffect">
                                  <p:stCondLst>
                                    <p:cond delay="0"/>
                                  </p:stCondLst>
                                  <p:childTnLst>
                                    <p:set>
                                      <p:cBhvr>
                                        <p:cTn id="1760" dur="1" fill="hold">
                                          <p:stCondLst>
                                            <p:cond delay="0"/>
                                          </p:stCondLst>
                                        </p:cTn>
                                        <p:tgtEl>
                                          <p:spTgt spid="885"/>
                                        </p:tgtEl>
                                        <p:attrNameLst>
                                          <p:attrName>style.visibility</p:attrName>
                                        </p:attrNameLst>
                                      </p:cBhvr>
                                      <p:to>
                                        <p:strVal val="visible"/>
                                      </p:to>
                                    </p:set>
                                  </p:childTnLst>
                                </p:cTn>
                              </p:par>
                              <p:par>
                                <p:cTn id="1761" presetID="1" presetClass="entr" presetSubtype="0" fill="hold" nodeType="withEffect">
                                  <p:stCondLst>
                                    <p:cond delay="0"/>
                                  </p:stCondLst>
                                  <p:childTnLst>
                                    <p:set>
                                      <p:cBhvr>
                                        <p:cTn id="1762" dur="1" fill="hold">
                                          <p:stCondLst>
                                            <p:cond delay="0"/>
                                          </p:stCondLst>
                                        </p:cTn>
                                        <p:tgtEl>
                                          <p:spTgt spid="886"/>
                                        </p:tgtEl>
                                        <p:attrNameLst>
                                          <p:attrName>style.visibility</p:attrName>
                                        </p:attrNameLst>
                                      </p:cBhvr>
                                      <p:to>
                                        <p:strVal val="visible"/>
                                      </p:to>
                                    </p:set>
                                  </p:childTnLst>
                                </p:cTn>
                              </p:par>
                              <p:par>
                                <p:cTn id="1763" presetID="1" presetClass="entr" presetSubtype="0" fill="hold" nodeType="withEffect">
                                  <p:stCondLst>
                                    <p:cond delay="0"/>
                                  </p:stCondLst>
                                  <p:childTnLst>
                                    <p:set>
                                      <p:cBhvr>
                                        <p:cTn id="1764" dur="1" fill="hold">
                                          <p:stCondLst>
                                            <p:cond delay="0"/>
                                          </p:stCondLst>
                                        </p:cTn>
                                        <p:tgtEl>
                                          <p:spTgt spid="887"/>
                                        </p:tgtEl>
                                        <p:attrNameLst>
                                          <p:attrName>style.visibility</p:attrName>
                                        </p:attrNameLst>
                                      </p:cBhvr>
                                      <p:to>
                                        <p:strVal val="visible"/>
                                      </p:to>
                                    </p:set>
                                  </p:childTnLst>
                                </p:cTn>
                              </p:par>
                              <p:par>
                                <p:cTn id="1765" presetID="1" presetClass="entr" presetSubtype="0" fill="hold" nodeType="withEffect">
                                  <p:stCondLst>
                                    <p:cond delay="0"/>
                                  </p:stCondLst>
                                  <p:childTnLst>
                                    <p:set>
                                      <p:cBhvr>
                                        <p:cTn id="1766" dur="1" fill="hold">
                                          <p:stCondLst>
                                            <p:cond delay="0"/>
                                          </p:stCondLst>
                                        </p:cTn>
                                        <p:tgtEl>
                                          <p:spTgt spid="888"/>
                                        </p:tgtEl>
                                        <p:attrNameLst>
                                          <p:attrName>style.visibility</p:attrName>
                                        </p:attrNameLst>
                                      </p:cBhvr>
                                      <p:to>
                                        <p:strVal val="visible"/>
                                      </p:to>
                                    </p:set>
                                  </p:childTnLst>
                                </p:cTn>
                              </p:par>
                              <p:par>
                                <p:cTn id="1767" presetID="1" presetClass="entr" presetSubtype="0" fill="hold" nodeType="withEffect">
                                  <p:stCondLst>
                                    <p:cond delay="0"/>
                                  </p:stCondLst>
                                  <p:childTnLst>
                                    <p:set>
                                      <p:cBhvr>
                                        <p:cTn id="1768" dur="1" fill="hold">
                                          <p:stCondLst>
                                            <p:cond delay="0"/>
                                          </p:stCondLst>
                                        </p:cTn>
                                        <p:tgtEl>
                                          <p:spTgt spid="889"/>
                                        </p:tgtEl>
                                        <p:attrNameLst>
                                          <p:attrName>style.visibility</p:attrName>
                                        </p:attrNameLst>
                                      </p:cBhvr>
                                      <p:to>
                                        <p:strVal val="visible"/>
                                      </p:to>
                                    </p:set>
                                  </p:childTnLst>
                                </p:cTn>
                              </p:par>
                              <p:par>
                                <p:cTn id="1769" presetID="1" presetClass="entr" presetSubtype="0" fill="hold" nodeType="withEffect">
                                  <p:stCondLst>
                                    <p:cond delay="0"/>
                                  </p:stCondLst>
                                  <p:childTnLst>
                                    <p:set>
                                      <p:cBhvr>
                                        <p:cTn id="1770" dur="1" fill="hold">
                                          <p:stCondLst>
                                            <p:cond delay="0"/>
                                          </p:stCondLst>
                                        </p:cTn>
                                        <p:tgtEl>
                                          <p:spTgt spid="890"/>
                                        </p:tgtEl>
                                        <p:attrNameLst>
                                          <p:attrName>style.visibility</p:attrName>
                                        </p:attrNameLst>
                                      </p:cBhvr>
                                      <p:to>
                                        <p:strVal val="visible"/>
                                      </p:to>
                                    </p:set>
                                  </p:childTnLst>
                                </p:cTn>
                              </p:par>
                              <p:par>
                                <p:cTn id="1771" presetID="1" presetClass="entr" presetSubtype="0" fill="hold" nodeType="withEffect">
                                  <p:stCondLst>
                                    <p:cond delay="0"/>
                                  </p:stCondLst>
                                  <p:childTnLst>
                                    <p:set>
                                      <p:cBhvr>
                                        <p:cTn id="1772" dur="1" fill="hold">
                                          <p:stCondLst>
                                            <p:cond delay="0"/>
                                          </p:stCondLst>
                                        </p:cTn>
                                        <p:tgtEl>
                                          <p:spTgt spid="891"/>
                                        </p:tgtEl>
                                        <p:attrNameLst>
                                          <p:attrName>style.visibility</p:attrName>
                                        </p:attrNameLst>
                                      </p:cBhvr>
                                      <p:to>
                                        <p:strVal val="visible"/>
                                      </p:to>
                                    </p:set>
                                  </p:childTnLst>
                                </p:cTn>
                              </p:par>
                              <p:par>
                                <p:cTn id="1773" presetID="1" presetClass="entr" presetSubtype="0" fill="hold" nodeType="withEffect">
                                  <p:stCondLst>
                                    <p:cond delay="0"/>
                                  </p:stCondLst>
                                  <p:childTnLst>
                                    <p:set>
                                      <p:cBhvr>
                                        <p:cTn id="1774" dur="1" fill="hold">
                                          <p:stCondLst>
                                            <p:cond delay="0"/>
                                          </p:stCondLst>
                                        </p:cTn>
                                        <p:tgtEl>
                                          <p:spTgt spid="892"/>
                                        </p:tgtEl>
                                        <p:attrNameLst>
                                          <p:attrName>style.visibility</p:attrName>
                                        </p:attrNameLst>
                                      </p:cBhvr>
                                      <p:to>
                                        <p:strVal val="visible"/>
                                      </p:to>
                                    </p:set>
                                  </p:childTnLst>
                                </p:cTn>
                              </p:par>
                              <p:par>
                                <p:cTn id="1775" presetID="1" presetClass="entr" presetSubtype="0" fill="hold" nodeType="withEffect">
                                  <p:stCondLst>
                                    <p:cond delay="0"/>
                                  </p:stCondLst>
                                  <p:childTnLst>
                                    <p:set>
                                      <p:cBhvr>
                                        <p:cTn id="1776" dur="1" fill="hold">
                                          <p:stCondLst>
                                            <p:cond delay="0"/>
                                          </p:stCondLst>
                                        </p:cTn>
                                        <p:tgtEl>
                                          <p:spTgt spid="893"/>
                                        </p:tgtEl>
                                        <p:attrNameLst>
                                          <p:attrName>style.visibility</p:attrName>
                                        </p:attrNameLst>
                                      </p:cBhvr>
                                      <p:to>
                                        <p:strVal val="visible"/>
                                      </p:to>
                                    </p:set>
                                  </p:childTnLst>
                                </p:cTn>
                              </p:par>
                              <p:par>
                                <p:cTn id="1777" presetID="1" presetClass="entr" presetSubtype="0" fill="hold" nodeType="withEffect">
                                  <p:stCondLst>
                                    <p:cond delay="0"/>
                                  </p:stCondLst>
                                  <p:childTnLst>
                                    <p:set>
                                      <p:cBhvr>
                                        <p:cTn id="1778" dur="1" fill="hold">
                                          <p:stCondLst>
                                            <p:cond delay="0"/>
                                          </p:stCondLst>
                                        </p:cTn>
                                        <p:tgtEl>
                                          <p:spTgt spid="894"/>
                                        </p:tgtEl>
                                        <p:attrNameLst>
                                          <p:attrName>style.visibility</p:attrName>
                                        </p:attrNameLst>
                                      </p:cBhvr>
                                      <p:to>
                                        <p:strVal val="visible"/>
                                      </p:to>
                                    </p:set>
                                  </p:childTnLst>
                                </p:cTn>
                              </p:par>
                              <p:par>
                                <p:cTn id="1779" presetID="1" presetClass="entr" presetSubtype="0" fill="hold" nodeType="withEffect">
                                  <p:stCondLst>
                                    <p:cond delay="0"/>
                                  </p:stCondLst>
                                  <p:childTnLst>
                                    <p:set>
                                      <p:cBhvr>
                                        <p:cTn id="1780" dur="1" fill="hold">
                                          <p:stCondLst>
                                            <p:cond delay="0"/>
                                          </p:stCondLst>
                                        </p:cTn>
                                        <p:tgtEl>
                                          <p:spTgt spid="895"/>
                                        </p:tgtEl>
                                        <p:attrNameLst>
                                          <p:attrName>style.visibility</p:attrName>
                                        </p:attrNameLst>
                                      </p:cBhvr>
                                      <p:to>
                                        <p:strVal val="visible"/>
                                      </p:to>
                                    </p:set>
                                  </p:childTnLst>
                                </p:cTn>
                              </p:par>
                              <p:par>
                                <p:cTn id="1781" presetID="1" presetClass="entr" presetSubtype="0" fill="hold" nodeType="withEffect">
                                  <p:stCondLst>
                                    <p:cond delay="0"/>
                                  </p:stCondLst>
                                  <p:childTnLst>
                                    <p:set>
                                      <p:cBhvr>
                                        <p:cTn id="1782" dur="1" fill="hold">
                                          <p:stCondLst>
                                            <p:cond delay="0"/>
                                          </p:stCondLst>
                                        </p:cTn>
                                        <p:tgtEl>
                                          <p:spTgt spid="896"/>
                                        </p:tgtEl>
                                        <p:attrNameLst>
                                          <p:attrName>style.visibility</p:attrName>
                                        </p:attrNameLst>
                                      </p:cBhvr>
                                      <p:to>
                                        <p:strVal val="visible"/>
                                      </p:to>
                                    </p:set>
                                  </p:childTnLst>
                                </p:cTn>
                              </p:par>
                              <p:par>
                                <p:cTn id="1783" presetID="1" presetClass="entr" presetSubtype="0" fill="hold" nodeType="withEffect">
                                  <p:stCondLst>
                                    <p:cond delay="0"/>
                                  </p:stCondLst>
                                  <p:childTnLst>
                                    <p:set>
                                      <p:cBhvr>
                                        <p:cTn id="1784" dur="1" fill="hold">
                                          <p:stCondLst>
                                            <p:cond delay="0"/>
                                          </p:stCondLst>
                                        </p:cTn>
                                        <p:tgtEl>
                                          <p:spTgt spid="897"/>
                                        </p:tgtEl>
                                        <p:attrNameLst>
                                          <p:attrName>style.visibility</p:attrName>
                                        </p:attrNameLst>
                                      </p:cBhvr>
                                      <p:to>
                                        <p:strVal val="visible"/>
                                      </p:to>
                                    </p:set>
                                  </p:childTnLst>
                                </p:cTn>
                              </p:par>
                              <p:par>
                                <p:cTn id="1785" presetID="1" presetClass="entr" presetSubtype="0" fill="hold" nodeType="withEffect">
                                  <p:stCondLst>
                                    <p:cond delay="0"/>
                                  </p:stCondLst>
                                  <p:childTnLst>
                                    <p:set>
                                      <p:cBhvr>
                                        <p:cTn id="1786" dur="1" fill="hold">
                                          <p:stCondLst>
                                            <p:cond delay="0"/>
                                          </p:stCondLst>
                                        </p:cTn>
                                        <p:tgtEl>
                                          <p:spTgt spid="898"/>
                                        </p:tgtEl>
                                        <p:attrNameLst>
                                          <p:attrName>style.visibility</p:attrName>
                                        </p:attrNameLst>
                                      </p:cBhvr>
                                      <p:to>
                                        <p:strVal val="visible"/>
                                      </p:to>
                                    </p:set>
                                  </p:childTnLst>
                                </p:cTn>
                              </p:par>
                              <p:par>
                                <p:cTn id="1787" presetID="1" presetClass="entr" presetSubtype="0" fill="hold" nodeType="withEffect">
                                  <p:stCondLst>
                                    <p:cond delay="0"/>
                                  </p:stCondLst>
                                  <p:childTnLst>
                                    <p:set>
                                      <p:cBhvr>
                                        <p:cTn id="1788" dur="1" fill="hold">
                                          <p:stCondLst>
                                            <p:cond delay="0"/>
                                          </p:stCondLst>
                                        </p:cTn>
                                        <p:tgtEl>
                                          <p:spTgt spid="899"/>
                                        </p:tgtEl>
                                        <p:attrNameLst>
                                          <p:attrName>style.visibility</p:attrName>
                                        </p:attrNameLst>
                                      </p:cBhvr>
                                      <p:to>
                                        <p:strVal val="visible"/>
                                      </p:to>
                                    </p:set>
                                  </p:childTnLst>
                                </p:cTn>
                              </p:par>
                              <p:par>
                                <p:cTn id="1789" presetID="1" presetClass="entr" presetSubtype="0" fill="hold" nodeType="withEffect">
                                  <p:stCondLst>
                                    <p:cond delay="0"/>
                                  </p:stCondLst>
                                  <p:childTnLst>
                                    <p:set>
                                      <p:cBhvr>
                                        <p:cTn id="1790" dur="1" fill="hold">
                                          <p:stCondLst>
                                            <p:cond delay="0"/>
                                          </p:stCondLst>
                                        </p:cTn>
                                        <p:tgtEl>
                                          <p:spTgt spid="900"/>
                                        </p:tgtEl>
                                        <p:attrNameLst>
                                          <p:attrName>style.visibility</p:attrName>
                                        </p:attrNameLst>
                                      </p:cBhvr>
                                      <p:to>
                                        <p:strVal val="visible"/>
                                      </p:to>
                                    </p:set>
                                  </p:childTnLst>
                                </p:cTn>
                              </p:par>
                              <p:par>
                                <p:cTn id="1791" presetID="1" presetClass="entr" presetSubtype="0" fill="hold" nodeType="withEffect">
                                  <p:stCondLst>
                                    <p:cond delay="0"/>
                                  </p:stCondLst>
                                  <p:childTnLst>
                                    <p:set>
                                      <p:cBhvr>
                                        <p:cTn id="1792" dur="1" fill="hold">
                                          <p:stCondLst>
                                            <p:cond delay="0"/>
                                          </p:stCondLst>
                                        </p:cTn>
                                        <p:tgtEl>
                                          <p:spTgt spid="901"/>
                                        </p:tgtEl>
                                        <p:attrNameLst>
                                          <p:attrName>style.visibility</p:attrName>
                                        </p:attrNameLst>
                                      </p:cBhvr>
                                      <p:to>
                                        <p:strVal val="visible"/>
                                      </p:to>
                                    </p:set>
                                  </p:childTnLst>
                                </p:cTn>
                              </p:par>
                              <p:par>
                                <p:cTn id="1793" presetID="1" presetClass="entr" presetSubtype="0" fill="hold" nodeType="withEffect">
                                  <p:stCondLst>
                                    <p:cond delay="0"/>
                                  </p:stCondLst>
                                  <p:childTnLst>
                                    <p:set>
                                      <p:cBhvr>
                                        <p:cTn id="1794" dur="1" fill="hold">
                                          <p:stCondLst>
                                            <p:cond delay="0"/>
                                          </p:stCondLst>
                                        </p:cTn>
                                        <p:tgtEl>
                                          <p:spTgt spid="902"/>
                                        </p:tgtEl>
                                        <p:attrNameLst>
                                          <p:attrName>style.visibility</p:attrName>
                                        </p:attrNameLst>
                                      </p:cBhvr>
                                      <p:to>
                                        <p:strVal val="visible"/>
                                      </p:to>
                                    </p:set>
                                  </p:childTnLst>
                                </p:cTn>
                              </p:par>
                              <p:par>
                                <p:cTn id="1795" presetID="1" presetClass="entr" presetSubtype="0" fill="hold" nodeType="withEffect">
                                  <p:stCondLst>
                                    <p:cond delay="0"/>
                                  </p:stCondLst>
                                  <p:childTnLst>
                                    <p:set>
                                      <p:cBhvr>
                                        <p:cTn id="1796" dur="1" fill="hold">
                                          <p:stCondLst>
                                            <p:cond delay="0"/>
                                          </p:stCondLst>
                                        </p:cTn>
                                        <p:tgtEl>
                                          <p:spTgt spid="903"/>
                                        </p:tgtEl>
                                        <p:attrNameLst>
                                          <p:attrName>style.visibility</p:attrName>
                                        </p:attrNameLst>
                                      </p:cBhvr>
                                      <p:to>
                                        <p:strVal val="visible"/>
                                      </p:to>
                                    </p:set>
                                  </p:childTnLst>
                                </p:cTn>
                              </p:par>
                              <p:par>
                                <p:cTn id="1797" presetID="1" presetClass="entr" presetSubtype="0" fill="hold" nodeType="withEffect">
                                  <p:stCondLst>
                                    <p:cond delay="0"/>
                                  </p:stCondLst>
                                  <p:childTnLst>
                                    <p:set>
                                      <p:cBhvr>
                                        <p:cTn id="1798" dur="1" fill="hold">
                                          <p:stCondLst>
                                            <p:cond delay="0"/>
                                          </p:stCondLst>
                                        </p:cTn>
                                        <p:tgtEl>
                                          <p:spTgt spid="904"/>
                                        </p:tgtEl>
                                        <p:attrNameLst>
                                          <p:attrName>style.visibility</p:attrName>
                                        </p:attrNameLst>
                                      </p:cBhvr>
                                      <p:to>
                                        <p:strVal val="visible"/>
                                      </p:to>
                                    </p:set>
                                  </p:childTnLst>
                                </p:cTn>
                              </p:par>
                              <p:par>
                                <p:cTn id="1799" presetID="1" presetClass="entr" presetSubtype="0" fill="hold" nodeType="withEffect">
                                  <p:stCondLst>
                                    <p:cond delay="0"/>
                                  </p:stCondLst>
                                  <p:childTnLst>
                                    <p:set>
                                      <p:cBhvr>
                                        <p:cTn id="1800" dur="1" fill="hold">
                                          <p:stCondLst>
                                            <p:cond delay="0"/>
                                          </p:stCondLst>
                                        </p:cTn>
                                        <p:tgtEl>
                                          <p:spTgt spid="905"/>
                                        </p:tgtEl>
                                        <p:attrNameLst>
                                          <p:attrName>style.visibility</p:attrName>
                                        </p:attrNameLst>
                                      </p:cBhvr>
                                      <p:to>
                                        <p:strVal val="visible"/>
                                      </p:to>
                                    </p:set>
                                  </p:childTnLst>
                                </p:cTn>
                              </p:par>
                              <p:par>
                                <p:cTn id="1801" presetID="1" presetClass="entr" presetSubtype="0" fill="hold" nodeType="withEffect">
                                  <p:stCondLst>
                                    <p:cond delay="0"/>
                                  </p:stCondLst>
                                  <p:childTnLst>
                                    <p:set>
                                      <p:cBhvr>
                                        <p:cTn id="1802" dur="1" fill="hold">
                                          <p:stCondLst>
                                            <p:cond delay="0"/>
                                          </p:stCondLst>
                                        </p:cTn>
                                        <p:tgtEl>
                                          <p:spTgt spid="906"/>
                                        </p:tgtEl>
                                        <p:attrNameLst>
                                          <p:attrName>style.visibility</p:attrName>
                                        </p:attrNameLst>
                                      </p:cBhvr>
                                      <p:to>
                                        <p:strVal val="visible"/>
                                      </p:to>
                                    </p:set>
                                  </p:childTnLst>
                                </p:cTn>
                              </p:par>
                              <p:par>
                                <p:cTn id="1803" presetID="1" presetClass="entr" presetSubtype="0" fill="hold" nodeType="withEffect">
                                  <p:stCondLst>
                                    <p:cond delay="0"/>
                                  </p:stCondLst>
                                  <p:childTnLst>
                                    <p:set>
                                      <p:cBhvr>
                                        <p:cTn id="1804" dur="1" fill="hold">
                                          <p:stCondLst>
                                            <p:cond delay="0"/>
                                          </p:stCondLst>
                                        </p:cTn>
                                        <p:tgtEl>
                                          <p:spTgt spid="907"/>
                                        </p:tgtEl>
                                        <p:attrNameLst>
                                          <p:attrName>style.visibility</p:attrName>
                                        </p:attrNameLst>
                                      </p:cBhvr>
                                      <p:to>
                                        <p:strVal val="visible"/>
                                      </p:to>
                                    </p:set>
                                  </p:childTnLst>
                                </p:cTn>
                              </p:par>
                              <p:par>
                                <p:cTn id="1805" presetID="1" presetClass="entr" presetSubtype="0" fill="hold" nodeType="withEffect">
                                  <p:stCondLst>
                                    <p:cond delay="0"/>
                                  </p:stCondLst>
                                  <p:childTnLst>
                                    <p:set>
                                      <p:cBhvr>
                                        <p:cTn id="1806" dur="1" fill="hold">
                                          <p:stCondLst>
                                            <p:cond delay="0"/>
                                          </p:stCondLst>
                                        </p:cTn>
                                        <p:tgtEl>
                                          <p:spTgt spid="908"/>
                                        </p:tgtEl>
                                        <p:attrNameLst>
                                          <p:attrName>style.visibility</p:attrName>
                                        </p:attrNameLst>
                                      </p:cBhvr>
                                      <p:to>
                                        <p:strVal val="visible"/>
                                      </p:to>
                                    </p:set>
                                  </p:childTnLst>
                                </p:cTn>
                              </p:par>
                              <p:par>
                                <p:cTn id="1807" presetID="1" presetClass="entr" presetSubtype="0" fill="hold" nodeType="withEffect">
                                  <p:stCondLst>
                                    <p:cond delay="0"/>
                                  </p:stCondLst>
                                  <p:childTnLst>
                                    <p:set>
                                      <p:cBhvr>
                                        <p:cTn id="1808" dur="1" fill="hold">
                                          <p:stCondLst>
                                            <p:cond delay="0"/>
                                          </p:stCondLst>
                                        </p:cTn>
                                        <p:tgtEl>
                                          <p:spTgt spid="909"/>
                                        </p:tgtEl>
                                        <p:attrNameLst>
                                          <p:attrName>style.visibility</p:attrName>
                                        </p:attrNameLst>
                                      </p:cBhvr>
                                      <p:to>
                                        <p:strVal val="visible"/>
                                      </p:to>
                                    </p:set>
                                  </p:childTnLst>
                                </p:cTn>
                              </p:par>
                              <p:par>
                                <p:cTn id="1809" presetID="1" presetClass="entr" presetSubtype="0" fill="hold" nodeType="withEffect">
                                  <p:stCondLst>
                                    <p:cond delay="0"/>
                                  </p:stCondLst>
                                  <p:childTnLst>
                                    <p:set>
                                      <p:cBhvr>
                                        <p:cTn id="1810" dur="1" fill="hold">
                                          <p:stCondLst>
                                            <p:cond delay="0"/>
                                          </p:stCondLst>
                                        </p:cTn>
                                        <p:tgtEl>
                                          <p:spTgt spid="910"/>
                                        </p:tgtEl>
                                        <p:attrNameLst>
                                          <p:attrName>style.visibility</p:attrName>
                                        </p:attrNameLst>
                                      </p:cBhvr>
                                      <p:to>
                                        <p:strVal val="visible"/>
                                      </p:to>
                                    </p:set>
                                  </p:childTnLst>
                                </p:cTn>
                              </p:par>
                              <p:par>
                                <p:cTn id="1811" presetID="1" presetClass="entr" presetSubtype="0" fill="hold" nodeType="withEffect">
                                  <p:stCondLst>
                                    <p:cond delay="0"/>
                                  </p:stCondLst>
                                  <p:childTnLst>
                                    <p:set>
                                      <p:cBhvr>
                                        <p:cTn id="1812" dur="1" fill="hold">
                                          <p:stCondLst>
                                            <p:cond delay="0"/>
                                          </p:stCondLst>
                                        </p:cTn>
                                        <p:tgtEl>
                                          <p:spTgt spid="911"/>
                                        </p:tgtEl>
                                        <p:attrNameLst>
                                          <p:attrName>style.visibility</p:attrName>
                                        </p:attrNameLst>
                                      </p:cBhvr>
                                      <p:to>
                                        <p:strVal val="visible"/>
                                      </p:to>
                                    </p:set>
                                  </p:childTnLst>
                                </p:cTn>
                              </p:par>
                              <p:par>
                                <p:cTn id="1813" presetID="1" presetClass="entr" presetSubtype="0" fill="hold" nodeType="withEffect">
                                  <p:stCondLst>
                                    <p:cond delay="0"/>
                                  </p:stCondLst>
                                  <p:childTnLst>
                                    <p:set>
                                      <p:cBhvr>
                                        <p:cTn id="1814" dur="1" fill="hold">
                                          <p:stCondLst>
                                            <p:cond delay="0"/>
                                          </p:stCondLst>
                                        </p:cTn>
                                        <p:tgtEl>
                                          <p:spTgt spid="912"/>
                                        </p:tgtEl>
                                        <p:attrNameLst>
                                          <p:attrName>style.visibility</p:attrName>
                                        </p:attrNameLst>
                                      </p:cBhvr>
                                      <p:to>
                                        <p:strVal val="visible"/>
                                      </p:to>
                                    </p:set>
                                  </p:childTnLst>
                                </p:cTn>
                              </p:par>
                              <p:par>
                                <p:cTn id="1815" presetID="1" presetClass="entr" presetSubtype="0" fill="hold" nodeType="withEffect">
                                  <p:stCondLst>
                                    <p:cond delay="0"/>
                                  </p:stCondLst>
                                  <p:childTnLst>
                                    <p:set>
                                      <p:cBhvr>
                                        <p:cTn id="1816" dur="1" fill="hold">
                                          <p:stCondLst>
                                            <p:cond delay="0"/>
                                          </p:stCondLst>
                                        </p:cTn>
                                        <p:tgtEl>
                                          <p:spTgt spid="913"/>
                                        </p:tgtEl>
                                        <p:attrNameLst>
                                          <p:attrName>style.visibility</p:attrName>
                                        </p:attrNameLst>
                                      </p:cBhvr>
                                      <p:to>
                                        <p:strVal val="visible"/>
                                      </p:to>
                                    </p:set>
                                  </p:childTnLst>
                                </p:cTn>
                              </p:par>
                              <p:par>
                                <p:cTn id="1817" presetID="1" presetClass="entr" presetSubtype="0" fill="hold" nodeType="withEffect">
                                  <p:stCondLst>
                                    <p:cond delay="0"/>
                                  </p:stCondLst>
                                  <p:childTnLst>
                                    <p:set>
                                      <p:cBhvr>
                                        <p:cTn id="1818" dur="1" fill="hold">
                                          <p:stCondLst>
                                            <p:cond delay="0"/>
                                          </p:stCondLst>
                                        </p:cTn>
                                        <p:tgtEl>
                                          <p:spTgt spid="914"/>
                                        </p:tgtEl>
                                        <p:attrNameLst>
                                          <p:attrName>style.visibility</p:attrName>
                                        </p:attrNameLst>
                                      </p:cBhvr>
                                      <p:to>
                                        <p:strVal val="visible"/>
                                      </p:to>
                                    </p:set>
                                  </p:childTnLst>
                                </p:cTn>
                              </p:par>
                              <p:par>
                                <p:cTn id="1819" presetID="1" presetClass="entr" presetSubtype="0" fill="hold" nodeType="withEffect">
                                  <p:stCondLst>
                                    <p:cond delay="0"/>
                                  </p:stCondLst>
                                  <p:childTnLst>
                                    <p:set>
                                      <p:cBhvr>
                                        <p:cTn id="1820" dur="1" fill="hold">
                                          <p:stCondLst>
                                            <p:cond delay="0"/>
                                          </p:stCondLst>
                                        </p:cTn>
                                        <p:tgtEl>
                                          <p:spTgt spid="915"/>
                                        </p:tgtEl>
                                        <p:attrNameLst>
                                          <p:attrName>style.visibility</p:attrName>
                                        </p:attrNameLst>
                                      </p:cBhvr>
                                      <p:to>
                                        <p:strVal val="visible"/>
                                      </p:to>
                                    </p:set>
                                  </p:childTnLst>
                                </p:cTn>
                              </p:par>
                              <p:par>
                                <p:cTn id="1821" presetID="1" presetClass="entr" presetSubtype="0" fill="hold" nodeType="withEffect">
                                  <p:stCondLst>
                                    <p:cond delay="0"/>
                                  </p:stCondLst>
                                  <p:childTnLst>
                                    <p:set>
                                      <p:cBhvr>
                                        <p:cTn id="1822" dur="1" fill="hold">
                                          <p:stCondLst>
                                            <p:cond delay="0"/>
                                          </p:stCondLst>
                                        </p:cTn>
                                        <p:tgtEl>
                                          <p:spTgt spid="916"/>
                                        </p:tgtEl>
                                        <p:attrNameLst>
                                          <p:attrName>style.visibility</p:attrName>
                                        </p:attrNameLst>
                                      </p:cBhvr>
                                      <p:to>
                                        <p:strVal val="visible"/>
                                      </p:to>
                                    </p:set>
                                  </p:childTnLst>
                                </p:cTn>
                              </p:par>
                              <p:par>
                                <p:cTn id="1823" presetID="1" presetClass="entr" presetSubtype="0" fill="hold" nodeType="withEffect">
                                  <p:stCondLst>
                                    <p:cond delay="0"/>
                                  </p:stCondLst>
                                  <p:childTnLst>
                                    <p:set>
                                      <p:cBhvr>
                                        <p:cTn id="1824" dur="1" fill="hold">
                                          <p:stCondLst>
                                            <p:cond delay="0"/>
                                          </p:stCondLst>
                                        </p:cTn>
                                        <p:tgtEl>
                                          <p:spTgt spid="917"/>
                                        </p:tgtEl>
                                        <p:attrNameLst>
                                          <p:attrName>style.visibility</p:attrName>
                                        </p:attrNameLst>
                                      </p:cBhvr>
                                      <p:to>
                                        <p:strVal val="visible"/>
                                      </p:to>
                                    </p:set>
                                  </p:childTnLst>
                                </p:cTn>
                              </p:par>
                              <p:par>
                                <p:cTn id="1825" presetID="1" presetClass="entr" presetSubtype="0" fill="hold" nodeType="withEffect">
                                  <p:stCondLst>
                                    <p:cond delay="0"/>
                                  </p:stCondLst>
                                  <p:childTnLst>
                                    <p:set>
                                      <p:cBhvr>
                                        <p:cTn id="1826" dur="1" fill="hold">
                                          <p:stCondLst>
                                            <p:cond delay="0"/>
                                          </p:stCondLst>
                                        </p:cTn>
                                        <p:tgtEl>
                                          <p:spTgt spid="918"/>
                                        </p:tgtEl>
                                        <p:attrNameLst>
                                          <p:attrName>style.visibility</p:attrName>
                                        </p:attrNameLst>
                                      </p:cBhvr>
                                      <p:to>
                                        <p:strVal val="visible"/>
                                      </p:to>
                                    </p:set>
                                  </p:childTnLst>
                                </p:cTn>
                              </p:par>
                              <p:par>
                                <p:cTn id="1827" presetID="1" presetClass="entr" presetSubtype="0" fill="hold" nodeType="withEffect">
                                  <p:stCondLst>
                                    <p:cond delay="0"/>
                                  </p:stCondLst>
                                  <p:childTnLst>
                                    <p:set>
                                      <p:cBhvr>
                                        <p:cTn id="1828" dur="1" fill="hold">
                                          <p:stCondLst>
                                            <p:cond delay="0"/>
                                          </p:stCondLst>
                                        </p:cTn>
                                        <p:tgtEl>
                                          <p:spTgt spid="919"/>
                                        </p:tgtEl>
                                        <p:attrNameLst>
                                          <p:attrName>style.visibility</p:attrName>
                                        </p:attrNameLst>
                                      </p:cBhvr>
                                      <p:to>
                                        <p:strVal val="visible"/>
                                      </p:to>
                                    </p:set>
                                  </p:childTnLst>
                                </p:cTn>
                              </p:par>
                              <p:par>
                                <p:cTn id="1829" presetID="1" presetClass="entr" presetSubtype="0" fill="hold" nodeType="withEffect">
                                  <p:stCondLst>
                                    <p:cond delay="0"/>
                                  </p:stCondLst>
                                  <p:childTnLst>
                                    <p:set>
                                      <p:cBhvr>
                                        <p:cTn id="1830" dur="1" fill="hold">
                                          <p:stCondLst>
                                            <p:cond delay="0"/>
                                          </p:stCondLst>
                                        </p:cTn>
                                        <p:tgtEl>
                                          <p:spTgt spid="920"/>
                                        </p:tgtEl>
                                        <p:attrNameLst>
                                          <p:attrName>style.visibility</p:attrName>
                                        </p:attrNameLst>
                                      </p:cBhvr>
                                      <p:to>
                                        <p:strVal val="visible"/>
                                      </p:to>
                                    </p:set>
                                  </p:childTnLst>
                                </p:cTn>
                              </p:par>
                              <p:par>
                                <p:cTn id="1831" presetID="1" presetClass="entr" presetSubtype="0" fill="hold" nodeType="withEffect">
                                  <p:stCondLst>
                                    <p:cond delay="0"/>
                                  </p:stCondLst>
                                  <p:childTnLst>
                                    <p:set>
                                      <p:cBhvr>
                                        <p:cTn id="1832" dur="1" fill="hold">
                                          <p:stCondLst>
                                            <p:cond delay="0"/>
                                          </p:stCondLst>
                                        </p:cTn>
                                        <p:tgtEl>
                                          <p:spTgt spid="921"/>
                                        </p:tgtEl>
                                        <p:attrNameLst>
                                          <p:attrName>style.visibility</p:attrName>
                                        </p:attrNameLst>
                                      </p:cBhvr>
                                      <p:to>
                                        <p:strVal val="visible"/>
                                      </p:to>
                                    </p:set>
                                  </p:childTnLst>
                                </p:cTn>
                              </p:par>
                              <p:par>
                                <p:cTn id="1833" presetID="1" presetClass="entr" presetSubtype="0" fill="hold" nodeType="withEffect">
                                  <p:stCondLst>
                                    <p:cond delay="0"/>
                                  </p:stCondLst>
                                  <p:childTnLst>
                                    <p:set>
                                      <p:cBhvr>
                                        <p:cTn id="1834" dur="1" fill="hold">
                                          <p:stCondLst>
                                            <p:cond delay="0"/>
                                          </p:stCondLst>
                                        </p:cTn>
                                        <p:tgtEl>
                                          <p:spTgt spid="922"/>
                                        </p:tgtEl>
                                        <p:attrNameLst>
                                          <p:attrName>style.visibility</p:attrName>
                                        </p:attrNameLst>
                                      </p:cBhvr>
                                      <p:to>
                                        <p:strVal val="visible"/>
                                      </p:to>
                                    </p:set>
                                  </p:childTnLst>
                                </p:cTn>
                              </p:par>
                              <p:par>
                                <p:cTn id="1835" presetID="1" presetClass="entr" presetSubtype="0" fill="hold" nodeType="withEffect">
                                  <p:stCondLst>
                                    <p:cond delay="0"/>
                                  </p:stCondLst>
                                  <p:childTnLst>
                                    <p:set>
                                      <p:cBhvr>
                                        <p:cTn id="1836" dur="1" fill="hold">
                                          <p:stCondLst>
                                            <p:cond delay="0"/>
                                          </p:stCondLst>
                                        </p:cTn>
                                        <p:tgtEl>
                                          <p:spTgt spid="923"/>
                                        </p:tgtEl>
                                        <p:attrNameLst>
                                          <p:attrName>style.visibility</p:attrName>
                                        </p:attrNameLst>
                                      </p:cBhvr>
                                      <p:to>
                                        <p:strVal val="visible"/>
                                      </p:to>
                                    </p:set>
                                  </p:childTnLst>
                                </p:cTn>
                              </p:par>
                              <p:par>
                                <p:cTn id="1837" presetID="1" presetClass="entr" presetSubtype="0" fill="hold" nodeType="withEffect">
                                  <p:stCondLst>
                                    <p:cond delay="0"/>
                                  </p:stCondLst>
                                  <p:childTnLst>
                                    <p:set>
                                      <p:cBhvr>
                                        <p:cTn id="1838" dur="1" fill="hold">
                                          <p:stCondLst>
                                            <p:cond delay="0"/>
                                          </p:stCondLst>
                                        </p:cTn>
                                        <p:tgtEl>
                                          <p:spTgt spid="924"/>
                                        </p:tgtEl>
                                        <p:attrNameLst>
                                          <p:attrName>style.visibility</p:attrName>
                                        </p:attrNameLst>
                                      </p:cBhvr>
                                      <p:to>
                                        <p:strVal val="visible"/>
                                      </p:to>
                                    </p:set>
                                  </p:childTnLst>
                                </p:cTn>
                              </p:par>
                              <p:par>
                                <p:cTn id="1839" presetID="1" presetClass="entr" presetSubtype="0" fill="hold" nodeType="withEffect">
                                  <p:stCondLst>
                                    <p:cond delay="0"/>
                                  </p:stCondLst>
                                  <p:childTnLst>
                                    <p:set>
                                      <p:cBhvr>
                                        <p:cTn id="1840" dur="1" fill="hold">
                                          <p:stCondLst>
                                            <p:cond delay="0"/>
                                          </p:stCondLst>
                                        </p:cTn>
                                        <p:tgtEl>
                                          <p:spTgt spid="925"/>
                                        </p:tgtEl>
                                        <p:attrNameLst>
                                          <p:attrName>style.visibility</p:attrName>
                                        </p:attrNameLst>
                                      </p:cBhvr>
                                      <p:to>
                                        <p:strVal val="visible"/>
                                      </p:to>
                                    </p:set>
                                  </p:childTnLst>
                                </p:cTn>
                              </p:par>
                              <p:par>
                                <p:cTn id="1841" presetID="1" presetClass="entr" presetSubtype="0" fill="hold" nodeType="withEffect">
                                  <p:stCondLst>
                                    <p:cond delay="0"/>
                                  </p:stCondLst>
                                  <p:childTnLst>
                                    <p:set>
                                      <p:cBhvr>
                                        <p:cTn id="1842" dur="1" fill="hold">
                                          <p:stCondLst>
                                            <p:cond delay="0"/>
                                          </p:stCondLst>
                                        </p:cTn>
                                        <p:tgtEl>
                                          <p:spTgt spid="926"/>
                                        </p:tgtEl>
                                        <p:attrNameLst>
                                          <p:attrName>style.visibility</p:attrName>
                                        </p:attrNameLst>
                                      </p:cBhvr>
                                      <p:to>
                                        <p:strVal val="visible"/>
                                      </p:to>
                                    </p:set>
                                  </p:childTnLst>
                                </p:cTn>
                              </p:par>
                              <p:par>
                                <p:cTn id="1843" presetID="1" presetClass="entr" presetSubtype="0" fill="hold" nodeType="withEffect">
                                  <p:stCondLst>
                                    <p:cond delay="0"/>
                                  </p:stCondLst>
                                  <p:childTnLst>
                                    <p:set>
                                      <p:cBhvr>
                                        <p:cTn id="1844" dur="1" fill="hold">
                                          <p:stCondLst>
                                            <p:cond delay="0"/>
                                          </p:stCondLst>
                                        </p:cTn>
                                        <p:tgtEl>
                                          <p:spTgt spid="927"/>
                                        </p:tgtEl>
                                        <p:attrNameLst>
                                          <p:attrName>style.visibility</p:attrName>
                                        </p:attrNameLst>
                                      </p:cBhvr>
                                      <p:to>
                                        <p:strVal val="visible"/>
                                      </p:to>
                                    </p:set>
                                  </p:childTnLst>
                                </p:cTn>
                              </p:par>
                              <p:par>
                                <p:cTn id="1845" presetID="1" presetClass="entr" presetSubtype="0" fill="hold" nodeType="withEffect">
                                  <p:stCondLst>
                                    <p:cond delay="0"/>
                                  </p:stCondLst>
                                  <p:childTnLst>
                                    <p:set>
                                      <p:cBhvr>
                                        <p:cTn id="1846" dur="1" fill="hold">
                                          <p:stCondLst>
                                            <p:cond delay="0"/>
                                          </p:stCondLst>
                                        </p:cTn>
                                        <p:tgtEl>
                                          <p:spTgt spid="928"/>
                                        </p:tgtEl>
                                        <p:attrNameLst>
                                          <p:attrName>style.visibility</p:attrName>
                                        </p:attrNameLst>
                                      </p:cBhvr>
                                      <p:to>
                                        <p:strVal val="visible"/>
                                      </p:to>
                                    </p:set>
                                  </p:childTnLst>
                                </p:cTn>
                              </p:par>
                              <p:par>
                                <p:cTn id="1847" presetID="1" presetClass="entr" presetSubtype="0" fill="hold" nodeType="withEffect">
                                  <p:stCondLst>
                                    <p:cond delay="0"/>
                                  </p:stCondLst>
                                  <p:childTnLst>
                                    <p:set>
                                      <p:cBhvr>
                                        <p:cTn id="1848" dur="1" fill="hold">
                                          <p:stCondLst>
                                            <p:cond delay="0"/>
                                          </p:stCondLst>
                                        </p:cTn>
                                        <p:tgtEl>
                                          <p:spTgt spid="929"/>
                                        </p:tgtEl>
                                        <p:attrNameLst>
                                          <p:attrName>style.visibility</p:attrName>
                                        </p:attrNameLst>
                                      </p:cBhvr>
                                      <p:to>
                                        <p:strVal val="visible"/>
                                      </p:to>
                                    </p:set>
                                  </p:childTnLst>
                                </p:cTn>
                              </p:par>
                              <p:par>
                                <p:cTn id="1849" presetID="1" presetClass="entr" presetSubtype="0" fill="hold" nodeType="withEffect">
                                  <p:stCondLst>
                                    <p:cond delay="0"/>
                                  </p:stCondLst>
                                  <p:childTnLst>
                                    <p:set>
                                      <p:cBhvr>
                                        <p:cTn id="1850" dur="1" fill="hold">
                                          <p:stCondLst>
                                            <p:cond delay="0"/>
                                          </p:stCondLst>
                                        </p:cTn>
                                        <p:tgtEl>
                                          <p:spTgt spid="930"/>
                                        </p:tgtEl>
                                        <p:attrNameLst>
                                          <p:attrName>style.visibility</p:attrName>
                                        </p:attrNameLst>
                                      </p:cBhvr>
                                      <p:to>
                                        <p:strVal val="visible"/>
                                      </p:to>
                                    </p:set>
                                  </p:childTnLst>
                                </p:cTn>
                              </p:par>
                              <p:par>
                                <p:cTn id="1851" presetID="1" presetClass="entr" presetSubtype="0" fill="hold" nodeType="withEffect">
                                  <p:stCondLst>
                                    <p:cond delay="0"/>
                                  </p:stCondLst>
                                  <p:childTnLst>
                                    <p:set>
                                      <p:cBhvr>
                                        <p:cTn id="1852" dur="1" fill="hold">
                                          <p:stCondLst>
                                            <p:cond delay="0"/>
                                          </p:stCondLst>
                                        </p:cTn>
                                        <p:tgtEl>
                                          <p:spTgt spid="931"/>
                                        </p:tgtEl>
                                        <p:attrNameLst>
                                          <p:attrName>style.visibility</p:attrName>
                                        </p:attrNameLst>
                                      </p:cBhvr>
                                      <p:to>
                                        <p:strVal val="visible"/>
                                      </p:to>
                                    </p:set>
                                  </p:childTnLst>
                                </p:cTn>
                              </p:par>
                              <p:par>
                                <p:cTn id="1853" presetID="1" presetClass="entr" presetSubtype="0" fill="hold" nodeType="withEffect">
                                  <p:stCondLst>
                                    <p:cond delay="0"/>
                                  </p:stCondLst>
                                  <p:childTnLst>
                                    <p:set>
                                      <p:cBhvr>
                                        <p:cTn id="1854" dur="1" fill="hold">
                                          <p:stCondLst>
                                            <p:cond delay="0"/>
                                          </p:stCondLst>
                                        </p:cTn>
                                        <p:tgtEl>
                                          <p:spTgt spid="932"/>
                                        </p:tgtEl>
                                        <p:attrNameLst>
                                          <p:attrName>style.visibility</p:attrName>
                                        </p:attrNameLst>
                                      </p:cBhvr>
                                      <p:to>
                                        <p:strVal val="visible"/>
                                      </p:to>
                                    </p:set>
                                  </p:childTnLst>
                                </p:cTn>
                              </p:par>
                              <p:par>
                                <p:cTn id="1855" presetID="1" presetClass="entr" presetSubtype="0" fill="hold" nodeType="withEffect">
                                  <p:stCondLst>
                                    <p:cond delay="0"/>
                                  </p:stCondLst>
                                  <p:childTnLst>
                                    <p:set>
                                      <p:cBhvr>
                                        <p:cTn id="1856" dur="1" fill="hold">
                                          <p:stCondLst>
                                            <p:cond delay="0"/>
                                          </p:stCondLst>
                                        </p:cTn>
                                        <p:tgtEl>
                                          <p:spTgt spid="933"/>
                                        </p:tgtEl>
                                        <p:attrNameLst>
                                          <p:attrName>style.visibility</p:attrName>
                                        </p:attrNameLst>
                                      </p:cBhvr>
                                      <p:to>
                                        <p:strVal val="visible"/>
                                      </p:to>
                                    </p:set>
                                  </p:childTnLst>
                                </p:cTn>
                              </p:par>
                              <p:par>
                                <p:cTn id="1857" presetID="1" presetClass="entr" presetSubtype="0" fill="hold" nodeType="withEffect">
                                  <p:stCondLst>
                                    <p:cond delay="0"/>
                                  </p:stCondLst>
                                  <p:childTnLst>
                                    <p:set>
                                      <p:cBhvr>
                                        <p:cTn id="1858" dur="1" fill="hold">
                                          <p:stCondLst>
                                            <p:cond delay="0"/>
                                          </p:stCondLst>
                                        </p:cTn>
                                        <p:tgtEl>
                                          <p:spTgt spid="934"/>
                                        </p:tgtEl>
                                        <p:attrNameLst>
                                          <p:attrName>style.visibility</p:attrName>
                                        </p:attrNameLst>
                                      </p:cBhvr>
                                      <p:to>
                                        <p:strVal val="visible"/>
                                      </p:to>
                                    </p:set>
                                  </p:childTnLst>
                                </p:cTn>
                              </p:par>
                              <p:par>
                                <p:cTn id="1859" presetID="1" presetClass="entr" presetSubtype="0" fill="hold" nodeType="withEffect">
                                  <p:stCondLst>
                                    <p:cond delay="0"/>
                                  </p:stCondLst>
                                  <p:childTnLst>
                                    <p:set>
                                      <p:cBhvr>
                                        <p:cTn id="1860" dur="1" fill="hold">
                                          <p:stCondLst>
                                            <p:cond delay="0"/>
                                          </p:stCondLst>
                                        </p:cTn>
                                        <p:tgtEl>
                                          <p:spTgt spid="935"/>
                                        </p:tgtEl>
                                        <p:attrNameLst>
                                          <p:attrName>style.visibility</p:attrName>
                                        </p:attrNameLst>
                                      </p:cBhvr>
                                      <p:to>
                                        <p:strVal val="visible"/>
                                      </p:to>
                                    </p:set>
                                  </p:childTnLst>
                                </p:cTn>
                              </p:par>
                              <p:par>
                                <p:cTn id="1861" presetID="1" presetClass="entr" presetSubtype="0" fill="hold" nodeType="withEffect">
                                  <p:stCondLst>
                                    <p:cond delay="0"/>
                                  </p:stCondLst>
                                  <p:childTnLst>
                                    <p:set>
                                      <p:cBhvr>
                                        <p:cTn id="1862" dur="1" fill="hold">
                                          <p:stCondLst>
                                            <p:cond delay="0"/>
                                          </p:stCondLst>
                                        </p:cTn>
                                        <p:tgtEl>
                                          <p:spTgt spid="936"/>
                                        </p:tgtEl>
                                        <p:attrNameLst>
                                          <p:attrName>style.visibility</p:attrName>
                                        </p:attrNameLst>
                                      </p:cBhvr>
                                      <p:to>
                                        <p:strVal val="visible"/>
                                      </p:to>
                                    </p:set>
                                  </p:childTnLst>
                                </p:cTn>
                              </p:par>
                              <p:par>
                                <p:cTn id="1863" presetID="1" presetClass="entr" presetSubtype="0" fill="hold" nodeType="withEffect">
                                  <p:stCondLst>
                                    <p:cond delay="0"/>
                                  </p:stCondLst>
                                  <p:childTnLst>
                                    <p:set>
                                      <p:cBhvr>
                                        <p:cTn id="1864" dur="1" fill="hold">
                                          <p:stCondLst>
                                            <p:cond delay="0"/>
                                          </p:stCondLst>
                                        </p:cTn>
                                        <p:tgtEl>
                                          <p:spTgt spid="937"/>
                                        </p:tgtEl>
                                        <p:attrNameLst>
                                          <p:attrName>style.visibility</p:attrName>
                                        </p:attrNameLst>
                                      </p:cBhvr>
                                      <p:to>
                                        <p:strVal val="visible"/>
                                      </p:to>
                                    </p:set>
                                  </p:childTnLst>
                                </p:cTn>
                              </p:par>
                              <p:par>
                                <p:cTn id="1865" presetID="1" presetClass="entr" presetSubtype="0" fill="hold" nodeType="withEffect">
                                  <p:stCondLst>
                                    <p:cond delay="0"/>
                                  </p:stCondLst>
                                  <p:childTnLst>
                                    <p:set>
                                      <p:cBhvr>
                                        <p:cTn id="1866" dur="1" fill="hold">
                                          <p:stCondLst>
                                            <p:cond delay="0"/>
                                          </p:stCondLst>
                                        </p:cTn>
                                        <p:tgtEl>
                                          <p:spTgt spid="938"/>
                                        </p:tgtEl>
                                        <p:attrNameLst>
                                          <p:attrName>style.visibility</p:attrName>
                                        </p:attrNameLst>
                                      </p:cBhvr>
                                      <p:to>
                                        <p:strVal val="visible"/>
                                      </p:to>
                                    </p:set>
                                  </p:childTnLst>
                                </p:cTn>
                              </p:par>
                              <p:par>
                                <p:cTn id="1867" presetID="1" presetClass="entr" presetSubtype="0" fill="hold" nodeType="withEffect">
                                  <p:stCondLst>
                                    <p:cond delay="0"/>
                                  </p:stCondLst>
                                  <p:childTnLst>
                                    <p:set>
                                      <p:cBhvr>
                                        <p:cTn id="1868" dur="1" fill="hold">
                                          <p:stCondLst>
                                            <p:cond delay="0"/>
                                          </p:stCondLst>
                                        </p:cTn>
                                        <p:tgtEl>
                                          <p:spTgt spid="939"/>
                                        </p:tgtEl>
                                        <p:attrNameLst>
                                          <p:attrName>style.visibility</p:attrName>
                                        </p:attrNameLst>
                                      </p:cBhvr>
                                      <p:to>
                                        <p:strVal val="visible"/>
                                      </p:to>
                                    </p:set>
                                  </p:childTnLst>
                                </p:cTn>
                              </p:par>
                              <p:par>
                                <p:cTn id="1869" presetID="1" presetClass="entr" presetSubtype="0" fill="hold" nodeType="withEffect">
                                  <p:stCondLst>
                                    <p:cond delay="0"/>
                                  </p:stCondLst>
                                  <p:childTnLst>
                                    <p:set>
                                      <p:cBhvr>
                                        <p:cTn id="1870" dur="1" fill="hold">
                                          <p:stCondLst>
                                            <p:cond delay="0"/>
                                          </p:stCondLst>
                                        </p:cTn>
                                        <p:tgtEl>
                                          <p:spTgt spid="940"/>
                                        </p:tgtEl>
                                        <p:attrNameLst>
                                          <p:attrName>style.visibility</p:attrName>
                                        </p:attrNameLst>
                                      </p:cBhvr>
                                      <p:to>
                                        <p:strVal val="visible"/>
                                      </p:to>
                                    </p:set>
                                  </p:childTnLst>
                                </p:cTn>
                              </p:par>
                              <p:par>
                                <p:cTn id="1871" presetID="1" presetClass="entr" presetSubtype="0" fill="hold" nodeType="withEffect">
                                  <p:stCondLst>
                                    <p:cond delay="0"/>
                                  </p:stCondLst>
                                  <p:childTnLst>
                                    <p:set>
                                      <p:cBhvr>
                                        <p:cTn id="1872" dur="1" fill="hold">
                                          <p:stCondLst>
                                            <p:cond delay="0"/>
                                          </p:stCondLst>
                                        </p:cTn>
                                        <p:tgtEl>
                                          <p:spTgt spid="941"/>
                                        </p:tgtEl>
                                        <p:attrNameLst>
                                          <p:attrName>style.visibility</p:attrName>
                                        </p:attrNameLst>
                                      </p:cBhvr>
                                      <p:to>
                                        <p:strVal val="visible"/>
                                      </p:to>
                                    </p:set>
                                  </p:childTnLst>
                                </p:cTn>
                              </p:par>
                              <p:par>
                                <p:cTn id="1873" presetID="1" presetClass="entr" presetSubtype="0" fill="hold" nodeType="withEffect">
                                  <p:stCondLst>
                                    <p:cond delay="0"/>
                                  </p:stCondLst>
                                  <p:childTnLst>
                                    <p:set>
                                      <p:cBhvr>
                                        <p:cTn id="1874" dur="1" fill="hold">
                                          <p:stCondLst>
                                            <p:cond delay="0"/>
                                          </p:stCondLst>
                                        </p:cTn>
                                        <p:tgtEl>
                                          <p:spTgt spid="942"/>
                                        </p:tgtEl>
                                        <p:attrNameLst>
                                          <p:attrName>style.visibility</p:attrName>
                                        </p:attrNameLst>
                                      </p:cBhvr>
                                      <p:to>
                                        <p:strVal val="visible"/>
                                      </p:to>
                                    </p:set>
                                  </p:childTnLst>
                                </p:cTn>
                              </p:par>
                              <p:par>
                                <p:cTn id="1875" presetID="1" presetClass="entr" presetSubtype="0" fill="hold" nodeType="withEffect">
                                  <p:stCondLst>
                                    <p:cond delay="0"/>
                                  </p:stCondLst>
                                  <p:childTnLst>
                                    <p:set>
                                      <p:cBhvr>
                                        <p:cTn id="1876" dur="1" fill="hold">
                                          <p:stCondLst>
                                            <p:cond delay="0"/>
                                          </p:stCondLst>
                                        </p:cTn>
                                        <p:tgtEl>
                                          <p:spTgt spid="943"/>
                                        </p:tgtEl>
                                        <p:attrNameLst>
                                          <p:attrName>style.visibility</p:attrName>
                                        </p:attrNameLst>
                                      </p:cBhvr>
                                      <p:to>
                                        <p:strVal val="visible"/>
                                      </p:to>
                                    </p:set>
                                  </p:childTnLst>
                                </p:cTn>
                              </p:par>
                              <p:par>
                                <p:cTn id="1877" presetID="1" presetClass="entr" presetSubtype="0" fill="hold" nodeType="withEffect">
                                  <p:stCondLst>
                                    <p:cond delay="0"/>
                                  </p:stCondLst>
                                  <p:childTnLst>
                                    <p:set>
                                      <p:cBhvr>
                                        <p:cTn id="1878" dur="1" fill="hold">
                                          <p:stCondLst>
                                            <p:cond delay="0"/>
                                          </p:stCondLst>
                                        </p:cTn>
                                        <p:tgtEl>
                                          <p:spTgt spid="944"/>
                                        </p:tgtEl>
                                        <p:attrNameLst>
                                          <p:attrName>style.visibility</p:attrName>
                                        </p:attrNameLst>
                                      </p:cBhvr>
                                      <p:to>
                                        <p:strVal val="visible"/>
                                      </p:to>
                                    </p:set>
                                  </p:childTnLst>
                                </p:cTn>
                              </p:par>
                              <p:par>
                                <p:cTn id="1879" presetID="1" presetClass="entr" presetSubtype="0" fill="hold" nodeType="withEffect">
                                  <p:stCondLst>
                                    <p:cond delay="0"/>
                                  </p:stCondLst>
                                  <p:childTnLst>
                                    <p:set>
                                      <p:cBhvr>
                                        <p:cTn id="1880" dur="1" fill="hold">
                                          <p:stCondLst>
                                            <p:cond delay="0"/>
                                          </p:stCondLst>
                                        </p:cTn>
                                        <p:tgtEl>
                                          <p:spTgt spid="945"/>
                                        </p:tgtEl>
                                        <p:attrNameLst>
                                          <p:attrName>style.visibility</p:attrName>
                                        </p:attrNameLst>
                                      </p:cBhvr>
                                      <p:to>
                                        <p:strVal val="visible"/>
                                      </p:to>
                                    </p:set>
                                  </p:childTnLst>
                                </p:cTn>
                              </p:par>
                              <p:par>
                                <p:cTn id="1881" presetID="1" presetClass="entr" presetSubtype="0" fill="hold" nodeType="withEffect">
                                  <p:stCondLst>
                                    <p:cond delay="0"/>
                                  </p:stCondLst>
                                  <p:childTnLst>
                                    <p:set>
                                      <p:cBhvr>
                                        <p:cTn id="1882" dur="1" fill="hold">
                                          <p:stCondLst>
                                            <p:cond delay="0"/>
                                          </p:stCondLst>
                                        </p:cTn>
                                        <p:tgtEl>
                                          <p:spTgt spid="946"/>
                                        </p:tgtEl>
                                        <p:attrNameLst>
                                          <p:attrName>style.visibility</p:attrName>
                                        </p:attrNameLst>
                                      </p:cBhvr>
                                      <p:to>
                                        <p:strVal val="visible"/>
                                      </p:to>
                                    </p:set>
                                  </p:childTnLst>
                                </p:cTn>
                              </p:par>
                              <p:par>
                                <p:cTn id="1883" presetID="1" presetClass="entr" presetSubtype="0" fill="hold" nodeType="withEffect">
                                  <p:stCondLst>
                                    <p:cond delay="0"/>
                                  </p:stCondLst>
                                  <p:childTnLst>
                                    <p:set>
                                      <p:cBhvr>
                                        <p:cTn id="1884" dur="1" fill="hold">
                                          <p:stCondLst>
                                            <p:cond delay="0"/>
                                          </p:stCondLst>
                                        </p:cTn>
                                        <p:tgtEl>
                                          <p:spTgt spid="947"/>
                                        </p:tgtEl>
                                        <p:attrNameLst>
                                          <p:attrName>style.visibility</p:attrName>
                                        </p:attrNameLst>
                                      </p:cBhvr>
                                      <p:to>
                                        <p:strVal val="visible"/>
                                      </p:to>
                                    </p:set>
                                  </p:childTnLst>
                                </p:cTn>
                              </p:par>
                              <p:par>
                                <p:cTn id="1885" presetID="1" presetClass="entr" presetSubtype="0" fill="hold" nodeType="withEffect">
                                  <p:stCondLst>
                                    <p:cond delay="0"/>
                                  </p:stCondLst>
                                  <p:childTnLst>
                                    <p:set>
                                      <p:cBhvr>
                                        <p:cTn id="1886" dur="1" fill="hold">
                                          <p:stCondLst>
                                            <p:cond delay="0"/>
                                          </p:stCondLst>
                                        </p:cTn>
                                        <p:tgtEl>
                                          <p:spTgt spid="948"/>
                                        </p:tgtEl>
                                        <p:attrNameLst>
                                          <p:attrName>style.visibility</p:attrName>
                                        </p:attrNameLst>
                                      </p:cBhvr>
                                      <p:to>
                                        <p:strVal val="visible"/>
                                      </p:to>
                                    </p:set>
                                  </p:childTnLst>
                                </p:cTn>
                              </p:par>
                              <p:par>
                                <p:cTn id="1887" presetID="1" presetClass="entr" presetSubtype="0" fill="hold" nodeType="withEffect">
                                  <p:stCondLst>
                                    <p:cond delay="0"/>
                                  </p:stCondLst>
                                  <p:childTnLst>
                                    <p:set>
                                      <p:cBhvr>
                                        <p:cTn id="1888" dur="1" fill="hold">
                                          <p:stCondLst>
                                            <p:cond delay="0"/>
                                          </p:stCondLst>
                                        </p:cTn>
                                        <p:tgtEl>
                                          <p:spTgt spid="949"/>
                                        </p:tgtEl>
                                        <p:attrNameLst>
                                          <p:attrName>style.visibility</p:attrName>
                                        </p:attrNameLst>
                                      </p:cBhvr>
                                      <p:to>
                                        <p:strVal val="visible"/>
                                      </p:to>
                                    </p:set>
                                  </p:childTnLst>
                                </p:cTn>
                              </p:par>
                              <p:par>
                                <p:cTn id="1889" presetID="1" presetClass="entr" presetSubtype="0" fill="hold" nodeType="withEffect">
                                  <p:stCondLst>
                                    <p:cond delay="0"/>
                                  </p:stCondLst>
                                  <p:childTnLst>
                                    <p:set>
                                      <p:cBhvr>
                                        <p:cTn id="1890" dur="1" fill="hold">
                                          <p:stCondLst>
                                            <p:cond delay="0"/>
                                          </p:stCondLst>
                                        </p:cTn>
                                        <p:tgtEl>
                                          <p:spTgt spid="950"/>
                                        </p:tgtEl>
                                        <p:attrNameLst>
                                          <p:attrName>style.visibility</p:attrName>
                                        </p:attrNameLst>
                                      </p:cBhvr>
                                      <p:to>
                                        <p:strVal val="visible"/>
                                      </p:to>
                                    </p:set>
                                  </p:childTnLst>
                                </p:cTn>
                              </p:par>
                              <p:par>
                                <p:cTn id="1891" presetID="1" presetClass="entr" presetSubtype="0" fill="hold" nodeType="withEffect">
                                  <p:stCondLst>
                                    <p:cond delay="0"/>
                                  </p:stCondLst>
                                  <p:childTnLst>
                                    <p:set>
                                      <p:cBhvr>
                                        <p:cTn id="1892" dur="1" fill="hold">
                                          <p:stCondLst>
                                            <p:cond delay="0"/>
                                          </p:stCondLst>
                                        </p:cTn>
                                        <p:tgtEl>
                                          <p:spTgt spid="951"/>
                                        </p:tgtEl>
                                        <p:attrNameLst>
                                          <p:attrName>style.visibility</p:attrName>
                                        </p:attrNameLst>
                                      </p:cBhvr>
                                      <p:to>
                                        <p:strVal val="visible"/>
                                      </p:to>
                                    </p:set>
                                  </p:childTnLst>
                                </p:cTn>
                              </p:par>
                              <p:par>
                                <p:cTn id="1893" presetID="1" presetClass="entr" presetSubtype="0" fill="hold" nodeType="withEffect">
                                  <p:stCondLst>
                                    <p:cond delay="0"/>
                                  </p:stCondLst>
                                  <p:childTnLst>
                                    <p:set>
                                      <p:cBhvr>
                                        <p:cTn id="1894" dur="1" fill="hold">
                                          <p:stCondLst>
                                            <p:cond delay="0"/>
                                          </p:stCondLst>
                                        </p:cTn>
                                        <p:tgtEl>
                                          <p:spTgt spid="952"/>
                                        </p:tgtEl>
                                        <p:attrNameLst>
                                          <p:attrName>style.visibility</p:attrName>
                                        </p:attrNameLst>
                                      </p:cBhvr>
                                      <p:to>
                                        <p:strVal val="visible"/>
                                      </p:to>
                                    </p:set>
                                  </p:childTnLst>
                                </p:cTn>
                              </p:par>
                              <p:par>
                                <p:cTn id="1895" presetID="1" presetClass="entr" presetSubtype="0" fill="hold" nodeType="withEffect">
                                  <p:stCondLst>
                                    <p:cond delay="0"/>
                                  </p:stCondLst>
                                  <p:childTnLst>
                                    <p:set>
                                      <p:cBhvr>
                                        <p:cTn id="1896" dur="1" fill="hold">
                                          <p:stCondLst>
                                            <p:cond delay="0"/>
                                          </p:stCondLst>
                                        </p:cTn>
                                        <p:tgtEl>
                                          <p:spTgt spid="953"/>
                                        </p:tgtEl>
                                        <p:attrNameLst>
                                          <p:attrName>style.visibility</p:attrName>
                                        </p:attrNameLst>
                                      </p:cBhvr>
                                      <p:to>
                                        <p:strVal val="visible"/>
                                      </p:to>
                                    </p:set>
                                  </p:childTnLst>
                                </p:cTn>
                              </p:par>
                              <p:par>
                                <p:cTn id="1897" presetID="1" presetClass="entr" presetSubtype="0" fill="hold" nodeType="withEffect">
                                  <p:stCondLst>
                                    <p:cond delay="0"/>
                                  </p:stCondLst>
                                  <p:childTnLst>
                                    <p:set>
                                      <p:cBhvr>
                                        <p:cTn id="1898" dur="1" fill="hold">
                                          <p:stCondLst>
                                            <p:cond delay="0"/>
                                          </p:stCondLst>
                                        </p:cTn>
                                        <p:tgtEl>
                                          <p:spTgt spid="954"/>
                                        </p:tgtEl>
                                        <p:attrNameLst>
                                          <p:attrName>style.visibility</p:attrName>
                                        </p:attrNameLst>
                                      </p:cBhvr>
                                      <p:to>
                                        <p:strVal val="visible"/>
                                      </p:to>
                                    </p:set>
                                  </p:childTnLst>
                                </p:cTn>
                              </p:par>
                              <p:par>
                                <p:cTn id="1899" presetID="1" presetClass="entr" presetSubtype="0" fill="hold" nodeType="withEffect">
                                  <p:stCondLst>
                                    <p:cond delay="0"/>
                                  </p:stCondLst>
                                  <p:childTnLst>
                                    <p:set>
                                      <p:cBhvr>
                                        <p:cTn id="1900" dur="1" fill="hold">
                                          <p:stCondLst>
                                            <p:cond delay="0"/>
                                          </p:stCondLst>
                                        </p:cTn>
                                        <p:tgtEl>
                                          <p:spTgt spid="955"/>
                                        </p:tgtEl>
                                        <p:attrNameLst>
                                          <p:attrName>style.visibility</p:attrName>
                                        </p:attrNameLst>
                                      </p:cBhvr>
                                      <p:to>
                                        <p:strVal val="visible"/>
                                      </p:to>
                                    </p:set>
                                  </p:childTnLst>
                                </p:cTn>
                              </p:par>
                              <p:par>
                                <p:cTn id="1901" presetID="1" presetClass="entr" presetSubtype="0" fill="hold" nodeType="withEffect">
                                  <p:stCondLst>
                                    <p:cond delay="0"/>
                                  </p:stCondLst>
                                  <p:childTnLst>
                                    <p:set>
                                      <p:cBhvr>
                                        <p:cTn id="1902" dur="1" fill="hold">
                                          <p:stCondLst>
                                            <p:cond delay="0"/>
                                          </p:stCondLst>
                                        </p:cTn>
                                        <p:tgtEl>
                                          <p:spTgt spid="956"/>
                                        </p:tgtEl>
                                        <p:attrNameLst>
                                          <p:attrName>style.visibility</p:attrName>
                                        </p:attrNameLst>
                                      </p:cBhvr>
                                      <p:to>
                                        <p:strVal val="visible"/>
                                      </p:to>
                                    </p:set>
                                  </p:childTnLst>
                                </p:cTn>
                              </p:par>
                              <p:par>
                                <p:cTn id="1903" presetID="1" presetClass="entr" presetSubtype="0" fill="hold" nodeType="withEffect">
                                  <p:stCondLst>
                                    <p:cond delay="0"/>
                                  </p:stCondLst>
                                  <p:childTnLst>
                                    <p:set>
                                      <p:cBhvr>
                                        <p:cTn id="1904" dur="1" fill="hold">
                                          <p:stCondLst>
                                            <p:cond delay="0"/>
                                          </p:stCondLst>
                                        </p:cTn>
                                        <p:tgtEl>
                                          <p:spTgt spid="957"/>
                                        </p:tgtEl>
                                        <p:attrNameLst>
                                          <p:attrName>style.visibility</p:attrName>
                                        </p:attrNameLst>
                                      </p:cBhvr>
                                      <p:to>
                                        <p:strVal val="visible"/>
                                      </p:to>
                                    </p:set>
                                  </p:childTnLst>
                                </p:cTn>
                              </p:par>
                              <p:par>
                                <p:cTn id="1905" presetID="1" presetClass="entr" presetSubtype="0" fill="hold" nodeType="withEffect">
                                  <p:stCondLst>
                                    <p:cond delay="0"/>
                                  </p:stCondLst>
                                  <p:childTnLst>
                                    <p:set>
                                      <p:cBhvr>
                                        <p:cTn id="1906" dur="1" fill="hold">
                                          <p:stCondLst>
                                            <p:cond delay="0"/>
                                          </p:stCondLst>
                                        </p:cTn>
                                        <p:tgtEl>
                                          <p:spTgt spid="958"/>
                                        </p:tgtEl>
                                        <p:attrNameLst>
                                          <p:attrName>style.visibility</p:attrName>
                                        </p:attrNameLst>
                                      </p:cBhvr>
                                      <p:to>
                                        <p:strVal val="visible"/>
                                      </p:to>
                                    </p:set>
                                  </p:childTnLst>
                                </p:cTn>
                              </p:par>
                              <p:par>
                                <p:cTn id="1907" presetID="1" presetClass="entr" presetSubtype="0" fill="hold" nodeType="withEffect">
                                  <p:stCondLst>
                                    <p:cond delay="0"/>
                                  </p:stCondLst>
                                  <p:childTnLst>
                                    <p:set>
                                      <p:cBhvr>
                                        <p:cTn id="1908" dur="1" fill="hold">
                                          <p:stCondLst>
                                            <p:cond delay="0"/>
                                          </p:stCondLst>
                                        </p:cTn>
                                        <p:tgtEl>
                                          <p:spTgt spid="959"/>
                                        </p:tgtEl>
                                        <p:attrNameLst>
                                          <p:attrName>style.visibility</p:attrName>
                                        </p:attrNameLst>
                                      </p:cBhvr>
                                      <p:to>
                                        <p:strVal val="visible"/>
                                      </p:to>
                                    </p:set>
                                  </p:childTnLst>
                                </p:cTn>
                              </p:par>
                              <p:par>
                                <p:cTn id="1909" presetID="1" presetClass="entr" presetSubtype="0" fill="hold" nodeType="withEffect">
                                  <p:stCondLst>
                                    <p:cond delay="0"/>
                                  </p:stCondLst>
                                  <p:childTnLst>
                                    <p:set>
                                      <p:cBhvr>
                                        <p:cTn id="1910" dur="1" fill="hold">
                                          <p:stCondLst>
                                            <p:cond delay="0"/>
                                          </p:stCondLst>
                                        </p:cTn>
                                        <p:tgtEl>
                                          <p:spTgt spid="960"/>
                                        </p:tgtEl>
                                        <p:attrNameLst>
                                          <p:attrName>style.visibility</p:attrName>
                                        </p:attrNameLst>
                                      </p:cBhvr>
                                      <p:to>
                                        <p:strVal val="visible"/>
                                      </p:to>
                                    </p:set>
                                  </p:childTnLst>
                                </p:cTn>
                              </p:par>
                              <p:par>
                                <p:cTn id="1911" presetID="1" presetClass="entr" presetSubtype="0" fill="hold" nodeType="withEffect">
                                  <p:stCondLst>
                                    <p:cond delay="0"/>
                                  </p:stCondLst>
                                  <p:childTnLst>
                                    <p:set>
                                      <p:cBhvr>
                                        <p:cTn id="1912" dur="1" fill="hold">
                                          <p:stCondLst>
                                            <p:cond delay="0"/>
                                          </p:stCondLst>
                                        </p:cTn>
                                        <p:tgtEl>
                                          <p:spTgt spid="961"/>
                                        </p:tgtEl>
                                        <p:attrNameLst>
                                          <p:attrName>style.visibility</p:attrName>
                                        </p:attrNameLst>
                                      </p:cBhvr>
                                      <p:to>
                                        <p:strVal val="visible"/>
                                      </p:to>
                                    </p:set>
                                  </p:childTnLst>
                                </p:cTn>
                              </p:par>
                              <p:par>
                                <p:cTn id="1913" presetID="1" presetClass="entr" presetSubtype="0" fill="hold" nodeType="withEffect">
                                  <p:stCondLst>
                                    <p:cond delay="0"/>
                                  </p:stCondLst>
                                  <p:childTnLst>
                                    <p:set>
                                      <p:cBhvr>
                                        <p:cTn id="1914" dur="1" fill="hold">
                                          <p:stCondLst>
                                            <p:cond delay="0"/>
                                          </p:stCondLst>
                                        </p:cTn>
                                        <p:tgtEl>
                                          <p:spTgt spid="962"/>
                                        </p:tgtEl>
                                        <p:attrNameLst>
                                          <p:attrName>style.visibility</p:attrName>
                                        </p:attrNameLst>
                                      </p:cBhvr>
                                      <p:to>
                                        <p:strVal val="visible"/>
                                      </p:to>
                                    </p:set>
                                  </p:childTnLst>
                                </p:cTn>
                              </p:par>
                              <p:par>
                                <p:cTn id="1915" presetID="1" presetClass="entr" presetSubtype="0" fill="hold" nodeType="withEffect">
                                  <p:stCondLst>
                                    <p:cond delay="0"/>
                                  </p:stCondLst>
                                  <p:childTnLst>
                                    <p:set>
                                      <p:cBhvr>
                                        <p:cTn id="1916" dur="1" fill="hold">
                                          <p:stCondLst>
                                            <p:cond delay="0"/>
                                          </p:stCondLst>
                                        </p:cTn>
                                        <p:tgtEl>
                                          <p:spTgt spid="963"/>
                                        </p:tgtEl>
                                        <p:attrNameLst>
                                          <p:attrName>style.visibility</p:attrName>
                                        </p:attrNameLst>
                                      </p:cBhvr>
                                      <p:to>
                                        <p:strVal val="visible"/>
                                      </p:to>
                                    </p:set>
                                  </p:childTnLst>
                                </p:cTn>
                              </p:par>
                              <p:par>
                                <p:cTn id="1917" presetID="1" presetClass="entr" presetSubtype="0" fill="hold" nodeType="withEffect">
                                  <p:stCondLst>
                                    <p:cond delay="0"/>
                                  </p:stCondLst>
                                  <p:childTnLst>
                                    <p:set>
                                      <p:cBhvr>
                                        <p:cTn id="1918" dur="1" fill="hold">
                                          <p:stCondLst>
                                            <p:cond delay="0"/>
                                          </p:stCondLst>
                                        </p:cTn>
                                        <p:tgtEl>
                                          <p:spTgt spid="964"/>
                                        </p:tgtEl>
                                        <p:attrNameLst>
                                          <p:attrName>style.visibility</p:attrName>
                                        </p:attrNameLst>
                                      </p:cBhvr>
                                      <p:to>
                                        <p:strVal val="visible"/>
                                      </p:to>
                                    </p:set>
                                  </p:childTnLst>
                                </p:cTn>
                              </p:par>
                              <p:par>
                                <p:cTn id="1919" presetID="1" presetClass="entr" presetSubtype="0" fill="hold" nodeType="withEffect">
                                  <p:stCondLst>
                                    <p:cond delay="0"/>
                                  </p:stCondLst>
                                  <p:childTnLst>
                                    <p:set>
                                      <p:cBhvr>
                                        <p:cTn id="1920" dur="1" fill="hold">
                                          <p:stCondLst>
                                            <p:cond delay="0"/>
                                          </p:stCondLst>
                                        </p:cTn>
                                        <p:tgtEl>
                                          <p:spTgt spid="965"/>
                                        </p:tgtEl>
                                        <p:attrNameLst>
                                          <p:attrName>style.visibility</p:attrName>
                                        </p:attrNameLst>
                                      </p:cBhvr>
                                      <p:to>
                                        <p:strVal val="visible"/>
                                      </p:to>
                                    </p:set>
                                  </p:childTnLst>
                                </p:cTn>
                              </p:par>
                              <p:par>
                                <p:cTn id="1921" presetID="1" presetClass="entr" presetSubtype="0" fill="hold" nodeType="withEffect">
                                  <p:stCondLst>
                                    <p:cond delay="0"/>
                                  </p:stCondLst>
                                  <p:childTnLst>
                                    <p:set>
                                      <p:cBhvr>
                                        <p:cTn id="1922" dur="1" fill="hold">
                                          <p:stCondLst>
                                            <p:cond delay="0"/>
                                          </p:stCondLst>
                                        </p:cTn>
                                        <p:tgtEl>
                                          <p:spTgt spid="966"/>
                                        </p:tgtEl>
                                        <p:attrNameLst>
                                          <p:attrName>style.visibility</p:attrName>
                                        </p:attrNameLst>
                                      </p:cBhvr>
                                      <p:to>
                                        <p:strVal val="visible"/>
                                      </p:to>
                                    </p:set>
                                  </p:childTnLst>
                                </p:cTn>
                              </p:par>
                              <p:par>
                                <p:cTn id="1923" presetID="1" presetClass="entr" presetSubtype="0" fill="hold" nodeType="withEffect">
                                  <p:stCondLst>
                                    <p:cond delay="0"/>
                                  </p:stCondLst>
                                  <p:childTnLst>
                                    <p:set>
                                      <p:cBhvr>
                                        <p:cTn id="1924" dur="1" fill="hold">
                                          <p:stCondLst>
                                            <p:cond delay="0"/>
                                          </p:stCondLst>
                                        </p:cTn>
                                        <p:tgtEl>
                                          <p:spTgt spid="967"/>
                                        </p:tgtEl>
                                        <p:attrNameLst>
                                          <p:attrName>style.visibility</p:attrName>
                                        </p:attrNameLst>
                                      </p:cBhvr>
                                      <p:to>
                                        <p:strVal val="visible"/>
                                      </p:to>
                                    </p:set>
                                  </p:childTnLst>
                                </p:cTn>
                              </p:par>
                              <p:par>
                                <p:cTn id="1925" presetID="1" presetClass="entr" presetSubtype="0" fill="hold" nodeType="withEffect">
                                  <p:stCondLst>
                                    <p:cond delay="0"/>
                                  </p:stCondLst>
                                  <p:childTnLst>
                                    <p:set>
                                      <p:cBhvr>
                                        <p:cTn id="1926" dur="1" fill="hold">
                                          <p:stCondLst>
                                            <p:cond delay="0"/>
                                          </p:stCondLst>
                                        </p:cTn>
                                        <p:tgtEl>
                                          <p:spTgt spid="968"/>
                                        </p:tgtEl>
                                        <p:attrNameLst>
                                          <p:attrName>style.visibility</p:attrName>
                                        </p:attrNameLst>
                                      </p:cBhvr>
                                      <p:to>
                                        <p:strVal val="visible"/>
                                      </p:to>
                                    </p:set>
                                  </p:childTnLst>
                                </p:cTn>
                              </p:par>
                              <p:par>
                                <p:cTn id="1927" presetID="1" presetClass="entr" presetSubtype="0" fill="hold" nodeType="withEffect">
                                  <p:stCondLst>
                                    <p:cond delay="0"/>
                                  </p:stCondLst>
                                  <p:childTnLst>
                                    <p:set>
                                      <p:cBhvr>
                                        <p:cTn id="1928" dur="1" fill="hold">
                                          <p:stCondLst>
                                            <p:cond delay="0"/>
                                          </p:stCondLst>
                                        </p:cTn>
                                        <p:tgtEl>
                                          <p:spTgt spid="969"/>
                                        </p:tgtEl>
                                        <p:attrNameLst>
                                          <p:attrName>style.visibility</p:attrName>
                                        </p:attrNameLst>
                                      </p:cBhvr>
                                      <p:to>
                                        <p:strVal val="visible"/>
                                      </p:to>
                                    </p:set>
                                  </p:childTnLst>
                                </p:cTn>
                              </p:par>
                              <p:par>
                                <p:cTn id="1929" presetID="1" presetClass="entr" presetSubtype="0" fill="hold" nodeType="withEffect">
                                  <p:stCondLst>
                                    <p:cond delay="0"/>
                                  </p:stCondLst>
                                  <p:childTnLst>
                                    <p:set>
                                      <p:cBhvr>
                                        <p:cTn id="1930" dur="1" fill="hold">
                                          <p:stCondLst>
                                            <p:cond delay="0"/>
                                          </p:stCondLst>
                                        </p:cTn>
                                        <p:tgtEl>
                                          <p:spTgt spid="970"/>
                                        </p:tgtEl>
                                        <p:attrNameLst>
                                          <p:attrName>style.visibility</p:attrName>
                                        </p:attrNameLst>
                                      </p:cBhvr>
                                      <p:to>
                                        <p:strVal val="visible"/>
                                      </p:to>
                                    </p:set>
                                  </p:childTnLst>
                                </p:cTn>
                              </p:par>
                              <p:par>
                                <p:cTn id="1931" presetID="1" presetClass="entr" presetSubtype="0" fill="hold" nodeType="withEffect">
                                  <p:stCondLst>
                                    <p:cond delay="0"/>
                                  </p:stCondLst>
                                  <p:childTnLst>
                                    <p:set>
                                      <p:cBhvr>
                                        <p:cTn id="1932" dur="1" fill="hold">
                                          <p:stCondLst>
                                            <p:cond delay="0"/>
                                          </p:stCondLst>
                                        </p:cTn>
                                        <p:tgtEl>
                                          <p:spTgt spid="971"/>
                                        </p:tgtEl>
                                        <p:attrNameLst>
                                          <p:attrName>style.visibility</p:attrName>
                                        </p:attrNameLst>
                                      </p:cBhvr>
                                      <p:to>
                                        <p:strVal val="visible"/>
                                      </p:to>
                                    </p:set>
                                  </p:childTnLst>
                                </p:cTn>
                              </p:par>
                              <p:par>
                                <p:cTn id="1933" presetID="1" presetClass="entr" presetSubtype="0" fill="hold" nodeType="withEffect">
                                  <p:stCondLst>
                                    <p:cond delay="0"/>
                                  </p:stCondLst>
                                  <p:childTnLst>
                                    <p:set>
                                      <p:cBhvr>
                                        <p:cTn id="1934" dur="1" fill="hold">
                                          <p:stCondLst>
                                            <p:cond delay="0"/>
                                          </p:stCondLst>
                                        </p:cTn>
                                        <p:tgtEl>
                                          <p:spTgt spid="972"/>
                                        </p:tgtEl>
                                        <p:attrNameLst>
                                          <p:attrName>style.visibility</p:attrName>
                                        </p:attrNameLst>
                                      </p:cBhvr>
                                      <p:to>
                                        <p:strVal val="visible"/>
                                      </p:to>
                                    </p:set>
                                  </p:childTnLst>
                                </p:cTn>
                              </p:par>
                              <p:par>
                                <p:cTn id="1935" presetID="1" presetClass="entr" presetSubtype="0" fill="hold" nodeType="withEffect">
                                  <p:stCondLst>
                                    <p:cond delay="0"/>
                                  </p:stCondLst>
                                  <p:childTnLst>
                                    <p:set>
                                      <p:cBhvr>
                                        <p:cTn id="1936" dur="1" fill="hold">
                                          <p:stCondLst>
                                            <p:cond delay="0"/>
                                          </p:stCondLst>
                                        </p:cTn>
                                        <p:tgtEl>
                                          <p:spTgt spid="973"/>
                                        </p:tgtEl>
                                        <p:attrNameLst>
                                          <p:attrName>style.visibility</p:attrName>
                                        </p:attrNameLst>
                                      </p:cBhvr>
                                      <p:to>
                                        <p:strVal val="visible"/>
                                      </p:to>
                                    </p:set>
                                  </p:childTnLst>
                                </p:cTn>
                              </p:par>
                              <p:par>
                                <p:cTn id="1937" presetID="1" presetClass="entr" presetSubtype="0" fill="hold" nodeType="withEffect">
                                  <p:stCondLst>
                                    <p:cond delay="0"/>
                                  </p:stCondLst>
                                  <p:childTnLst>
                                    <p:set>
                                      <p:cBhvr>
                                        <p:cTn id="1938" dur="1" fill="hold">
                                          <p:stCondLst>
                                            <p:cond delay="0"/>
                                          </p:stCondLst>
                                        </p:cTn>
                                        <p:tgtEl>
                                          <p:spTgt spid="974"/>
                                        </p:tgtEl>
                                        <p:attrNameLst>
                                          <p:attrName>style.visibility</p:attrName>
                                        </p:attrNameLst>
                                      </p:cBhvr>
                                      <p:to>
                                        <p:strVal val="visible"/>
                                      </p:to>
                                    </p:set>
                                  </p:childTnLst>
                                </p:cTn>
                              </p:par>
                              <p:par>
                                <p:cTn id="1939" presetID="1" presetClass="entr" presetSubtype="0" fill="hold" nodeType="withEffect">
                                  <p:stCondLst>
                                    <p:cond delay="0"/>
                                  </p:stCondLst>
                                  <p:childTnLst>
                                    <p:set>
                                      <p:cBhvr>
                                        <p:cTn id="1940" dur="1" fill="hold">
                                          <p:stCondLst>
                                            <p:cond delay="0"/>
                                          </p:stCondLst>
                                        </p:cTn>
                                        <p:tgtEl>
                                          <p:spTgt spid="975"/>
                                        </p:tgtEl>
                                        <p:attrNameLst>
                                          <p:attrName>style.visibility</p:attrName>
                                        </p:attrNameLst>
                                      </p:cBhvr>
                                      <p:to>
                                        <p:strVal val="visible"/>
                                      </p:to>
                                    </p:set>
                                  </p:childTnLst>
                                </p:cTn>
                              </p:par>
                              <p:par>
                                <p:cTn id="1941" presetID="1" presetClass="entr" presetSubtype="0" fill="hold" nodeType="withEffect">
                                  <p:stCondLst>
                                    <p:cond delay="0"/>
                                  </p:stCondLst>
                                  <p:childTnLst>
                                    <p:set>
                                      <p:cBhvr>
                                        <p:cTn id="1942" dur="1" fill="hold">
                                          <p:stCondLst>
                                            <p:cond delay="0"/>
                                          </p:stCondLst>
                                        </p:cTn>
                                        <p:tgtEl>
                                          <p:spTgt spid="976"/>
                                        </p:tgtEl>
                                        <p:attrNameLst>
                                          <p:attrName>style.visibility</p:attrName>
                                        </p:attrNameLst>
                                      </p:cBhvr>
                                      <p:to>
                                        <p:strVal val="visible"/>
                                      </p:to>
                                    </p:set>
                                  </p:childTnLst>
                                </p:cTn>
                              </p:par>
                              <p:par>
                                <p:cTn id="1943" presetID="1" presetClass="entr" presetSubtype="0" fill="hold" nodeType="withEffect">
                                  <p:stCondLst>
                                    <p:cond delay="0"/>
                                  </p:stCondLst>
                                  <p:childTnLst>
                                    <p:set>
                                      <p:cBhvr>
                                        <p:cTn id="1944" dur="1" fill="hold">
                                          <p:stCondLst>
                                            <p:cond delay="0"/>
                                          </p:stCondLst>
                                        </p:cTn>
                                        <p:tgtEl>
                                          <p:spTgt spid="977"/>
                                        </p:tgtEl>
                                        <p:attrNameLst>
                                          <p:attrName>style.visibility</p:attrName>
                                        </p:attrNameLst>
                                      </p:cBhvr>
                                      <p:to>
                                        <p:strVal val="visible"/>
                                      </p:to>
                                    </p:set>
                                  </p:childTnLst>
                                </p:cTn>
                              </p:par>
                              <p:par>
                                <p:cTn id="1945" presetID="1" presetClass="entr" presetSubtype="0" fill="hold" nodeType="withEffect">
                                  <p:stCondLst>
                                    <p:cond delay="0"/>
                                  </p:stCondLst>
                                  <p:childTnLst>
                                    <p:set>
                                      <p:cBhvr>
                                        <p:cTn id="1946" dur="1" fill="hold">
                                          <p:stCondLst>
                                            <p:cond delay="0"/>
                                          </p:stCondLst>
                                        </p:cTn>
                                        <p:tgtEl>
                                          <p:spTgt spid="978"/>
                                        </p:tgtEl>
                                        <p:attrNameLst>
                                          <p:attrName>style.visibility</p:attrName>
                                        </p:attrNameLst>
                                      </p:cBhvr>
                                      <p:to>
                                        <p:strVal val="visible"/>
                                      </p:to>
                                    </p:set>
                                  </p:childTnLst>
                                </p:cTn>
                              </p:par>
                              <p:par>
                                <p:cTn id="1947" presetID="1" presetClass="entr" presetSubtype="0" fill="hold" nodeType="withEffect">
                                  <p:stCondLst>
                                    <p:cond delay="0"/>
                                  </p:stCondLst>
                                  <p:childTnLst>
                                    <p:set>
                                      <p:cBhvr>
                                        <p:cTn id="1948" dur="1" fill="hold">
                                          <p:stCondLst>
                                            <p:cond delay="0"/>
                                          </p:stCondLst>
                                        </p:cTn>
                                        <p:tgtEl>
                                          <p:spTgt spid="979"/>
                                        </p:tgtEl>
                                        <p:attrNameLst>
                                          <p:attrName>style.visibility</p:attrName>
                                        </p:attrNameLst>
                                      </p:cBhvr>
                                      <p:to>
                                        <p:strVal val="visible"/>
                                      </p:to>
                                    </p:set>
                                  </p:childTnLst>
                                </p:cTn>
                              </p:par>
                              <p:par>
                                <p:cTn id="1949" presetID="1" presetClass="entr" presetSubtype="0" fill="hold" nodeType="withEffect">
                                  <p:stCondLst>
                                    <p:cond delay="0"/>
                                  </p:stCondLst>
                                  <p:childTnLst>
                                    <p:set>
                                      <p:cBhvr>
                                        <p:cTn id="1950" dur="1" fill="hold">
                                          <p:stCondLst>
                                            <p:cond delay="0"/>
                                          </p:stCondLst>
                                        </p:cTn>
                                        <p:tgtEl>
                                          <p:spTgt spid="980"/>
                                        </p:tgtEl>
                                        <p:attrNameLst>
                                          <p:attrName>style.visibility</p:attrName>
                                        </p:attrNameLst>
                                      </p:cBhvr>
                                      <p:to>
                                        <p:strVal val="visible"/>
                                      </p:to>
                                    </p:set>
                                  </p:childTnLst>
                                </p:cTn>
                              </p:par>
                              <p:par>
                                <p:cTn id="1951" presetID="1" presetClass="entr" presetSubtype="0" fill="hold" nodeType="withEffect">
                                  <p:stCondLst>
                                    <p:cond delay="0"/>
                                  </p:stCondLst>
                                  <p:childTnLst>
                                    <p:set>
                                      <p:cBhvr>
                                        <p:cTn id="1952" dur="1" fill="hold">
                                          <p:stCondLst>
                                            <p:cond delay="0"/>
                                          </p:stCondLst>
                                        </p:cTn>
                                        <p:tgtEl>
                                          <p:spTgt spid="981"/>
                                        </p:tgtEl>
                                        <p:attrNameLst>
                                          <p:attrName>style.visibility</p:attrName>
                                        </p:attrNameLst>
                                      </p:cBhvr>
                                      <p:to>
                                        <p:strVal val="visible"/>
                                      </p:to>
                                    </p:set>
                                  </p:childTnLst>
                                </p:cTn>
                              </p:par>
                              <p:par>
                                <p:cTn id="1953" presetID="1" presetClass="entr" presetSubtype="0" fill="hold" nodeType="withEffect">
                                  <p:stCondLst>
                                    <p:cond delay="0"/>
                                  </p:stCondLst>
                                  <p:childTnLst>
                                    <p:set>
                                      <p:cBhvr>
                                        <p:cTn id="1954" dur="1" fill="hold">
                                          <p:stCondLst>
                                            <p:cond delay="0"/>
                                          </p:stCondLst>
                                        </p:cTn>
                                        <p:tgtEl>
                                          <p:spTgt spid="982"/>
                                        </p:tgtEl>
                                        <p:attrNameLst>
                                          <p:attrName>style.visibility</p:attrName>
                                        </p:attrNameLst>
                                      </p:cBhvr>
                                      <p:to>
                                        <p:strVal val="visible"/>
                                      </p:to>
                                    </p:set>
                                  </p:childTnLst>
                                </p:cTn>
                              </p:par>
                              <p:par>
                                <p:cTn id="1955" presetID="1" presetClass="entr" presetSubtype="0" fill="hold" nodeType="withEffect">
                                  <p:stCondLst>
                                    <p:cond delay="0"/>
                                  </p:stCondLst>
                                  <p:childTnLst>
                                    <p:set>
                                      <p:cBhvr>
                                        <p:cTn id="1956" dur="1" fill="hold">
                                          <p:stCondLst>
                                            <p:cond delay="0"/>
                                          </p:stCondLst>
                                        </p:cTn>
                                        <p:tgtEl>
                                          <p:spTgt spid="983"/>
                                        </p:tgtEl>
                                        <p:attrNameLst>
                                          <p:attrName>style.visibility</p:attrName>
                                        </p:attrNameLst>
                                      </p:cBhvr>
                                      <p:to>
                                        <p:strVal val="visible"/>
                                      </p:to>
                                    </p:set>
                                  </p:childTnLst>
                                </p:cTn>
                              </p:par>
                              <p:par>
                                <p:cTn id="1957" presetID="1" presetClass="entr" presetSubtype="0" fill="hold" nodeType="withEffect">
                                  <p:stCondLst>
                                    <p:cond delay="0"/>
                                  </p:stCondLst>
                                  <p:childTnLst>
                                    <p:set>
                                      <p:cBhvr>
                                        <p:cTn id="1958" dur="1" fill="hold">
                                          <p:stCondLst>
                                            <p:cond delay="0"/>
                                          </p:stCondLst>
                                        </p:cTn>
                                        <p:tgtEl>
                                          <p:spTgt spid="984"/>
                                        </p:tgtEl>
                                        <p:attrNameLst>
                                          <p:attrName>style.visibility</p:attrName>
                                        </p:attrNameLst>
                                      </p:cBhvr>
                                      <p:to>
                                        <p:strVal val="visible"/>
                                      </p:to>
                                    </p:set>
                                  </p:childTnLst>
                                </p:cTn>
                              </p:par>
                              <p:par>
                                <p:cTn id="1959" presetID="1" presetClass="entr" presetSubtype="0" fill="hold" nodeType="withEffect">
                                  <p:stCondLst>
                                    <p:cond delay="0"/>
                                  </p:stCondLst>
                                  <p:childTnLst>
                                    <p:set>
                                      <p:cBhvr>
                                        <p:cTn id="1960" dur="1" fill="hold">
                                          <p:stCondLst>
                                            <p:cond delay="0"/>
                                          </p:stCondLst>
                                        </p:cTn>
                                        <p:tgtEl>
                                          <p:spTgt spid="985"/>
                                        </p:tgtEl>
                                        <p:attrNameLst>
                                          <p:attrName>style.visibility</p:attrName>
                                        </p:attrNameLst>
                                      </p:cBhvr>
                                      <p:to>
                                        <p:strVal val="visible"/>
                                      </p:to>
                                    </p:set>
                                  </p:childTnLst>
                                </p:cTn>
                              </p:par>
                              <p:par>
                                <p:cTn id="1961" presetID="1" presetClass="entr" presetSubtype="0" fill="hold" nodeType="withEffect">
                                  <p:stCondLst>
                                    <p:cond delay="0"/>
                                  </p:stCondLst>
                                  <p:childTnLst>
                                    <p:set>
                                      <p:cBhvr>
                                        <p:cTn id="1962" dur="1" fill="hold">
                                          <p:stCondLst>
                                            <p:cond delay="0"/>
                                          </p:stCondLst>
                                        </p:cTn>
                                        <p:tgtEl>
                                          <p:spTgt spid="986"/>
                                        </p:tgtEl>
                                        <p:attrNameLst>
                                          <p:attrName>style.visibility</p:attrName>
                                        </p:attrNameLst>
                                      </p:cBhvr>
                                      <p:to>
                                        <p:strVal val="visible"/>
                                      </p:to>
                                    </p:set>
                                  </p:childTnLst>
                                </p:cTn>
                              </p:par>
                              <p:par>
                                <p:cTn id="1963" presetID="1" presetClass="entr" presetSubtype="0" fill="hold" nodeType="withEffect">
                                  <p:stCondLst>
                                    <p:cond delay="0"/>
                                  </p:stCondLst>
                                  <p:childTnLst>
                                    <p:set>
                                      <p:cBhvr>
                                        <p:cTn id="1964" dur="1" fill="hold">
                                          <p:stCondLst>
                                            <p:cond delay="0"/>
                                          </p:stCondLst>
                                        </p:cTn>
                                        <p:tgtEl>
                                          <p:spTgt spid="987"/>
                                        </p:tgtEl>
                                        <p:attrNameLst>
                                          <p:attrName>style.visibility</p:attrName>
                                        </p:attrNameLst>
                                      </p:cBhvr>
                                      <p:to>
                                        <p:strVal val="visible"/>
                                      </p:to>
                                    </p:set>
                                  </p:childTnLst>
                                </p:cTn>
                              </p:par>
                              <p:par>
                                <p:cTn id="1965" presetID="1" presetClass="entr" presetSubtype="0" fill="hold" nodeType="withEffect">
                                  <p:stCondLst>
                                    <p:cond delay="0"/>
                                  </p:stCondLst>
                                  <p:childTnLst>
                                    <p:set>
                                      <p:cBhvr>
                                        <p:cTn id="1966" dur="1" fill="hold">
                                          <p:stCondLst>
                                            <p:cond delay="0"/>
                                          </p:stCondLst>
                                        </p:cTn>
                                        <p:tgtEl>
                                          <p:spTgt spid="988"/>
                                        </p:tgtEl>
                                        <p:attrNameLst>
                                          <p:attrName>style.visibility</p:attrName>
                                        </p:attrNameLst>
                                      </p:cBhvr>
                                      <p:to>
                                        <p:strVal val="visible"/>
                                      </p:to>
                                    </p:set>
                                  </p:childTnLst>
                                </p:cTn>
                              </p:par>
                              <p:par>
                                <p:cTn id="1967" presetID="1" presetClass="entr" presetSubtype="0" fill="hold" nodeType="withEffect">
                                  <p:stCondLst>
                                    <p:cond delay="0"/>
                                  </p:stCondLst>
                                  <p:childTnLst>
                                    <p:set>
                                      <p:cBhvr>
                                        <p:cTn id="1968" dur="1" fill="hold">
                                          <p:stCondLst>
                                            <p:cond delay="0"/>
                                          </p:stCondLst>
                                        </p:cTn>
                                        <p:tgtEl>
                                          <p:spTgt spid="989"/>
                                        </p:tgtEl>
                                        <p:attrNameLst>
                                          <p:attrName>style.visibility</p:attrName>
                                        </p:attrNameLst>
                                      </p:cBhvr>
                                      <p:to>
                                        <p:strVal val="visible"/>
                                      </p:to>
                                    </p:set>
                                  </p:childTnLst>
                                </p:cTn>
                              </p:par>
                              <p:par>
                                <p:cTn id="1969" presetID="1" presetClass="entr" presetSubtype="0" fill="hold" nodeType="withEffect">
                                  <p:stCondLst>
                                    <p:cond delay="0"/>
                                  </p:stCondLst>
                                  <p:childTnLst>
                                    <p:set>
                                      <p:cBhvr>
                                        <p:cTn id="1970" dur="1" fill="hold">
                                          <p:stCondLst>
                                            <p:cond delay="0"/>
                                          </p:stCondLst>
                                        </p:cTn>
                                        <p:tgtEl>
                                          <p:spTgt spid="990"/>
                                        </p:tgtEl>
                                        <p:attrNameLst>
                                          <p:attrName>style.visibility</p:attrName>
                                        </p:attrNameLst>
                                      </p:cBhvr>
                                      <p:to>
                                        <p:strVal val="visible"/>
                                      </p:to>
                                    </p:set>
                                  </p:childTnLst>
                                </p:cTn>
                              </p:par>
                              <p:par>
                                <p:cTn id="1971" presetID="1" presetClass="entr" presetSubtype="0" fill="hold" nodeType="withEffect">
                                  <p:stCondLst>
                                    <p:cond delay="0"/>
                                  </p:stCondLst>
                                  <p:childTnLst>
                                    <p:set>
                                      <p:cBhvr>
                                        <p:cTn id="1972" dur="1" fill="hold">
                                          <p:stCondLst>
                                            <p:cond delay="0"/>
                                          </p:stCondLst>
                                        </p:cTn>
                                        <p:tgtEl>
                                          <p:spTgt spid="991"/>
                                        </p:tgtEl>
                                        <p:attrNameLst>
                                          <p:attrName>style.visibility</p:attrName>
                                        </p:attrNameLst>
                                      </p:cBhvr>
                                      <p:to>
                                        <p:strVal val="visible"/>
                                      </p:to>
                                    </p:set>
                                  </p:childTnLst>
                                </p:cTn>
                              </p:par>
                              <p:par>
                                <p:cTn id="1973" presetID="1" presetClass="entr" presetSubtype="0" fill="hold" nodeType="withEffect">
                                  <p:stCondLst>
                                    <p:cond delay="0"/>
                                  </p:stCondLst>
                                  <p:childTnLst>
                                    <p:set>
                                      <p:cBhvr>
                                        <p:cTn id="1974" dur="1" fill="hold">
                                          <p:stCondLst>
                                            <p:cond delay="0"/>
                                          </p:stCondLst>
                                        </p:cTn>
                                        <p:tgtEl>
                                          <p:spTgt spid="992"/>
                                        </p:tgtEl>
                                        <p:attrNameLst>
                                          <p:attrName>style.visibility</p:attrName>
                                        </p:attrNameLst>
                                      </p:cBhvr>
                                      <p:to>
                                        <p:strVal val="visible"/>
                                      </p:to>
                                    </p:set>
                                  </p:childTnLst>
                                </p:cTn>
                              </p:par>
                              <p:par>
                                <p:cTn id="1975" presetID="1" presetClass="entr" presetSubtype="0" fill="hold" nodeType="withEffect">
                                  <p:stCondLst>
                                    <p:cond delay="0"/>
                                  </p:stCondLst>
                                  <p:childTnLst>
                                    <p:set>
                                      <p:cBhvr>
                                        <p:cTn id="1976" dur="1" fill="hold">
                                          <p:stCondLst>
                                            <p:cond delay="0"/>
                                          </p:stCondLst>
                                        </p:cTn>
                                        <p:tgtEl>
                                          <p:spTgt spid="993"/>
                                        </p:tgtEl>
                                        <p:attrNameLst>
                                          <p:attrName>style.visibility</p:attrName>
                                        </p:attrNameLst>
                                      </p:cBhvr>
                                      <p:to>
                                        <p:strVal val="visible"/>
                                      </p:to>
                                    </p:set>
                                  </p:childTnLst>
                                </p:cTn>
                              </p:par>
                              <p:par>
                                <p:cTn id="1977" presetID="1" presetClass="entr" presetSubtype="0" fill="hold" nodeType="withEffect">
                                  <p:stCondLst>
                                    <p:cond delay="0"/>
                                  </p:stCondLst>
                                  <p:childTnLst>
                                    <p:set>
                                      <p:cBhvr>
                                        <p:cTn id="1978" dur="1" fill="hold">
                                          <p:stCondLst>
                                            <p:cond delay="0"/>
                                          </p:stCondLst>
                                        </p:cTn>
                                        <p:tgtEl>
                                          <p:spTgt spid="994"/>
                                        </p:tgtEl>
                                        <p:attrNameLst>
                                          <p:attrName>style.visibility</p:attrName>
                                        </p:attrNameLst>
                                      </p:cBhvr>
                                      <p:to>
                                        <p:strVal val="visible"/>
                                      </p:to>
                                    </p:set>
                                  </p:childTnLst>
                                </p:cTn>
                              </p:par>
                              <p:par>
                                <p:cTn id="1979" presetID="1" presetClass="entr" presetSubtype="0" fill="hold" nodeType="withEffect">
                                  <p:stCondLst>
                                    <p:cond delay="0"/>
                                  </p:stCondLst>
                                  <p:childTnLst>
                                    <p:set>
                                      <p:cBhvr>
                                        <p:cTn id="1980" dur="1" fill="hold">
                                          <p:stCondLst>
                                            <p:cond delay="0"/>
                                          </p:stCondLst>
                                        </p:cTn>
                                        <p:tgtEl>
                                          <p:spTgt spid="995"/>
                                        </p:tgtEl>
                                        <p:attrNameLst>
                                          <p:attrName>style.visibility</p:attrName>
                                        </p:attrNameLst>
                                      </p:cBhvr>
                                      <p:to>
                                        <p:strVal val="visible"/>
                                      </p:to>
                                    </p:set>
                                  </p:childTnLst>
                                </p:cTn>
                              </p:par>
                              <p:par>
                                <p:cTn id="1981" presetID="1" presetClass="entr" presetSubtype="0" fill="hold" nodeType="withEffect">
                                  <p:stCondLst>
                                    <p:cond delay="0"/>
                                  </p:stCondLst>
                                  <p:childTnLst>
                                    <p:set>
                                      <p:cBhvr>
                                        <p:cTn id="1982" dur="1" fill="hold">
                                          <p:stCondLst>
                                            <p:cond delay="0"/>
                                          </p:stCondLst>
                                        </p:cTn>
                                        <p:tgtEl>
                                          <p:spTgt spid="996"/>
                                        </p:tgtEl>
                                        <p:attrNameLst>
                                          <p:attrName>style.visibility</p:attrName>
                                        </p:attrNameLst>
                                      </p:cBhvr>
                                      <p:to>
                                        <p:strVal val="visible"/>
                                      </p:to>
                                    </p:set>
                                  </p:childTnLst>
                                </p:cTn>
                              </p:par>
                              <p:par>
                                <p:cTn id="1983" presetID="1" presetClass="entr" presetSubtype="0" fill="hold" nodeType="withEffect">
                                  <p:stCondLst>
                                    <p:cond delay="0"/>
                                  </p:stCondLst>
                                  <p:childTnLst>
                                    <p:set>
                                      <p:cBhvr>
                                        <p:cTn id="1984" dur="1" fill="hold">
                                          <p:stCondLst>
                                            <p:cond delay="0"/>
                                          </p:stCondLst>
                                        </p:cTn>
                                        <p:tgtEl>
                                          <p:spTgt spid="997"/>
                                        </p:tgtEl>
                                        <p:attrNameLst>
                                          <p:attrName>style.visibility</p:attrName>
                                        </p:attrNameLst>
                                      </p:cBhvr>
                                      <p:to>
                                        <p:strVal val="visible"/>
                                      </p:to>
                                    </p:set>
                                  </p:childTnLst>
                                </p:cTn>
                              </p:par>
                              <p:par>
                                <p:cTn id="1985" presetID="1" presetClass="entr" presetSubtype="0" fill="hold" nodeType="withEffect">
                                  <p:stCondLst>
                                    <p:cond delay="0"/>
                                  </p:stCondLst>
                                  <p:childTnLst>
                                    <p:set>
                                      <p:cBhvr>
                                        <p:cTn id="1986" dur="1" fill="hold">
                                          <p:stCondLst>
                                            <p:cond delay="0"/>
                                          </p:stCondLst>
                                        </p:cTn>
                                        <p:tgtEl>
                                          <p:spTgt spid="998"/>
                                        </p:tgtEl>
                                        <p:attrNameLst>
                                          <p:attrName>style.visibility</p:attrName>
                                        </p:attrNameLst>
                                      </p:cBhvr>
                                      <p:to>
                                        <p:strVal val="visible"/>
                                      </p:to>
                                    </p:set>
                                  </p:childTnLst>
                                </p:cTn>
                              </p:par>
                              <p:par>
                                <p:cTn id="1987" presetID="1" presetClass="entr" presetSubtype="0" fill="hold" nodeType="withEffect">
                                  <p:stCondLst>
                                    <p:cond delay="0"/>
                                  </p:stCondLst>
                                  <p:childTnLst>
                                    <p:set>
                                      <p:cBhvr>
                                        <p:cTn id="1988" dur="1" fill="hold">
                                          <p:stCondLst>
                                            <p:cond delay="0"/>
                                          </p:stCondLst>
                                        </p:cTn>
                                        <p:tgtEl>
                                          <p:spTgt spid="999"/>
                                        </p:tgtEl>
                                        <p:attrNameLst>
                                          <p:attrName>style.visibility</p:attrName>
                                        </p:attrNameLst>
                                      </p:cBhvr>
                                      <p:to>
                                        <p:strVal val="visible"/>
                                      </p:to>
                                    </p:set>
                                  </p:childTnLst>
                                </p:cTn>
                              </p:par>
                              <p:par>
                                <p:cTn id="1989" presetID="1" presetClass="entr" presetSubtype="0" fill="hold" nodeType="withEffect">
                                  <p:stCondLst>
                                    <p:cond delay="0"/>
                                  </p:stCondLst>
                                  <p:childTnLst>
                                    <p:set>
                                      <p:cBhvr>
                                        <p:cTn id="1990" dur="1" fill="hold">
                                          <p:stCondLst>
                                            <p:cond delay="0"/>
                                          </p:stCondLst>
                                        </p:cTn>
                                        <p:tgtEl>
                                          <p:spTgt spid="1000"/>
                                        </p:tgtEl>
                                        <p:attrNameLst>
                                          <p:attrName>style.visibility</p:attrName>
                                        </p:attrNameLst>
                                      </p:cBhvr>
                                      <p:to>
                                        <p:strVal val="visible"/>
                                      </p:to>
                                    </p:set>
                                  </p:childTnLst>
                                </p:cTn>
                              </p:par>
                              <p:par>
                                <p:cTn id="1991" presetID="1" presetClass="entr" presetSubtype="0" fill="hold" nodeType="withEffect">
                                  <p:stCondLst>
                                    <p:cond delay="0"/>
                                  </p:stCondLst>
                                  <p:childTnLst>
                                    <p:set>
                                      <p:cBhvr>
                                        <p:cTn id="1992" dur="1" fill="hold">
                                          <p:stCondLst>
                                            <p:cond delay="0"/>
                                          </p:stCondLst>
                                        </p:cTn>
                                        <p:tgtEl>
                                          <p:spTgt spid="1001"/>
                                        </p:tgtEl>
                                        <p:attrNameLst>
                                          <p:attrName>style.visibility</p:attrName>
                                        </p:attrNameLst>
                                      </p:cBhvr>
                                      <p:to>
                                        <p:strVal val="visible"/>
                                      </p:to>
                                    </p:set>
                                  </p:childTnLst>
                                </p:cTn>
                              </p:par>
                              <p:par>
                                <p:cTn id="1993" presetID="1" presetClass="entr" presetSubtype="0" fill="hold" nodeType="withEffect">
                                  <p:stCondLst>
                                    <p:cond delay="0"/>
                                  </p:stCondLst>
                                  <p:childTnLst>
                                    <p:set>
                                      <p:cBhvr>
                                        <p:cTn id="1994" dur="1" fill="hold">
                                          <p:stCondLst>
                                            <p:cond delay="0"/>
                                          </p:stCondLst>
                                        </p:cTn>
                                        <p:tgtEl>
                                          <p:spTgt spid="1002"/>
                                        </p:tgtEl>
                                        <p:attrNameLst>
                                          <p:attrName>style.visibility</p:attrName>
                                        </p:attrNameLst>
                                      </p:cBhvr>
                                      <p:to>
                                        <p:strVal val="visible"/>
                                      </p:to>
                                    </p:set>
                                  </p:childTnLst>
                                </p:cTn>
                              </p:par>
                              <p:par>
                                <p:cTn id="1995" presetID="1" presetClass="entr" presetSubtype="0" fill="hold" nodeType="withEffect">
                                  <p:stCondLst>
                                    <p:cond delay="0"/>
                                  </p:stCondLst>
                                  <p:childTnLst>
                                    <p:set>
                                      <p:cBhvr>
                                        <p:cTn id="1996" dur="1" fill="hold">
                                          <p:stCondLst>
                                            <p:cond delay="0"/>
                                          </p:stCondLst>
                                        </p:cTn>
                                        <p:tgtEl>
                                          <p:spTgt spid="1003"/>
                                        </p:tgtEl>
                                        <p:attrNameLst>
                                          <p:attrName>style.visibility</p:attrName>
                                        </p:attrNameLst>
                                      </p:cBhvr>
                                      <p:to>
                                        <p:strVal val="visible"/>
                                      </p:to>
                                    </p:set>
                                  </p:childTnLst>
                                </p:cTn>
                              </p:par>
                              <p:par>
                                <p:cTn id="1997" presetID="1" presetClass="entr" presetSubtype="0" fill="hold" nodeType="withEffect">
                                  <p:stCondLst>
                                    <p:cond delay="0"/>
                                  </p:stCondLst>
                                  <p:childTnLst>
                                    <p:set>
                                      <p:cBhvr>
                                        <p:cTn id="1998" dur="1" fill="hold">
                                          <p:stCondLst>
                                            <p:cond delay="0"/>
                                          </p:stCondLst>
                                        </p:cTn>
                                        <p:tgtEl>
                                          <p:spTgt spid="1004"/>
                                        </p:tgtEl>
                                        <p:attrNameLst>
                                          <p:attrName>style.visibility</p:attrName>
                                        </p:attrNameLst>
                                      </p:cBhvr>
                                      <p:to>
                                        <p:strVal val="visible"/>
                                      </p:to>
                                    </p:set>
                                  </p:childTnLst>
                                </p:cTn>
                              </p:par>
                              <p:par>
                                <p:cTn id="1999" presetID="1" presetClass="entr" presetSubtype="0" fill="hold" nodeType="withEffect">
                                  <p:stCondLst>
                                    <p:cond delay="0"/>
                                  </p:stCondLst>
                                  <p:childTnLst>
                                    <p:set>
                                      <p:cBhvr>
                                        <p:cTn id="2000" dur="1" fill="hold">
                                          <p:stCondLst>
                                            <p:cond delay="0"/>
                                          </p:stCondLst>
                                        </p:cTn>
                                        <p:tgtEl>
                                          <p:spTgt spid="1005"/>
                                        </p:tgtEl>
                                        <p:attrNameLst>
                                          <p:attrName>style.visibility</p:attrName>
                                        </p:attrNameLst>
                                      </p:cBhvr>
                                      <p:to>
                                        <p:strVal val="visible"/>
                                      </p:to>
                                    </p:set>
                                  </p:childTnLst>
                                </p:cTn>
                              </p:par>
                              <p:par>
                                <p:cTn id="2001" presetID="1" presetClass="entr" presetSubtype="0" fill="hold" nodeType="withEffect">
                                  <p:stCondLst>
                                    <p:cond delay="0"/>
                                  </p:stCondLst>
                                  <p:childTnLst>
                                    <p:set>
                                      <p:cBhvr>
                                        <p:cTn id="2002" dur="1" fill="hold">
                                          <p:stCondLst>
                                            <p:cond delay="0"/>
                                          </p:stCondLst>
                                        </p:cTn>
                                        <p:tgtEl>
                                          <p:spTgt spid="1006"/>
                                        </p:tgtEl>
                                        <p:attrNameLst>
                                          <p:attrName>style.visibility</p:attrName>
                                        </p:attrNameLst>
                                      </p:cBhvr>
                                      <p:to>
                                        <p:strVal val="visible"/>
                                      </p:to>
                                    </p:set>
                                  </p:childTnLst>
                                </p:cTn>
                              </p:par>
                              <p:par>
                                <p:cTn id="2003" presetID="1" presetClass="entr" presetSubtype="0" fill="hold" nodeType="withEffect">
                                  <p:stCondLst>
                                    <p:cond delay="0"/>
                                  </p:stCondLst>
                                  <p:childTnLst>
                                    <p:set>
                                      <p:cBhvr>
                                        <p:cTn id="2004" dur="1" fill="hold">
                                          <p:stCondLst>
                                            <p:cond delay="0"/>
                                          </p:stCondLst>
                                        </p:cTn>
                                        <p:tgtEl>
                                          <p:spTgt spid="1007"/>
                                        </p:tgtEl>
                                        <p:attrNameLst>
                                          <p:attrName>style.visibility</p:attrName>
                                        </p:attrNameLst>
                                      </p:cBhvr>
                                      <p:to>
                                        <p:strVal val="visible"/>
                                      </p:to>
                                    </p:set>
                                  </p:childTnLst>
                                </p:cTn>
                              </p:par>
                              <p:par>
                                <p:cTn id="2005" presetID="1" presetClass="entr" presetSubtype="0" fill="hold" nodeType="withEffect">
                                  <p:stCondLst>
                                    <p:cond delay="0"/>
                                  </p:stCondLst>
                                  <p:childTnLst>
                                    <p:set>
                                      <p:cBhvr>
                                        <p:cTn id="2006" dur="1" fill="hold">
                                          <p:stCondLst>
                                            <p:cond delay="0"/>
                                          </p:stCondLst>
                                        </p:cTn>
                                        <p:tgtEl>
                                          <p:spTgt spid="1008"/>
                                        </p:tgtEl>
                                        <p:attrNameLst>
                                          <p:attrName>style.visibility</p:attrName>
                                        </p:attrNameLst>
                                      </p:cBhvr>
                                      <p:to>
                                        <p:strVal val="visible"/>
                                      </p:to>
                                    </p:set>
                                  </p:childTnLst>
                                </p:cTn>
                              </p:par>
                              <p:par>
                                <p:cTn id="2007" presetID="1" presetClass="entr" presetSubtype="0" fill="hold" nodeType="withEffect">
                                  <p:stCondLst>
                                    <p:cond delay="0"/>
                                  </p:stCondLst>
                                  <p:childTnLst>
                                    <p:set>
                                      <p:cBhvr>
                                        <p:cTn id="2008" dur="1" fill="hold">
                                          <p:stCondLst>
                                            <p:cond delay="0"/>
                                          </p:stCondLst>
                                        </p:cTn>
                                        <p:tgtEl>
                                          <p:spTgt spid="1009"/>
                                        </p:tgtEl>
                                        <p:attrNameLst>
                                          <p:attrName>style.visibility</p:attrName>
                                        </p:attrNameLst>
                                      </p:cBhvr>
                                      <p:to>
                                        <p:strVal val="visible"/>
                                      </p:to>
                                    </p:set>
                                  </p:childTnLst>
                                </p:cTn>
                              </p:par>
                              <p:par>
                                <p:cTn id="2009" presetID="1" presetClass="entr" presetSubtype="0" fill="hold" nodeType="withEffect">
                                  <p:stCondLst>
                                    <p:cond delay="0"/>
                                  </p:stCondLst>
                                  <p:childTnLst>
                                    <p:set>
                                      <p:cBhvr>
                                        <p:cTn id="2010" dur="1" fill="hold">
                                          <p:stCondLst>
                                            <p:cond delay="0"/>
                                          </p:stCondLst>
                                        </p:cTn>
                                        <p:tgtEl>
                                          <p:spTgt spid="1010"/>
                                        </p:tgtEl>
                                        <p:attrNameLst>
                                          <p:attrName>style.visibility</p:attrName>
                                        </p:attrNameLst>
                                      </p:cBhvr>
                                      <p:to>
                                        <p:strVal val="visible"/>
                                      </p:to>
                                    </p:set>
                                  </p:childTnLst>
                                </p:cTn>
                              </p:par>
                              <p:par>
                                <p:cTn id="2011" presetID="1" presetClass="entr" presetSubtype="0" fill="hold" nodeType="withEffect">
                                  <p:stCondLst>
                                    <p:cond delay="0"/>
                                  </p:stCondLst>
                                  <p:childTnLst>
                                    <p:set>
                                      <p:cBhvr>
                                        <p:cTn id="2012" dur="1" fill="hold">
                                          <p:stCondLst>
                                            <p:cond delay="0"/>
                                          </p:stCondLst>
                                        </p:cTn>
                                        <p:tgtEl>
                                          <p:spTgt spid="1011"/>
                                        </p:tgtEl>
                                        <p:attrNameLst>
                                          <p:attrName>style.visibility</p:attrName>
                                        </p:attrNameLst>
                                      </p:cBhvr>
                                      <p:to>
                                        <p:strVal val="visible"/>
                                      </p:to>
                                    </p:set>
                                  </p:childTnLst>
                                </p:cTn>
                              </p:par>
                              <p:par>
                                <p:cTn id="2013" presetID="1" presetClass="entr" presetSubtype="0" fill="hold" nodeType="withEffect">
                                  <p:stCondLst>
                                    <p:cond delay="0"/>
                                  </p:stCondLst>
                                  <p:childTnLst>
                                    <p:set>
                                      <p:cBhvr>
                                        <p:cTn id="2014" dur="1" fill="hold">
                                          <p:stCondLst>
                                            <p:cond delay="0"/>
                                          </p:stCondLst>
                                        </p:cTn>
                                        <p:tgtEl>
                                          <p:spTgt spid="1012"/>
                                        </p:tgtEl>
                                        <p:attrNameLst>
                                          <p:attrName>style.visibility</p:attrName>
                                        </p:attrNameLst>
                                      </p:cBhvr>
                                      <p:to>
                                        <p:strVal val="visible"/>
                                      </p:to>
                                    </p:set>
                                  </p:childTnLst>
                                </p:cTn>
                              </p:par>
                              <p:par>
                                <p:cTn id="2015" presetID="1" presetClass="entr" presetSubtype="0" fill="hold" nodeType="withEffect">
                                  <p:stCondLst>
                                    <p:cond delay="0"/>
                                  </p:stCondLst>
                                  <p:childTnLst>
                                    <p:set>
                                      <p:cBhvr>
                                        <p:cTn id="2016" dur="1" fill="hold">
                                          <p:stCondLst>
                                            <p:cond delay="0"/>
                                          </p:stCondLst>
                                        </p:cTn>
                                        <p:tgtEl>
                                          <p:spTgt spid="1013"/>
                                        </p:tgtEl>
                                        <p:attrNameLst>
                                          <p:attrName>style.visibility</p:attrName>
                                        </p:attrNameLst>
                                      </p:cBhvr>
                                      <p:to>
                                        <p:strVal val="visible"/>
                                      </p:to>
                                    </p:set>
                                  </p:childTnLst>
                                </p:cTn>
                              </p:par>
                              <p:par>
                                <p:cTn id="2017" presetID="1" presetClass="entr" presetSubtype="0" fill="hold" nodeType="withEffect">
                                  <p:stCondLst>
                                    <p:cond delay="0"/>
                                  </p:stCondLst>
                                  <p:childTnLst>
                                    <p:set>
                                      <p:cBhvr>
                                        <p:cTn id="2018" dur="1" fill="hold">
                                          <p:stCondLst>
                                            <p:cond delay="0"/>
                                          </p:stCondLst>
                                        </p:cTn>
                                        <p:tgtEl>
                                          <p:spTgt spid="1014"/>
                                        </p:tgtEl>
                                        <p:attrNameLst>
                                          <p:attrName>style.visibility</p:attrName>
                                        </p:attrNameLst>
                                      </p:cBhvr>
                                      <p:to>
                                        <p:strVal val="visible"/>
                                      </p:to>
                                    </p:set>
                                  </p:childTnLst>
                                </p:cTn>
                              </p:par>
                              <p:par>
                                <p:cTn id="2019" presetID="1" presetClass="entr" presetSubtype="0" fill="hold" nodeType="withEffect">
                                  <p:stCondLst>
                                    <p:cond delay="0"/>
                                  </p:stCondLst>
                                  <p:childTnLst>
                                    <p:set>
                                      <p:cBhvr>
                                        <p:cTn id="2020" dur="1" fill="hold">
                                          <p:stCondLst>
                                            <p:cond delay="0"/>
                                          </p:stCondLst>
                                        </p:cTn>
                                        <p:tgtEl>
                                          <p:spTgt spid="1015"/>
                                        </p:tgtEl>
                                        <p:attrNameLst>
                                          <p:attrName>style.visibility</p:attrName>
                                        </p:attrNameLst>
                                      </p:cBhvr>
                                      <p:to>
                                        <p:strVal val="visible"/>
                                      </p:to>
                                    </p:set>
                                  </p:childTnLst>
                                </p:cTn>
                              </p:par>
                              <p:par>
                                <p:cTn id="2021" presetID="1" presetClass="entr" presetSubtype="0" fill="hold" nodeType="withEffect">
                                  <p:stCondLst>
                                    <p:cond delay="0"/>
                                  </p:stCondLst>
                                  <p:childTnLst>
                                    <p:set>
                                      <p:cBhvr>
                                        <p:cTn id="2022" dur="1" fill="hold">
                                          <p:stCondLst>
                                            <p:cond delay="0"/>
                                          </p:stCondLst>
                                        </p:cTn>
                                        <p:tgtEl>
                                          <p:spTgt spid="1016"/>
                                        </p:tgtEl>
                                        <p:attrNameLst>
                                          <p:attrName>style.visibility</p:attrName>
                                        </p:attrNameLst>
                                      </p:cBhvr>
                                      <p:to>
                                        <p:strVal val="visible"/>
                                      </p:to>
                                    </p:set>
                                  </p:childTnLst>
                                </p:cTn>
                              </p:par>
                              <p:par>
                                <p:cTn id="2023" presetID="1" presetClass="entr" presetSubtype="0" fill="hold" nodeType="withEffect">
                                  <p:stCondLst>
                                    <p:cond delay="0"/>
                                  </p:stCondLst>
                                  <p:childTnLst>
                                    <p:set>
                                      <p:cBhvr>
                                        <p:cTn id="2024" dur="1" fill="hold">
                                          <p:stCondLst>
                                            <p:cond delay="0"/>
                                          </p:stCondLst>
                                        </p:cTn>
                                        <p:tgtEl>
                                          <p:spTgt spid="1017"/>
                                        </p:tgtEl>
                                        <p:attrNameLst>
                                          <p:attrName>style.visibility</p:attrName>
                                        </p:attrNameLst>
                                      </p:cBhvr>
                                      <p:to>
                                        <p:strVal val="visible"/>
                                      </p:to>
                                    </p:set>
                                  </p:childTnLst>
                                </p:cTn>
                              </p:par>
                              <p:par>
                                <p:cTn id="2025" presetID="1" presetClass="entr" presetSubtype="0" fill="hold" nodeType="withEffect">
                                  <p:stCondLst>
                                    <p:cond delay="0"/>
                                  </p:stCondLst>
                                  <p:childTnLst>
                                    <p:set>
                                      <p:cBhvr>
                                        <p:cTn id="2026" dur="1" fill="hold">
                                          <p:stCondLst>
                                            <p:cond delay="0"/>
                                          </p:stCondLst>
                                        </p:cTn>
                                        <p:tgtEl>
                                          <p:spTgt spid="1018"/>
                                        </p:tgtEl>
                                        <p:attrNameLst>
                                          <p:attrName>style.visibility</p:attrName>
                                        </p:attrNameLst>
                                      </p:cBhvr>
                                      <p:to>
                                        <p:strVal val="visible"/>
                                      </p:to>
                                    </p:set>
                                  </p:childTnLst>
                                </p:cTn>
                              </p:par>
                              <p:par>
                                <p:cTn id="2027" presetID="1" presetClass="entr" presetSubtype="0" fill="hold" nodeType="withEffect">
                                  <p:stCondLst>
                                    <p:cond delay="0"/>
                                  </p:stCondLst>
                                  <p:childTnLst>
                                    <p:set>
                                      <p:cBhvr>
                                        <p:cTn id="2028" dur="1" fill="hold">
                                          <p:stCondLst>
                                            <p:cond delay="0"/>
                                          </p:stCondLst>
                                        </p:cTn>
                                        <p:tgtEl>
                                          <p:spTgt spid="1019"/>
                                        </p:tgtEl>
                                        <p:attrNameLst>
                                          <p:attrName>style.visibility</p:attrName>
                                        </p:attrNameLst>
                                      </p:cBhvr>
                                      <p:to>
                                        <p:strVal val="visible"/>
                                      </p:to>
                                    </p:set>
                                  </p:childTnLst>
                                </p:cTn>
                              </p:par>
                              <p:par>
                                <p:cTn id="2029" presetID="1" presetClass="entr" presetSubtype="0" fill="hold" nodeType="withEffect">
                                  <p:stCondLst>
                                    <p:cond delay="0"/>
                                  </p:stCondLst>
                                  <p:childTnLst>
                                    <p:set>
                                      <p:cBhvr>
                                        <p:cTn id="2030" dur="1" fill="hold">
                                          <p:stCondLst>
                                            <p:cond delay="0"/>
                                          </p:stCondLst>
                                        </p:cTn>
                                        <p:tgtEl>
                                          <p:spTgt spid="1020"/>
                                        </p:tgtEl>
                                        <p:attrNameLst>
                                          <p:attrName>style.visibility</p:attrName>
                                        </p:attrNameLst>
                                      </p:cBhvr>
                                      <p:to>
                                        <p:strVal val="visible"/>
                                      </p:to>
                                    </p:set>
                                  </p:childTnLst>
                                </p:cTn>
                              </p:par>
                              <p:par>
                                <p:cTn id="2031" presetID="1" presetClass="entr" presetSubtype="0" fill="hold" nodeType="withEffect">
                                  <p:stCondLst>
                                    <p:cond delay="0"/>
                                  </p:stCondLst>
                                  <p:childTnLst>
                                    <p:set>
                                      <p:cBhvr>
                                        <p:cTn id="2032" dur="1" fill="hold">
                                          <p:stCondLst>
                                            <p:cond delay="0"/>
                                          </p:stCondLst>
                                        </p:cTn>
                                        <p:tgtEl>
                                          <p:spTgt spid="1021"/>
                                        </p:tgtEl>
                                        <p:attrNameLst>
                                          <p:attrName>style.visibility</p:attrName>
                                        </p:attrNameLst>
                                      </p:cBhvr>
                                      <p:to>
                                        <p:strVal val="visible"/>
                                      </p:to>
                                    </p:set>
                                  </p:childTnLst>
                                </p:cTn>
                              </p:par>
                              <p:par>
                                <p:cTn id="2033" presetID="1" presetClass="entr" presetSubtype="0" fill="hold" nodeType="withEffect">
                                  <p:stCondLst>
                                    <p:cond delay="0"/>
                                  </p:stCondLst>
                                  <p:childTnLst>
                                    <p:set>
                                      <p:cBhvr>
                                        <p:cTn id="2034" dur="1" fill="hold">
                                          <p:stCondLst>
                                            <p:cond delay="0"/>
                                          </p:stCondLst>
                                        </p:cTn>
                                        <p:tgtEl>
                                          <p:spTgt spid="1022"/>
                                        </p:tgtEl>
                                        <p:attrNameLst>
                                          <p:attrName>style.visibility</p:attrName>
                                        </p:attrNameLst>
                                      </p:cBhvr>
                                      <p:to>
                                        <p:strVal val="visible"/>
                                      </p:to>
                                    </p:set>
                                  </p:childTnLst>
                                </p:cTn>
                              </p:par>
                              <p:par>
                                <p:cTn id="2035" presetID="1" presetClass="entr" presetSubtype="0" fill="hold" nodeType="withEffect">
                                  <p:stCondLst>
                                    <p:cond delay="0"/>
                                  </p:stCondLst>
                                  <p:childTnLst>
                                    <p:set>
                                      <p:cBhvr>
                                        <p:cTn id="2036" dur="1" fill="hold">
                                          <p:stCondLst>
                                            <p:cond delay="0"/>
                                          </p:stCondLst>
                                        </p:cTn>
                                        <p:tgtEl>
                                          <p:spTgt spid="1023"/>
                                        </p:tgtEl>
                                        <p:attrNameLst>
                                          <p:attrName>style.visibility</p:attrName>
                                        </p:attrNameLst>
                                      </p:cBhvr>
                                      <p:to>
                                        <p:strVal val="visible"/>
                                      </p:to>
                                    </p:set>
                                  </p:childTnLst>
                                </p:cTn>
                              </p:par>
                              <p:par>
                                <p:cTn id="2037" presetID="1" presetClass="entr" presetSubtype="0" fill="hold" nodeType="withEffect">
                                  <p:stCondLst>
                                    <p:cond delay="0"/>
                                  </p:stCondLst>
                                  <p:childTnLst>
                                    <p:set>
                                      <p:cBhvr>
                                        <p:cTn id="2038" dur="1" fill="hold">
                                          <p:stCondLst>
                                            <p:cond delay="0"/>
                                          </p:stCondLst>
                                        </p:cTn>
                                        <p:tgtEl>
                                          <p:spTgt spid="1024"/>
                                        </p:tgtEl>
                                        <p:attrNameLst>
                                          <p:attrName>style.visibility</p:attrName>
                                        </p:attrNameLst>
                                      </p:cBhvr>
                                      <p:to>
                                        <p:strVal val="visible"/>
                                      </p:to>
                                    </p:set>
                                  </p:childTnLst>
                                </p:cTn>
                              </p:par>
                              <p:par>
                                <p:cTn id="2039" presetID="1" presetClass="entr" presetSubtype="0" fill="hold" nodeType="withEffect">
                                  <p:stCondLst>
                                    <p:cond delay="0"/>
                                  </p:stCondLst>
                                  <p:childTnLst>
                                    <p:set>
                                      <p:cBhvr>
                                        <p:cTn id="2040" dur="1" fill="hold">
                                          <p:stCondLst>
                                            <p:cond delay="0"/>
                                          </p:stCondLst>
                                        </p:cTn>
                                        <p:tgtEl>
                                          <p:spTgt spid="1025"/>
                                        </p:tgtEl>
                                        <p:attrNameLst>
                                          <p:attrName>style.visibility</p:attrName>
                                        </p:attrNameLst>
                                      </p:cBhvr>
                                      <p:to>
                                        <p:strVal val="visible"/>
                                      </p:to>
                                    </p:set>
                                  </p:childTnLst>
                                </p:cTn>
                              </p:par>
                              <p:par>
                                <p:cTn id="2041" presetID="1" presetClass="entr" presetSubtype="0" fill="hold" nodeType="withEffect">
                                  <p:stCondLst>
                                    <p:cond delay="0"/>
                                  </p:stCondLst>
                                  <p:childTnLst>
                                    <p:set>
                                      <p:cBhvr>
                                        <p:cTn id="2042" dur="1" fill="hold">
                                          <p:stCondLst>
                                            <p:cond delay="0"/>
                                          </p:stCondLst>
                                        </p:cTn>
                                        <p:tgtEl>
                                          <p:spTgt spid="1026"/>
                                        </p:tgtEl>
                                        <p:attrNameLst>
                                          <p:attrName>style.visibility</p:attrName>
                                        </p:attrNameLst>
                                      </p:cBhvr>
                                      <p:to>
                                        <p:strVal val="visible"/>
                                      </p:to>
                                    </p:set>
                                  </p:childTnLst>
                                </p:cTn>
                              </p:par>
                              <p:par>
                                <p:cTn id="2043" presetID="1" presetClass="entr" presetSubtype="0" fill="hold" nodeType="withEffect">
                                  <p:stCondLst>
                                    <p:cond delay="0"/>
                                  </p:stCondLst>
                                  <p:childTnLst>
                                    <p:set>
                                      <p:cBhvr>
                                        <p:cTn id="2044" dur="1" fill="hold">
                                          <p:stCondLst>
                                            <p:cond delay="0"/>
                                          </p:stCondLst>
                                        </p:cTn>
                                        <p:tgtEl>
                                          <p:spTgt spid="1027"/>
                                        </p:tgtEl>
                                        <p:attrNameLst>
                                          <p:attrName>style.visibility</p:attrName>
                                        </p:attrNameLst>
                                      </p:cBhvr>
                                      <p:to>
                                        <p:strVal val="visible"/>
                                      </p:to>
                                    </p:set>
                                  </p:childTnLst>
                                </p:cTn>
                              </p:par>
                              <p:par>
                                <p:cTn id="2045" presetID="1" presetClass="entr" presetSubtype="0" fill="hold" nodeType="withEffect">
                                  <p:stCondLst>
                                    <p:cond delay="0"/>
                                  </p:stCondLst>
                                  <p:childTnLst>
                                    <p:set>
                                      <p:cBhvr>
                                        <p:cTn id="2046" dur="1" fill="hold">
                                          <p:stCondLst>
                                            <p:cond delay="0"/>
                                          </p:stCondLst>
                                        </p:cTn>
                                        <p:tgtEl>
                                          <p:spTgt spid="1028"/>
                                        </p:tgtEl>
                                        <p:attrNameLst>
                                          <p:attrName>style.visibility</p:attrName>
                                        </p:attrNameLst>
                                      </p:cBhvr>
                                      <p:to>
                                        <p:strVal val="visible"/>
                                      </p:to>
                                    </p:set>
                                  </p:childTnLst>
                                </p:cTn>
                              </p:par>
                              <p:par>
                                <p:cTn id="2047" presetID="1" presetClass="entr" presetSubtype="0" fill="hold" nodeType="withEffect">
                                  <p:stCondLst>
                                    <p:cond delay="0"/>
                                  </p:stCondLst>
                                  <p:childTnLst>
                                    <p:set>
                                      <p:cBhvr>
                                        <p:cTn id="2048" dur="1" fill="hold">
                                          <p:stCondLst>
                                            <p:cond delay="0"/>
                                          </p:stCondLst>
                                        </p:cTn>
                                        <p:tgtEl>
                                          <p:spTgt spid="1029"/>
                                        </p:tgtEl>
                                        <p:attrNameLst>
                                          <p:attrName>style.visibility</p:attrName>
                                        </p:attrNameLst>
                                      </p:cBhvr>
                                      <p:to>
                                        <p:strVal val="visible"/>
                                      </p:to>
                                    </p:set>
                                  </p:childTnLst>
                                </p:cTn>
                              </p:par>
                              <p:par>
                                <p:cTn id="2049" presetID="1" presetClass="entr" presetSubtype="0" fill="hold" nodeType="withEffect">
                                  <p:stCondLst>
                                    <p:cond delay="0"/>
                                  </p:stCondLst>
                                  <p:childTnLst>
                                    <p:set>
                                      <p:cBhvr>
                                        <p:cTn id="2050" dur="1" fill="hold">
                                          <p:stCondLst>
                                            <p:cond delay="0"/>
                                          </p:stCondLst>
                                        </p:cTn>
                                        <p:tgtEl>
                                          <p:spTgt spid="1030"/>
                                        </p:tgtEl>
                                        <p:attrNameLst>
                                          <p:attrName>style.visibility</p:attrName>
                                        </p:attrNameLst>
                                      </p:cBhvr>
                                      <p:to>
                                        <p:strVal val="visible"/>
                                      </p:to>
                                    </p:set>
                                  </p:childTnLst>
                                </p:cTn>
                              </p:par>
                              <p:par>
                                <p:cTn id="2051" presetID="1" presetClass="entr" presetSubtype="0" fill="hold" nodeType="withEffect">
                                  <p:stCondLst>
                                    <p:cond delay="0"/>
                                  </p:stCondLst>
                                  <p:childTnLst>
                                    <p:set>
                                      <p:cBhvr>
                                        <p:cTn id="2052" dur="1" fill="hold">
                                          <p:stCondLst>
                                            <p:cond delay="0"/>
                                          </p:stCondLst>
                                        </p:cTn>
                                        <p:tgtEl>
                                          <p:spTgt spid="1031"/>
                                        </p:tgtEl>
                                        <p:attrNameLst>
                                          <p:attrName>style.visibility</p:attrName>
                                        </p:attrNameLst>
                                      </p:cBhvr>
                                      <p:to>
                                        <p:strVal val="visible"/>
                                      </p:to>
                                    </p:set>
                                  </p:childTnLst>
                                </p:cTn>
                              </p:par>
                              <p:par>
                                <p:cTn id="2053" presetID="1" presetClass="entr" presetSubtype="0" fill="hold" nodeType="withEffect">
                                  <p:stCondLst>
                                    <p:cond delay="0"/>
                                  </p:stCondLst>
                                  <p:childTnLst>
                                    <p:set>
                                      <p:cBhvr>
                                        <p:cTn id="2054" dur="1" fill="hold">
                                          <p:stCondLst>
                                            <p:cond delay="0"/>
                                          </p:stCondLst>
                                        </p:cTn>
                                        <p:tgtEl>
                                          <p:spTgt spid="1032"/>
                                        </p:tgtEl>
                                        <p:attrNameLst>
                                          <p:attrName>style.visibility</p:attrName>
                                        </p:attrNameLst>
                                      </p:cBhvr>
                                      <p:to>
                                        <p:strVal val="visible"/>
                                      </p:to>
                                    </p:set>
                                  </p:childTnLst>
                                </p:cTn>
                              </p:par>
                              <p:par>
                                <p:cTn id="2055" presetID="1" presetClass="entr" presetSubtype="0" fill="hold" nodeType="withEffect">
                                  <p:stCondLst>
                                    <p:cond delay="0"/>
                                  </p:stCondLst>
                                  <p:childTnLst>
                                    <p:set>
                                      <p:cBhvr>
                                        <p:cTn id="2056" dur="1" fill="hold">
                                          <p:stCondLst>
                                            <p:cond delay="0"/>
                                          </p:stCondLst>
                                        </p:cTn>
                                        <p:tgtEl>
                                          <p:spTgt spid="1033"/>
                                        </p:tgtEl>
                                        <p:attrNameLst>
                                          <p:attrName>style.visibility</p:attrName>
                                        </p:attrNameLst>
                                      </p:cBhvr>
                                      <p:to>
                                        <p:strVal val="visible"/>
                                      </p:to>
                                    </p:set>
                                  </p:childTnLst>
                                </p:cTn>
                              </p:par>
                              <p:par>
                                <p:cTn id="2057" presetID="1" presetClass="entr" presetSubtype="0" fill="hold" nodeType="withEffect">
                                  <p:stCondLst>
                                    <p:cond delay="0"/>
                                  </p:stCondLst>
                                  <p:childTnLst>
                                    <p:set>
                                      <p:cBhvr>
                                        <p:cTn id="2058" dur="1" fill="hold">
                                          <p:stCondLst>
                                            <p:cond delay="0"/>
                                          </p:stCondLst>
                                        </p:cTn>
                                        <p:tgtEl>
                                          <p:spTgt spid="1034"/>
                                        </p:tgtEl>
                                        <p:attrNameLst>
                                          <p:attrName>style.visibility</p:attrName>
                                        </p:attrNameLst>
                                      </p:cBhvr>
                                      <p:to>
                                        <p:strVal val="visible"/>
                                      </p:to>
                                    </p:set>
                                  </p:childTnLst>
                                </p:cTn>
                              </p:par>
                              <p:par>
                                <p:cTn id="2059" presetID="1" presetClass="entr" presetSubtype="0" fill="hold" nodeType="withEffect">
                                  <p:stCondLst>
                                    <p:cond delay="0"/>
                                  </p:stCondLst>
                                  <p:childTnLst>
                                    <p:set>
                                      <p:cBhvr>
                                        <p:cTn id="2060" dur="1" fill="hold">
                                          <p:stCondLst>
                                            <p:cond delay="0"/>
                                          </p:stCondLst>
                                        </p:cTn>
                                        <p:tgtEl>
                                          <p:spTgt spid="1035"/>
                                        </p:tgtEl>
                                        <p:attrNameLst>
                                          <p:attrName>style.visibility</p:attrName>
                                        </p:attrNameLst>
                                      </p:cBhvr>
                                      <p:to>
                                        <p:strVal val="visible"/>
                                      </p:to>
                                    </p:set>
                                  </p:childTnLst>
                                </p:cTn>
                              </p:par>
                              <p:par>
                                <p:cTn id="2061" presetID="1" presetClass="entr" presetSubtype="0" fill="hold" nodeType="withEffect">
                                  <p:stCondLst>
                                    <p:cond delay="0"/>
                                  </p:stCondLst>
                                  <p:childTnLst>
                                    <p:set>
                                      <p:cBhvr>
                                        <p:cTn id="2062" dur="1" fill="hold">
                                          <p:stCondLst>
                                            <p:cond delay="0"/>
                                          </p:stCondLst>
                                        </p:cTn>
                                        <p:tgtEl>
                                          <p:spTgt spid="1036"/>
                                        </p:tgtEl>
                                        <p:attrNameLst>
                                          <p:attrName>style.visibility</p:attrName>
                                        </p:attrNameLst>
                                      </p:cBhvr>
                                      <p:to>
                                        <p:strVal val="visible"/>
                                      </p:to>
                                    </p:set>
                                  </p:childTnLst>
                                </p:cTn>
                              </p:par>
                              <p:par>
                                <p:cTn id="2063" presetID="1" presetClass="entr" presetSubtype="0" fill="hold" nodeType="withEffect">
                                  <p:stCondLst>
                                    <p:cond delay="0"/>
                                  </p:stCondLst>
                                  <p:childTnLst>
                                    <p:set>
                                      <p:cBhvr>
                                        <p:cTn id="2064" dur="1" fill="hold">
                                          <p:stCondLst>
                                            <p:cond delay="0"/>
                                          </p:stCondLst>
                                        </p:cTn>
                                        <p:tgtEl>
                                          <p:spTgt spid="1037"/>
                                        </p:tgtEl>
                                        <p:attrNameLst>
                                          <p:attrName>style.visibility</p:attrName>
                                        </p:attrNameLst>
                                      </p:cBhvr>
                                      <p:to>
                                        <p:strVal val="visible"/>
                                      </p:to>
                                    </p:set>
                                  </p:childTnLst>
                                </p:cTn>
                              </p:par>
                              <p:par>
                                <p:cTn id="2065" presetID="1" presetClass="entr" presetSubtype="0" fill="hold" nodeType="withEffect">
                                  <p:stCondLst>
                                    <p:cond delay="0"/>
                                  </p:stCondLst>
                                  <p:childTnLst>
                                    <p:set>
                                      <p:cBhvr>
                                        <p:cTn id="2066" dur="1" fill="hold">
                                          <p:stCondLst>
                                            <p:cond delay="0"/>
                                          </p:stCondLst>
                                        </p:cTn>
                                        <p:tgtEl>
                                          <p:spTgt spid="1038"/>
                                        </p:tgtEl>
                                        <p:attrNameLst>
                                          <p:attrName>style.visibility</p:attrName>
                                        </p:attrNameLst>
                                      </p:cBhvr>
                                      <p:to>
                                        <p:strVal val="visible"/>
                                      </p:to>
                                    </p:set>
                                  </p:childTnLst>
                                </p:cTn>
                              </p:par>
                              <p:par>
                                <p:cTn id="2067" presetID="1" presetClass="entr" presetSubtype="0" fill="hold" nodeType="withEffect">
                                  <p:stCondLst>
                                    <p:cond delay="0"/>
                                  </p:stCondLst>
                                  <p:childTnLst>
                                    <p:set>
                                      <p:cBhvr>
                                        <p:cTn id="2068" dur="1" fill="hold">
                                          <p:stCondLst>
                                            <p:cond delay="0"/>
                                          </p:stCondLst>
                                        </p:cTn>
                                        <p:tgtEl>
                                          <p:spTgt spid="1039"/>
                                        </p:tgtEl>
                                        <p:attrNameLst>
                                          <p:attrName>style.visibility</p:attrName>
                                        </p:attrNameLst>
                                      </p:cBhvr>
                                      <p:to>
                                        <p:strVal val="visible"/>
                                      </p:to>
                                    </p:set>
                                  </p:childTnLst>
                                </p:cTn>
                              </p:par>
                              <p:par>
                                <p:cTn id="2069" presetID="1" presetClass="entr" presetSubtype="0" fill="hold" nodeType="withEffect">
                                  <p:stCondLst>
                                    <p:cond delay="0"/>
                                  </p:stCondLst>
                                  <p:childTnLst>
                                    <p:set>
                                      <p:cBhvr>
                                        <p:cTn id="2070" dur="1" fill="hold">
                                          <p:stCondLst>
                                            <p:cond delay="0"/>
                                          </p:stCondLst>
                                        </p:cTn>
                                        <p:tgtEl>
                                          <p:spTgt spid="1040"/>
                                        </p:tgtEl>
                                        <p:attrNameLst>
                                          <p:attrName>style.visibility</p:attrName>
                                        </p:attrNameLst>
                                      </p:cBhvr>
                                      <p:to>
                                        <p:strVal val="visible"/>
                                      </p:to>
                                    </p:set>
                                  </p:childTnLst>
                                </p:cTn>
                              </p:par>
                              <p:par>
                                <p:cTn id="2071" presetID="1" presetClass="entr" presetSubtype="0" fill="hold" nodeType="withEffect">
                                  <p:stCondLst>
                                    <p:cond delay="0"/>
                                  </p:stCondLst>
                                  <p:childTnLst>
                                    <p:set>
                                      <p:cBhvr>
                                        <p:cTn id="2072" dur="1" fill="hold">
                                          <p:stCondLst>
                                            <p:cond delay="0"/>
                                          </p:stCondLst>
                                        </p:cTn>
                                        <p:tgtEl>
                                          <p:spTgt spid="1041"/>
                                        </p:tgtEl>
                                        <p:attrNameLst>
                                          <p:attrName>style.visibility</p:attrName>
                                        </p:attrNameLst>
                                      </p:cBhvr>
                                      <p:to>
                                        <p:strVal val="visible"/>
                                      </p:to>
                                    </p:set>
                                  </p:childTnLst>
                                </p:cTn>
                              </p:par>
                              <p:par>
                                <p:cTn id="2073" presetID="1" presetClass="entr" presetSubtype="0" fill="hold" nodeType="withEffect">
                                  <p:stCondLst>
                                    <p:cond delay="0"/>
                                  </p:stCondLst>
                                  <p:childTnLst>
                                    <p:set>
                                      <p:cBhvr>
                                        <p:cTn id="2074" dur="1" fill="hold">
                                          <p:stCondLst>
                                            <p:cond delay="0"/>
                                          </p:stCondLst>
                                        </p:cTn>
                                        <p:tgtEl>
                                          <p:spTgt spid="1042"/>
                                        </p:tgtEl>
                                        <p:attrNameLst>
                                          <p:attrName>style.visibility</p:attrName>
                                        </p:attrNameLst>
                                      </p:cBhvr>
                                      <p:to>
                                        <p:strVal val="visible"/>
                                      </p:to>
                                    </p:set>
                                  </p:childTnLst>
                                </p:cTn>
                              </p:par>
                              <p:par>
                                <p:cTn id="2075" presetID="1" presetClass="entr" presetSubtype="0" fill="hold" nodeType="withEffect">
                                  <p:stCondLst>
                                    <p:cond delay="0"/>
                                  </p:stCondLst>
                                  <p:childTnLst>
                                    <p:set>
                                      <p:cBhvr>
                                        <p:cTn id="2076" dur="1" fill="hold">
                                          <p:stCondLst>
                                            <p:cond delay="0"/>
                                          </p:stCondLst>
                                        </p:cTn>
                                        <p:tgtEl>
                                          <p:spTgt spid="1043"/>
                                        </p:tgtEl>
                                        <p:attrNameLst>
                                          <p:attrName>style.visibility</p:attrName>
                                        </p:attrNameLst>
                                      </p:cBhvr>
                                      <p:to>
                                        <p:strVal val="visible"/>
                                      </p:to>
                                    </p:set>
                                  </p:childTnLst>
                                </p:cTn>
                              </p:par>
                              <p:par>
                                <p:cTn id="2077" presetID="1" presetClass="entr" presetSubtype="0" fill="hold" nodeType="withEffect">
                                  <p:stCondLst>
                                    <p:cond delay="0"/>
                                  </p:stCondLst>
                                  <p:childTnLst>
                                    <p:set>
                                      <p:cBhvr>
                                        <p:cTn id="2078" dur="1" fill="hold">
                                          <p:stCondLst>
                                            <p:cond delay="0"/>
                                          </p:stCondLst>
                                        </p:cTn>
                                        <p:tgtEl>
                                          <p:spTgt spid="1044"/>
                                        </p:tgtEl>
                                        <p:attrNameLst>
                                          <p:attrName>style.visibility</p:attrName>
                                        </p:attrNameLst>
                                      </p:cBhvr>
                                      <p:to>
                                        <p:strVal val="visible"/>
                                      </p:to>
                                    </p:set>
                                  </p:childTnLst>
                                </p:cTn>
                              </p:par>
                              <p:par>
                                <p:cTn id="2079" presetID="1" presetClass="entr" presetSubtype="0" fill="hold" nodeType="withEffect">
                                  <p:stCondLst>
                                    <p:cond delay="0"/>
                                  </p:stCondLst>
                                  <p:childTnLst>
                                    <p:set>
                                      <p:cBhvr>
                                        <p:cTn id="2080" dur="1" fill="hold">
                                          <p:stCondLst>
                                            <p:cond delay="0"/>
                                          </p:stCondLst>
                                        </p:cTn>
                                        <p:tgtEl>
                                          <p:spTgt spid="1045"/>
                                        </p:tgtEl>
                                        <p:attrNameLst>
                                          <p:attrName>style.visibility</p:attrName>
                                        </p:attrNameLst>
                                      </p:cBhvr>
                                      <p:to>
                                        <p:strVal val="visible"/>
                                      </p:to>
                                    </p:set>
                                  </p:childTnLst>
                                </p:cTn>
                              </p:par>
                              <p:par>
                                <p:cTn id="2081" presetID="1" presetClass="entr" presetSubtype="0" fill="hold" nodeType="withEffect">
                                  <p:stCondLst>
                                    <p:cond delay="0"/>
                                  </p:stCondLst>
                                  <p:childTnLst>
                                    <p:set>
                                      <p:cBhvr>
                                        <p:cTn id="2082" dur="1" fill="hold">
                                          <p:stCondLst>
                                            <p:cond delay="0"/>
                                          </p:stCondLst>
                                        </p:cTn>
                                        <p:tgtEl>
                                          <p:spTgt spid="1046"/>
                                        </p:tgtEl>
                                        <p:attrNameLst>
                                          <p:attrName>style.visibility</p:attrName>
                                        </p:attrNameLst>
                                      </p:cBhvr>
                                      <p:to>
                                        <p:strVal val="visible"/>
                                      </p:to>
                                    </p:set>
                                  </p:childTnLst>
                                </p:cTn>
                              </p:par>
                              <p:par>
                                <p:cTn id="2083" presetID="1" presetClass="entr" presetSubtype="0" fill="hold" nodeType="withEffect">
                                  <p:stCondLst>
                                    <p:cond delay="0"/>
                                  </p:stCondLst>
                                  <p:childTnLst>
                                    <p:set>
                                      <p:cBhvr>
                                        <p:cTn id="2084" dur="1" fill="hold">
                                          <p:stCondLst>
                                            <p:cond delay="0"/>
                                          </p:stCondLst>
                                        </p:cTn>
                                        <p:tgtEl>
                                          <p:spTgt spid="1047"/>
                                        </p:tgtEl>
                                        <p:attrNameLst>
                                          <p:attrName>style.visibility</p:attrName>
                                        </p:attrNameLst>
                                      </p:cBhvr>
                                      <p:to>
                                        <p:strVal val="visible"/>
                                      </p:to>
                                    </p:set>
                                  </p:childTnLst>
                                </p:cTn>
                              </p:par>
                              <p:par>
                                <p:cTn id="2085" presetID="1" presetClass="entr" presetSubtype="0" fill="hold" nodeType="withEffect">
                                  <p:stCondLst>
                                    <p:cond delay="0"/>
                                  </p:stCondLst>
                                  <p:childTnLst>
                                    <p:set>
                                      <p:cBhvr>
                                        <p:cTn id="2086" dur="1" fill="hold">
                                          <p:stCondLst>
                                            <p:cond delay="0"/>
                                          </p:stCondLst>
                                        </p:cTn>
                                        <p:tgtEl>
                                          <p:spTgt spid="1048"/>
                                        </p:tgtEl>
                                        <p:attrNameLst>
                                          <p:attrName>style.visibility</p:attrName>
                                        </p:attrNameLst>
                                      </p:cBhvr>
                                      <p:to>
                                        <p:strVal val="visible"/>
                                      </p:to>
                                    </p:set>
                                  </p:childTnLst>
                                </p:cTn>
                              </p:par>
                              <p:par>
                                <p:cTn id="2087" presetID="1" presetClass="entr" presetSubtype="0" fill="hold" nodeType="withEffect">
                                  <p:stCondLst>
                                    <p:cond delay="0"/>
                                  </p:stCondLst>
                                  <p:childTnLst>
                                    <p:set>
                                      <p:cBhvr>
                                        <p:cTn id="2088" dur="1" fill="hold">
                                          <p:stCondLst>
                                            <p:cond delay="0"/>
                                          </p:stCondLst>
                                        </p:cTn>
                                        <p:tgtEl>
                                          <p:spTgt spid="1049"/>
                                        </p:tgtEl>
                                        <p:attrNameLst>
                                          <p:attrName>style.visibility</p:attrName>
                                        </p:attrNameLst>
                                      </p:cBhvr>
                                      <p:to>
                                        <p:strVal val="visible"/>
                                      </p:to>
                                    </p:set>
                                  </p:childTnLst>
                                </p:cTn>
                              </p:par>
                              <p:par>
                                <p:cTn id="2089" presetID="1" presetClass="entr" presetSubtype="0" fill="hold" nodeType="withEffect">
                                  <p:stCondLst>
                                    <p:cond delay="0"/>
                                  </p:stCondLst>
                                  <p:childTnLst>
                                    <p:set>
                                      <p:cBhvr>
                                        <p:cTn id="2090" dur="1" fill="hold">
                                          <p:stCondLst>
                                            <p:cond delay="0"/>
                                          </p:stCondLst>
                                        </p:cTn>
                                        <p:tgtEl>
                                          <p:spTgt spid="1050"/>
                                        </p:tgtEl>
                                        <p:attrNameLst>
                                          <p:attrName>style.visibility</p:attrName>
                                        </p:attrNameLst>
                                      </p:cBhvr>
                                      <p:to>
                                        <p:strVal val="visible"/>
                                      </p:to>
                                    </p:set>
                                  </p:childTnLst>
                                </p:cTn>
                              </p:par>
                              <p:par>
                                <p:cTn id="2091" presetID="1" presetClass="entr" presetSubtype="0" fill="hold" nodeType="withEffect">
                                  <p:stCondLst>
                                    <p:cond delay="0"/>
                                  </p:stCondLst>
                                  <p:childTnLst>
                                    <p:set>
                                      <p:cBhvr>
                                        <p:cTn id="2092" dur="1" fill="hold">
                                          <p:stCondLst>
                                            <p:cond delay="0"/>
                                          </p:stCondLst>
                                        </p:cTn>
                                        <p:tgtEl>
                                          <p:spTgt spid="1051"/>
                                        </p:tgtEl>
                                        <p:attrNameLst>
                                          <p:attrName>style.visibility</p:attrName>
                                        </p:attrNameLst>
                                      </p:cBhvr>
                                      <p:to>
                                        <p:strVal val="visible"/>
                                      </p:to>
                                    </p:set>
                                  </p:childTnLst>
                                </p:cTn>
                              </p:par>
                              <p:par>
                                <p:cTn id="2093" presetID="1" presetClass="entr" presetSubtype="0" fill="hold" nodeType="withEffect">
                                  <p:stCondLst>
                                    <p:cond delay="0"/>
                                  </p:stCondLst>
                                  <p:childTnLst>
                                    <p:set>
                                      <p:cBhvr>
                                        <p:cTn id="2094" dur="1" fill="hold">
                                          <p:stCondLst>
                                            <p:cond delay="0"/>
                                          </p:stCondLst>
                                        </p:cTn>
                                        <p:tgtEl>
                                          <p:spTgt spid="1052"/>
                                        </p:tgtEl>
                                        <p:attrNameLst>
                                          <p:attrName>style.visibility</p:attrName>
                                        </p:attrNameLst>
                                      </p:cBhvr>
                                      <p:to>
                                        <p:strVal val="visible"/>
                                      </p:to>
                                    </p:set>
                                  </p:childTnLst>
                                </p:cTn>
                              </p:par>
                              <p:par>
                                <p:cTn id="2095" presetID="1" presetClass="entr" presetSubtype="0" fill="hold" nodeType="withEffect">
                                  <p:stCondLst>
                                    <p:cond delay="0"/>
                                  </p:stCondLst>
                                  <p:childTnLst>
                                    <p:set>
                                      <p:cBhvr>
                                        <p:cTn id="2096" dur="1" fill="hold">
                                          <p:stCondLst>
                                            <p:cond delay="0"/>
                                          </p:stCondLst>
                                        </p:cTn>
                                        <p:tgtEl>
                                          <p:spTgt spid="1053"/>
                                        </p:tgtEl>
                                        <p:attrNameLst>
                                          <p:attrName>style.visibility</p:attrName>
                                        </p:attrNameLst>
                                      </p:cBhvr>
                                      <p:to>
                                        <p:strVal val="visible"/>
                                      </p:to>
                                    </p:set>
                                  </p:childTnLst>
                                </p:cTn>
                              </p:par>
                              <p:par>
                                <p:cTn id="2097" presetID="1" presetClass="entr" presetSubtype="0" fill="hold" nodeType="withEffect">
                                  <p:stCondLst>
                                    <p:cond delay="0"/>
                                  </p:stCondLst>
                                  <p:childTnLst>
                                    <p:set>
                                      <p:cBhvr>
                                        <p:cTn id="2098" dur="1" fill="hold">
                                          <p:stCondLst>
                                            <p:cond delay="0"/>
                                          </p:stCondLst>
                                        </p:cTn>
                                        <p:tgtEl>
                                          <p:spTgt spid="1054"/>
                                        </p:tgtEl>
                                        <p:attrNameLst>
                                          <p:attrName>style.visibility</p:attrName>
                                        </p:attrNameLst>
                                      </p:cBhvr>
                                      <p:to>
                                        <p:strVal val="visible"/>
                                      </p:to>
                                    </p:set>
                                  </p:childTnLst>
                                </p:cTn>
                              </p:par>
                              <p:par>
                                <p:cTn id="2099" presetID="1" presetClass="entr" presetSubtype="0" fill="hold" nodeType="withEffect">
                                  <p:stCondLst>
                                    <p:cond delay="0"/>
                                  </p:stCondLst>
                                  <p:childTnLst>
                                    <p:set>
                                      <p:cBhvr>
                                        <p:cTn id="2100" dur="1" fill="hold">
                                          <p:stCondLst>
                                            <p:cond delay="0"/>
                                          </p:stCondLst>
                                        </p:cTn>
                                        <p:tgtEl>
                                          <p:spTgt spid="1055"/>
                                        </p:tgtEl>
                                        <p:attrNameLst>
                                          <p:attrName>style.visibility</p:attrName>
                                        </p:attrNameLst>
                                      </p:cBhvr>
                                      <p:to>
                                        <p:strVal val="visible"/>
                                      </p:to>
                                    </p:set>
                                  </p:childTnLst>
                                </p:cTn>
                              </p:par>
                              <p:par>
                                <p:cTn id="2101" presetID="1" presetClass="entr" presetSubtype="0" fill="hold" nodeType="withEffect">
                                  <p:stCondLst>
                                    <p:cond delay="0"/>
                                  </p:stCondLst>
                                  <p:childTnLst>
                                    <p:set>
                                      <p:cBhvr>
                                        <p:cTn id="2102" dur="1" fill="hold">
                                          <p:stCondLst>
                                            <p:cond delay="0"/>
                                          </p:stCondLst>
                                        </p:cTn>
                                        <p:tgtEl>
                                          <p:spTgt spid="1056"/>
                                        </p:tgtEl>
                                        <p:attrNameLst>
                                          <p:attrName>style.visibility</p:attrName>
                                        </p:attrNameLst>
                                      </p:cBhvr>
                                      <p:to>
                                        <p:strVal val="visible"/>
                                      </p:to>
                                    </p:set>
                                  </p:childTnLst>
                                </p:cTn>
                              </p:par>
                              <p:par>
                                <p:cTn id="2103" presetID="1" presetClass="entr" presetSubtype="0" fill="hold" nodeType="withEffect">
                                  <p:stCondLst>
                                    <p:cond delay="0"/>
                                  </p:stCondLst>
                                  <p:childTnLst>
                                    <p:set>
                                      <p:cBhvr>
                                        <p:cTn id="2104" dur="1" fill="hold">
                                          <p:stCondLst>
                                            <p:cond delay="0"/>
                                          </p:stCondLst>
                                        </p:cTn>
                                        <p:tgtEl>
                                          <p:spTgt spid="1057"/>
                                        </p:tgtEl>
                                        <p:attrNameLst>
                                          <p:attrName>style.visibility</p:attrName>
                                        </p:attrNameLst>
                                      </p:cBhvr>
                                      <p:to>
                                        <p:strVal val="visible"/>
                                      </p:to>
                                    </p:set>
                                  </p:childTnLst>
                                </p:cTn>
                              </p:par>
                              <p:par>
                                <p:cTn id="2105" presetID="1" presetClass="entr" presetSubtype="0" fill="hold" nodeType="withEffect">
                                  <p:stCondLst>
                                    <p:cond delay="0"/>
                                  </p:stCondLst>
                                  <p:childTnLst>
                                    <p:set>
                                      <p:cBhvr>
                                        <p:cTn id="2106" dur="1" fill="hold">
                                          <p:stCondLst>
                                            <p:cond delay="0"/>
                                          </p:stCondLst>
                                        </p:cTn>
                                        <p:tgtEl>
                                          <p:spTgt spid="1058"/>
                                        </p:tgtEl>
                                        <p:attrNameLst>
                                          <p:attrName>style.visibility</p:attrName>
                                        </p:attrNameLst>
                                      </p:cBhvr>
                                      <p:to>
                                        <p:strVal val="visible"/>
                                      </p:to>
                                    </p:set>
                                  </p:childTnLst>
                                </p:cTn>
                              </p:par>
                              <p:par>
                                <p:cTn id="2107" presetID="1" presetClass="entr" presetSubtype="0" fill="hold" nodeType="withEffect">
                                  <p:stCondLst>
                                    <p:cond delay="0"/>
                                  </p:stCondLst>
                                  <p:childTnLst>
                                    <p:set>
                                      <p:cBhvr>
                                        <p:cTn id="2108" dur="1" fill="hold">
                                          <p:stCondLst>
                                            <p:cond delay="0"/>
                                          </p:stCondLst>
                                        </p:cTn>
                                        <p:tgtEl>
                                          <p:spTgt spid="1059"/>
                                        </p:tgtEl>
                                        <p:attrNameLst>
                                          <p:attrName>style.visibility</p:attrName>
                                        </p:attrNameLst>
                                      </p:cBhvr>
                                      <p:to>
                                        <p:strVal val="visible"/>
                                      </p:to>
                                    </p:set>
                                  </p:childTnLst>
                                </p:cTn>
                              </p:par>
                              <p:par>
                                <p:cTn id="2109" presetID="1" presetClass="entr" presetSubtype="0" fill="hold" nodeType="withEffect">
                                  <p:stCondLst>
                                    <p:cond delay="0"/>
                                  </p:stCondLst>
                                  <p:childTnLst>
                                    <p:set>
                                      <p:cBhvr>
                                        <p:cTn id="2110" dur="1" fill="hold">
                                          <p:stCondLst>
                                            <p:cond delay="0"/>
                                          </p:stCondLst>
                                        </p:cTn>
                                        <p:tgtEl>
                                          <p:spTgt spid="1060"/>
                                        </p:tgtEl>
                                        <p:attrNameLst>
                                          <p:attrName>style.visibility</p:attrName>
                                        </p:attrNameLst>
                                      </p:cBhvr>
                                      <p:to>
                                        <p:strVal val="visible"/>
                                      </p:to>
                                    </p:set>
                                  </p:childTnLst>
                                </p:cTn>
                              </p:par>
                              <p:par>
                                <p:cTn id="2111" presetID="1" presetClass="entr" presetSubtype="0" fill="hold" nodeType="withEffect">
                                  <p:stCondLst>
                                    <p:cond delay="0"/>
                                  </p:stCondLst>
                                  <p:childTnLst>
                                    <p:set>
                                      <p:cBhvr>
                                        <p:cTn id="2112" dur="1" fill="hold">
                                          <p:stCondLst>
                                            <p:cond delay="0"/>
                                          </p:stCondLst>
                                        </p:cTn>
                                        <p:tgtEl>
                                          <p:spTgt spid="1061"/>
                                        </p:tgtEl>
                                        <p:attrNameLst>
                                          <p:attrName>style.visibility</p:attrName>
                                        </p:attrNameLst>
                                      </p:cBhvr>
                                      <p:to>
                                        <p:strVal val="visible"/>
                                      </p:to>
                                    </p:set>
                                  </p:childTnLst>
                                </p:cTn>
                              </p:par>
                              <p:par>
                                <p:cTn id="2113" presetID="1" presetClass="entr" presetSubtype="0" fill="hold" nodeType="withEffect">
                                  <p:stCondLst>
                                    <p:cond delay="0"/>
                                  </p:stCondLst>
                                  <p:childTnLst>
                                    <p:set>
                                      <p:cBhvr>
                                        <p:cTn id="2114" dur="1" fill="hold">
                                          <p:stCondLst>
                                            <p:cond delay="0"/>
                                          </p:stCondLst>
                                        </p:cTn>
                                        <p:tgtEl>
                                          <p:spTgt spid="1062"/>
                                        </p:tgtEl>
                                        <p:attrNameLst>
                                          <p:attrName>style.visibility</p:attrName>
                                        </p:attrNameLst>
                                      </p:cBhvr>
                                      <p:to>
                                        <p:strVal val="visible"/>
                                      </p:to>
                                    </p:set>
                                  </p:childTnLst>
                                </p:cTn>
                              </p:par>
                              <p:par>
                                <p:cTn id="2115" presetID="1" presetClass="entr" presetSubtype="0" fill="hold" nodeType="withEffect">
                                  <p:stCondLst>
                                    <p:cond delay="0"/>
                                  </p:stCondLst>
                                  <p:childTnLst>
                                    <p:set>
                                      <p:cBhvr>
                                        <p:cTn id="2116" dur="1" fill="hold">
                                          <p:stCondLst>
                                            <p:cond delay="0"/>
                                          </p:stCondLst>
                                        </p:cTn>
                                        <p:tgtEl>
                                          <p:spTgt spid="1063"/>
                                        </p:tgtEl>
                                        <p:attrNameLst>
                                          <p:attrName>style.visibility</p:attrName>
                                        </p:attrNameLst>
                                      </p:cBhvr>
                                      <p:to>
                                        <p:strVal val="visible"/>
                                      </p:to>
                                    </p:set>
                                  </p:childTnLst>
                                </p:cTn>
                              </p:par>
                              <p:par>
                                <p:cTn id="2117" presetID="1" presetClass="entr" presetSubtype="0" fill="hold" nodeType="withEffect">
                                  <p:stCondLst>
                                    <p:cond delay="0"/>
                                  </p:stCondLst>
                                  <p:childTnLst>
                                    <p:set>
                                      <p:cBhvr>
                                        <p:cTn id="2118" dur="1" fill="hold">
                                          <p:stCondLst>
                                            <p:cond delay="0"/>
                                          </p:stCondLst>
                                        </p:cTn>
                                        <p:tgtEl>
                                          <p:spTgt spid="1064"/>
                                        </p:tgtEl>
                                        <p:attrNameLst>
                                          <p:attrName>style.visibility</p:attrName>
                                        </p:attrNameLst>
                                      </p:cBhvr>
                                      <p:to>
                                        <p:strVal val="visible"/>
                                      </p:to>
                                    </p:set>
                                  </p:childTnLst>
                                </p:cTn>
                              </p:par>
                              <p:par>
                                <p:cTn id="2119" presetID="1" presetClass="entr" presetSubtype="0" fill="hold" nodeType="withEffect">
                                  <p:stCondLst>
                                    <p:cond delay="0"/>
                                  </p:stCondLst>
                                  <p:childTnLst>
                                    <p:set>
                                      <p:cBhvr>
                                        <p:cTn id="2120" dur="1" fill="hold">
                                          <p:stCondLst>
                                            <p:cond delay="0"/>
                                          </p:stCondLst>
                                        </p:cTn>
                                        <p:tgtEl>
                                          <p:spTgt spid="1065"/>
                                        </p:tgtEl>
                                        <p:attrNameLst>
                                          <p:attrName>style.visibility</p:attrName>
                                        </p:attrNameLst>
                                      </p:cBhvr>
                                      <p:to>
                                        <p:strVal val="visible"/>
                                      </p:to>
                                    </p:set>
                                  </p:childTnLst>
                                </p:cTn>
                              </p:par>
                              <p:par>
                                <p:cTn id="2121" presetID="1" presetClass="entr" presetSubtype="0" fill="hold" nodeType="withEffect">
                                  <p:stCondLst>
                                    <p:cond delay="0"/>
                                  </p:stCondLst>
                                  <p:childTnLst>
                                    <p:set>
                                      <p:cBhvr>
                                        <p:cTn id="2122" dur="1" fill="hold">
                                          <p:stCondLst>
                                            <p:cond delay="0"/>
                                          </p:stCondLst>
                                        </p:cTn>
                                        <p:tgtEl>
                                          <p:spTgt spid="1066"/>
                                        </p:tgtEl>
                                        <p:attrNameLst>
                                          <p:attrName>style.visibility</p:attrName>
                                        </p:attrNameLst>
                                      </p:cBhvr>
                                      <p:to>
                                        <p:strVal val="visible"/>
                                      </p:to>
                                    </p:set>
                                  </p:childTnLst>
                                </p:cTn>
                              </p:par>
                              <p:par>
                                <p:cTn id="2123" presetID="1" presetClass="entr" presetSubtype="0" fill="hold" nodeType="withEffect">
                                  <p:stCondLst>
                                    <p:cond delay="0"/>
                                  </p:stCondLst>
                                  <p:childTnLst>
                                    <p:set>
                                      <p:cBhvr>
                                        <p:cTn id="2124" dur="1" fill="hold">
                                          <p:stCondLst>
                                            <p:cond delay="0"/>
                                          </p:stCondLst>
                                        </p:cTn>
                                        <p:tgtEl>
                                          <p:spTgt spid="1067"/>
                                        </p:tgtEl>
                                        <p:attrNameLst>
                                          <p:attrName>style.visibility</p:attrName>
                                        </p:attrNameLst>
                                      </p:cBhvr>
                                      <p:to>
                                        <p:strVal val="visible"/>
                                      </p:to>
                                    </p:set>
                                  </p:childTnLst>
                                </p:cTn>
                              </p:par>
                              <p:par>
                                <p:cTn id="2125" presetID="1" presetClass="entr" presetSubtype="0" fill="hold" nodeType="withEffect">
                                  <p:stCondLst>
                                    <p:cond delay="0"/>
                                  </p:stCondLst>
                                  <p:childTnLst>
                                    <p:set>
                                      <p:cBhvr>
                                        <p:cTn id="2126" dur="1" fill="hold">
                                          <p:stCondLst>
                                            <p:cond delay="0"/>
                                          </p:stCondLst>
                                        </p:cTn>
                                        <p:tgtEl>
                                          <p:spTgt spid="1068"/>
                                        </p:tgtEl>
                                        <p:attrNameLst>
                                          <p:attrName>style.visibility</p:attrName>
                                        </p:attrNameLst>
                                      </p:cBhvr>
                                      <p:to>
                                        <p:strVal val="visible"/>
                                      </p:to>
                                    </p:set>
                                  </p:childTnLst>
                                </p:cTn>
                              </p:par>
                              <p:par>
                                <p:cTn id="2127" presetID="1" presetClass="entr" presetSubtype="0" fill="hold" nodeType="withEffect">
                                  <p:stCondLst>
                                    <p:cond delay="0"/>
                                  </p:stCondLst>
                                  <p:childTnLst>
                                    <p:set>
                                      <p:cBhvr>
                                        <p:cTn id="2128" dur="1" fill="hold">
                                          <p:stCondLst>
                                            <p:cond delay="0"/>
                                          </p:stCondLst>
                                        </p:cTn>
                                        <p:tgtEl>
                                          <p:spTgt spid="1069"/>
                                        </p:tgtEl>
                                        <p:attrNameLst>
                                          <p:attrName>style.visibility</p:attrName>
                                        </p:attrNameLst>
                                      </p:cBhvr>
                                      <p:to>
                                        <p:strVal val="visible"/>
                                      </p:to>
                                    </p:set>
                                  </p:childTnLst>
                                </p:cTn>
                              </p:par>
                              <p:par>
                                <p:cTn id="2129" presetID="1" presetClass="entr" presetSubtype="0" fill="hold" nodeType="withEffect">
                                  <p:stCondLst>
                                    <p:cond delay="0"/>
                                  </p:stCondLst>
                                  <p:childTnLst>
                                    <p:set>
                                      <p:cBhvr>
                                        <p:cTn id="2130" dur="1" fill="hold">
                                          <p:stCondLst>
                                            <p:cond delay="0"/>
                                          </p:stCondLst>
                                        </p:cTn>
                                        <p:tgtEl>
                                          <p:spTgt spid="1070"/>
                                        </p:tgtEl>
                                        <p:attrNameLst>
                                          <p:attrName>style.visibility</p:attrName>
                                        </p:attrNameLst>
                                      </p:cBhvr>
                                      <p:to>
                                        <p:strVal val="visible"/>
                                      </p:to>
                                    </p:set>
                                  </p:childTnLst>
                                </p:cTn>
                              </p:par>
                              <p:par>
                                <p:cTn id="2131" presetID="1" presetClass="entr" presetSubtype="0" fill="hold" nodeType="withEffect">
                                  <p:stCondLst>
                                    <p:cond delay="0"/>
                                  </p:stCondLst>
                                  <p:childTnLst>
                                    <p:set>
                                      <p:cBhvr>
                                        <p:cTn id="2132" dur="1" fill="hold">
                                          <p:stCondLst>
                                            <p:cond delay="0"/>
                                          </p:stCondLst>
                                        </p:cTn>
                                        <p:tgtEl>
                                          <p:spTgt spid="1071"/>
                                        </p:tgtEl>
                                        <p:attrNameLst>
                                          <p:attrName>style.visibility</p:attrName>
                                        </p:attrNameLst>
                                      </p:cBhvr>
                                      <p:to>
                                        <p:strVal val="visible"/>
                                      </p:to>
                                    </p:set>
                                  </p:childTnLst>
                                </p:cTn>
                              </p:par>
                              <p:par>
                                <p:cTn id="2133" presetID="1" presetClass="entr" presetSubtype="0" fill="hold" nodeType="withEffect">
                                  <p:stCondLst>
                                    <p:cond delay="0"/>
                                  </p:stCondLst>
                                  <p:childTnLst>
                                    <p:set>
                                      <p:cBhvr>
                                        <p:cTn id="2134" dur="1" fill="hold">
                                          <p:stCondLst>
                                            <p:cond delay="0"/>
                                          </p:stCondLst>
                                        </p:cTn>
                                        <p:tgtEl>
                                          <p:spTgt spid="1072"/>
                                        </p:tgtEl>
                                        <p:attrNameLst>
                                          <p:attrName>style.visibility</p:attrName>
                                        </p:attrNameLst>
                                      </p:cBhvr>
                                      <p:to>
                                        <p:strVal val="visible"/>
                                      </p:to>
                                    </p:set>
                                  </p:childTnLst>
                                </p:cTn>
                              </p:par>
                              <p:par>
                                <p:cTn id="2135" presetID="1" presetClass="entr" presetSubtype="0" fill="hold" nodeType="withEffect">
                                  <p:stCondLst>
                                    <p:cond delay="0"/>
                                  </p:stCondLst>
                                  <p:childTnLst>
                                    <p:set>
                                      <p:cBhvr>
                                        <p:cTn id="2136" dur="1" fill="hold">
                                          <p:stCondLst>
                                            <p:cond delay="0"/>
                                          </p:stCondLst>
                                        </p:cTn>
                                        <p:tgtEl>
                                          <p:spTgt spid="1073"/>
                                        </p:tgtEl>
                                        <p:attrNameLst>
                                          <p:attrName>style.visibility</p:attrName>
                                        </p:attrNameLst>
                                      </p:cBhvr>
                                      <p:to>
                                        <p:strVal val="visible"/>
                                      </p:to>
                                    </p:set>
                                  </p:childTnLst>
                                </p:cTn>
                              </p:par>
                              <p:par>
                                <p:cTn id="2137" presetID="1" presetClass="entr" presetSubtype="0" fill="hold" nodeType="withEffect">
                                  <p:stCondLst>
                                    <p:cond delay="0"/>
                                  </p:stCondLst>
                                  <p:childTnLst>
                                    <p:set>
                                      <p:cBhvr>
                                        <p:cTn id="2138" dur="1" fill="hold">
                                          <p:stCondLst>
                                            <p:cond delay="0"/>
                                          </p:stCondLst>
                                        </p:cTn>
                                        <p:tgtEl>
                                          <p:spTgt spid="1074"/>
                                        </p:tgtEl>
                                        <p:attrNameLst>
                                          <p:attrName>style.visibility</p:attrName>
                                        </p:attrNameLst>
                                      </p:cBhvr>
                                      <p:to>
                                        <p:strVal val="visible"/>
                                      </p:to>
                                    </p:set>
                                  </p:childTnLst>
                                </p:cTn>
                              </p:par>
                              <p:par>
                                <p:cTn id="2139" presetID="1" presetClass="entr" presetSubtype="0" fill="hold" nodeType="withEffect">
                                  <p:stCondLst>
                                    <p:cond delay="0"/>
                                  </p:stCondLst>
                                  <p:childTnLst>
                                    <p:set>
                                      <p:cBhvr>
                                        <p:cTn id="2140" dur="1" fill="hold">
                                          <p:stCondLst>
                                            <p:cond delay="0"/>
                                          </p:stCondLst>
                                        </p:cTn>
                                        <p:tgtEl>
                                          <p:spTgt spid="1075"/>
                                        </p:tgtEl>
                                        <p:attrNameLst>
                                          <p:attrName>style.visibility</p:attrName>
                                        </p:attrNameLst>
                                      </p:cBhvr>
                                      <p:to>
                                        <p:strVal val="visible"/>
                                      </p:to>
                                    </p:set>
                                  </p:childTnLst>
                                </p:cTn>
                              </p:par>
                              <p:par>
                                <p:cTn id="2141" presetID="1" presetClass="entr" presetSubtype="0" fill="hold" nodeType="withEffect">
                                  <p:stCondLst>
                                    <p:cond delay="0"/>
                                  </p:stCondLst>
                                  <p:childTnLst>
                                    <p:set>
                                      <p:cBhvr>
                                        <p:cTn id="2142" dur="1" fill="hold">
                                          <p:stCondLst>
                                            <p:cond delay="0"/>
                                          </p:stCondLst>
                                        </p:cTn>
                                        <p:tgtEl>
                                          <p:spTgt spid="1076"/>
                                        </p:tgtEl>
                                        <p:attrNameLst>
                                          <p:attrName>style.visibility</p:attrName>
                                        </p:attrNameLst>
                                      </p:cBhvr>
                                      <p:to>
                                        <p:strVal val="visible"/>
                                      </p:to>
                                    </p:set>
                                  </p:childTnLst>
                                </p:cTn>
                              </p:par>
                              <p:par>
                                <p:cTn id="2143" presetID="1" presetClass="entr" presetSubtype="0" fill="hold" nodeType="withEffect">
                                  <p:stCondLst>
                                    <p:cond delay="0"/>
                                  </p:stCondLst>
                                  <p:childTnLst>
                                    <p:set>
                                      <p:cBhvr>
                                        <p:cTn id="2144" dur="1" fill="hold">
                                          <p:stCondLst>
                                            <p:cond delay="0"/>
                                          </p:stCondLst>
                                        </p:cTn>
                                        <p:tgtEl>
                                          <p:spTgt spid="1077"/>
                                        </p:tgtEl>
                                        <p:attrNameLst>
                                          <p:attrName>style.visibility</p:attrName>
                                        </p:attrNameLst>
                                      </p:cBhvr>
                                      <p:to>
                                        <p:strVal val="visible"/>
                                      </p:to>
                                    </p:set>
                                  </p:childTnLst>
                                </p:cTn>
                              </p:par>
                              <p:par>
                                <p:cTn id="2145" presetID="1" presetClass="entr" presetSubtype="0" fill="hold" nodeType="withEffect">
                                  <p:stCondLst>
                                    <p:cond delay="0"/>
                                  </p:stCondLst>
                                  <p:childTnLst>
                                    <p:set>
                                      <p:cBhvr>
                                        <p:cTn id="2146" dur="1" fill="hold">
                                          <p:stCondLst>
                                            <p:cond delay="0"/>
                                          </p:stCondLst>
                                        </p:cTn>
                                        <p:tgtEl>
                                          <p:spTgt spid="1078"/>
                                        </p:tgtEl>
                                        <p:attrNameLst>
                                          <p:attrName>style.visibility</p:attrName>
                                        </p:attrNameLst>
                                      </p:cBhvr>
                                      <p:to>
                                        <p:strVal val="visible"/>
                                      </p:to>
                                    </p:set>
                                  </p:childTnLst>
                                </p:cTn>
                              </p:par>
                              <p:par>
                                <p:cTn id="2147" presetID="1" presetClass="entr" presetSubtype="0" fill="hold" nodeType="withEffect">
                                  <p:stCondLst>
                                    <p:cond delay="0"/>
                                  </p:stCondLst>
                                  <p:childTnLst>
                                    <p:set>
                                      <p:cBhvr>
                                        <p:cTn id="2148" dur="1" fill="hold">
                                          <p:stCondLst>
                                            <p:cond delay="0"/>
                                          </p:stCondLst>
                                        </p:cTn>
                                        <p:tgtEl>
                                          <p:spTgt spid="1079"/>
                                        </p:tgtEl>
                                        <p:attrNameLst>
                                          <p:attrName>style.visibility</p:attrName>
                                        </p:attrNameLst>
                                      </p:cBhvr>
                                      <p:to>
                                        <p:strVal val="visible"/>
                                      </p:to>
                                    </p:set>
                                  </p:childTnLst>
                                </p:cTn>
                              </p:par>
                              <p:par>
                                <p:cTn id="2149" presetID="1" presetClass="entr" presetSubtype="0" fill="hold" nodeType="withEffect">
                                  <p:stCondLst>
                                    <p:cond delay="0"/>
                                  </p:stCondLst>
                                  <p:childTnLst>
                                    <p:set>
                                      <p:cBhvr>
                                        <p:cTn id="2150" dur="1" fill="hold">
                                          <p:stCondLst>
                                            <p:cond delay="0"/>
                                          </p:stCondLst>
                                        </p:cTn>
                                        <p:tgtEl>
                                          <p:spTgt spid="1080"/>
                                        </p:tgtEl>
                                        <p:attrNameLst>
                                          <p:attrName>style.visibility</p:attrName>
                                        </p:attrNameLst>
                                      </p:cBhvr>
                                      <p:to>
                                        <p:strVal val="visible"/>
                                      </p:to>
                                    </p:set>
                                  </p:childTnLst>
                                </p:cTn>
                              </p:par>
                              <p:par>
                                <p:cTn id="2151" presetID="1" presetClass="entr" presetSubtype="0" fill="hold" nodeType="withEffect">
                                  <p:stCondLst>
                                    <p:cond delay="0"/>
                                  </p:stCondLst>
                                  <p:childTnLst>
                                    <p:set>
                                      <p:cBhvr>
                                        <p:cTn id="2152" dur="1" fill="hold">
                                          <p:stCondLst>
                                            <p:cond delay="0"/>
                                          </p:stCondLst>
                                        </p:cTn>
                                        <p:tgtEl>
                                          <p:spTgt spid="1081"/>
                                        </p:tgtEl>
                                        <p:attrNameLst>
                                          <p:attrName>style.visibility</p:attrName>
                                        </p:attrNameLst>
                                      </p:cBhvr>
                                      <p:to>
                                        <p:strVal val="visible"/>
                                      </p:to>
                                    </p:set>
                                  </p:childTnLst>
                                </p:cTn>
                              </p:par>
                              <p:par>
                                <p:cTn id="2153" presetID="1" presetClass="entr" presetSubtype="0" fill="hold" nodeType="withEffect">
                                  <p:stCondLst>
                                    <p:cond delay="0"/>
                                  </p:stCondLst>
                                  <p:childTnLst>
                                    <p:set>
                                      <p:cBhvr>
                                        <p:cTn id="2154" dur="1" fill="hold">
                                          <p:stCondLst>
                                            <p:cond delay="0"/>
                                          </p:stCondLst>
                                        </p:cTn>
                                        <p:tgtEl>
                                          <p:spTgt spid="1082"/>
                                        </p:tgtEl>
                                        <p:attrNameLst>
                                          <p:attrName>style.visibility</p:attrName>
                                        </p:attrNameLst>
                                      </p:cBhvr>
                                      <p:to>
                                        <p:strVal val="visible"/>
                                      </p:to>
                                    </p:set>
                                  </p:childTnLst>
                                </p:cTn>
                              </p:par>
                              <p:par>
                                <p:cTn id="2155" presetID="1" presetClass="entr" presetSubtype="0" fill="hold" nodeType="withEffect">
                                  <p:stCondLst>
                                    <p:cond delay="0"/>
                                  </p:stCondLst>
                                  <p:childTnLst>
                                    <p:set>
                                      <p:cBhvr>
                                        <p:cTn id="2156" dur="1" fill="hold">
                                          <p:stCondLst>
                                            <p:cond delay="0"/>
                                          </p:stCondLst>
                                        </p:cTn>
                                        <p:tgtEl>
                                          <p:spTgt spid="1083"/>
                                        </p:tgtEl>
                                        <p:attrNameLst>
                                          <p:attrName>style.visibility</p:attrName>
                                        </p:attrNameLst>
                                      </p:cBhvr>
                                      <p:to>
                                        <p:strVal val="visible"/>
                                      </p:to>
                                    </p:set>
                                  </p:childTnLst>
                                </p:cTn>
                              </p:par>
                              <p:par>
                                <p:cTn id="2157" presetID="1" presetClass="entr" presetSubtype="0" fill="hold" nodeType="withEffect">
                                  <p:stCondLst>
                                    <p:cond delay="0"/>
                                  </p:stCondLst>
                                  <p:childTnLst>
                                    <p:set>
                                      <p:cBhvr>
                                        <p:cTn id="2158" dur="1" fill="hold">
                                          <p:stCondLst>
                                            <p:cond delay="0"/>
                                          </p:stCondLst>
                                        </p:cTn>
                                        <p:tgtEl>
                                          <p:spTgt spid="1084"/>
                                        </p:tgtEl>
                                        <p:attrNameLst>
                                          <p:attrName>style.visibility</p:attrName>
                                        </p:attrNameLst>
                                      </p:cBhvr>
                                      <p:to>
                                        <p:strVal val="visible"/>
                                      </p:to>
                                    </p:set>
                                  </p:childTnLst>
                                </p:cTn>
                              </p:par>
                              <p:par>
                                <p:cTn id="2159" presetID="1" presetClass="entr" presetSubtype="0" fill="hold" nodeType="withEffect">
                                  <p:stCondLst>
                                    <p:cond delay="0"/>
                                  </p:stCondLst>
                                  <p:childTnLst>
                                    <p:set>
                                      <p:cBhvr>
                                        <p:cTn id="2160" dur="1" fill="hold">
                                          <p:stCondLst>
                                            <p:cond delay="0"/>
                                          </p:stCondLst>
                                        </p:cTn>
                                        <p:tgtEl>
                                          <p:spTgt spid="1085"/>
                                        </p:tgtEl>
                                        <p:attrNameLst>
                                          <p:attrName>style.visibility</p:attrName>
                                        </p:attrNameLst>
                                      </p:cBhvr>
                                      <p:to>
                                        <p:strVal val="visible"/>
                                      </p:to>
                                    </p:set>
                                  </p:childTnLst>
                                </p:cTn>
                              </p:par>
                              <p:par>
                                <p:cTn id="2161" presetID="1" presetClass="entr" presetSubtype="0" fill="hold" nodeType="withEffect">
                                  <p:stCondLst>
                                    <p:cond delay="0"/>
                                  </p:stCondLst>
                                  <p:childTnLst>
                                    <p:set>
                                      <p:cBhvr>
                                        <p:cTn id="2162" dur="1" fill="hold">
                                          <p:stCondLst>
                                            <p:cond delay="0"/>
                                          </p:stCondLst>
                                        </p:cTn>
                                        <p:tgtEl>
                                          <p:spTgt spid="1086"/>
                                        </p:tgtEl>
                                        <p:attrNameLst>
                                          <p:attrName>style.visibility</p:attrName>
                                        </p:attrNameLst>
                                      </p:cBhvr>
                                      <p:to>
                                        <p:strVal val="visible"/>
                                      </p:to>
                                    </p:set>
                                  </p:childTnLst>
                                </p:cTn>
                              </p:par>
                              <p:par>
                                <p:cTn id="2163" presetID="1" presetClass="entr" presetSubtype="0" fill="hold" nodeType="withEffect">
                                  <p:stCondLst>
                                    <p:cond delay="0"/>
                                  </p:stCondLst>
                                  <p:childTnLst>
                                    <p:set>
                                      <p:cBhvr>
                                        <p:cTn id="2164" dur="1" fill="hold">
                                          <p:stCondLst>
                                            <p:cond delay="0"/>
                                          </p:stCondLst>
                                        </p:cTn>
                                        <p:tgtEl>
                                          <p:spTgt spid="1087"/>
                                        </p:tgtEl>
                                        <p:attrNameLst>
                                          <p:attrName>style.visibility</p:attrName>
                                        </p:attrNameLst>
                                      </p:cBhvr>
                                      <p:to>
                                        <p:strVal val="visible"/>
                                      </p:to>
                                    </p:set>
                                  </p:childTnLst>
                                </p:cTn>
                              </p:par>
                              <p:par>
                                <p:cTn id="2165" presetID="1" presetClass="entr" presetSubtype="0" fill="hold" nodeType="withEffect">
                                  <p:stCondLst>
                                    <p:cond delay="0"/>
                                  </p:stCondLst>
                                  <p:childTnLst>
                                    <p:set>
                                      <p:cBhvr>
                                        <p:cTn id="2166" dur="1" fill="hold">
                                          <p:stCondLst>
                                            <p:cond delay="0"/>
                                          </p:stCondLst>
                                        </p:cTn>
                                        <p:tgtEl>
                                          <p:spTgt spid="1088"/>
                                        </p:tgtEl>
                                        <p:attrNameLst>
                                          <p:attrName>style.visibility</p:attrName>
                                        </p:attrNameLst>
                                      </p:cBhvr>
                                      <p:to>
                                        <p:strVal val="visible"/>
                                      </p:to>
                                    </p:set>
                                  </p:childTnLst>
                                </p:cTn>
                              </p:par>
                              <p:par>
                                <p:cTn id="2167" presetID="1" presetClass="entr" presetSubtype="0" fill="hold" nodeType="withEffect">
                                  <p:stCondLst>
                                    <p:cond delay="0"/>
                                  </p:stCondLst>
                                  <p:childTnLst>
                                    <p:set>
                                      <p:cBhvr>
                                        <p:cTn id="2168" dur="1" fill="hold">
                                          <p:stCondLst>
                                            <p:cond delay="0"/>
                                          </p:stCondLst>
                                        </p:cTn>
                                        <p:tgtEl>
                                          <p:spTgt spid="1089"/>
                                        </p:tgtEl>
                                        <p:attrNameLst>
                                          <p:attrName>style.visibility</p:attrName>
                                        </p:attrNameLst>
                                      </p:cBhvr>
                                      <p:to>
                                        <p:strVal val="visible"/>
                                      </p:to>
                                    </p:set>
                                  </p:childTnLst>
                                </p:cTn>
                              </p:par>
                              <p:par>
                                <p:cTn id="2169" presetID="1" presetClass="entr" presetSubtype="0" fill="hold" nodeType="withEffect">
                                  <p:stCondLst>
                                    <p:cond delay="0"/>
                                  </p:stCondLst>
                                  <p:childTnLst>
                                    <p:set>
                                      <p:cBhvr>
                                        <p:cTn id="2170" dur="1" fill="hold">
                                          <p:stCondLst>
                                            <p:cond delay="0"/>
                                          </p:stCondLst>
                                        </p:cTn>
                                        <p:tgtEl>
                                          <p:spTgt spid="1090"/>
                                        </p:tgtEl>
                                        <p:attrNameLst>
                                          <p:attrName>style.visibility</p:attrName>
                                        </p:attrNameLst>
                                      </p:cBhvr>
                                      <p:to>
                                        <p:strVal val="visible"/>
                                      </p:to>
                                    </p:set>
                                  </p:childTnLst>
                                </p:cTn>
                              </p:par>
                              <p:par>
                                <p:cTn id="2171" presetID="1" presetClass="entr" presetSubtype="0" fill="hold" nodeType="withEffect">
                                  <p:stCondLst>
                                    <p:cond delay="0"/>
                                  </p:stCondLst>
                                  <p:childTnLst>
                                    <p:set>
                                      <p:cBhvr>
                                        <p:cTn id="2172" dur="1" fill="hold">
                                          <p:stCondLst>
                                            <p:cond delay="0"/>
                                          </p:stCondLst>
                                        </p:cTn>
                                        <p:tgtEl>
                                          <p:spTgt spid="1091"/>
                                        </p:tgtEl>
                                        <p:attrNameLst>
                                          <p:attrName>style.visibility</p:attrName>
                                        </p:attrNameLst>
                                      </p:cBhvr>
                                      <p:to>
                                        <p:strVal val="visible"/>
                                      </p:to>
                                    </p:set>
                                  </p:childTnLst>
                                </p:cTn>
                              </p:par>
                              <p:par>
                                <p:cTn id="2173" presetID="1" presetClass="entr" presetSubtype="0" fill="hold" nodeType="withEffect">
                                  <p:stCondLst>
                                    <p:cond delay="0"/>
                                  </p:stCondLst>
                                  <p:childTnLst>
                                    <p:set>
                                      <p:cBhvr>
                                        <p:cTn id="2174" dur="1" fill="hold">
                                          <p:stCondLst>
                                            <p:cond delay="0"/>
                                          </p:stCondLst>
                                        </p:cTn>
                                        <p:tgtEl>
                                          <p:spTgt spid="1092"/>
                                        </p:tgtEl>
                                        <p:attrNameLst>
                                          <p:attrName>style.visibility</p:attrName>
                                        </p:attrNameLst>
                                      </p:cBhvr>
                                      <p:to>
                                        <p:strVal val="visible"/>
                                      </p:to>
                                    </p:set>
                                  </p:childTnLst>
                                </p:cTn>
                              </p:par>
                              <p:par>
                                <p:cTn id="2175" presetID="1" presetClass="entr" presetSubtype="0" fill="hold" nodeType="withEffect">
                                  <p:stCondLst>
                                    <p:cond delay="0"/>
                                  </p:stCondLst>
                                  <p:childTnLst>
                                    <p:set>
                                      <p:cBhvr>
                                        <p:cTn id="2176" dur="1" fill="hold">
                                          <p:stCondLst>
                                            <p:cond delay="0"/>
                                          </p:stCondLst>
                                        </p:cTn>
                                        <p:tgtEl>
                                          <p:spTgt spid="1093"/>
                                        </p:tgtEl>
                                        <p:attrNameLst>
                                          <p:attrName>style.visibility</p:attrName>
                                        </p:attrNameLst>
                                      </p:cBhvr>
                                      <p:to>
                                        <p:strVal val="visible"/>
                                      </p:to>
                                    </p:set>
                                  </p:childTnLst>
                                </p:cTn>
                              </p:par>
                              <p:par>
                                <p:cTn id="2177" presetID="1" presetClass="entr" presetSubtype="0" fill="hold" nodeType="withEffect">
                                  <p:stCondLst>
                                    <p:cond delay="0"/>
                                  </p:stCondLst>
                                  <p:childTnLst>
                                    <p:set>
                                      <p:cBhvr>
                                        <p:cTn id="2178" dur="1" fill="hold">
                                          <p:stCondLst>
                                            <p:cond delay="0"/>
                                          </p:stCondLst>
                                        </p:cTn>
                                        <p:tgtEl>
                                          <p:spTgt spid="1094"/>
                                        </p:tgtEl>
                                        <p:attrNameLst>
                                          <p:attrName>style.visibility</p:attrName>
                                        </p:attrNameLst>
                                      </p:cBhvr>
                                      <p:to>
                                        <p:strVal val="visible"/>
                                      </p:to>
                                    </p:set>
                                  </p:childTnLst>
                                </p:cTn>
                              </p:par>
                              <p:par>
                                <p:cTn id="2179" presetID="1" presetClass="entr" presetSubtype="0" fill="hold" nodeType="withEffect">
                                  <p:stCondLst>
                                    <p:cond delay="0"/>
                                  </p:stCondLst>
                                  <p:childTnLst>
                                    <p:set>
                                      <p:cBhvr>
                                        <p:cTn id="2180" dur="1" fill="hold">
                                          <p:stCondLst>
                                            <p:cond delay="0"/>
                                          </p:stCondLst>
                                        </p:cTn>
                                        <p:tgtEl>
                                          <p:spTgt spid="1095"/>
                                        </p:tgtEl>
                                        <p:attrNameLst>
                                          <p:attrName>style.visibility</p:attrName>
                                        </p:attrNameLst>
                                      </p:cBhvr>
                                      <p:to>
                                        <p:strVal val="visible"/>
                                      </p:to>
                                    </p:set>
                                  </p:childTnLst>
                                </p:cTn>
                              </p:par>
                              <p:par>
                                <p:cTn id="2181" presetID="1" presetClass="entr" presetSubtype="0" fill="hold" nodeType="withEffect">
                                  <p:stCondLst>
                                    <p:cond delay="0"/>
                                  </p:stCondLst>
                                  <p:childTnLst>
                                    <p:set>
                                      <p:cBhvr>
                                        <p:cTn id="2182" dur="1" fill="hold">
                                          <p:stCondLst>
                                            <p:cond delay="0"/>
                                          </p:stCondLst>
                                        </p:cTn>
                                        <p:tgtEl>
                                          <p:spTgt spid="1096"/>
                                        </p:tgtEl>
                                        <p:attrNameLst>
                                          <p:attrName>style.visibility</p:attrName>
                                        </p:attrNameLst>
                                      </p:cBhvr>
                                      <p:to>
                                        <p:strVal val="visible"/>
                                      </p:to>
                                    </p:set>
                                  </p:childTnLst>
                                </p:cTn>
                              </p:par>
                              <p:par>
                                <p:cTn id="2183" presetID="1" presetClass="entr" presetSubtype="0" fill="hold" nodeType="withEffect">
                                  <p:stCondLst>
                                    <p:cond delay="0"/>
                                  </p:stCondLst>
                                  <p:childTnLst>
                                    <p:set>
                                      <p:cBhvr>
                                        <p:cTn id="2184" dur="1" fill="hold">
                                          <p:stCondLst>
                                            <p:cond delay="0"/>
                                          </p:stCondLst>
                                        </p:cTn>
                                        <p:tgtEl>
                                          <p:spTgt spid="1097"/>
                                        </p:tgtEl>
                                        <p:attrNameLst>
                                          <p:attrName>style.visibility</p:attrName>
                                        </p:attrNameLst>
                                      </p:cBhvr>
                                      <p:to>
                                        <p:strVal val="visible"/>
                                      </p:to>
                                    </p:set>
                                  </p:childTnLst>
                                </p:cTn>
                              </p:par>
                              <p:par>
                                <p:cTn id="2185" presetID="1" presetClass="entr" presetSubtype="0" fill="hold" nodeType="withEffect">
                                  <p:stCondLst>
                                    <p:cond delay="0"/>
                                  </p:stCondLst>
                                  <p:childTnLst>
                                    <p:set>
                                      <p:cBhvr>
                                        <p:cTn id="2186" dur="1" fill="hold">
                                          <p:stCondLst>
                                            <p:cond delay="0"/>
                                          </p:stCondLst>
                                        </p:cTn>
                                        <p:tgtEl>
                                          <p:spTgt spid="1098"/>
                                        </p:tgtEl>
                                        <p:attrNameLst>
                                          <p:attrName>style.visibility</p:attrName>
                                        </p:attrNameLst>
                                      </p:cBhvr>
                                      <p:to>
                                        <p:strVal val="visible"/>
                                      </p:to>
                                    </p:set>
                                  </p:childTnLst>
                                </p:cTn>
                              </p:par>
                              <p:par>
                                <p:cTn id="2187" presetID="1" presetClass="entr" presetSubtype="0" fill="hold" nodeType="withEffect">
                                  <p:stCondLst>
                                    <p:cond delay="0"/>
                                  </p:stCondLst>
                                  <p:childTnLst>
                                    <p:set>
                                      <p:cBhvr>
                                        <p:cTn id="2188" dur="1" fill="hold">
                                          <p:stCondLst>
                                            <p:cond delay="0"/>
                                          </p:stCondLst>
                                        </p:cTn>
                                        <p:tgtEl>
                                          <p:spTgt spid="1099"/>
                                        </p:tgtEl>
                                        <p:attrNameLst>
                                          <p:attrName>style.visibility</p:attrName>
                                        </p:attrNameLst>
                                      </p:cBhvr>
                                      <p:to>
                                        <p:strVal val="visible"/>
                                      </p:to>
                                    </p:set>
                                  </p:childTnLst>
                                </p:cTn>
                              </p:par>
                              <p:par>
                                <p:cTn id="2189" presetID="1" presetClass="entr" presetSubtype="0" fill="hold" nodeType="withEffect">
                                  <p:stCondLst>
                                    <p:cond delay="0"/>
                                  </p:stCondLst>
                                  <p:childTnLst>
                                    <p:set>
                                      <p:cBhvr>
                                        <p:cTn id="2190" dur="1" fill="hold">
                                          <p:stCondLst>
                                            <p:cond delay="0"/>
                                          </p:stCondLst>
                                        </p:cTn>
                                        <p:tgtEl>
                                          <p:spTgt spid="1100"/>
                                        </p:tgtEl>
                                        <p:attrNameLst>
                                          <p:attrName>style.visibility</p:attrName>
                                        </p:attrNameLst>
                                      </p:cBhvr>
                                      <p:to>
                                        <p:strVal val="visible"/>
                                      </p:to>
                                    </p:set>
                                  </p:childTnLst>
                                </p:cTn>
                              </p:par>
                              <p:par>
                                <p:cTn id="2191" presetID="1" presetClass="entr" presetSubtype="0" fill="hold" nodeType="withEffect">
                                  <p:stCondLst>
                                    <p:cond delay="0"/>
                                  </p:stCondLst>
                                  <p:childTnLst>
                                    <p:set>
                                      <p:cBhvr>
                                        <p:cTn id="2192" dur="1" fill="hold">
                                          <p:stCondLst>
                                            <p:cond delay="0"/>
                                          </p:stCondLst>
                                        </p:cTn>
                                        <p:tgtEl>
                                          <p:spTgt spid="1101"/>
                                        </p:tgtEl>
                                        <p:attrNameLst>
                                          <p:attrName>style.visibility</p:attrName>
                                        </p:attrNameLst>
                                      </p:cBhvr>
                                      <p:to>
                                        <p:strVal val="visible"/>
                                      </p:to>
                                    </p:set>
                                  </p:childTnLst>
                                </p:cTn>
                              </p:par>
                              <p:par>
                                <p:cTn id="2193" presetID="1" presetClass="entr" presetSubtype="0" fill="hold" nodeType="withEffect">
                                  <p:stCondLst>
                                    <p:cond delay="0"/>
                                  </p:stCondLst>
                                  <p:childTnLst>
                                    <p:set>
                                      <p:cBhvr>
                                        <p:cTn id="2194" dur="1" fill="hold">
                                          <p:stCondLst>
                                            <p:cond delay="0"/>
                                          </p:stCondLst>
                                        </p:cTn>
                                        <p:tgtEl>
                                          <p:spTgt spid="1102"/>
                                        </p:tgtEl>
                                        <p:attrNameLst>
                                          <p:attrName>style.visibility</p:attrName>
                                        </p:attrNameLst>
                                      </p:cBhvr>
                                      <p:to>
                                        <p:strVal val="visible"/>
                                      </p:to>
                                    </p:set>
                                  </p:childTnLst>
                                </p:cTn>
                              </p:par>
                              <p:par>
                                <p:cTn id="2195" presetID="1" presetClass="entr" presetSubtype="0" fill="hold" nodeType="withEffect">
                                  <p:stCondLst>
                                    <p:cond delay="0"/>
                                  </p:stCondLst>
                                  <p:childTnLst>
                                    <p:set>
                                      <p:cBhvr>
                                        <p:cTn id="2196" dur="1" fill="hold">
                                          <p:stCondLst>
                                            <p:cond delay="0"/>
                                          </p:stCondLst>
                                        </p:cTn>
                                        <p:tgtEl>
                                          <p:spTgt spid="1103"/>
                                        </p:tgtEl>
                                        <p:attrNameLst>
                                          <p:attrName>style.visibility</p:attrName>
                                        </p:attrNameLst>
                                      </p:cBhvr>
                                      <p:to>
                                        <p:strVal val="visible"/>
                                      </p:to>
                                    </p:set>
                                  </p:childTnLst>
                                </p:cTn>
                              </p:par>
                              <p:par>
                                <p:cTn id="2197" presetID="1" presetClass="entr" presetSubtype="0" fill="hold" nodeType="withEffect">
                                  <p:stCondLst>
                                    <p:cond delay="0"/>
                                  </p:stCondLst>
                                  <p:childTnLst>
                                    <p:set>
                                      <p:cBhvr>
                                        <p:cTn id="2198" dur="1" fill="hold">
                                          <p:stCondLst>
                                            <p:cond delay="0"/>
                                          </p:stCondLst>
                                        </p:cTn>
                                        <p:tgtEl>
                                          <p:spTgt spid="1104"/>
                                        </p:tgtEl>
                                        <p:attrNameLst>
                                          <p:attrName>style.visibility</p:attrName>
                                        </p:attrNameLst>
                                      </p:cBhvr>
                                      <p:to>
                                        <p:strVal val="visible"/>
                                      </p:to>
                                    </p:set>
                                  </p:childTnLst>
                                </p:cTn>
                              </p:par>
                              <p:par>
                                <p:cTn id="2199" presetID="1" presetClass="entr" presetSubtype="0" fill="hold" nodeType="withEffect">
                                  <p:stCondLst>
                                    <p:cond delay="0"/>
                                  </p:stCondLst>
                                  <p:childTnLst>
                                    <p:set>
                                      <p:cBhvr>
                                        <p:cTn id="2200" dur="1" fill="hold">
                                          <p:stCondLst>
                                            <p:cond delay="0"/>
                                          </p:stCondLst>
                                        </p:cTn>
                                        <p:tgtEl>
                                          <p:spTgt spid="1105"/>
                                        </p:tgtEl>
                                        <p:attrNameLst>
                                          <p:attrName>style.visibility</p:attrName>
                                        </p:attrNameLst>
                                      </p:cBhvr>
                                      <p:to>
                                        <p:strVal val="visible"/>
                                      </p:to>
                                    </p:set>
                                  </p:childTnLst>
                                </p:cTn>
                              </p:par>
                              <p:par>
                                <p:cTn id="2201" presetID="1" presetClass="entr" presetSubtype="0" fill="hold" nodeType="withEffect">
                                  <p:stCondLst>
                                    <p:cond delay="0"/>
                                  </p:stCondLst>
                                  <p:childTnLst>
                                    <p:set>
                                      <p:cBhvr>
                                        <p:cTn id="2202" dur="1" fill="hold">
                                          <p:stCondLst>
                                            <p:cond delay="0"/>
                                          </p:stCondLst>
                                        </p:cTn>
                                        <p:tgtEl>
                                          <p:spTgt spid="1106"/>
                                        </p:tgtEl>
                                        <p:attrNameLst>
                                          <p:attrName>style.visibility</p:attrName>
                                        </p:attrNameLst>
                                      </p:cBhvr>
                                      <p:to>
                                        <p:strVal val="visible"/>
                                      </p:to>
                                    </p:set>
                                  </p:childTnLst>
                                </p:cTn>
                              </p:par>
                              <p:par>
                                <p:cTn id="2203" presetID="1" presetClass="entr" presetSubtype="0" fill="hold" nodeType="withEffect">
                                  <p:stCondLst>
                                    <p:cond delay="0"/>
                                  </p:stCondLst>
                                  <p:childTnLst>
                                    <p:set>
                                      <p:cBhvr>
                                        <p:cTn id="2204" dur="1" fill="hold">
                                          <p:stCondLst>
                                            <p:cond delay="0"/>
                                          </p:stCondLst>
                                        </p:cTn>
                                        <p:tgtEl>
                                          <p:spTgt spid="1107"/>
                                        </p:tgtEl>
                                        <p:attrNameLst>
                                          <p:attrName>style.visibility</p:attrName>
                                        </p:attrNameLst>
                                      </p:cBhvr>
                                      <p:to>
                                        <p:strVal val="visible"/>
                                      </p:to>
                                    </p:set>
                                  </p:childTnLst>
                                </p:cTn>
                              </p:par>
                              <p:par>
                                <p:cTn id="2205" presetID="1" presetClass="entr" presetSubtype="0" fill="hold" nodeType="withEffect">
                                  <p:stCondLst>
                                    <p:cond delay="0"/>
                                  </p:stCondLst>
                                  <p:childTnLst>
                                    <p:set>
                                      <p:cBhvr>
                                        <p:cTn id="2206" dur="1" fill="hold">
                                          <p:stCondLst>
                                            <p:cond delay="0"/>
                                          </p:stCondLst>
                                        </p:cTn>
                                        <p:tgtEl>
                                          <p:spTgt spid="1108"/>
                                        </p:tgtEl>
                                        <p:attrNameLst>
                                          <p:attrName>style.visibility</p:attrName>
                                        </p:attrNameLst>
                                      </p:cBhvr>
                                      <p:to>
                                        <p:strVal val="visible"/>
                                      </p:to>
                                    </p:set>
                                  </p:childTnLst>
                                </p:cTn>
                              </p:par>
                              <p:par>
                                <p:cTn id="2207" presetID="1" presetClass="entr" presetSubtype="0" fill="hold" nodeType="withEffect">
                                  <p:stCondLst>
                                    <p:cond delay="0"/>
                                  </p:stCondLst>
                                  <p:childTnLst>
                                    <p:set>
                                      <p:cBhvr>
                                        <p:cTn id="2208" dur="1" fill="hold">
                                          <p:stCondLst>
                                            <p:cond delay="0"/>
                                          </p:stCondLst>
                                        </p:cTn>
                                        <p:tgtEl>
                                          <p:spTgt spid="1109"/>
                                        </p:tgtEl>
                                        <p:attrNameLst>
                                          <p:attrName>style.visibility</p:attrName>
                                        </p:attrNameLst>
                                      </p:cBhvr>
                                      <p:to>
                                        <p:strVal val="visible"/>
                                      </p:to>
                                    </p:set>
                                  </p:childTnLst>
                                </p:cTn>
                              </p:par>
                              <p:par>
                                <p:cTn id="2209" presetID="1" presetClass="entr" presetSubtype="0" fill="hold" nodeType="withEffect">
                                  <p:stCondLst>
                                    <p:cond delay="0"/>
                                  </p:stCondLst>
                                  <p:childTnLst>
                                    <p:set>
                                      <p:cBhvr>
                                        <p:cTn id="2210" dur="1" fill="hold">
                                          <p:stCondLst>
                                            <p:cond delay="0"/>
                                          </p:stCondLst>
                                        </p:cTn>
                                        <p:tgtEl>
                                          <p:spTgt spid="1110"/>
                                        </p:tgtEl>
                                        <p:attrNameLst>
                                          <p:attrName>style.visibility</p:attrName>
                                        </p:attrNameLst>
                                      </p:cBhvr>
                                      <p:to>
                                        <p:strVal val="visible"/>
                                      </p:to>
                                    </p:set>
                                  </p:childTnLst>
                                </p:cTn>
                              </p:par>
                              <p:par>
                                <p:cTn id="2211" presetID="1" presetClass="entr" presetSubtype="0" fill="hold" nodeType="withEffect">
                                  <p:stCondLst>
                                    <p:cond delay="0"/>
                                  </p:stCondLst>
                                  <p:childTnLst>
                                    <p:set>
                                      <p:cBhvr>
                                        <p:cTn id="2212" dur="1" fill="hold">
                                          <p:stCondLst>
                                            <p:cond delay="0"/>
                                          </p:stCondLst>
                                        </p:cTn>
                                        <p:tgtEl>
                                          <p:spTgt spid="1111"/>
                                        </p:tgtEl>
                                        <p:attrNameLst>
                                          <p:attrName>style.visibility</p:attrName>
                                        </p:attrNameLst>
                                      </p:cBhvr>
                                      <p:to>
                                        <p:strVal val="visible"/>
                                      </p:to>
                                    </p:set>
                                  </p:childTnLst>
                                </p:cTn>
                              </p:par>
                              <p:par>
                                <p:cTn id="2213" presetID="1" presetClass="entr" presetSubtype="0" fill="hold" nodeType="withEffect">
                                  <p:stCondLst>
                                    <p:cond delay="0"/>
                                  </p:stCondLst>
                                  <p:childTnLst>
                                    <p:set>
                                      <p:cBhvr>
                                        <p:cTn id="2214" dur="1" fill="hold">
                                          <p:stCondLst>
                                            <p:cond delay="0"/>
                                          </p:stCondLst>
                                        </p:cTn>
                                        <p:tgtEl>
                                          <p:spTgt spid="1112"/>
                                        </p:tgtEl>
                                        <p:attrNameLst>
                                          <p:attrName>style.visibility</p:attrName>
                                        </p:attrNameLst>
                                      </p:cBhvr>
                                      <p:to>
                                        <p:strVal val="visible"/>
                                      </p:to>
                                    </p:set>
                                  </p:childTnLst>
                                </p:cTn>
                              </p:par>
                              <p:par>
                                <p:cTn id="2215" presetID="1" presetClass="entr" presetSubtype="0" fill="hold" nodeType="withEffect">
                                  <p:stCondLst>
                                    <p:cond delay="0"/>
                                  </p:stCondLst>
                                  <p:childTnLst>
                                    <p:set>
                                      <p:cBhvr>
                                        <p:cTn id="2216" dur="1" fill="hold">
                                          <p:stCondLst>
                                            <p:cond delay="0"/>
                                          </p:stCondLst>
                                        </p:cTn>
                                        <p:tgtEl>
                                          <p:spTgt spid="1113"/>
                                        </p:tgtEl>
                                        <p:attrNameLst>
                                          <p:attrName>style.visibility</p:attrName>
                                        </p:attrNameLst>
                                      </p:cBhvr>
                                      <p:to>
                                        <p:strVal val="visible"/>
                                      </p:to>
                                    </p:set>
                                  </p:childTnLst>
                                </p:cTn>
                              </p:par>
                              <p:par>
                                <p:cTn id="2217" presetID="1" presetClass="entr" presetSubtype="0" fill="hold" nodeType="withEffect">
                                  <p:stCondLst>
                                    <p:cond delay="0"/>
                                  </p:stCondLst>
                                  <p:childTnLst>
                                    <p:set>
                                      <p:cBhvr>
                                        <p:cTn id="2218" dur="1" fill="hold">
                                          <p:stCondLst>
                                            <p:cond delay="0"/>
                                          </p:stCondLst>
                                        </p:cTn>
                                        <p:tgtEl>
                                          <p:spTgt spid="1114"/>
                                        </p:tgtEl>
                                        <p:attrNameLst>
                                          <p:attrName>style.visibility</p:attrName>
                                        </p:attrNameLst>
                                      </p:cBhvr>
                                      <p:to>
                                        <p:strVal val="visible"/>
                                      </p:to>
                                    </p:set>
                                  </p:childTnLst>
                                </p:cTn>
                              </p:par>
                              <p:par>
                                <p:cTn id="2219" presetID="1" presetClass="entr" presetSubtype="0" fill="hold" nodeType="withEffect">
                                  <p:stCondLst>
                                    <p:cond delay="0"/>
                                  </p:stCondLst>
                                  <p:childTnLst>
                                    <p:set>
                                      <p:cBhvr>
                                        <p:cTn id="2220" dur="1" fill="hold">
                                          <p:stCondLst>
                                            <p:cond delay="0"/>
                                          </p:stCondLst>
                                        </p:cTn>
                                        <p:tgtEl>
                                          <p:spTgt spid="1115"/>
                                        </p:tgtEl>
                                        <p:attrNameLst>
                                          <p:attrName>style.visibility</p:attrName>
                                        </p:attrNameLst>
                                      </p:cBhvr>
                                      <p:to>
                                        <p:strVal val="visible"/>
                                      </p:to>
                                    </p:set>
                                  </p:childTnLst>
                                </p:cTn>
                              </p:par>
                              <p:par>
                                <p:cTn id="2221" presetID="1" presetClass="entr" presetSubtype="0" fill="hold" nodeType="withEffect">
                                  <p:stCondLst>
                                    <p:cond delay="0"/>
                                  </p:stCondLst>
                                  <p:childTnLst>
                                    <p:set>
                                      <p:cBhvr>
                                        <p:cTn id="2222" dur="1" fill="hold">
                                          <p:stCondLst>
                                            <p:cond delay="0"/>
                                          </p:stCondLst>
                                        </p:cTn>
                                        <p:tgtEl>
                                          <p:spTgt spid="1116"/>
                                        </p:tgtEl>
                                        <p:attrNameLst>
                                          <p:attrName>style.visibility</p:attrName>
                                        </p:attrNameLst>
                                      </p:cBhvr>
                                      <p:to>
                                        <p:strVal val="visible"/>
                                      </p:to>
                                    </p:set>
                                  </p:childTnLst>
                                </p:cTn>
                              </p:par>
                              <p:par>
                                <p:cTn id="2223" presetID="1" presetClass="entr" presetSubtype="0" fill="hold" nodeType="withEffect">
                                  <p:stCondLst>
                                    <p:cond delay="0"/>
                                  </p:stCondLst>
                                  <p:childTnLst>
                                    <p:set>
                                      <p:cBhvr>
                                        <p:cTn id="2224" dur="1" fill="hold">
                                          <p:stCondLst>
                                            <p:cond delay="0"/>
                                          </p:stCondLst>
                                        </p:cTn>
                                        <p:tgtEl>
                                          <p:spTgt spid="1117"/>
                                        </p:tgtEl>
                                        <p:attrNameLst>
                                          <p:attrName>style.visibility</p:attrName>
                                        </p:attrNameLst>
                                      </p:cBhvr>
                                      <p:to>
                                        <p:strVal val="visible"/>
                                      </p:to>
                                    </p:set>
                                  </p:childTnLst>
                                </p:cTn>
                              </p:par>
                              <p:par>
                                <p:cTn id="2225" presetID="1" presetClass="entr" presetSubtype="0" fill="hold" nodeType="withEffect">
                                  <p:stCondLst>
                                    <p:cond delay="0"/>
                                  </p:stCondLst>
                                  <p:childTnLst>
                                    <p:set>
                                      <p:cBhvr>
                                        <p:cTn id="2226" dur="1" fill="hold">
                                          <p:stCondLst>
                                            <p:cond delay="0"/>
                                          </p:stCondLst>
                                        </p:cTn>
                                        <p:tgtEl>
                                          <p:spTgt spid="1118"/>
                                        </p:tgtEl>
                                        <p:attrNameLst>
                                          <p:attrName>style.visibility</p:attrName>
                                        </p:attrNameLst>
                                      </p:cBhvr>
                                      <p:to>
                                        <p:strVal val="visible"/>
                                      </p:to>
                                    </p:set>
                                  </p:childTnLst>
                                </p:cTn>
                              </p:par>
                              <p:par>
                                <p:cTn id="2227" presetID="1" presetClass="entr" presetSubtype="0" fill="hold" nodeType="withEffect">
                                  <p:stCondLst>
                                    <p:cond delay="0"/>
                                  </p:stCondLst>
                                  <p:childTnLst>
                                    <p:set>
                                      <p:cBhvr>
                                        <p:cTn id="2228" dur="1" fill="hold">
                                          <p:stCondLst>
                                            <p:cond delay="0"/>
                                          </p:stCondLst>
                                        </p:cTn>
                                        <p:tgtEl>
                                          <p:spTgt spid="1119"/>
                                        </p:tgtEl>
                                        <p:attrNameLst>
                                          <p:attrName>style.visibility</p:attrName>
                                        </p:attrNameLst>
                                      </p:cBhvr>
                                      <p:to>
                                        <p:strVal val="visible"/>
                                      </p:to>
                                    </p:set>
                                  </p:childTnLst>
                                </p:cTn>
                              </p:par>
                              <p:par>
                                <p:cTn id="2229" presetID="1" presetClass="entr" presetSubtype="0" fill="hold" nodeType="withEffect">
                                  <p:stCondLst>
                                    <p:cond delay="0"/>
                                  </p:stCondLst>
                                  <p:childTnLst>
                                    <p:set>
                                      <p:cBhvr>
                                        <p:cTn id="2230" dur="1" fill="hold">
                                          <p:stCondLst>
                                            <p:cond delay="0"/>
                                          </p:stCondLst>
                                        </p:cTn>
                                        <p:tgtEl>
                                          <p:spTgt spid="1120"/>
                                        </p:tgtEl>
                                        <p:attrNameLst>
                                          <p:attrName>style.visibility</p:attrName>
                                        </p:attrNameLst>
                                      </p:cBhvr>
                                      <p:to>
                                        <p:strVal val="visible"/>
                                      </p:to>
                                    </p:set>
                                  </p:childTnLst>
                                </p:cTn>
                              </p:par>
                              <p:par>
                                <p:cTn id="2231" presetID="1" presetClass="entr" presetSubtype="0" fill="hold" nodeType="withEffect">
                                  <p:stCondLst>
                                    <p:cond delay="0"/>
                                  </p:stCondLst>
                                  <p:childTnLst>
                                    <p:set>
                                      <p:cBhvr>
                                        <p:cTn id="2232" dur="1" fill="hold">
                                          <p:stCondLst>
                                            <p:cond delay="0"/>
                                          </p:stCondLst>
                                        </p:cTn>
                                        <p:tgtEl>
                                          <p:spTgt spid="1121"/>
                                        </p:tgtEl>
                                        <p:attrNameLst>
                                          <p:attrName>style.visibility</p:attrName>
                                        </p:attrNameLst>
                                      </p:cBhvr>
                                      <p:to>
                                        <p:strVal val="visible"/>
                                      </p:to>
                                    </p:set>
                                  </p:childTnLst>
                                </p:cTn>
                              </p:par>
                              <p:par>
                                <p:cTn id="2233" presetID="1" presetClass="entr" presetSubtype="0" fill="hold" nodeType="withEffect">
                                  <p:stCondLst>
                                    <p:cond delay="0"/>
                                  </p:stCondLst>
                                  <p:childTnLst>
                                    <p:set>
                                      <p:cBhvr>
                                        <p:cTn id="2234" dur="1" fill="hold">
                                          <p:stCondLst>
                                            <p:cond delay="0"/>
                                          </p:stCondLst>
                                        </p:cTn>
                                        <p:tgtEl>
                                          <p:spTgt spid="1122"/>
                                        </p:tgtEl>
                                        <p:attrNameLst>
                                          <p:attrName>style.visibility</p:attrName>
                                        </p:attrNameLst>
                                      </p:cBhvr>
                                      <p:to>
                                        <p:strVal val="visible"/>
                                      </p:to>
                                    </p:set>
                                  </p:childTnLst>
                                </p:cTn>
                              </p:par>
                              <p:par>
                                <p:cTn id="2235" presetID="1" presetClass="entr" presetSubtype="0" fill="hold" nodeType="withEffect">
                                  <p:stCondLst>
                                    <p:cond delay="0"/>
                                  </p:stCondLst>
                                  <p:childTnLst>
                                    <p:set>
                                      <p:cBhvr>
                                        <p:cTn id="2236" dur="1" fill="hold">
                                          <p:stCondLst>
                                            <p:cond delay="0"/>
                                          </p:stCondLst>
                                        </p:cTn>
                                        <p:tgtEl>
                                          <p:spTgt spid="1123"/>
                                        </p:tgtEl>
                                        <p:attrNameLst>
                                          <p:attrName>style.visibility</p:attrName>
                                        </p:attrNameLst>
                                      </p:cBhvr>
                                      <p:to>
                                        <p:strVal val="visible"/>
                                      </p:to>
                                    </p:set>
                                  </p:childTnLst>
                                </p:cTn>
                              </p:par>
                              <p:par>
                                <p:cTn id="2237" presetID="1" presetClass="entr" presetSubtype="0" fill="hold" nodeType="withEffect">
                                  <p:stCondLst>
                                    <p:cond delay="0"/>
                                  </p:stCondLst>
                                  <p:childTnLst>
                                    <p:set>
                                      <p:cBhvr>
                                        <p:cTn id="2238" dur="1" fill="hold">
                                          <p:stCondLst>
                                            <p:cond delay="0"/>
                                          </p:stCondLst>
                                        </p:cTn>
                                        <p:tgtEl>
                                          <p:spTgt spid="1124"/>
                                        </p:tgtEl>
                                        <p:attrNameLst>
                                          <p:attrName>style.visibility</p:attrName>
                                        </p:attrNameLst>
                                      </p:cBhvr>
                                      <p:to>
                                        <p:strVal val="visible"/>
                                      </p:to>
                                    </p:set>
                                  </p:childTnLst>
                                </p:cTn>
                              </p:par>
                              <p:par>
                                <p:cTn id="2239" presetID="1" presetClass="entr" presetSubtype="0" fill="hold" nodeType="withEffect">
                                  <p:stCondLst>
                                    <p:cond delay="0"/>
                                  </p:stCondLst>
                                  <p:childTnLst>
                                    <p:set>
                                      <p:cBhvr>
                                        <p:cTn id="2240" dur="1" fill="hold">
                                          <p:stCondLst>
                                            <p:cond delay="0"/>
                                          </p:stCondLst>
                                        </p:cTn>
                                        <p:tgtEl>
                                          <p:spTgt spid="1125"/>
                                        </p:tgtEl>
                                        <p:attrNameLst>
                                          <p:attrName>style.visibility</p:attrName>
                                        </p:attrNameLst>
                                      </p:cBhvr>
                                      <p:to>
                                        <p:strVal val="visible"/>
                                      </p:to>
                                    </p:set>
                                  </p:childTnLst>
                                </p:cTn>
                              </p:par>
                              <p:par>
                                <p:cTn id="2241" presetID="1" presetClass="entr" presetSubtype="0" fill="hold" nodeType="withEffect">
                                  <p:stCondLst>
                                    <p:cond delay="0"/>
                                  </p:stCondLst>
                                  <p:childTnLst>
                                    <p:set>
                                      <p:cBhvr>
                                        <p:cTn id="2242" dur="1" fill="hold">
                                          <p:stCondLst>
                                            <p:cond delay="0"/>
                                          </p:stCondLst>
                                        </p:cTn>
                                        <p:tgtEl>
                                          <p:spTgt spid="1126"/>
                                        </p:tgtEl>
                                        <p:attrNameLst>
                                          <p:attrName>style.visibility</p:attrName>
                                        </p:attrNameLst>
                                      </p:cBhvr>
                                      <p:to>
                                        <p:strVal val="visible"/>
                                      </p:to>
                                    </p:set>
                                  </p:childTnLst>
                                </p:cTn>
                              </p:par>
                              <p:par>
                                <p:cTn id="2243" presetID="1" presetClass="entr" presetSubtype="0" fill="hold" nodeType="withEffect">
                                  <p:stCondLst>
                                    <p:cond delay="0"/>
                                  </p:stCondLst>
                                  <p:childTnLst>
                                    <p:set>
                                      <p:cBhvr>
                                        <p:cTn id="2244" dur="1" fill="hold">
                                          <p:stCondLst>
                                            <p:cond delay="0"/>
                                          </p:stCondLst>
                                        </p:cTn>
                                        <p:tgtEl>
                                          <p:spTgt spid="1127"/>
                                        </p:tgtEl>
                                        <p:attrNameLst>
                                          <p:attrName>style.visibility</p:attrName>
                                        </p:attrNameLst>
                                      </p:cBhvr>
                                      <p:to>
                                        <p:strVal val="visible"/>
                                      </p:to>
                                    </p:set>
                                  </p:childTnLst>
                                </p:cTn>
                              </p:par>
                              <p:par>
                                <p:cTn id="2245" presetID="1" presetClass="entr" presetSubtype="0" fill="hold" nodeType="withEffect">
                                  <p:stCondLst>
                                    <p:cond delay="0"/>
                                  </p:stCondLst>
                                  <p:childTnLst>
                                    <p:set>
                                      <p:cBhvr>
                                        <p:cTn id="2246" dur="1" fill="hold">
                                          <p:stCondLst>
                                            <p:cond delay="0"/>
                                          </p:stCondLst>
                                        </p:cTn>
                                        <p:tgtEl>
                                          <p:spTgt spid="1128"/>
                                        </p:tgtEl>
                                        <p:attrNameLst>
                                          <p:attrName>style.visibility</p:attrName>
                                        </p:attrNameLst>
                                      </p:cBhvr>
                                      <p:to>
                                        <p:strVal val="visible"/>
                                      </p:to>
                                    </p:set>
                                  </p:childTnLst>
                                </p:cTn>
                              </p:par>
                              <p:par>
                                <p:cTn id="2247" presetID="1" presetClass="entr" presetSubtype="0" fill="hold" nodeType="withEffect">
                                  <p:stCondLst>
                                    <p:cond delay="0"/>
                                  </p:stCondLst>
                                  <p:childTnLst>
                                    <p:set>
                                      <p:cBhvr>
                                        <p:cTn id="2248" dur="1" fill="hold">
                                          <p:stCondLst>
                                            <p:cond delay="0"/>
                                          </p:stCondLst>
                                        </p:cTn>
                                        <p:tgtEl>
                                          <p:spTgt spid="1129"/>
                                        </p:tgtEl>
                                        <p:attrNameLst>
                                          <p:attrName>style.visibility</p:attrName>
                                        </p:attrNameLst>
                                      </p:cBhvr>
                                      <p:to>
                                        <p:strVal val="visible"/>
                                      </p:to>
                                    </p:set>
                                  </p:childTnLst>
                                </p:cTn>
                              </p:par>
                              <p:par>
                                <p:cTn id="2249" presetID="1" presetClass="entr" presetSubtype="0" fill="hold" nodeType="withEffect">
                                  <p:stCondLst>
                                    <p:cond delay="0"/>
                                  </p:stCondLst>
                                  <p:childTnLst>
                                    <p:set>
                                      <p:cBhvr>
                                        <p:cTn id="2250" dur="1" fill="hold">
                                          <p:stCondLst>
                                            <p:cond delay="0"/>
                                          </p:stCondLst>
                                        </p:cTn>
                                        <p:tgtEl>
                                          <p:spTgt spid="1130"/>
                                        </p:tgtEl>
                                        <p:attrNameLst>
                                          <p:attrName>style.visibility</p:attrName>
                                        </p:attrNameLst>
                                      </p:cBhvr>
                                      <p:to>
                                        <p:strVal val="visible"/>
                                      </p:to>
                                    </p:set>
                                  </p:childTnLst>
                                </p:cTn>
                              </p:par>
                              <p:par>
                                <p:cTn id="2251" presetID="1" presetClass="entr" presetSubtype="0" fill="hold" nodeType="withEffect">
                                  <p:stCondLst>
                                    <p:cond delay="0"/>
                                  </p:stCondLst>
                                  <p:childTnLst>
                                    <p:set>
                                      <p:cBhvr>
                                        <p:cTn id="2252" dur="1" fill="hold">
                                          <p:stCondLst>
                                            <p:cond delay="0"/>
                                          </p:stCondLst>
                                        </p:cTn>
                                        <p:tgtEl>
                                          <p:spTgt spid="1131"/>
                                        </p:tgtEl>
                                        <p:attrNameLst>
                                          <p:attrName>style.visibility</p:attrName>
                                        </p:attrNameLst>
                                      </p:cBhvr>
                                      <p:to>
                                        <p:strVal val="visible"/>
                                      </p:to>
                                    </p:set>
                                  </p:childTnLst>
                                </p:cTn>
                              </p:par>
                              <p:par>
                                <p:cTn id="2253" presetID="1" presetClass="entr" presetSubtype="0" fill="hold" nodeType="withEffect">
                                  <p:stCondLst>
                                    <p:cond delay="0"/>
                                  </p:stCondLst>
                                  <p:childTnLst>
                                    <p:set>
                                      <p:cBhvr>
                                        <p:cTn id="2254" dur="1" fill="hold">
                                          <p:stCondLst>
                                            <p:cond delay="0"/>
                                          </p:stCondLst>
                                        </p:cTn>
                                        <p:tgtEl>
                                          <p:spTgt spid="1132"/>
                                        </p:tgtEl>
                                        <p:attrNameLst>
                                          <p:attrName>style.visibility</p:attrName>
                                        </p:attrNameLst>
                                      </p:cBhvr>
                                      <p:to>
                                        <p:strVal val="visible"/>
                                      </p:to>
                                    </p:set>
                                  </p:childTnLst>
                                </p:cTn>
                              </p:par>
                              <p:par>
                                <p:cTn id="2255" presetID="1" presetClass="entr" presetSubtype="0" fill="hold" nodeType="withEffect">
                                  <p:stCondLst>
                                    <p:cond delay="0"/>
                                  </p:stCondLst>
                                  <p:childTnLst>
                                    <p:set>
                                      <p:cBhvr>
                                        <p:cTn id="2256" dur="1" fill="hold">
                                          <p:stCondLst>
                                            <p:cond delay="0"/>
                                          </p:stCondLst>
                                        </p:cTn>
                                        <p:tgtEl>
                                          <p:spTgt spid="1133"/>
                                        </p:tgtEl>
                                        <p:attrNameLst>
                                          <p:attrName>style.visibility</p:attrName>
                                        </p:attrNameLst>
                                      </p:cBhvr>
                                      <p:to>
                                        <p:strVal val="visible"/>
                                      </p:to>
                                    </p:set>
                                  </p:childTnLst>
                                </p:cTn>
                              </p:par>
                              <p:par>
                                <p:cTn id="2257" presetID="1" presetClass="entr" presetSubtype="0" fill="hold" nodeType="withEffect">
                                  <p:stCondLst>
                                    <p:cond delay="0"/>
                                  </p:stCondLst>
                                  <p:childTnLst>
                                    <p:set>
                                      <p:cBhvr>
                                        <p:cTn id="2258" dur="1" fill="hold">
                                          <p:stCondLst>
                                            <p:cond delay="0"/>
                                          </p:stCondLst>
                                        </p:cTn>
                                        <p:tgtEl>
                                          <p:spTgt spid="1134"/>
                                        </p:tgtEl>
                                        <p:attrNameLst>
                                          <p:attrName>style.visibility</p:attrName>
                                        </p:attrNameLst>
                                      </p:cBhvr>
                                      <p:to>
                                        <p:strVal val="visible"/>
                                      </p:to>
                                    </p:set>
                                  </p:childTnLst>
                                </p:cTn>
                              </p:par>
                              <p:par>
                                <p:cTn id="2259" presetID="1" presetClass="entr" presetSubtype="0" fill="hold" nodeType="withEffect">
                                  <p:stCondLst>
                                    <p:cond delay="0"/>
                                  </p:stCondLst>
                                  <p:childTnLst>
                                    <p:set>
                                      <p:cBhvr>
                                        <p:cTn id="2260" dur="1" fill="hold">
                                          <p:stCondLst>
                                            <p:cond delay="0"/>
                                          </p:stCondLst>
                                        </p:cTn>
                                        <p:tgtEl>
                                          <p:spTgt spid="1135"/>
                                        </p:tgtEl>
                                        <p:attrNameLst>
                                          <p:attrName>style.visibility</p:attrName>
                                        </p:attrNameLst>
                                      </p:cBhvr>
                                      <p:to>
                                        <p:strVal val="visible"/>
                                      </p:to>
                                    </p:set>
                                  </p:childTnLst>
                                </p:cTn>
                              </p:par>
                              <p:par>
                                <p:cTn id="2261" presetID="1" presetClass="entr" presetSubtype="0" fill="hold" nodeType="withEffect">
                                  <p:stCondLst>
                                    <p:cond delay="0"/>
                                  </p:stCondLst>
                                  <p:childTnLst>
                                    <p:set>
                                      <p:cBhvr>
                                        <p:cTn id="2262" dur="1" fill="hold">
                                          <p:stCondLst>
                                            <p:cond delay="0"/>
                                          </p:stCondLst>
                                        </p:cTn>
                                        <p:tgtEl>
                                          <p:spTgt spid="1136"/>
                                        </p:tgtEl>
                                        <p:attrNameLst>
                                          <p:attrName>style.visibility</p:attrName>
                                        </p:attrNameLst>
                                      </p:cBhvr>
                                      <p:to>
                                        <p:strVal val="visible"/>
                                      </p:to>
                                    </p:set>
                                  </p:childTnLst>
                                </p:cTn>
                              </p:par>
                              <p:par>
                                <p:cTn id="2263" presetID="1" presetClass="entr" presetSubtype="0" fill="hold" nodeType="withEffect">
                                  <p:stCondLst>
                                    <p:cond delay="0"/>
                                  </p:stCondLst>
                                  <p:childTnLst>
                                    <p:set>
                                      <p:cBhvr>
                                        <p:cTn id="2264" dur="1" fill="hold">
                                          <p:stCondLst>
                                            <p:cond delay="0"/>
                                          </p:stCondLst>
                                        </p:cTn>
                                        <p:tgtEl>
                                          <p:spTgt spid="1137"/>
                                        </p:tgtEl>
                                        <p:attrNameLst>
                                          <p:attrName>style.visibility</p:attrName>
                                        </p:attrNameLst>
                                      </p:cBhvr>
                                      <p:to>
                                        <p:strVal val="visible"/>
                                      </p:to>
                                    </p:set>
                                  </p:childTnLst>
                                </p:cTn>
                              </p:par>
                              <p:par>
                                <p:cTn id="2265" presetID="1" presetClass="entr" presetSubtype="0" fill="hold" nodeType="withEffect">
                                  <p:stCondLst>
                                    <p:cond delay="0"/>
                                  </p:stCondLst>
                                  <p:childTnLst>
                                    <p:set>
                                      <p:cBhvr>
                                        <p:cTn id="2266" dur="1" fill="hold">
                                          <p:stCondLst>
                                            <p:cond delay="0"/>
                                          </p:stCondLst>
                                        </p:cTn>
                                        <p:tgtEl>
                                          <p:spTgt spid="1138"/>
                                        </p:tgtEl>
                                        <p:attrNameLst>
                                          <p:attrName>style.visibility</p:attrName>
                                        </p:attrNameLst>
                                      </p:cBhvr>
                                      <p:to>
                                        <p:strVal val="visible"/>
                                      </p:to>
                                    </p:set>
                                  </p:childTnLst>
                                </p:cTn>
                              </p:par>
                              <p:par>
                                <p:cTn id="2267" presetID="1" presetClass="entr" presetSubtype="0" fill="hold" nodeType="withEffect">
                                  <p:stCondLst>
                                    <p:cond delay="0"/>
                                  </p:stCondLst>
                                  <p:childTnLst>
                                    <p:set>
                                      <p:cBhvr>
                                        <p:cTn id="2268" dur="1" fill="hold">
                                          <p:stCondLst>
                                            <p:cond delay="0"/>
                                          </p:stCondLst>
                                        </p:cTn>
                                        <p:tgtEl>
                                          <p:spTgt spid="1139"/>
                                        </p:tgtEl>
                                        <p:attrNameLst>
                                          <p:attrName>style.visibility</p:attrName>
                                        </p:attrNameLst>
                                      </p:cBhvr>
                                      <p:to>
                                        <p:strVal val="visible"/>
                                      </p:to>
                                    </p:set>
                                  </p:childTnLst>
                                </p:cTn>
                              </p:par>
                              <p:par>
                                <p:cTn id="2269" presetID="1" presetClass="entr" presetSubtype="0" fill="hold" nodeType="withEffect">
                                  <p:stCondLst>
                                    <p:cond delay="0"/>
                                  </p:stCondLst>
                                  <p:childTnLst>
                                    <p:set>
                                      <p:cBhvr>
                                        <p:cTn id="2270" dur="1" fill="hold">
                                          <p:stCondLst>
                                            <p:cond delay="0"/>
                                          </p:stCondLst>
                                        </p:cTn>
                                        <p:tgtEl>
                                          <p:spTgt spid="1140"/>
                                        </p:tgtEl>
                                        <p:attrNameLst>
                                          <p:attrName>style.visibility</p:attrName>
                                        </p:attrNameLst>
                                      </p:cBhvr>
                                      <p:to>
                                        <p:strVal val="visible"/>
                                      </p:to>
                                    </p:set>
                                  </p:childTnLst>
                                </p:cTn>
                              </p:par>
                              <p:par>
                                <p:cTn id="2271" presetID="1" presetClass="entr" presetSubtype="0" fill="hold" nodeType="withEffect">
                                  <p:stCondLst>
                                    <p:cond delay="0"/>
                                  </p:stCondLst>
                                  <p:childTnLst>
                                    <p:set>
                                      <p:cBhvr>
                                        <p:cTn id="2272" dur="1" fill="hold">
                                          <p:stCondLst>
                                            <p:cond delay="0"/>
                                          </p:stCondLst>
                                        </p:cTn>
                                        <p:tgtEl>
                                          <p:spTgt spid="1141"/>
                                        </p:tgtEl>
                                        <p:attrNameLst>
                                          <p:attrName>style.visibility</p:attrName>
                                        </p:attrNameLst>
                                      </p:cBhvr>
                                      <p:to>
                                        <p:strVal val="visible"/>
                                      </p:to>
                                    </p:set>
                                  </p:childTnLst>
                                </p:cTn>
                              </p:par>
                              <p:par>
                                <p:cTn id="2273" presetID="1" presetClass="entr" presetSubtype="0" fill="hold" nodeType="withEffect">
                                  <p:stCondLst>
                                    <p:cond delay="0"/>
                                  </p:stCondLst>
                                  <p:childTnLst>
                                    <p:set>
                                      <p:cBhvr>
                                        <p:cTn id="2274" dur="1" fill="hold">
                                          <p:stCondLst>
                                            <p:cond delay="0"/>
                                          </p:stCondLst>
                                        </p:cTn>
                                        <p:tgtEl>
                                          <p:spTgt spid="1142"/>
                                        </p:tgtEl>
                                        <p:attrNameLst>
                                          <p:attrName>style.visibility</p:attrName>
                                        </p:attrNameLst>
                                      </p:cBhvr>
                                      <p:to>
                                        <p:strVal val="visible"/>
                                      </p:to>
                                    </p:set>
                                  </p:childTnLst>
                                </p:cTn>
                              </p:par>
                              <p:par>
                                <p:cTn id="2275" presetID="1" presetClass="entr" presetSubtype="0" fill="hold" nodeType="withEffect">
                                  <p:stCondLst>
                                    <p:cond delay="0"/>
                                  </p:stCondLst>
                                  <p:childTnLst>
                                    <p:set>
                                      <p:cBhvr>
                                        <p:cTn id="2276" dur="1" fill="hold">
                                          <p:stCondLst>
                                            <p:cond delay="0"/>
                                          </p:stCondLst>
                                        </p:cTn>
                                        <p:tgtEl>
                                          <p:spTgt spid="1143"/>
                                        </p:tgtEl>
                                        <p:attrNameLst>
                                          <p:attrName>style.visibility</p:attrName>
                                        </p:attrNameLst>
                                      </p:cBhvr>
                                      <p:to>
                                        <p:strVal val="visible"/>
                                      </p:to>
                                    </p:set>
                                  </p:childTnLst>
                                </p:cTn>
                              </p:par>
                              <p:par>
                                <p:cTn id="2277" presetID="1" presetClass="entr" presetSubtype="0" fill="hold" nodeType="withEffect">
                                  <p:stCondLst>
                                    <p:cond delay="0"/>
                                  </p:stCondLst>
                                  <p:childTnLst>
                                    <p:set>
                                      <p:cBhvr>
                                        <p:cTn id="2278" dur="1" fill="hold">
                                          <p:stCondLst>
                                            <p:cond delay="0"/>
                                          </p:stCondLst>
                                        </p:cTn>
                                        <p:tgtEl>
                                          <p:spTgt spid="1144"/>
                                        </p:tgtEl>
                                        <p:attrNameLst>
                                          <p:attrName>style.visibility</p:attrName>
                                        </p:attrNameLst>
                                      </p:cBhvr>
                                      <p:to>
                                        <p:strVal val="visible"/>
                                      </p:to>
                                    </p:set>
                                  </p:childTnLst>
                                </p:cTn>
                              </p:par>
                              <p:par>
                                <p:cTn id="2279" presetID="1" presetClass="entr" presetSubtype="0" fill="hold" nodeType="withEffect">
                                  <p:stCondLst>
                                    <p:cond delay="0"/>
                                  </p:stCondLst>
                                  <p:childTnLst>
                                    <p:set>
                                      <p:cBhvr>
                                        <p:cTn id="2280" dur="1" fill="hold">
                                          <p:stCondLst>
                                            <p:cond delay="0"/>
                                          </p:stCondLst>
                                        </p:cTn>
                                        <p:tgtEl>
                                          <p:spTgt spid="1145"/>
                                        </p:tgtEl>
                                        <p:attrNameLst>
                                          <p:attrName>style.visibility</p:attrName>
                                        </p:attrNameLst>
                                      </p:cBhvr>
                                      <p:to>
                                        <p:strVal val="visible"/>
                                      </p:to>
                                    </p:set>
                                  </p:childTnLst>
                                </p:cTn>
                              </p:par>
                              <p:par>
                                <p:cTn id="2281" presetID="1" presetClass="entr" presetSubtype="0" fill="hold" nodeType="withEffect">
                                  <p:stCondLst>
                                    <p:cond delay="0"/>
                                  </p:stCondLst>
                                  <p:childTnLst>
                                    <p:set>
                                      <p:cBhvr>
                                        <p:cTn id="2282" dur="1" fill="hold">
                                          <p:stCondLst>
                                            <p:cond delay="0"/>
                                          </p:stCondLst>
                                        </p:cTn>
                                        <p:tgtEl>
                                          <p:spTgt spid="1146"/>
                                        </p:tgtEl>
                                        <p:attrNameLst>
                                          <p:attrName>style.visibility</p:attrName>
                                        </p:attrNameLst>
                                      </p:cBhvr>
                                      <p:to>
                                        <p:strVal val="visible"/>
                                      </p:to>
                                    </p:set>
                                  </p:childTnLst>
                                </p:cTn>
                              </p:par>
                              <p:par>
                                <p:cTn id="2283" presetID="1" presetClass="entr" presetSubtype="0" fill="hold" nodeType="withEffect">
                                  <p:stCondLst>
                                    <p:cond delay="0"/>
                                  </p:stCondLst>
                                  <p:childTnLst>
                                    <p:set>
                                      <p:cBhvr>
                                        <p:cTn id="2284" dur="1" fill="hold">
                                          <p:stCondLst>
                                            <p:cond delay="0"/>
                                          </p:stCondLst>
                                        </p:cTn>
                                        <p:tgtEl>
                                          <p:spTgt spid="1147"/>
                                        </p:tgtEl>
                                        <p:attrNameLst>
                                          <p:attrName>style.visibility</p:attrName>
                                        </p:attrNameLst>
                                      </p:cBhvr>
                                      <p:to>
                                        <p:strVal val="visible"/>
                                      </p:to>
                                    </p:set>
                                  </p:childTnLst>
                                </p:cTn>
                              </p:par>
                              <p:par>
                                <p:cTn id="2285" presetID="1" presetClass="entr" presetSubtype="0" fill="hold" nodeType="withEffect">
                                  <p:stCondLst>
                                    <p:cond delay="0"/>
                                  </p:stCondLst>
                                  <p:childTnLst>
                                    <p:set>
                                      <p:cBhvr>
                                        <p:cTn id="2286" dur="1" fill="hold">
                                          <p:stCondLst>
                                            <p:cond delay="0"/>
                                          </p:stCondLst>
                                        </p:cTn>
                                        <p:tgtEl>
                                          <p:spTgt spid="1148"/>
                                        </p:tgtEl>
                                        <p:attrNameLst>
                                          <p:attrName>style.visibility</p:attrName>
                                        </p:attrNameLst>
                                      </p:cBhvr>
                                      <p:to>
                                        <p:strVal val="visible"/>
                                      </p:to>
                                    </p:set>
                                  </p:childTnLst>
                                </p:cTn>
                              </p:par>
                              <p:par>
                                <p:cTn id="2287" presetID="1" presetClass="entr" presetSubtype="0" fill="hold" nodeType="withEffect">
                                  <p:stCondLst>
                                    <p:cond delay="0"/>
                                  </p:stCondLst>
                                  <p:childTnLst>
                                    <p:set>
                                      <p:cBhvr>
                                        <p:cTn id="2288" dur="1" fill="hold">
                                          <p:stCondLst>
                                            <p:cond delay="0"/>
                                          </p:stCondLst>
                                        </p:cTn>
                                        <p:tgtEl>
                                          <p:spTgt spid="1149"/>
                                        </p:tgtEl>
                                        <p:attrNameLst>
                                          <p:attrName>style.visibility</p:attrName>
                                        </p:attrNameLst>
                                      </p:cBhvr>
                                      <p:to>
                                        <p:strVal val="visible"/>
                                      </p:to>
                                    </p:set>
                                  </p:childTnLst>
                                </p:cTn>
                              </p:par>
                              <p:par>
                                <p:cTn id="2289" presetID="1" presetClass="entr" presetSubtype="0" fill="hold" nodeType="withEffect">
                                  <p:stCondLst>
                                    <p:cond delay="0"/>
                                  </p:stCondLst>
                                  <p:childTnLst>
                                    <p:set>
                                      <p:cBhvr>
                                        <p:cTn id="2290" dur="1" fill="hold">
                                          <p:stCondLst>
                                            <p:cond delay="0"/>
                                          </p:stCondLst>
                                        </p:cTn>
                                        <p:tgtEl>
                                          <p:spTgt spid="1150"/>
                                        </p:tgtEl>
                                        <p:attrNameLst>
                                          <p:attrName>style.visibility</p:attrName>
                                        </p:attrNameLst>
                                      </p:cBhvr>
                                      <p:to>
                                        <p:strVal val="visible"/>
                                      </p:to>
                                    </p:set>
                                  </p:childTnLst>
                                </p:cTn>
                              </p:par>
                              <p:par>
                                <p:cTn id="2291" presetID="1" presetClass="entr" presetSubtype="0" fill="hold" nodeType="withEffect">
                                  <p:stCondLst>
                                    <p:cond delay="0"/>
                                  </p:stCondLst>
                                  <p:childTnLst>
                                    <p:set>
                                      <p:cBhvr>
                                        <p:cTn id="2292" dur="1" fill="hold">
                                          <p:stCondLst>
                                            <p:cond delay="0"/>
                                          </p:stCondLst>
                                        </p:cTn>
                                        <p:tgtEl>
                                          <p:spTgt spid="1151"/>
                                        </p:tgtEl>
                                        <p:attrNameLst>
                                          <p:attrName>style.visibility</p:attrName>
                                        </p:attrNameLst>
                                      </p:cBhvr>
                                      <p:to>
                                        <p:strVal val="visible"/>
                                      </p:to>
                                    </p:set>
                                  </p:childTnLst>
                                </p:cTn>
                              </p:par>
                              <p:par>
                                <p:cTn id="2293" presetID="1" presetClass="entr" presetSubtype="0" fill="hold" nodeType="withEffect">
                                  <p:stCondLst>
                                    <p:cond delay="0"/>
                                  </p:stCondLst>
                                  <p:childTnLst>
                                    <p:set>
                                      <p:cBhvr>
                                        <p:cTn id="2294" dur="1" fill="hold">
                                          <p:stCondLst>
                                            <p:cond delay="0"/>
                                          </p:stCondLst>
                                        </p:cTn>
                                        <p:tgtEl>
                                          <p:spTgt spid="1152"/>
                                        </p:tgtEl>
                                        <p:attrNameLst>
                                          <p:attrName>style.visibility</p:attrName>
                                        </p:attrNameLst>
                                      </p:cBhvr>
                                      <p:to>
                                        <p:strVal val="visible"/>
                                      </p:to>
                                    </p:set>
                                  </p:childTnLst>
                                </p:cTn>
                              </p:par>
                              <p:par>
                                <p:cTn id="2295" presetID="1" presetClass="entr" presetSubtype="0" fill="hold" nodeType="withEffect">
                                  <p:stCondLst>
                                    <p:cond delay="0"/>
                                  </p:stCondLst>
                                  <p:childTnLst>
                                    <p:set>
                                      <p:cBhvr>
                                        <p:cTn id="2296" dur="1" fill="hold">
                                          <p:stCondLst>
                                            <p:cond delay="0"/>
                                          </p:stCondLst>
                                        </p:cTn>
                                        <p:tgtEl>
                                          <p:spTgt spid="1153"/>
                                        </p:tgtEl>
                                        <p:attrNameLst>
                                          <p:attrName>style.visibility</p:attrName>
                                        </p:attrNameLst>
                                      </p:cBhvr>
                                      <p:to>
                                        <p:strVal val="visible"/>
                                      </p:to>
                                    </p:set>
                                  </p:childTnLst>
                                </p:cTn>
                              </p:par>
                              <p:par>
                                <p:cTn id="2297" presetID="1" presetClass="entr" presetSubtype="0" fill="hold" nodeType="withEffect">
                                  <p:stCondLst>
                                    <p:cond delay="0"/>
                                  </p:stCondLst>
                                  <p:childTnLst>
                                    <p:set>
                                      <p:cBhvr>
                                        <p:cTn id="2298" dur="1" fill="hold">
                                          <p:stCondLst>
                                            <p:cond delay="0"/>
                                          </p:stCondLst>
                                        </p:cTn>
                                        <p:tgtEl>
                                          <p:spTgt spid="1154"/>
                                        </p:tgtEl>
                                        <p:attrNameLst>
                                          <p:attrName>style.visibility</p:attrName>
                                        </p:attrNameLst>
                                      </p:cBhvr>
                                      <p:to>
                                        <p:strVal val="visible"/>
                                      </p:to>
                                    </p:set>
                                  </p:childTnLst>
                                </p:cTn>
                              </p:par>
                              <p:par>
                                <p:cTn id="2299" presetID="1" presetClass="entr" presetSubtype="0" fill="hold" nodeType="withEffect">
                                  <p:stCondLst>
                                    <p:cond delay="0"/>
                                  </p:stCondLst>
                                  <p:childTnLst>
                                    <p:set>
                                      <p:cBhvr>
                                        <p:cTn id="2300" dur="1" fill="hold">
                                          <p:stCondLst>
                                            <p:cond delay="0"/>
                                          </p:stCondLst>
                                        </p:cTn>
                                        <p:tgtEl>
                                          <p:spTgt spid="1155"/>
                                        </p:tgtEl>
                                        <p:attrNameLst>
                                          <p:attrName>style.visibility</p:attrName>
                                        </p:attrNameLst>
                                      </p:cBhvr>
                                      <p:to>
                                        <p:strVal val="visible"/>
                                      </p:to>
                                    </p:set>
                                  </p:childTnLst>
                                </p:cTn>
                              </p:par>
                              <p:par>
                                <p:cTn id="2301" presetID="1" presetClass="entr" presetSubtype="0" fill="hold" nodeType="withEffect">
                                  <p:stCondLst>
                                    <p:cond delay="0"/>
                                  </p:stCondLst>
                                  <p:childTnLst>
                                    <p:set>
                                      <p:cBhvr>
                                        <p:cTn id="2302" dur="1" fill="hold">
                                          <p:stCondLst>
                                            <p:cond delay="0"/>
                                          </p:stCondLst>
                                        </p:cTn>
                                        <p:tgtEl>
                                          <p:spTgt spid="1156"/>
                                        </p:tgtEl>
                                        <p:attrNameLst>
                                          <p:attrName>style.visibility</p:attrName>
                                        </p:attrNameLst>
                                      </p:cBhvr>
                                      <p:to>
                                        <p:strVal val="visible"/>
                                      </p:to>
                                    </p:set>
                                  </p:childTnLst>
                                </p:cTn>
                              </p:par>
                              <p:par>
                                <p:cTn id="2303" presetID="1" presetClass="entr" presetSubtype="0" fill="hold" nodeType="withEffect">
                                  <p:stCondLst>
                                    <p:cond delay="0"/>
                                  </p:stCondLst>
                                  <p:childTnLst>
                                    <p:set>
                                      <p:cBhvr>
                                        <p:cTn id="2304" dur="1" fill="hold">
                                          <p:stCondLst>
                                            <p:cond delay="0"/>
                                          </p:stCondLst>
                                        </p:cTn>
                                        <p:tgtEl>
                                          <p:spTgt spid="1157"/>
                                        </p:tgtEl>
                                        <p:attrNameLst>
                                          <p:attrName>style.visibility</p:attrName>
                                        </p:attrNameLst>
                                      </p:cBhvr>
                                      <p:to>
                                        <p:strVal val="visible"/>
                                      </p:to>
                                    </p:set>
                                  </p:childTnLst>
                                </p:cTn>
                              </p:par>
                              <p:par>
                                <p:cTn id="2305" presetID="1" presetClass="entr" presetSubtype="0" fill="hold" nodeType="withEffect">
                                  <p:stCondLst>
                                    <p:cond delay="0"/>
                                  </p:stCondLst>
                                  <p:childTnLst>
                                    <p:set>
                                      <p:cBhvr>
                                        <p:cTn id="2306" dur="1" fill="hold">
                                          <p:stCondLst>
                                            <p:cond delay="0"/>
                                          </p:stCondLst>
                                        </p:cTn>
                                        <p:tgtEl>
                                          <p:spTgt spid="1158"/>
                                        </p:tgtEl>
                                        <p:attrNameLst>
                                          <p:attrName>style.visibility</p:attrName>
                                        </p:attrNameLst>
                                      </p:cBhvr>
                                      <p:to>
                                        <p:strVal val="visible"/>
                                      </p:to>
                                    </p:set>
                                  </p:childTnLst>
                                </p:cTn>
                              </p:par>
                              <p:par>
                                <p:cTn id="2307" presetID="1" presetClass="entr" presetSubtype="0" fill="hold" nodeType="withEffect">
                                  <p:stCondLst>
                                    <p:cond delay="0"/>
                                  </p:stCondLst>
                                  <p:childTnLst>
                                    <p:set>
                                      <p:cBhvr>
                                        <p:cTn id="2308" dur="1" fill="hold">
                                          <p:stCondLst>
                                            <p:cond delay="0"/>
                                          </p:stCondLst>
                                        </p:cTn>
                                        <p:tgtEl>
                                          <p:spTgt spid="1159"/>
                                        </p:tgtEl>
                                        <p:attrNameLst>
                                          <p:attrName>style.visibility</p:attrName>
                                        </p:attrNameLst>
                                      </p:cBhvr>
                                      <p:to>
                                        <p:strVal val="visible"/>
                                      </p:to>
                                    </p:set>
                                  </p:childTnLst>
                                </p:cTn>
                              </p:par>
                              <p:par>
                                <p:cTn id="2309" presetID="1" presetClass="entr" presetSubtype="0" fill="hold" nodeType="withEffect">
                                  <p:stCondLst>
                                    <p:cond delay="0"/>
                                  </p:stCondLst>
                                  <p:childTnLst>
                                    <p:set>
                                      <p:cBhvr>
                                        <p:cTn id="2310" dur="1" fill="hold">
                                          <p:stCondLst>
                                            <p:cond delay="0"/>
                                          </p:stCondLst>
                                        </p:cTn>
                                        <p:tgtEl>
                                          <p:spTgt spid="1160"/>
                                        </p:tgtEl>
                                        <p:attrNameLst>
                                          <p:attrName>style.visibility</p:attrName>
                                        </p:attrNameLst>
                                      </p:cBhvr>
                                      <p:to>
                                        <p:strVal val="visible"/>
                                      </p:to>
                                    </p:set>
                                  </p:childTnLst>
                                </p:cTn>
                              </p:par>
                              <p:par>
                                <p:cTn id="2311" presetID="1" presetClass="entr" presetSubtype="0" fill="hold" nodeType="withEffect">
                                  <p:stCondLst>
                                    <p:cond delay="0"/>
                                  </p:stCondLst>
                                  <p:childTnLst>
                                    <p:set>
                                      <p:cBhvr>
                                        <p:cTn id="2312" dur="1" fill="hold">
                                          <p:stCondLst>
                                            <p:cond delay="0"/>
                                          </p:stCondLst>
                                        </p:cTn>
                                        <p:tgtEl>
                                          <p:spTgt spid="1161"/>
                                        </p:tgtEl>
                                        <p:attrNameLst>
                                          <p:attrName>style.visibility</p:attrName>
                                        </p:attrNameLst>
                                      </p:cBhvr>
                                      <p:to>
                                        <p:strVal val="visible"/>
                                      </p:to>
                                    </p:set>
                                  </p:childTnLst>
                                </p:cTn>
                              </p:par>
                              <p:par>
                                <p:cTn id="2313" presetID="1" presetClass="entr" presetSubtype="0" fill="hold" nodeType="withEffect">
                                  <p:stCondLst>
                                    <p:cond delay="0"/>
                                  </p:stCondLst>
                                  <p:childTnLst>
                                    <p:set>
                                      <p:cBhvr>
                                        <p:cTn id="2314" dur="1" fill="hold">
                                          <p:stCondLst>
                                            <p:cond delay="0"/>
                                          </p:stCondLst>
                                        </p:cTn>
                                        <p:tgtEl>
                                          <p:spTgt spid="1162"/>
                                        </p:tgtEl>
                                        <p:attrNameLst>
                                          <p:attrName>style.visibility</p:attrName>
                                        </p:attrNameLst>
                                      </p:cBhvr>
                                      <p:to>
                                        <p:strVal val="visible"/>
                                      </p:to>
                                    </p:set>
                                  </p:childTnLst>
                                </p:cTn>
                              </p:par>
                              <p:par>
                                <p:cTn id="2315" presetID="1" presetClass="entr" presetSubtype="0" fill="hold" nodeType="withEffect">
                                  <p:stCondLst>
                                    <p:cond delay="0"/>
                                  </p:stCondLst>
                                  <p:childTnLst>
                                    <p:set>
                                      <p:cBhvr>
                                        <p:cTn id="2316" dur="1" fill="hold">
                                          <p:stCondLst>
                                            <p:cond delay="0"/>
                                          </p:stCondLst>
                                        </p:cTn>
                                        <p:tgtEl>
                                          <p:spTgt spid="1163"/>
                                        </p:tgtEl>
                                        <p:attrNameLst>
                                          <p:attrName>style.visibility</p:attrName>
                                        </p:attrNameLst>
                                      </p:cBhvr>
                                      <p:to>
                                        <p:strVal val="visible"/>
                                      </p:to>
                                    </p:set>
                                  </p:childTnLst>
                                </p:cTn>
                              </p:par>
                              <p:par>
                                <p:cTn id="2317" presetID="1" presetClass="entr" presetSubtype="0" fill="hold" nodeType="withEffect">
                                  <p:stCondLst>
                                    <p:cond delay="0"/>
                                  </p:stCondLst>
                                  <p:childTnLst>
                                    <p:set>
                                      <p:cBhvr>
                                        <p:cTn id="2318" dur="1" fill="hold">
                                          <p:stCondLst>
                                            <p:cond delay="0"/>
                                          </p:stCondLst>
                                        </p:cTn>
                                        <p:tgtEl>
                                          <p:spTgt spid="1164"/>
                                        </p:tgtEl>
                                        <p:attrNameLst>
                                          <p:attrName>style.visibility</p:attrName>
                                        </p:attrNameLst>
                                      </p:cBhvr>
                                      <p:to>
                                        <p:strVal val="visible"/>
                                      </p:to>
                                    </p:set>
                                  </p:childTnLst>
                                </p:cTn>
                              </p:par>
                              <p:par>
                                <p:cTn id="2319" presetID="1" presetClass="entr" presetSubtype="0" fill="hold" nodeType="withEffect">
                                  <p:stCondLst>
                                    <p:cond delay="0"/>
                                  </p:stCondLst>
                                  <p:childTnLst>
                                    <p:set>
                                      <p:cBhvr>
                                        <p:cTn id="2320" dur="1" fill="hold">
                                          <p:stCondLst>
                                            <p:cond delay="0"/>
                                          </p:stCondLst>
                                        </p:cTn>
                                        <p:tgtEl>
                                          <p:spTgt spid="1165"/>
                                        </p:tgtEl>
                                        <p:attrNameLst>
                                          <p:attrName>style.visibility</p:attrName>
                                        </p:attrNameLst>
                                      </p:cBhvr>
                                      <p:to>
                                        <p:strVal val="visible"/>
                                      </p:to>
                                    </p:set>
                                  </p:childTnLst>
                                </p:cTn>
                              </p:par>
                              <p:par>
                                <p:cTn id="2321" presetID="1" presetClass="entr" presetSubtype="0" fill="hold" nodeType="withEffect">
                                  <p:stCondLst>
                                    <p:cond delay="0"/>
                                  </p:stCondLst>
                                  <p:childTnLst>
                                    <p:set>
                                      <p:cBhvr>
                                        <p:cTn id="2322" dur="1" fill="hold">
                                          <p:stCondLst>
                                            <p:cond delay="0"/>
                                          </p:stCondLst>
                                        </p:cTn>
                                        <p:tgtEl>
                                          <p:spTgt spid="1166"/>
                                        </p:tgtEl>
                                        <p:attrNameLst>
                                          <p:attrName>style.visibility</p:attrName>
                                        </p:attrNameLst>
                                      </p:cBhvr>
                                      <p:to>
                                        <p:strVal val="visible"/>
                                      </p:to>
                                    </p:set>
                                  </p:childTnLst>
                                </p:cTn>
                              </p:par>
                              <p:par>
                                <p:cTn id="2323" presetID="1" presetClass="entr" presetSubtype="0" fill="hold" nodeType="withEffect">
                                  <p:stCondLst>
                                    <p:cond delay="0"/>
                                  </p:stCondLst>
                                  <p:childTnLst>
                                    <p:set>
                                      <p:cBhvr>
                                        <p:cTn id="2324" dur="1" fill="hold">
                                          <p:stCondLst>
                                            <p:cond delay="0"/>
                                          </p:stCondLst>
                                        </p:cTn>
                                        <p:tgtEl>
                                          <p:spTgt spid="1167"/>
                                        </p:tgtEl>
                                        <p:attrNameLst>
                                          <p:attrName>style.visibility</p:attrName>
                                        </p:attrNameLst>
                                      </p:cBhvr>
                                      <p:to>
                                        <p:strVal val="visible"/>
                                      </p:to>
                                    </p:set>
                                  </p:childTnLst>
                                </p:cTn>
                              </p:par>
                              <p:par>
                                <p:cTn id="2325" presetID="1" presetClass="entr" presetSubtype="0" fill="hold" nodeType="withEffect">
                                  <p:stCondLst>
                                    <p:cond delay="0"/>
                                  </p:stCondLst>
                                  <p:childTnLst>
                                    <p:set>
                                      <p:cBhvr>
                                        <p:cTn id="2326" dur="1" fill="hold">
                                          <p:stCondLst>
                                            <p:cond delay="0"/>
                                          </p:stCondLst>
                                        </p:cTn>
                                        <p:tgtEl>
                                          <p:spTgt spid="1168"/>
                                        </p:tgtEl>
                                        <p:attrNameLst>
                                          <p:attrName>style.visibility</p:attrName>
                                        </p:attrNameLst>
                                      </p:cBhvr>
                                      <p:to>
                                        <p:strVal val="visible"/>
                                      </p:to>
                                    </p:set>
                                  </p:childTnLst>
                                </p:cTn>
                              </p:par>
                              <p:par>
                                <p:cTn id="2327" presetID="1" presetClass="entr" presetSubtype="0" fill="hold" nodeType="withEffect">
                                  <p:stCondLst>
                                    <p:cond delay="0"/>
                                  </p:stCondLst>
                                  <p:childTnLst>
                                    <p:set>
                                      <p:cBhvr>
                                        <p:cTn id="2328" dur="1" fill="hold">
                                          <p:stCondLst>
                                            <p:cond delay="0"/>
                                          </p:stCondLst>
                                        </p:cTn>
                                        <p:tgtEl>
                                          <p:spTgt spid="1169"/>
                                        </p:tgtEl>
                                        <p:attrNameLst>
                                          <p:attrName>style.visibility</p:attrName>
                                        </p:attrNameLst>
                                      </p:cBhvr>
                                      <p:to>
                                        <p:strVal val="visible"/>
                                      </p:to>
                                    </p:set>
                                  </p:childTnLst>
                                </p:cTn>
                              </p:par>
                              <p:par>
                                <p:cTn id="2329" presetID="1" presetClass="entr" presetSubtype="0" fill="hold" nodeType="withEffect">
                                  <p:stCondLst>
                                    <p:cond delay="0"/>
                                  </p:stCondLst>
                                  <p:childTnLst>
                                    <p:set>
                                      <p:cBhvr>
                                        <p:cTn id="2330" dur="1" fill="hold">
                                          <p:stCondLst>
                                            <p:cond delay="0"/>
                                          </p:stCondLst>
                                        </p:cTn>
                                        <p:tgtEl>
                                          <p:spTgt spid="1170"/>
                                        </p:tgtEl>
                                        <p:attrNameLst>
                                          <p:attrName>style.visibility</p:attrName>
                                        </p:attrNameLst>
                                      </p:cBhvr>
                                      <p:to>
                                        <p:strVal val="visible"/>
                                      </p:to>
                                    </p:set>
                                  </p:childTnLst>
                                </p:cTn>
                              </p:par>
                              <p:par>
                                <p:cTn id="2331" presetID="1" presetClass="entr" presetSubtype="0" fill="hold" nodeType="withEffect">
                                  <p:stCondLst>
                                    <p:cond delay="0"/>
                                  </p:stCondLst>
                                  <p:childTnLst>
                                    <p:set>
                                      <p:cBhvr>
                                        <p:cTn id="2332" dur="1" fill="hold">
                                          <p:stCondLst>
                                            <p:cond delay="0"/>
                                          </p:stCondLst>
                                        </p:cTn>
                                        <p:tgtEl>
                                          <p:spTgt spid="1171"/>
                                        </p:tgtEl>
                                        <p:attrNameLst>
                                          <p:attrName>style.visibility</p:attrName>
                                        </p:attrNameLst>
                                      </p:cBhvr>
                                      <p:to>
                                        <p:strVal val="visible"/>
                                      </p:to>
                                    </p:set>
                                  </p:childTnLst>
                                </p:cTn>
                              </p:par>
                              <p:par>
                                <p:cTn id="2333" presetID="1" presetClass="entr" presetSubtype="0" fill="hold" nodeType="withEffect">
                                  <p:stCondLst>
                                    <p:cond delay="0"/>
                                  </p:stCondLst>
                                  <p:childTnLst>
                                    <p:set>
                                      <p:cBhvr>
                                        <p:cTn id="2334" dur="1" fill="hold">
                                          <p:stCondLst>
                                            <p:cond delay="0"/>
                                          </p:stCondLst>
                                        </p:cTn>
                                        <p:tgtEl>
                                          <p:spTgt spid="1172"/>
                                        </p:tgtEl>
                                        <p:attrNameLst>
                                          <p:attrName>style.visibility</p:attrName>
                                        </p:attrNameLst>
                                      </p:cBhvr>
                                      <p:to>
                                        <p:strVal val="visible"/>
                                      </p:to>
                                    </p:set>
                                  </p:childTnLst>
                                </p:cTn>
                              </p:par>
                              <p:par>
                                <p:cTn id="2335" presetID="1" presetClass="entr" presetSubtype="0" fill="hold" nodeType="withEffect">
                                  <p:stCondLst>
                                    <p:cond delay="0"/>
                                  </p:stCondLst>
                                  <p:childTnLst>
                                    <p:set>
                                      <p:cBhvr>
                                        <p:cTn id="2336" dur="1" fill="hold">
                                          <p:stCondLst>
                                            <p:cond delay="0"/>
                                          </p:stCondLst>
                                        </p:cTn>
                                        <p:tgtEl>
                                          <p:spTgt spid="1173"/>
                                        </p:tgtEl>
                                        <p:attrNameLst>
                                          <p:attrName>style.visibility</p:attrName>
                                        </p:attrNameLst>
                                      </p:cBhvr>
                                      <p:to>
                                        <p:strVal val="visible"/>
                                      </p:to>
                                    </p:set>
                                  </p:childTnLst>
                                </p:cTn>
                              </p:par>
                              <p:par>
                                <p:cTn id="2337" presetID="1" presetClass="entr" presetSubtype="0" fill="hold" nodeType="withEffect">
                                  <p:stCondLst>
                                    <p:cond delay="0"/>
                                  </p:stCondLst>
                                  <p:childTnLst>
                                    <p:set>
                                      <p:cBhvr>
                                        <p:cTn id="2338" dur="1" fill="hold">
                                          <p:stCondLst>
                                            <p:cond delay="0"/>
                                          </p:stCondLst>
                                        </p:cTn>
                                        <p:tgtEl>
                                          <p:spTgt spid="1174"/>
                                        </p:tgtEl>
                                        <p:attrNameLst>
                                          <p:attrName>style.visibility</p:attrName>
                                        </p:attrNameLst>
                                      </p:cBhvr>
                                      <p:to>
                                        <p:strVal val="visible"/>
                                      </p:to>
                                    </p:set>
                                  </p:childTnLst>
                                </p:cTn>
                              </p:par>
                              <p:par>
                                <p:cTn id="2339" presetID="1" presetClass="entr" presetSubtype="0" fill="hold" nodeType="withEffect">
                                  <p:stCondLst>
                                    <p:cond delay="0"/>
                                  </p:stCondLst>
                                  <p:childTnLst>
                                    <p:set>
                                      <p:cBhvr>
                                        <p:cTn id="2340" dur="1" fill="hold">
                                          <p:stCondLst>
                                            <p:cond delay="0"/>
                                          </p:stCondLst>
                                        </p:cTn>
                                        <p:tgtEl>
                                          <p:spTgt spid="1175"/>
                                        </p:tgtEl>
                                        <p:attrNameLst>
                                          <p:attrName>style.visibility</p:attrName>
                                        </p:attrNameLst>
                                      </p:cBhvr>
                                      <p:to>
                                        <p:strVal val="visible"/>
                                      </p:to>
                                    </p:set>
                                  </p:childTnLst>
                                </p:cTn>
                              </p:par>
                              <p:par>
                                <p:cTn id="2341" presetID="1" presetClass="entr" presetSubtype="0" fill="hold" nodeType="withEffect">
                                  <p:stCondLst>
                                    <p:cond delay="0"/>
                                  </p:stCondLst>
                                  <p:childTnLst>
                                    <p:set>
                                      <p:cBhvr>
                                        <p:cTn id="2342" dur="1" fill="hold">
                                          <p:stCondLst>
                                            <p:cond delay="0"/>
                                          </p:stCondLst>
                                        </p:cTn>
                                        <p:tgtEl>
                                          <p:spTgt spid="1176"/>
                                        </p:tgtEl>
                                        <p:attrNameLst>
                                          <p:attrName>style.visibility</p:attrName>
                                        </p:attrNameLst>
                                      </p:cBhvr>
                                      <p:to>
                                        <p:strVal val="visible"/>
                                      </p:to>
                                    </p:set>
                                  </p:childTnLst>
                                </p:cTn>
                              </p:par>
                              <p:par>
                                <p:cTn id="2343" presetID="1" presetClass="entr" presetSubtype="0" fill="hold" nodeType="withEffect">
                                  <p:stCondLst>
                                    <p:cond delay="0"/>
                                  </p:stCondLst>
                                  <p:childTnLst>
                                    <p:set>
                                      <p:cBhvr>
                                        <p:cTn id="2344" dur="1" fill="hold">
                                          <p:stCondLst>
                                            <p:cond delay="0"/>
                                          </p:stCondLst>
                                        </p:cTn>
                                        <p:tgtEl>
                                          <p:spTgt spid="1177"/>
                                        </p:tgtEl>
                                        <p:attrNameLst>
                                          <p:attrName>style.visibility</p:attrName>
                                        </p:attrNameLst>
                                      </p:cBhvr>
                                      <p:to>
                                        <p:strVal val="visible"/>
                                      </p:to>
                                    </p:set>
                                  </p:childTnLst>
                                </p:cTn>
                              </p:par>
                              <p:par>
                                <p:cTn id="2345" presetID="1" presetClass="entr" presetSubtype="0" fill="hold" nodeType="withEffect">
                                  <p:stCondLst>
                                    <p:cond delay="0"/>
                                  </p:stCondLst>
                                  <p:childTnLst>
                                    <p:set>
                                      <p:cBhvr>
                                        <p:cTn id="2346" dur="1" fill="hold">
                                          <p:stCondLst>
                                            <p:cond delay="0"/>
                                          </p:stCondLst>
                                        </p:cTn>
                                        <p:tgtEl>
                                          <p:spTgt spid="1178"/>
                                        </p:tgtEl>
                                        <p:attrNameLst>
                                          <p:attrName>style.visibility</p:attrName>
                                        </p:attrNameLst>
                                      </p:cBhvr>
                                      <p:to>
                                        <p:strVal val="visible"/>
                                      </p:to>
                                    </p:set>
                                  </p:childTnLst>
                                </p:cTn>
                              </p:par>
                              <p:par>
                                <p:cTn id="2347" presetID="1" presetClass="entr" presetSubtype="0" fill="hold" nodeType="withEffect">
                                  <p:stCondLst>
                                    <p:cond delay="0"/>
                                  </p:stCondLst>
                                  <p:childTnLst>
                                    <p:set>
                                      <p:cBhvr>
                                        <p:cTn id="2348" dur="1" fill="hold">
                                          <p:stCondLst>
                                            <p:cond delay="0"/>
                                          </p:stCondLst>
                                        </p:cTn>
                                        <p:tgtEl>
                                          <p:spTgt spid="1179"/>
                                        </p:tgtEl>
                                        <p:attrNameLst>
                                          <p:attrName>style.visibility</p:attrName>
                                        </p:attrNameLst>
                                      </p:cBhvr>
                                      <p:to>
                                        <p:strVal val="visible"/>
                                      </p:to>
                                    </p:set>
                                  </p:childTnLst>
                                </p:cTn>
                              </p:par>
                              <p:par>
                                <p:cTn id="2349" presetID="1" presetClass="entr" presetSubtype="0" fill="hold" nodeType="withEffect">
                                  <p:stCondLst>
                                    <p:cond delay="0"/>
                                  </p:stCondLst>
                                  <p:childTnLst>
                                    <p:set>
                                      <p:cBhvr>
                                        <p:cTn id="2350" dur="1" fill="hold">
                                          <p:stCondLst>
                                            <p:cond delay="0"/>
                                          </p:stCondLst>
                                        </p:cTn>
                                        <p:tgtEl>
                                          <p:spTgt spid="1180"/>
                                        </p:tgtEl>
                                        <p:attrNameLst>
                                          <p:attrName>style.visibility</p:attrName>
                                        </p:attrNameLst>
                                      </p:cBhvr>
                                      <p:to>
                                        <p:strVal val="visible"/>
                                      </p:to>
                                    </p:set>
                                  </p:childTnLst>
                                </p:cTn>
                              </p:par>
                              <p:par>
                                <p:cTn id="2351" presetID="1" presetClass="entr" presetSubtype="0" fill="hold" nodeType="withEffect">
                                  <p:stCondLst>
                                    <p:cond delay="0"/>
                                  </p:stCondLst>
                                  <p:childTnLst>
                                    <p:set>
                                      <p:cBhvr>
                                        <p:cTn id="2352" dur="1" fill="hold">
                                          <p:stCondLst>
                                            <p:cond delay="0"/>
                                          </p:stCondLst>
                                        </p:cTn>
                                        <p:tgtEl>
                                          <p:spTgt spid="1181"/>
                                        </p:tgtEl>
                                        <p:attrNameLst>
                                          <p:attrName>style.visibility</p:attrName>
                                        </p:attrNameLst>
                                      </p:cBhvr>
                                      <p:to>
                                        <p:strVal val="visible"/>
                                      </p:to>
                                    </p:set>
                                  </p:childTnLst>
                                </p:cTn>
                              </p:par>
                              <p:par>
                                <p:cTn id="2353" presetID="1" presetClass="entr" presetSubtype="0" fill="hold" nodeType="withEffect">
                                  <p:stCondLst>
                                    <p:cond delay="0"/>
                                  </p:stCondLst>
                                  <p:childTnLst>
                                    <p:set>
                                      <p:cBhvr>
                                        <p:cTn id="2354" dur="1" fill="hold">
                                          <p:stCondLst>
                                            <p:cond delay="0"/>
                                          </p:stCondLst>
                                        </p:cTn>
                                        <p:tgtEl>
                                          <p:spTgt spid="1182"/>
                                        </p:tgtEl>
                                        <p:attrNameLst>
                                          <p:attrName>style.visibility</p:attrName>
                                        </p:attrNameLst>
                                      </p:cBhvr>
                                      <p:to>
                                        <p:strVal val="visible"/>
                                      </p:to>
                                    </p:set>
                                  </p:childTnLst>
                                </p:cTn>
                              </p:par>
                              <p:par>
                                <p:cTn id="2355" presetID="1" presetClass="entr" presetSubtype="0" fill="hold" nodeType="withEffect">
                                  <p:stCondLst>
                                    <p:cond delay="0"/>
                                  </p:stCondLst>
                                  <p:childTnLst>
                                    <p:set>
                                      <p:cBhvr>
                                        <p:cTn id="2356" dur="1" fill="hold">
                                          <p:stCondLst>
                                            <p:cond delay="0"/>
                                          </p:stCondLst>
                                        </p:cTn>
                                        <p:tgtEl>
                                          <p:spTgt spid="1183"/>
                                        </p:tgtEl>
                                        <p:attrNameLst>
                                          <p:attrName>style.visibility</p:attrName>
                                        </p:attrNameLst>
                                      </p:cBhvr>
                                      <p:to>
                                        <p:strVal val="visible"/>
                                      </p:to>
                                    </p:set>
                                  </p:childTnLst>
                                </p:cTn>
                              </p:par>
                              <p:par>
                                <p:cTn id="2357" presetID="1" presetClass="entr" presetSubtype="0" fill="hold" nodeType="withEffect">
                                  <p:stCondLst>
                                    <p:cond delay="0"/>
                                  </p:stCondLst>
                                  <p:childTnLst>
                                    <p:set>
                                      <p:cBhvr>
                                        <p:cTn id="2358" dur="1" fill="hold">
                                          <p:stCondLst>
                                            <p:cond delay="0"/>
                                          </p:stCondLst>
                                        </p:cTn>
                                        <p:tgtEl>
                                          <p:spTgt spid="1184"/>
                                        </p:tgtEl>
                                        <p:attrNameLst>
                                          <p:attrName>style.visibility</p:attrName>
                                        </p:attrNameLst>
                                      </p:cBhvr>
                                      <p:to>
                                        <p:strVal val="visible"/>
                                      </p:to>
                                    </p:set>
                                  </p:childTnLst>
                                </p:cTn>
                              </p:par>
                              <p:par>
                                <p:cTn id="2359" presetID="1" presetClass="entr" presetSubtype="0" fill="hold" nodeType="withEffect">
                                  <p:stCondLst>
                                    <p:cond delay="0"/>
                                  </p:stCondLst>
                                  <p:childTnLst>
                                    <p:set>
                                      <p:cBhvr>
                                        <p:cTn id="2360" dur="1" fill="hold">
                                          <p:stCondLst>
                                            <p:cond delay="0"/>
                                          </p:stCondLst>
                                        </p:cTn>
                                        <p:tgtEl>
                                          <p:spTgt spid="1185"/>
                                        </p:tgtEl>
                                        <p:attrNameLst>
                                          <p:attrName>style.visibility</p:attrName>
                                        </p:attrNameLst>
                                      </p:cBhvr>
                                      <p:to>
                                        <p:strVal val="visible"/>
                                      </p:to>
                                    </p:set>
                                  </p:childTnLst>
                                </p:cTn>
                              </p:par>
                              <p:par>
                                <p:cTn id="2361" presetID="1" presetClass="entr" presetSubtype="0" fill="hold" nodeType="withEffect">
                                  <p:stCondLst>
                                    <p:cond delay="0"/>
                                  </p:stCondLst>
                                  <p:childTnLst>
                                    <p:set>
                                      <p:cBhvr>
                                        <p:cTn id="2362" dur="1" fill="hold">
                                          <p:stCondLst>
                                            <p:cond delay="0"/>
                                          </p:stCondLst>
                                        </p:cTn>
                                        <p:tgtEl>
                                          <p:spTgt spid="1186"/>
                                        </p:tgtEl>
                                        <p:attrNameLst>
                                          <p:attrName>style.visibility</p:attrName>
                                        </p:attrNameLst>
                                      </p:cBhvr>
                                      <p:to>
                                        <p:strVal val="visible"/>
                                      </p:to>
                                    </p:set>
                                  </p:childTnLst>
                                </p:cTn>
                              </p:par>
                              <p:par>
                                <p:cTn id="2363" presetID="1" presetClass="entr" presetSubtype="0" fill="hold" nodeType="withEffect">
                                  <p:stCondLst>
                                    <p:cond delay="0"/>
                                  </p:stCondLst>
                                  <p:childTnLst>
                                    <p:set>
                                      <p:cBhvr>
                                        <p:cTn id="2364" dur="1" fill="hold">
                                          <p:stCondLst>
                                            <p:cond delay="0"/>
                                          </p:stCondLst>
                                        </p:cTn>
                                        <p:tgtEl>
                                          <p:spTgt spid="1187"/>
                                        </p:tgtEl>
                                        <p:attrNameLst>
                                          <p:attrName>style.visibility</p:attrName>
                                        </p:attrNameLst>
                                      </p:cBhvr>
                                      <p:to>
                                        <p:strVal val="visible"/>
                                      </p:to>
                                    </p:set>
                                  </p:childTnLst>
                                </p:cTn>
                              </p:par>
                              <p:par>
                                <p:cTn id="2365" presetID="1" presetClass="entr" presetSubtype="0" fill="hold" nodeType="withEffect">
                                  <p:stCondLst>
                                    <p:cond delay="0"/>
                                  </p:stCondLst>
                                  <p:childTnLst>
                                    <p:set>
                                      <p:cBhvr>
                                        <p:cTn id="2366" dur="1" fill="hold">
                                          <p:stCondLst>
                                            <p:cond delay="0"/>
                                          </p:stCondLst>
                                        </p:cTn>
                                        <p:tgtEl>
                                          <p:spTgt spid="1188"/>
                                        </p:tgtEl>
                                        <p:attrNameLst>
                                          <p:attrName>style.visibility</p:attrName>
                                        </p:attrNameLst>
                                      </p:cBhvr>
                                      <p:to>
                                        <p:strVal val="visible"/>
                                      </p:to>
                                    </p:set>
                                  </p:childTnLst>
                                </p:cTn>
                              </p:par>
                              <p:par>
                                <p:cTn id="2367" presetID="1" presetClass="entr" presetSubtype="0" fill="hold" nodeType="withEffect">
                                  <p:stCondLst>
                                    <p:cond delay="0"/>
                                  </p:stCondLst>
                                  <p:childTnLst>
                                    <p:set>
                                      <p:cBhvr>
                                        <p:cTn id="2368" dur="1" fill="hold">
                                          <p:stCondLst>
                                            <p:cond delay="0"/>
                                          </p:stCondLst>
                                        </p:cTn>
                                        <p:tgtEl>
                                          <p:spTgt spid="1189"/>
                                        </p:tgtEl>
                                        <p:attrNameLst>
                                          <p:attrName>style.visibility</p:attrName>
                                        </p:attrNameLst>
                                      </p:cBhvr>
                                      <p:to>
                                        <p:strVal val="visible"/>
                                      </p:to>
                                    </p:set>
                                  </p:childTnLst>
                                </p:cTn>
                              </p:par>
                              <p:par>
                                <p:cTn id="2369" presetID="1" presetClass="entr" presetSubtype="0" fill="hold" nodeType="withEffect">
                                  <p:stCondLst>
                                    <p:cond delay="0"/>
                                  </p:stCondLst>
                                  <p:childTnLst>
                                    <p:set>
                                      <p:cBhvr>
                                        <p:cTn id="2370" dur="1" fill="hold">
                                          <p:stCondLst>
                                            <p:cond delay="0"/>
                                          </p:stCondLst>
                                        </p:cTn>
                                        <p:tgtEl>
                                          <p:spTgt spid="1190"/>
                                        </p:tgtEl>
                                        <p:attrNameLst>
                                          <p:attrName>style.visibility</p:attrName>
                                        </p:attrNameLst>
                                      </p:cBhvr>
                                      <p:to>
                                        <p:strVal val="visible"/>
                                      </p:to>
                                    </p:set>
                                  </p:childTnLst>
                                </p:cTn>
                              </p:par>
                              <p:par>
                                <p:cTn id="2371" presetID="1" presetClass="entr" presetSubtype="0" fill="hold" nodeType="withEffect">
                                  <p:stCondLst>
                                    <p:cond delay="0"/>
                                  </p:stCondLst>
                                  <p:childTnLst>
                                    <p:set>
                                      <p:cBhvr>
                                        <p:cTn id="2372" dur="1" fill="hold">
                                          <p:stCondLst>
                                            <p:cond delay="0"/>
                                          </p:stCondLst>
                                        </p:cTn>
                                        <p:tgtEl>
                                          <p:spTgt spid="1191"/>
                                        </p:tgtEl>
                                        <p:attrNameLst>
                                          <p:attrName>style.visibility</p:attrName>
                                        </p:attrNameLst>
                                      </p:cBhvr>
                                      <p:to>
                                        <p:strVal val="visible"/>
                                      </p:to>
                                    </p:set>
                                  </p:childTnLst>
                                </p:cTn>
                              </p:par>
                              <p:par>
                                <p:cTn id="2373" presetID="1" presetClass="entr" presetSubtype="0" fill="hold" nodeType="withEffect">
                                  <p:stCondLst>
                                    <p:cond delay="0"/>
                                  </p:stCondLst>
                                  <p:childTnLst>
                                    <p:set>
                                      <p:cBhvr>
                                        <p:cTn id="2374" dur="1" fill="hold">
                                          <p:stCondLst>
                                            <p:cond delay="0"/>
                                          </p:stCondLst>
                                        </p:cTn>
                                        <p:tgtEl>
                                          <p:spTgt spid="1192"/>
                                        </p:tgtEl>
                                        <p:attrNameLst>
                                          <p:attrName>style.visibility</p:attrName>
                                        </p:attrNameLst>
                                      </p:cBhvr>
                                      <p:to>
                                        <p:strVal val="visible"/>
                                      </p:to>
                                    </p:set>
                                  </p:childTnLst>
                                </p:cTn>
                              </p:par>
                              <p:par>
                                <p:cTn id="2375" presetID="1" presetClass="entr" presetSubtype="0" fill="hold" nodeType="withEffect">
                                  <p:stCondLst>
                                    <p:cond delay="0"/>
                                  </p:stCondLst>
                                  <p:childTnLst>
                                    <p:set>
                                      <p:cBhvr>
                                        <p:cTn id="2376" dur="1" fill="hold">
                                          <p:stCondLst>
                                            <p:cond delay="0"/>
                                          </p:stCondLst>
                                        </p:cTn>
                                        <p:tgtEl>
                                          <p:spTgt spid="1193"/>
                                        </p:tgtEl>
                                        <p:attrNameLst>
                                          <p:attrName>style.visibility</p:attrName>
                                        </p:attrNameLst>
                                      </p:cBhvr>
                                      <p:to>
                                        <p:strVal val="visible"/>
                                      </p:to>
                                    </p:set>
                                  </p:childTnLst>
                                </p:cTn>
                              </p:par>
                              <p:par>
                                <p:cTn id="2377" presetID="1" presetClass="entr" presetSubtype="0" fill="hold" nodeType="withEffect">
                                  <p:stCondLst>
                                    <p:cond delay="0"/>
                                  </p:stCondLst>
                                  <p:childTnLst>
                                    <p:set>
                                      <p:cBhvr>
                                        <p:cTn id="2378" dur="1" fill="hold">
                                          <p:stCondLst>
                                            <p:cond delay="0"/>
                                          </p:stCondLst>
                                        </p:cTn>
                                        <p:tgtEl>
                                          <p:spTgt spid="1194"/>
                                        </p:tgtEl>
                                        <p:attrNameLst>
                                          <p:attrName>style.visibility</p:attrName>
                                        </p:attrNameLst>
                                      </p:cBhvr>
                                      <p:to>
                                        <p:strVal val="visible"/>
                                      </p:to>
                                    </p:set>
                                  </p:childTnLst>
                                </p:cTn>
                              </p:par>
                              <p:par>
                                <p:cTn id="2379" presetID="1" presetClass="entr" presetSubtype="0" fill="hold" nodeType="withEffect">
                                  <p:stCondLst>
                                    <p:cond delay="0"/>
                                  </p:stCondLst>
                                  <p:childTnLst>
                                    <p:set>
                                      <p:cBhvr>
                                        <p:cTn id="2380" dur="1" fill="hold">
                                          <p:stCondLst>
                                            <p:cond delay="0"/>
                                          </p:stCondLst>
                                        </p:cTn>
                                        <p:tgtEl>
                                          <p:spTgt spid="1195"/>
                                        </p:tgtEl>
                                        <p:attrNameLst>
                                          <p:attrName>style.visibility</p:attrName>
                                        </p:attrNameLst>
                                      </p:cBhvr>
                                      <p:to>
                                        <p:strVal val="visible"/>
                                      </p:to>
                                    </p:set>
                                  </p:childTnLst>
                                </p:cTn>
                              </p:par>
                              <p:par>
                                <p:cTn id="2381" presetID="1" presetClass="entr" presetSubtype="0" fill="hold" nodeType="withEffect">
                                  <p:stCondLst>
                                    <p:cond delay="0"/>
                                  </p:stCondLst>
                                  <p:childTnLst>
                                    <p:set>
                                      <p:cBhvr>
                                        <p:cTn id="2382" dur="1" fill="hold">
                                          <p:stCondLst>
                                            <p:cond delay="0"/>
                                          </p:stCondLst>
                                        </p:cTn>
                                        <p:tgtEl>
                                          <p:spTgt spid="1196"/>
                                        </p:tgtEl>
                                        <p:attrNameLst>
                                          <p:attrName>style.visibility</p:attrName>
                                        </p:attrNameLst>
                                      </p:cBhvr>
                                      <p:to>
                                        <p:strVal val="visible"/>
                                      </p:to>
                                    </p:set>
                                  </p:childTnLst>
                                </p:cTn>
                              </p:par>
                              <p:par>
                                <p:cTn id="2383" presetID="1" presetClass="entr" presetSubtype="0" fill="hold" nodeType="withEffect">
                                  <p:stCondLst>
                                    <p:cond delay="0"/>
                                  </p:stCondLst>
                                  <p:childTnLst>
                                    <p:set>
                                      <p:cBhvr>
                                        <p:cTn id="2384" dur="1" fill="hold">
                                          <p:stCondLst>
                                            <p:cond delay="0"/>
                                          </p:stCondLst>
                                        </p:cTn>
                                        <p:tgtEl>
                                          <p:spTgt spid="1197"/>
                                        </p:tgtEl>
                                        <p:attrNameLst>
                                          <p:attrName>style.visibility</p:attrName>
                                        </p:attrNameLst>
                                      </p:cBhvr>
                                      <p:to>
                                        <p:strVal val="visible"/>
                                      </p:to>
                                    </p:set>
                                  </p:childTnLst>
                                </p:cTn>
                              </p:par>
                              <p:par>
                                <p:cTn id="2385" presetID="1" presetClass="entr" presetSubtype="0" fill="hold" nodeType="withEffect">
                                  <p:stCondLst>
                                    <p:cond delay="0"/>
                                  </p:stCondLst>
                                  <p:childTnLst>
                                    <p:set>
                                      <p:cBhvr>
                                        <p:cTn id="2386" dur="1" fill="hold">
                                          <p:stCondLst>
                                            <p:cond delay="0"/>
                                          </p:stCondLst>
                                        </p:cTn>
                                        <p:tgtEl>
                                          <p:spTgt spid="1198"/>
                                        </p:tgtEl>
                                        <p:attrNameLst>
                                          <p:attrName>style.visibility</p:attrName>
                                        </p:attrNameLst>
                                      </p:cBhvr>
                                      <p:to>
                                        <p:strVal val="visible"/>
                                      </p:to>
                                    </p:set>
                                  </p:childTnLst>
                                </p:cTn>
                              </p:par>
                              <p:par>
                                <p:cTn id="2387" presetID="1" presetClass="entr" presetSubtype="0" fill="hold" nodeType="withEffect">
                                  <p:stCondLst>
                                    <p:cond delay="0"/>
                                  </p:stCondLst>
                                  <p:childTnLst>
                                    <p:set>
                                      <p:cBhvr>
                                        <p:cTn id="2388" dur="1" fill="hold">
                                          <p:stCondLst>
                                            <p:cond delay="0"/>
                                          </p:stCondLst>
                                        </p:cTn>
                                        <p:tgtEl>
                                          <p:spTgt spid="1199"/>
                                        </p:tgtEl>
                                        <p:attrNameLst>
                                          <p:attrName>style.visibility</p:attrName>
                                        </p:attrNameLst>
                                      </p:cBhvr>
                                      <p:to>
                                        <p:strVal val="visible"/>
                                      </p:to>
                                    </p:set>
                                  </p:childTnLst>
                                </p:cTn>
                              </p:par>
                              <p:par>
                                <p:cTn id="2389" presetID="1" presetClass="entr" presetSubtype="0" fill="hold" nodeType="withEffect">
                                  <p:stCondLst>
                                    <p:cond delay="0"/>
                                  </p:stCondLst>
                                  <p:childTnLst>
                                    <p:set>
                                      <p:cBhvr>
                                        <p:cTn id="2390" dur="1" fill="hold">
                                          <p:stCondLst>
                                            <p:cond delay="0"/>
                                          </p:stCondLst>
                                        </p:cTn>
                                        <p:tgtEl>
                                          <p:spTgt spid="1200"/>
                                        </p:tgtEl>
                                        <p:attrNameLst>
                                          <p:attrName>style.visibility</p:attrName>
                                        </p:attrNameLst>
                                      </p:cBhvr>
                                      <p:to>
                                        <p:strVal val="visible"/>
                                      </p:to>
                                    </p:set>
                                  </p:childTnLst>
                                </p:cTn>
                              </p:par>
                              <p:par>
                                <p:cTn id="2391" presetID="1" presetClass="entr" presetSubtype="0" fill="hold" nodeType="withEffect">
                                  <p:stCondLst>
                                    <p:cond delay="0"/>
                                  </p:stCondLst>
                                  <p:childTnLst>
                                    <p:set>
                                      <p:cBhvr>
                                        <p:cTn id="2392" dur="1" fill="hold">
                                          <p:stCondLst>
                                            <p:cond delay="0"/>
                                          </p:stCondLst>
                                        </p:cTn>
                                        <p:tgtEl>
                                          <p:spTgt spid="1201"/>
                                        </p:tgtEl>
                                        <p:attrNameLst>
                                          <p:attrName>style.visibility</p:attrName>
                                        </p:attrNameLst>
                                      </p:cBhvr>
                                      <p:to>
                                        <p:strVal val="visible"/>
                                      </p:to>
                                    </p:set>
                                  </p:childTnLst>
                                </p:cTn>
                              </p:par>
                              <p:par>
                                <p:cTn id="2393" presetID="1" presetClass="entr" presetSubtype="0" fill="hold" nodeType="withEffect">
                                  <p:stCondLst>
                                    <p:cond delay="0"/>
                                  </p:stCondLst>
                                  <p:childTnLst>
                                    <p:set>
                                      <p:cBhvr>
                                        <p:cTn id="2394" dur="1" fill="hold">
                                          <p:stCondLst>
                                            <p:cond delay="0"/>
                                          </p:stCondLst>
                                        </p:cTn>
                                        <p:tgtEl>
                                          <p:spTgt spid="1202"/>
                                        </p:tgtEl>
                                        <p:attrNameLst>
                                          <p:attrName>style.visibility</p:attrName>
                                        </p:attrNameLst>
                                      </p:cBhvr>
                                      <p:to>
                                        <p:strVal val="visible"/>
                                      </p:to>
                                    </p:set>
                                  </p:childTnLst>
                                </p:cTn>
                              </p:par>
                              <p:par>
                                <p:cTn id="2395" presetID="1" presetClass="entr" presetSubtype="0" fill="hold" nodeType="withEffect">
                                  <p:stCondLst>
                                    <p:cond delay="0"/>
                                  </p:stCondLst>
                                  <p:childTnLst>
                                    <p:set>
                                      <p:cBhvr>
                                        <p:cTn id="2396" dur="1" fill="hold">
                                          <p:stCondLst>
                                            <p:cond delay="0"/>
                                          </p:stCondLst>
                                        </p:cTn>
                                        <p:tgtEl>
                                          <p:spTgt spid="1203"/>
                                        </p:tgtEl>
                                        <p:attrNameLst>
                                          <p:attrName>style.visibility</p:attrName>
                                        </p:attrNameLst>
                                      </p:cBhvr>
                                      <p:to>
                                        <p:strVal val="visible"/>
                                      </p:to>
                                    </p:set>
                                  </p:childTnLst>
                                </p:cTn>
                              </p:par>
                              <p:par>
                                <p:cTn id="2397" presetID="1" presetClass="entr" presetSubtype="0" fill="hold" nodeType="withEffect">
                                  <p:stCondLst>
                                    <p:cond delay="0"/>
                                  </p:stCondLst>
                                  <p:childTnLst>
                                    <p:set>
                                      <p:cBhvr>
                                        <p:cTn id="2398" dur="1" fill="hold">
                                          <p:stCondLst>
                                            <p:cond delay="0"/>
                                          </p:stCondLst>
                                        </p:cTn>
                                        <p:tgtEl>
                                          <p:spTgt spid="1204"/>
                                        </p:tgtEl>
                                        <p:attrNameLst>
                                          <p:attrName>style.visibility</p:attrName>
                                        </p:attrNameLst>
                                      </p:cBhvr>
                                      <p:to>
                                        <p:strVal val="visible"/>
                                      </p:to>
                                    </p:set>
                                  </p:childTnLst>
                                </p:cTn>
                              </p:par>
                              <p:par>
                                <p:cTn id="2399" presetID="1" presetClass="entr" presetSubtype="0" fill="hold" nodeType="withEffect">
                                  <p:stCondLst>
                                    <p:cond delay="0"/>
                                  </p:stCondLst>
                                  <p:childTnLst>
                                    <p:set>
                                      <p:cBhvr>
                                        <p:cTn id="2400" dur="1" fill="hold">
                                          <p:stCondLst>
                                            <p:cond delay="0"/>
                                          </p:stCondLst>
                                        </p:cTn>
                                        <p:tgtEl>
                                          <p:spTgt spid="1205"/>
                                        </p:tgtEl>
                                        <p:attrNameLst>
                                          <p:attrName>style.visibility</p:attrName>
                                        </p:attrNameLst>
                                      </p:cBhvr>
                                      <p:to>
                                        <p:strVal val="visible"/>
                                      </p:to>
                                    </p:set>
                                  </p:childTnLst>
                                </p:cTn>
                              </p:par>
                              <p:par>
                                <p:cTn id="2401" presetID="1" presetClass="entr" presetSubtype="0" fill="hold" nodeType="withEffect">
                                  <p:stCondLst>
                                    <p:cond delay="0"/>
                                  </p:stCondLst>
                                  <p:childTnLst>
                                    <p:set>
                                      <p:cBhvr>
                                        <p:cTn id="2402" dur="1" fill="hold">
                                          <p:stCondLst>
                                            <p:cond delay="0"/>
                                          </p:stCondLst>
                                        </p:cTn>
                                        <p:tgtEl>
                                          <p:spTgt spid="1206"/>
                                        </p:tgtEl>
                                        <p:attrNameLst>
                                          <p:attrName>style.visibility</p:attrName>
                                        </p:attrNameLst>
                                      </p:cBhvr>
                                      <p:to>
                                        <p:strVal val="visible"/>
                                      </p:to>
                                    </p:set>
                                  </p:childTnLst>
                                </p:cTn>
                              </p:par>
                              <p:par>
                                <p:cTn id="2403" presetID="1" presetClass="entr" presetSubtype="0" fill="hold" nodeType="withEffect">
                                  <p:stCondLst>
                                    <p:cond delay="0"/>
                                  </p:stCondLst>
                                  <p:childTnLst>
                                    <p:set>
                                      <p:cBhvr>
                                        <p:cTn id="2404" dur="1" fill="hold">
                                          <p:stCondLst>
                                            <p:cond delay="0"/>
                                          </p:stCondLst>
                                        </p:cTn>
                                        <p:tgtEl>
                                          <p:spTgt spid="1207"/>
                                        </p:tgtEl>
                                        <p:attrNameLst>
                                          <p:attrName>style.visibility</p:attrName>
                                        </p:attrNameLst>
                                      </p:cBhvr>
                                      <p:to>
                                        <p:strVal val="visible"/>
                                      </p:to>
                                    </p:set>
                                  </p:childTnLst>
                                </p:cTn>
                              </p:par>
                              <p:par>
                                <p:cTn id="2405" presetID="1" presetClass="entr" presetSubtype="0" fill="hold" nodeType="withEffect">
                                  <p:stCondLst>
                                    <p:cond delay="0"/>
                                  </p:stCondLst>
                                  <p:childTnLst>
                                    <p:set>
                                      <p:cBhvr>
                                        <p:cTn id="2406" dur="1" fill="hold">
                                          <p:stCondLst>
                                            <p:cond delay="0"/>
                                          </p:stCondLst>
                                        </p:cTn>
                                        <p:tgtEl>
                                          <p:spTgt spid="1208"/>
                                        </p:tgtEl>
                                        <p:attrNameLst>
                                          <p:attrName>style.visibility</p:attrName>
                                        </p:attrNameLst>
                                      </p:cBhvr>
                                      <p:to>
                                        <p:strVal val="visible"/>
                                      </p:to>
                                    </p:set>
                                  </p:childTnLst>
                                </p:cTn>
                              </p:par>
                              <p:par>
                                <p:cTn id="2407" presetID="1" presetClass="entr" presetSubtype="0" fill="hold" nodeType="withEffect">
                                  <p:stCondLst>
                                    <p:cond delay="0"/>
                                  </p:stCondLst>
                                  <p:childTnLst>
                                    <p:set>
                                      <p:cBhvr>
                                        <p:cTn id="2408" dur="1" fill="hold">
                                          <p:stCondLst>
                                            <p:cond delay="0"/>
                                          </p:stCondLst>
                                        </p:cTn>
                                        <p:tgtEl>
                                          <p:spTgt spid="1209"/>
                                        </p:tgtEl>
                                        <p:attrNameLst>
                                          <p:attrName>style.visibility</p:attrName>
                                        </p:attrNameLst>
                                      </p:cBhvr>
                                      <p:to>
                                        <p:strVal val="visible"/>
                                      </p:to>
                                    </p:set>
                                  </p:childTnLst>
                                </p:cTn>
                              </p:par>
                              <p:par>
                                <p:cTn id="2409" presetID="1" presetClass="entr" presetSubtype="0" fill="hold" nodeType="withEffect">
                                  <p:stCondLst>
                                    <p:cond delay="0"/>
                                  </p:stCondLst>
                                  <p:childTnLst>
                                    <p:set>
                                      <p:cBhvr>
                                        <p:cTn id="2410" dur="1" fill="hold">
                                          <p:stCondLst>
                                            <p:cond delay="0"/>
                                          </p:stCondLst>
                                        </p:cTn>
                                        <p:tgtEl>
                                          <p:spTgt spid="1210"/>
                                        </p:tgtEl>
                                        <p:attrNameLst>
                                          <p:attrName>style.visibility</p:attrName>
                                        </p:attrNameLst>
                                      </p:cBhvr>
                                      <p:to>
                                        <p:strVal val="visible"/>
                                      </p:to>
                                    </p:set>
                                  </p:childTnLst>
                                </p:cTn>
                              </p:par>
                              <p:par>
                                <p:cTn id="2411" presetID="1" presetClass="entr" presetSubtype="0" fill="hold" nodeType="withEffect">
                                  <p:stCondLst>
                                    <p:cond delay="0"/>
                                  </p:stCondLst>
                                  <p:childTnLst>
                                    <p:set>
                                      <p:cBhvr>
                                        <p:cTn id="2412" dur="1" fill="hold">
                                          <p:stCondLst>
                                            <p:cond delay="0"/>
                                          </p:stCondLst>
                                        </p:cTn>
                                        <p:tgtEl>
                                          <p:spTgt spid="1211"/>
                                        </p:tgtEl>
                                        <p:attrNameLst>
                                          <p:attrName>style.visibility</p:attrName>
                                        </p:attrNameLst>
                                      </p:cBhvr>
                                      <p:to>
                                        <p:strVal val="visible"/>
                                      </p:to>
                                    </p:set>
                                  </p:childTnLst>
                                </p:cTn>
                              </p:par>
                              <p:par>
                                <p:cTn id="2413" presetID="1" presetClass="entr" presetSubtype="0" fill="hold" grpId="0" nodeType="withEffect">
                                  <p:stCondLst>
                                    <p:cond delay="0"/>
                                  </p:stCondLst>
                                  <p:childTnLst>
                                    <p:set>
                                      <p:cBhvr>
                                        <p:cTn id="2414" dur="1" fill="hold">
                                          <p:stCondLst>
                                            <p:cond delay="0"/>
                                          </p:stCondLst>
                                        </p:cTn>
                                        <p:tgtEl>
                                          <p:spTgt spid="1212"/>
                                        </p:tgtEl>
                                        <p:attrNameLst>
                                          <p:attrName>style.visibility</p:attrName>
                                        </p:attrNameLst>
                                      </p:cBhvr>
                                      <p:to>
                                        <p:strVal val="visible"/>
                                      </p:to>
                                    </p:set>
                                  </p:childTnLst>
                                </p:cTn>
                              </p:par>
                            </p:childTnLst>
                          </p:cTn>
                        </p:par>
                      </p:childTnLst>
                    </p:cTn>
                  </p:par>
                  <p:par>
                    <p:cTn id="2415" fill="hold">
                      <p:stCondLst>
                        <p:cond delay="indefinite"/>
                      </p:stCondLst>
                      <p:childTnLst>
                        <p:par>
                          <p:cTn id="2416" fill="hold">
                            <p:stCondLst>
                              <p:cond delay="0"/>
                            </p:stCondLst>
                            <p:childTnLst>
                              <p:par>
                                <p:cTn id="2417" presetID="1" presetClass="entr" presetSubtype="0" fill="hold" grpId="0" nodeType="clickEffect">
                                  <p:stCondLst>
                                    <p:cond delay="0"/>
                                  </p:stCondLst>
                                  <p:childTnLst>
                                    <p:set>
                                      <p:cBhvr>
                                        <p:cTn id="2418" dur="1" fill="hold">
                                          <p:stCondLst>
                                            <p:cond delay="0"/>
                                          </p:stCondLst>
                                        </p:cTn>
                                        <p:tgtEl>
                                          <p:spTgt spid="12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8" grpId="0"/>
      <p:bldP spid="810" grpId="0"/>
      <p:bldP spid="1212" grpId="0"/>
      <p:bldP spid="121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2022E6D3-E518-4DDA-B3F2-C00FCF50DEF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F2133286-28E3-4FFE-8673-C0BC7BBF13A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2F27CB5-EB5A-41B5-B43F-5B650C7AB82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460F9306-B775-4CE0-A96E-26251A32B7C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89BDA62-4415-4707-8E84-1A63AE015D6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6" name="object-6">
            <a:extLst>
              <a:ext uri="{FF2B5EF4-FFF2-40B4-BE49-F238E27FC236}">
                <a16:creationId xmlns:a16="http://schemas.microsoft.com/office/drawing/2014/main" id="{7B1C1632-5F3E-40BD-808A-90CEE8177B3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101F68AC-7A32-4725-B865-8920066B7DC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6348DBDD-4D92-4FEA-931F-AF43789682C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Order 0.72, 7/10 and 73%.</a:t>
            </a:r>
          </a:p>
        </p:txBody>
      </p:sp>
      <p:sp>
        <p:nvSpPr>
          <p:cNvPr id="9" name="object-9">
            <a:extLst>
              <a:ext uri="{FF2B5EF4-FFF2-40B4-BE49-F238E27FC236}">
                <a16:creationId xmlns:a16="http://schemas.microsoft.com/office/drawing/2014/main" id="{837819B9-9A69-47A6-B30B-CDD806BFF0D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40449C83-B256-430D-B66B-719DF339618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5/6 + 7/12.</a:t>
            </a:r>
          </a:p>
        </p:txBody>
      </p:sp>
      <p:sp>
        <p:nvSpPr>
          <p:cNvPr id="11" name="object-11">
            <a:extLst>
              <a:ext uri="{FF2B5EF4-FFF2-40B4-BE49-F238E27FC236}">
                <a16:creationId xmlns:a16="http://schemas.microsoft.com/office/drawing/2014/main" id="{57A2E0B4-E80B-4447-8D68-496A4A59360F}"/>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5E6BA0E4-C92E-484E-8AB1-F66E190FBDAA}"/>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37.5% of 640.</a:t>
            </a:r>
          </a:p>
        </p:txBody>
      </p:sp>
      <p:sp>
        <p:nvSpPr>
          <p:cNvPr id="13" name="object-13">
            <a:extLst>
              <a:ext uri="{FF2B5EF4-FFF2-40B4-BE49-F238E27FC236}">
                <a16:creationId xmlns:a16="http://schemas.microsoft.com/office/drawing/2014/main" id="{4E0E9A07-AAF5-4046-9D11-A52332E41531}"/>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829502BE-D431-461A-A771-BEC34470412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Order 0.72, 7/10 and 73%.</a:t>
            </a:r>
          </a:p>
        </p:txBody>
      </p:sp>
      <p:sp>
        <p:nvSpPr>
          <p:cNvPr id="15" name="object-15">
            <a:extLst>
              <a:ext uri="{FF2B5EF4-FFF2-40B4-BE49-F238E27FC236}">
                <a16:creationId xmlns:a16="http://schemas.microsoft.com/office/drawing/2014/main" id="{87377728-AA4A-4763-8276-D2935FD11FC2}"/>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6461AF7B-69A9-439E-9ECB-AA93C522965C}"/>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5/6 + 7/12.</a:t>
            </a:r>
          </a:p>
        </p:txBody>
      </p:sp>
      <p:sp>
        <p:nvSpPr>
          <p:cNvPr id="17" name="object-17">
            <a:extLst>
              <a:ext uri="{FF2B5EF4-FFF2-40B4-BE49-F238E27FC236}">
                <a16:creationId xmlns:a16="http://schemas.microsoft.com/office/drawing/2014/main" id="{FF9C889E-350D-4C9E-9D58-B4EB4DCCECE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0249E550-BF0D-493A-B437-1AB1ECAB7F85}"/>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Find 37.5% of 640.</a:t>
            </a:r>
          </a:p>
        </p:txBody>
      </p:sp>
      <p:sp>
        <p:nvSpPr>
          <p:cNvPr id="19" name="object-19">
            <a:extLst>
              <a:ext uri="{FF2B5EF4-FFF2-40B4-BE49-F238E27FC236}">
                <a16:creationId xmlns:a16="http://schemas.microsoft.com/office/drawing/2014/main" id="{2C927E3A-0CAA-4E59-A453-B53566CAFD0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A7600866-2349-4415-A6A9-8071BD571B5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Simplify 45:60 and find an equivalent ratio with first part 12.</a:t>
            </a:r>
          </a:p>
        </p:txBody>
      </p:sp>
      <p:sp>
        <p:nvSpPr>
          <p:cNvPr id="21" name="object-21">
            <a:extLst>
              <a:ext uri="{FF2B5EF4-FFF2-40B4-BE49-F238E27FC236}">
                <a16:creationId xmlns:a16="http://schemas.microsoft.com/office/drawing/2014/main" id="{A341DF1F-0B84-4A16-8D80-B7412E1EFA40}"/>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5DE7ED6B-139C-4B18-A540-AE8DD64E508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chooses a familiar method before identifying the number type and relationship.</a:t>
            </a:r>
          </a:p>
        </p:txBody>
      </p:sp>
      <p:sp>
        <p:nvSpPr>
          <p:cNvPr id="23" name="object-23">
            <a:extLst>
              <a:ext uri="{FF2B5EF4-FFF2-40B4-BE49-F238E27FC236}">
                <a16:creationId xmlns:a16="http://schemas.microsoft.com/office/drawing/2014/main" id="{81BC4201-BAAC-491E-98DC-3D053763C0B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BC0E4266-D85A-403C-B250-40452DB70025}"/>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ECF7C233-D493-4B73-828D-8D41AA6D1349}"/>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AD64DEA2-5B12-4AE0-B78B-CF23DDDD21C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Find 37.5% of 640.</a:t>
            </a:r>
          </a:p>
        </p:txBody>
      </p:sp>
    </p:spTree>
    <p:extLst>
      <p:ext uri="{BB962C8B-B14F-4D97-AF65-F5344CB8AC3E}">
        <p14:creationId xmlns:p14="http://schemas.microsoft.com/office/powerpoint/2010/main" val="1966114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7301A812-A271-42D5-B805-76E58E821DC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A2AEE3D-78E9-40CB-843E-012FF32219C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3D9E1ED3-B323-469C-BEC6-3A754897685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76AB51A-7FFE-4B85-A55A-9DDB3206C45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Assess learning and plan next steps</a:t>
            </a:r>
          </a:p>
        </p:txBody>
      </p:sp>
      <p:sp>
        <p:nvSpPr>
          <p:cNvPr id="5" name="object-5">
            <a:extLst>
              <a:ext uri="{FF2B5EF4-FFF2-40B4-BE49-F238E27FC236}">
                <a16:creationId xmlns:a16="http://schemas.microsoft.com/office/drawing/2014/main" id="{67A27F3C-C9A9-4D3B-A9F1-3D122210A70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69F4B6DA-07E1-4EA5-857C-54DDD7E1F773}"/>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88E47417-FB46-43E9-8781-E4C2EB80EFE9}"/>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7/10, 0.72, 73%.</a:t>
            </a:r>
          </a:p>
        </p:txBody>
      </p:sp>
      <p:sp>
        <p:nvSpPr>
          <p:cNvPr id="8" name="object-8">
            <a:extLst>
              <a:ext uri="{FF2B5EF4-FFF2-40B4-BE49-F238E27FC236}">
                <a16:creationId xmlns:a16="http://schemas.microsoft.com/office/drawing/2014/main" id="{76D2ECE8-365B-4069-AA72-AEDCB6A3AA18}"/>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5EE84EAF-2413-4992-BA8A-489CEC525D1E}"/>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 5/12.</a:t>
            </a:r>
          </a:p>
        </p:txBody>
      </p:sp>
      <p:sp>
        <p:nvSpPr>
          <p:cNvPr id="10" name="object-10">
            <a:extLst>
              <a:ext uri="{FF2B5EF4-FFF2-40B4-BE49-F238E27FC236}">
                <a16:creationId xmlns:a16="http://schemas.microsoft.com/office/drawing/2014/main" id="{4B2347E2-7990-40EE-AF2E-122EE8D88F54}"/>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25E57DE0-15CF-43AB-BB51-5096158907C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240.</a:t>
            </a:r>
          </a:p>
        </p:txBody>
      </p:sp>
      <p:sp>
        <p:nvSpPr>
          <p:cNvPr id="12" name="object-12">
            <a:extLst>
              <a:ext uri="{FF2B5EF4-FFF2-40B4-BE49-F238E27FC236}">
                <a16:creationId xmlns:a16="http://schemas.microsoft.com/office/drawing/2014/main" id="{90EBB579-B20D-4BB7-A45E-9706FB95073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485A08B2-67F9-42F9-9143-11F85F0C4A62}"/>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7/10, 0.72, 73%.</a:t>
            </a:r>
          </a:p>
        </p:txBody>
      </p:sp>
      <p:sp>
        <p:nvSpPr>
          <p:cNvPr id="14" name="object-14">
            <a:extLst>
              <a:ext uri="{FF2B5EF4-FFF2-40B4-BE49-F238E27FC236}">
                <a16:creationId xmlns:a16="http://schemas.microsoft.com/office/drawing/2014/main" id="{08A0AF23-4B6F-4B4E-9428-54523FB6F61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12F31249-61B5-4661-85DE-5151C9623A0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 5/12. Method or representation may vary.</a:t>
            </a:r>
          </a:p>
        </p:txBody>
      </p:sp>
      <p:sp>
        <p:nvSpPr>
          <p:cNvPr id="16" name="object-16">
            <a:extLst>
              <a:ext uri="{FF2B5EF4-FFF2-40B4-BE49-F238E27FC236}">
                <a16:creationId xmlns:a16="http://schemas.microsoft.com/office/drawing/2014/main" id="{EF45A7BE-A8CF-449D-9B99-084862FE80A7}"/>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2A2D961D-8C5B-4D67-8E9D-56050ED8DBF3}"/>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240. A valid check must be shown.</a:t>
            </a:r>
          </a:p>
        </p:txBody>
      </p:sp>
      <p:sp>
        <p:nvSpPr>
          <p:cNvPr id="18" name="object-18">
            <a:extLst>
              <a:ext uri="{FF2B5EF4-FFF2-40B4-BE49-F238E27FC236}">
                <a16:creationId xmlns:a16="http://schemas.microsoft.com/office/drawing/2014/main" id="{C90198CC-AF1D-4F26-88C6-F06AA784F04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144E1692-FAEF-4E3C-8DD7-A4B4C8691156}"/>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3:4 and 12:16. The explanation must show why the method works.</a:t>
            </a:r>
          </a:p>
        </p:txBody>
      </p:sp>
      <p:sp>
        <p:nvSpPr>
          <p:cNvPr id="20" name="object-20">
            <a:extLst>
              <a:ext uri="{FF2B5EF4-FFF2-40B4-BE49-F238E27FC236}">
                <a16:creationId xmlns:a16="http://schemas.microsoft.com/office/drawing/2014/main" id="{039BFEC8-C785-46BD-8C74-CB01C746B312}"/>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29FEEF18-1DE1-4355-8008-4024EAB873E8}"/>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Name the domain first, represent the relationship, then choose and check the calculation.</a:t>
            </a:r>
          </a:p>
        </p:txBody>
      </p:sp>
      <p:sp>
        <p:nvSpPr>
          <p:cNvPr id="22" name="object-22">
            <a:extLst>
              <a:ext uri="{FF2B5EF4-FFF2-40B4-BE49-F238E27FC236}">
                <a16:creationId xmlns:a16="http://schemas.microsoft.com/office/drawing/2014/main" id="{4C91E3B4-60A9-4AF1-935F-E2FF65E6F4C9}"/>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364DCDB7-0A67-4ECC-AFD5-1A041EEC2B53}"/>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EA3AE10F-2C05-4F49-BA61-5B0662FAB66A}"/>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1115AE09-7B81-4505-AF85-21365FE67624}"/>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54098542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924</Words>
  <Application>Microsoft Office PowerPoint</Application>
  <DocSecurity>0</DocSecurity>
  <PresentationFormat>Custom</PresentationFormat>
  <Paragraphs>114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2026-09-14T13:19:18Z</dcterms:created>
  <dcterms:modified xsi:type="dcterms:W3CDTF">2026-09-14T13:20:42Z</dcterms:modified>
</cp:coreProperties>
</file>