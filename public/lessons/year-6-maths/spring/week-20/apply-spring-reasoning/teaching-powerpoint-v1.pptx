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b963050cbdd4278" /><Relationship Type="http://schemas.openxmlformats.org/officeDocument/2006/relationships/extended-properties" Target="/docProps/app.xml" Id="Rf33ee29987944a12" /><Relationship Type="http://schemas.openxmlformats.org/officeDocument/2006/relationships/officeDocument" Target="/ppt/presentation.xml" Id="R7828f546824f4ea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f80623a19bb4267"/>
  </p:sldMasterIdLst>
  <p:notesMasterIdLst>
    <p:notesMasterId xmlns:r="http://schemas.openxmlformats.org/officeDocument/2006/relationships" r:id="R76154f41119d4a7f"/>
  </p:notesMasterIdLst>
  <p:sldIdLst>
    <p:sldId xmlns:r="http://schemas.openxmlformats.org/officeDocument/2006/relationships" id="256" r:id="Rde04e906fcd84058"/>
    <p:sldId xmlns:r="http://schemas.openxmlformats.org/officeDocument/2006/relationships" id="257" r:id="Rabd4ffca4dbd4941"/>
    <p:sldId xmlns:r="http://schemas.openxmlformats.org/officeDocument/2006/relationships" id="258" r:id="R2ab61e2919bc46ba"/>
    <p:sldId xmlns:r="http://schemas.openxmlformats.org/officeDocument/2006/relationships" id="259" r:id="R6fa9b9b0042e4120"/>
    <p:sldId xmlns:r="http://schemas.openxmlformats.org/officeDocument/2006/relationships" id="260" r:id="Re1529429ca114d45"/>
    <p:sldId xmlns:r="http://schemas.openxmlformats.org/officeDocument/2006/relationships" id="261" r:id="R8aee5a6fc09f48e2"/>
    <p:sldId xmlns:r="http://schemas.openxmlformats.org/officeDocument/2006/relationships" id="262" r:id="R10a2d3a6a36d406c"/>
    <p:sldId xmlns:r="http://schemas.openxmlformats.org/officeDocument/2006/relationships" id="263" r:id="R9896e93127fe44b7"/>
    <p:sldId xmlns:r="http://schemas.openxmlformats.org/officeDocument/2006/relationships" id="264" r:id="Re6112482d8124faf"/>
    <p:sldId xmlns:r="http://schemas.openxmlformats.org/officeDocument/2006/relationships" id="265" r:id="R3d628d8992d448df"/>
    <p:sldId xmlns:r="http://schemas.openxmlformats.org/officeDocument/2006/relationships" id="266" r:id="Rd616d25910384d33"/>
    <p:sldId xmlns:r="http://schemas.openxmlformats.org/officeDocument/2006/relationships" id="267" r:id="R980118f6d73142e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bfd3723ae2943ca" /><Relationship Type="http://schemas.openxmlformats.org/officeDocument/2006/relationships/slideMaster" Target="/ppt/slideMasters/slideMaster1.xml" Id="R6f80623a19bb4267" /><Relationship Type="http://schemas.openxmlformats.org/officeDocument/2006/relationships/notesMaster" Target="/ppt/notesMasters/notesMaster1.xml" Id="R76154f41119d4a7f" /><Relationship Type="http://schemas.openxmlformats.org/officeDocument/2006/relationships/presProps" Target="/ppt/presProps.xml" Id="R9a5c4b2286c84af2" /><Relationship Type="http://schemas.openxmlformats.org/officeDocument/2006/relationships/tableStyles" Target="/ppt/tableStyles.xml" Id="Recd1b4ee9bb44752" /><Relationship Type="http://schemas.openxmlformats.org/officeDocument/2006/relationships/slide" Target="/ppt/slides/slide1.xml" Id="Rde04e906fcd84058" /><Relationship Type="http://schemas.openxmlformats.org/officeDocument/2006/relationships/slide" Target="/ppt/slides/slide2.xml" Id="Rabd4ffca4dbd4941" /><Relationship Type="http://schemas.openxmlformats.org/officeDocument/2006/relationships/slide" Target="/ppt/slides/slide3.xml" Id="R2ab61e2919bc46ba" /><Relationship Type="http://schemas.openxmlformats.org/officeDocument/2006/relationships/slide" Target="/ppt/slides/slide4.xml" Id="R6fa9b9b0042e4120" /><Relationship Type="http://schemas.openxmlformats.org/officeDocument/2006/relationships/slide" Target="/ppt/slides/slide5.xml" Id="Re1529429ca114d45" /><Relationship Type="http://schemas.openxmlformats.org/officeDocument/2006/relationships/slide" Target="/ppt/slides/slide6.xml" Id="R8aee5a6fc09f48e2" /><Relationship Type="http://schemas.openxmlformats.org/officeDocument/2006/relationships/slide" Target="/ppt/slides/slide7.xml" Id="R10a2d3a6a36d406c" /><Relationship Type="http://schemas.openxmlformats.org/officeDocument/2006/relationships/slide" Target="/ppt/slides/slide8.xml" Id="R9896e93127fe44b7" /><Relationship Type="http://schemas.openxmlformats.org/officeDocument/2006/relationships/slide" Target="/ppt/slides/slide9.xml" Id="Re6112482d8124faf" /><Relationship Type="http://schemas.openxmlformats.org/officeDocument/2006/relationships/slide" Target="/ppt/slides/slide10.xml" Id="R3d628d8992d448df" /><Relationship Type="http://schemas.openxmlformats.org/officeDocument/2006/relationships/slide" Target="/ppt/slides/slide11.xml" Id="Rd616d25910384d33" /><Relationship Type="http://schemas.openxmlformats.org/officeDocument/2006/relationships/slide" Target="/ppt/slides/slide12.xml" Id="R980118f6d73142e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6810272f4ce48a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1d2a044f9c348a7" /><Relationship Type="http://schemas.openxmlformats.org/officeDocument/2006/relationships/notesMaster" Target="/ppt/notesMasters/notesMaster1.xml" Id="Rfe157ecae053432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04245ef820041c8" /><Relationship Type="http://schemas.openxmlformats.org/officeDocument/2006/relationships/notesMaster" Target="/ppt/notesMasters/notesMaster1.xml" Id="R22c05af579a548a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fa4b5a48ab443be" /><Relationship Type="http://schemas.openxmlformats.org/officeDocument/2006/relationships/notesMaster" Target="/ppt/notesMasters/notesMaster1.xml" Id="R2d594cb80d1e4b5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2a2887cd7eb4505" /><Relationship Type="http://schemas.openxmlformats.org/officeDocument/2006/relationships/notesMaster" Target="/ppt/notesMasters/notesMaster1.xml" Id="R6dcce5112c3c4bf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867f0ef3cdf4bd1" /><Relationship Type="http://schemas.openxmlformats.org/officeDocument/2006/relationships/notesMaster" Target="/ppt/notesMasters/notesMaster1.xml" Id="R657309efdee2471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6c001fa88be438f" /><Relationship Type="http://schemas.openxmlformats.org/officeDocument/2006/relationships/notesMaster" Target="/ppt/notesMasters/notesMaster1.xml" Id="Rf947d95128a54c9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9bd841895c54396" /><Relationship Type="http://schemas.openxmlformats.org/officeDocument/2006/relationships/notesMaster" Target="/ppt/notesMasters/notesMaster1.xml" Id="R7893db209d3543d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a7c660a12cc436e" /><Relationship Type="http://schemas.openxmlformats.org/officeDocument/2006/relationships/notesMaster" Target="/ppt/notesMasters/notesMaster1.xml" Id="R566da04b45cc450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853766cf16843d4" /><Relationship Type="http://schemas.openxmlformats.org/officeDocument/2006/relationships/notesMaster" Target="/ppt/notesMasters/notesMaster1.xml" Id="R6c7ef872cfcf454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e3fec1e338a497a" /><Relationship Type="http://schemas.openxmlformats.org/officeDocument/2006/relationships/notesMaster" Target="/ppt/notesMasters/notesMaster1.xml" Id="R860f7f5b503e49e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c86ef543bdc4bec" /><Relationship Type="http://schemas.openxmlformats.org/officeDocument/2006/relationships/notesMaster" Target="/ppt/notesMasters/notesMaster1.xml" Id="R5c1bd68fd151453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3ed26a0bfd341fd" /><Relationship Type="http://schemas.openxmlformats.org/officeDocument/2006/relationships/notesMaster" Target="/ppt/notesMasters/notesMaster1.xml" Id="Rdf75a07864ff46a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Mini whiteboards, fraction strips, ratio tables, assessment questions, reflection sheet.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7/10, 0.72, 73%. | Identify the domain and retrieve the relevant representation or method. | Name the domain first, represent the relationship, then choose and check the calculation.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retrieve, represent, calculate, justify, misconception, next step.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1 3/4 kg.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7/10, 0.72, 73%.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Name the domain first, represent the relationship, then choose and check the calculation.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7/10, 0.72, 73%..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1 5/12..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240.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1 5/12.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1 5/12. | Name the domain first, represent the relationship, then choose and check the calculation.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c9fb0844fc4b3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343c1a998ea41cf" /><Relationship Type="http://schemas.openxmlformats.org/officeDocument/2006/relationships/slideLayout" Target="/ppt/slideLayouts/slideLayout1.xml" Id="R1ef8d9a3c206496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ef8d9a3c206496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8f1ccbd33747d7" /><Relationship Type="http://schemas.openxmlformats.org/officeDocument/2006/relationships/notesSlide" Target="/ppt/notesSlides/notesSlide1.xml" Id="R5cfabcd50c5f479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b23cfccecd4535" /><Relationship Type="http://schemas.openxmlformats.org/officeDocument/2006/relationships/notesSlide" Target="/ppt/notesSlides/notesSlide2.xml" Id="R2f0954abb30c4b2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877905bc12402e" /><Relationship Type="http://schemas.openxmlformats.org/officeDocument/2006/relationships/notesSlide" Target="/ppt/notesSlides/notesSlide3.xml" Id="Re6eb7199cc844c5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06e701d28d4431" /><Relationship Type="http://schemas.openxmlformats.org/officeDocument/2006/relationships/notesSlide" Target="/ppt/notesSlides/notesSlide4.xml" Id="Rcca118dc396845d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e3344d1c4a423c" /><Relationship Type="http://schemas.openxmlformats.org/officeDocument/2006/relationships/notesSlide" Target="/ppt/notesSlides/notesSlide5.xml" Id="Rb86a07e7b0a944e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ae62840a1543f4" /><Relationship Type="http://schemas.openxmlformats.org/officeDocument/2006/relationships/notesSlide" Target="/ppt/notesSlides/notesSlide6.xml" Id="R0a39ed299d894dc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d76bc13ff147ef" /><Relationship Type="http://schemas.openxmlformats.org/officeDocument/2006/relationships/image" Target="/ppt/media/image.png" Id="Re8bcdfe223c34579" /><Relationship Type="http://schemas.openxmlformats.org/officeDocument/2006/relationships/notesSlide" Target="/ppt/notesSlides/notesSlide7.xml" Id="R1eac791cd0314ac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1afae379a14cc2" /><Relationship Type="http://schemas.openxmlformats.org/officeDocument/2006/relationships/notesSlide" Target="/ppt/notesSlides/notesSlide8.xml" Id="Rda325ba86ca94bb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6c0140e9fa4d9a" /><Relationship Type="http://schemas.openxmlformats.org/officeDocument/2006/relationships/notesSlide" Target="/ppt/notesSlides/notesSlide9.xml" Id="R895bf0144eb44d0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da036454a64a55" /><Relationship Type="http://schemas.openxmlformats.org/officeDocument/2006/relationships/notesSlide" Target="/ppt/notesSlides/notesSlide10.xml" Id="R56a6429c38eb489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acb8cc73f740fa" /><Relationship Type="http://schemas.openxmlformats.org/officeDocument/2006/relationships/notesSlide" Target="/ppt/notesSlides/notesSlide11.xml" Id="R4b9b453740ea456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02f71ad14a417f" /><Relationship Type="http://schemas.openxmlformats.org/officeDocument/2006/relationships/notesSlide" Target="/ppt/notesSlides/notesSlide12.xml" Id="R673a7f1b3e1d466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64B1A7-DD73-40FD-9FA5-3A181B12F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A38157-EA4E-405B-AE41-4DA8E49D4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B30981-23DD-4809-B0CE-B31B9805B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4470ED-D17D-46C6-A62F-1C59CD7AC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63C5D8-A0CE-4ABD-978F-7B0AD2D15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Apply spring reasoning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D632B8-FBDE-4B31-ABDA-3CD5367D0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D2F592-6FCD-4B47-AF8D-22C5D3361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51398A-3C89-4B2A-B22A-DDF0B4CE6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mixed spring term reasoning problems.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8B4AB6-C214-4D77-8660-A200D1365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FEA1F6-1AFD-4A87-8C9E-EA6A7D463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E8F82E-39EC-4F18-8C0E-1330FEF2B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25786870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8335E63-524C-43E7-8FC0-5F9895461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F40BA3-9132-44A9-9B7A-C58FEBDEB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D11F33-0D37-4BA2-8439-C11223F00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6C9457-B5B9-46E7-83BC-93A35F37D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5B507A-8EB6-4E0A-B0D4-ECA3A3666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C6FD2C-D774-4926-854F-7A538517E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395ED1-64BD-4956-8B10-C3CDC744A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1076D6-A8CB-44DA-8758-21038FB1F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BB3E41-ABE4-4EB9-9267-6880F0831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spring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12FC70-3BF0-46B4-BE5E-A65E5EE4F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5A2664-4A6D-4E39-8C6B-64DDAC077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71459F-A93A-4F7A-9827-9F30BD9E6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E93749-AF05-44D9-B441-A4767DFE0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Spring learning about fractions, decimals, percentages, ratio and proportion.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61094E-A115-482C-A69E-F46BFA9C2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0A350D-3C4D-4543-93FA-9BFFB9DB6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F1A556-FECE-45B5-9F19-F00E982EC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6C2A05-88E9-400C-AFD8-5D1230CF0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Order 0.72, 7/10 and 73%.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4948E7-272D-4E07-B786-E81518D5A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6C72A8-A886-4902-BEB6-61DB53D48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9B9ED0-9534-4F0E-8427-B4FE67D59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A71831-3F43-4182-AACE-5E409E2A8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recipe uses 3/4 kg for 6 people. How much is needed for 14 people?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C0E245-DBC7-4378-A2FC-6908F4237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6815251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34668C-C22A-4E84-9A29-6E8B03E05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38E9C0-3D31-4514-8CEE-82577E3BF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1031B5-85B4-467F-8893-11FF761A4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55B419-A109-42B7-84AB-63ADCFBEC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14CFCF-ED28-4C3A-B23E-27A29A780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5E1C9F-CAF1-4265-ACC3-E0B9E6128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D780E3-12CE-4412-83B7-659084C62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D354E6-82EE-4930-B34B-B0262675D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98A2F6-7086-4797-AB57-C777B1FE4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spring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A0AE08-EFB9-4E4F-BBC0-F507A11C5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mixed spring term reasoning problems.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B36853-69BF-48F1-9563-84C7B46A3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3382C7-7520-412E-88D7-2412C0726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domain and retrieve the relevant representation or method.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0966F1-DE37-41C2-9BEA-C9441BFDC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Show a complete calculation with precise vocabulary.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8FFD00-0795-487E-B6AE-9A715C045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result and record a specific next step.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ABD1FA-7E06-4DF7-AC08-BD31C17AA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retrieve  |  represent  |  calculate  |  justify  |  misconception  |  next step</a:t>
            </a:r>
          </a:p>
        </p:txBody>
      </p:sp>
    </p:spTree>
    <p:extLst>
      <p:ext uri="{BB962C8B-B14F-4D97-AF65-F5344CB8AC3E}">
        <p14:creationId xmlns:p14="http://schemas.microsoft.com/office/powerpoint/2010/main" val="139589930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78CBB7-8415-4384-9B8F-93F6DE53E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AF8E25-365B-4103-93E5-724833E61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FEB16D-542D-46EB-A878-68BF0A6E9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5706A4-6212-4E1E-816D-80290D887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E11FA2-8DEA-4D70-A043-AFA5A1ECE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022008-E625-4568-9DF3-F5B7BB2AD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F18137-DB35-47D6-A318-FE14D25E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1B8631-2F5C-464C-854E-0AADEE8FE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478306-71A4-47FE-BA03-AE2866B1A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spring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DC3DA5-3FDE-439C-A30E-0509B30D8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recipe uses 3/4 kg for 6 people. How much is needed for 14 people?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187BB0-8634-4A4C-9DCD-7C4D3E671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B78F76-A4F0-4318-A4EA-7F01C1D70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F5A310-DEC6-4697-998F-021CEA8E7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the domain and retrieve the relevant representation or method.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3BC4D1-3793-4178-879B-A690CFE71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727D21-BB73-4134-8B5D-8FC27DF55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D088F3-63E1-4FF3-AFA5-ED29520A8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Show a complete calculation with precise vocabulary.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2B8A74-7176-4D9D-BF47-63E3B0F4D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2EE528-48F9-4296-8902-2FD8FD46C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A1DF4A-6D96-4164-A2AD-F7EABB822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1 3/4 kg.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BD86E0-3F5D-4600-95C2-E7AFFB8A6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356C72-9961-419E-97E7-C003AAA3B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2A561F2-E08A-4139-903E-39349147F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result and record a specific next step.</a:t>
            </a:r>
          </a:p>
        </p:txBody>
      </p:sp>
    </p:spTree>
    <p:extLst>
      <p:ext uri="{BB962C8B-B14F-4D97-AF65-F5344CB8AC3E}">
        <p14:creationId xmlns:p14="http://schemas.microsoft.com/office/powerpoint/2010/main" val="43140979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A55E80-E651-4728-9ACB-675FEBA0A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F4F190-1219-4600-A44F-272806E1F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E4E504-6FE8-4A6F-A5AE-CEAD360F8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A9FB41-5564-4D4C-B85B-B51090673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9AF51-37D0-44B0-A97F-506FA6423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F3A20D-DBAA-4D1B-A179-01A27FED5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590962-1156-4B8C-AACC-8AF6536EF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CE4E1B-DFEF-4D99-AC72-3F7E3590B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E03425-5B36-4ADE-9359-15F53254D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spring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8DFDF3-1E66-4DA3-8C4E-100B4772E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DE1916-75B1-418E-9DBF-B57AFFDC2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 3/4 kg.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665136-3198-40A5-98B1-F5B615E8A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B417B8-42E1-4EF6-8CDB-E5892059F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result and record a specific next step.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A181AB-647D-40F1-9324-FE273F843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95606540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F65B5A-6386-46F4-A8AC-383B7FA42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0980D1-6E5A-4BBB-9120-354A370D1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168CC8-45FF-4106-938E-23FC23427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AD4BBC-0D26-4A99-8438-351CFF37E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4B431C-2397-4354-872F-D8FDFB2EA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2FFC5C-9008-4552-89B4-B049136E8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81A92E-34FE-42E4-A895-E662C6C0F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F0B625-C7CE-4AF0-8E7F-3E77073DE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F8F96F-432A-497C-B232-00CBDBACA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spring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3FBB9D-280E-472D-9A61-C5C16D9A7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Order 0.72, 7/10 and 73%.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879607-67B5-4264-988B-5E7F9AB0E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52839F-9213-4A40-8B3E-9490CAFC0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B82DC5-B901-4A5D-B218-E723B983B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ECB11A-178F-4411-B77F-DE967A6A2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C21B6F-D5AD-45C7-ACC8-BEE8A5F3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7/10, 0.72, 73%.</a:t>
            </a:r>
          </a:p>
        </p:txBody>
      </p:sp>
    </p:spTree>
    <p:extLst>
      <p:ext uri="{BB962C8B-B14F-4D97-AF65-F5344CB8AC3E}">
        <p14:creationId xmlns:p14="http://schemas.microsoft.com/office/powerpoint/2010/main" val="199979883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F13968-D920-48A0-9802-1FD38F3C3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C89C1A-F032-4B9E-9492-2BED6E9CE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A3EE7E-51EC-47DA-AB27-F7FB4DA3C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2F1C37-2A73-40BD-A51A-CEA5BF2E3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E41ACC-558D-4460-B011-1604861BF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8D17E1-29C2-45E1-9204-05D9C50B1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2CB3D6-A246-44CF-BEE7-6F56BDA01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DB59AB-98FB-4CFA-970A-7DC64B97E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BCE066-A83B-4FA8-97EA-5DB6D0C07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spring reasoning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bcdfe223c34579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748313-E3DA-48A8-B352-D505C0384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AD58BE-F1C1-4584-B45F-248A04739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chooses a familiar method before identifying the number type and relationship.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37056B-9E70-451D-8BF5-798C079C4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4BDB4F-96E1-40CD-B1F3-B944FDE21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E6C2A2-C90F-4642-8765-B7BBBE178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Name the domain first, represent the relationship, then choose and check the calculation.</a:t>
            </a:r>
          </a:p>
        </p:txBody>
      </p:sp>
    </p:spTree>
    <p:extLst>
      <p:ext uri="{BB962C8B-B14F-4D97-AF65-F5344CB8AC3E}">
        <p14:creationId xmlns:p14="http://schemas.microsoft.com/office/powerpoint/2010/main" val="69542920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9F33E1-D29E-44E1-AFEF-D6B98ACA0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AB0955-187F-4500-8FDF-D51D962B7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5317A6-4947-40D0-9C30-B4B44D8EF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72E318-F893-468D-B8C6-58BA307E6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948EE2-09CB-444C-AF08-32DB29FDF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CFB3C6-D44B-4F05-A446-FEC771F0C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E35CE3-2394-43A3-B0FB-1004D5EA6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05E4EE-7261-4CEE-9DAE-448934453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452B74-F784-4304-B692-D04D7F137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spring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38E59B-AFCB-46C9-9347-96F6D6602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A941AD-881B-4223-98E2-566348AF5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612F34-BF24-4999-A38F-9C1966D46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7701CE-EDA8-42CC-B0B0-40A4A6403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Order 0.72, 7/10 and 73%.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2DA2B9-1E10-4783-96BC-DE0539421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D22386-2477-4165-845B-E880C180D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88D65D-A718-4F2F-9404-802D10023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FEE346-9617-4FD5-BC81-6E5D8A632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DF8DBA-88C3-45DB-9112-14ECF5531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E41EF0-B95A-4878-9F6D-98CFF4632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56C6D4-6C38-4B51-9EF4-8AAAB9C5E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298E11-5801-4E3C-988A-764369E46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7/10, 0.72, 73%.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41A380-A049-48BD-9BC1-0046595EB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39396277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C1B908-A570-4887-865D-23364071A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1258FD-19CA-4745-A1C8-C246AEF60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6C06E2-89DF-4EE7-9D69-3BA638345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1351A2-7609-4F11-8211-CBEF7694D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78B9DF-CF87-452D-9A94-6593CBD26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0F57B7-F02C-4FB3-8FB5-AF3110E12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01CC2E-E0FE-4601-B90C-BA71083DF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42041A-EFDF-47E3-9C22-3045C1806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7F4D8B-E18F-42C8-9AF4-03655DC75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spring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02A429-6F94-4EB9-8AF5-1AC4E1896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77E6AB-1C13-494E-82AD-AD75758C9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085D62-2FA2-4E73-97CE-444B72767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FCC4CF-ED96-4CBF-A809-2C2E0D7EF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5/6 + 7/12.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5DA987-7E22-416A-9BEB-42D5DFB17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2BEC8E-12EC-4BB9-91E5-AE0576B3B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EC93FC-CB5E-4017-A15B-94A99C425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E1583E-1FEE-4E3C-A8AA-7425AFE0A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D86448-68C2-474C-99A1-C74066427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060010-3FDB-4C9D-89EE-54223537C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718BF0-1440-491E-8358-E760C873D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D8C73A-3A63-4301-8876-92B18CC1C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37110843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95A670-9474-4722-B9F4-8E10C1698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BEDAF0-BC34-4006-AA67-C5E71886B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DFB947-A5FF-41B4-A8F1-7F50463C6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E9E59E-9ED6-4878-8657-74E0CFC35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870963-DCE5-456F-9070-D1D2DF373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BC850E-658B-4B13-81F7-7F081C569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4316F8-3A04-4044-8E2B-E31085ECE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81ED44-A0E3-43DF-9C02-E6E5EA2A8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77CBEB-2065-47A8-80FF-DE0701520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spring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B73EAD-6050-49B4-B55F-DF579E97C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Find 37.5% of 640.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70E5F8-94A7-48F6-A798-493A86AC4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CBA6BE-8BAD-4F54-8C4C-56467FAEF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CFC6DA-FC32-496E-B7FF-19E142208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240.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76342563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2A24B3-FB52-4854-BE57-67A8F4714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97636E-7A83-46E0-A5A5-894BA6AFE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8D63D9-B5AE-4E83-96E5-54EF4E51E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F48FAA-1234-4774-A218-9C685FB88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B69482-ED9F-4ECB-A641-2C2E0D2D8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65DBA3-48F9-41F8-9C17-57005C68B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FDEABE-CC80-4B9B-8D18-950FEFFB3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940527-5D50-4711-8E2A-F58DBD071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35BC3E-BD53-4F26-B26C-1E9F6CFF0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spring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F214C0-6A2F-4A0C-8311-37D8A71C0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F62D06-6C0F-49CC-8C9E-00BC0E776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54A723-AA17-4C8B-870B-E098EE53B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5/6 + 7/12.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B2CB56-4449-4F0C-8202-E820275EE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7DD552-3137-40A2-B87F-83A38AA4B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D02857-0C35-4CAF-B982-27F7E3AB6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4A7F22-D2FA-46CC-B6A3-14E0CD7AE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1 5/12.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D81D04-E0DF-40E7-ACBB-FBB7D8D73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5A1793-409E-4709-98AE-7723A160B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98425434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2D1B65-23F6-437A-997A-8898478E8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9EE7A0-811E-49B7-BA16-CE63B33CF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B2723A-27DB-457A-9431-54A481600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6D0629-2FC1-41F8-B57B-E41FD05A8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DE594A-A659-4A33-98A6-6E7CCF08A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8043AC-DC4B-4014-90A1-32C3A9D2E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7AE6D5-B05B-49FC-8991-A0AD072A2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C2B97A-D1E8-4D5B-8DE2-0FB91F41F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966202-C0CF-40D6-B29A-736D32F11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spring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9D393B-F424-4E2E-B955-F7235DA53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7A7B94-E373-4CEB-A625-AB2BE9E86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B2AD6F-24EC-41D8-B1C4-3ACBE3048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BB5009-026F-4508-8AD4-1EF00F1FB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5/6 + 7/12.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F3FD08-5BE5-4E40-9994-007D52757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99F198-D324-47B2-8E6F-E59781D3A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FEDF1A-D9F0-44DA-9F8E-FBE96A820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D2CEC2-8F1B-4AAA-BB49-302338132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chooses a familiar method before identifying the number type and relationship.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23D7BF-D5EF-42EA-860E-A8387BA09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EC74EA-4BA6-41AC-B3A0-FA77D9168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B298E9-C336-4180-B173-E5855CDE7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BFF453-4570-4E40-970B-FC56A92F8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0697F7E-A8DF-4F35-B4FC-302055DC3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93850272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2026-09-09T20:47:20.6790000Z</dcterms:created>
  <dcterms:modified xsi:type="dcterms:W3CDTF">2026-09-09T20:47:20.6790000Z</dcterms:modified>
</coreProperties>
</file>