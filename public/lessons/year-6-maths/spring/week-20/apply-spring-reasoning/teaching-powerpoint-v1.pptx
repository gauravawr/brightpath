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Apply reasoning. Apply reasoning.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Apply reasoning. I do. Find the value for one first, then scale to the target.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Apply reasoning. You do. Pause before clicking. Let pupils try independently, then reveal and discuss every step. Find the value for one first, then scale to the target.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Apply reasoning. I do. Find the value for one first, then scale to the target.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Apply reasoning. You do. Pause before clicking. Let pupils try independently, then reveal and discuss every step. Find the value for one first, then scale to the target.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Apply reasoning.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Apply reasoning.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5D86C7E6-5B61-4791-AE18-174E8EBBE950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Apply reasoning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78ED1C6C-B8F0-4996-84A5-C6DC570B58DB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53091437-4A4B-416C-B8A5-3394D54C03D8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C330E319-1150-4293-8766-6F779E58262D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Apply reasoning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533810B3-15A0-402E-A0BF-B8173EFFD4F1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AE926BAA-5E53-4994-9994-7C6AE58BB73E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solve mixed reasoning problems.</a:t>
            </a:r>
          </a:p>
        </p:txBody>
      </p:sp>
    </p:spTree>
    <p:extLst>
      <p:ext uri="{BB962C8B-B14F-4D97-AF65-F5344CB8AC3E}">
        <p14:creationId xmlns:p14="http://schemas.microsoft.com/office/powerpoint/2010/main" val="830268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-1">
            <a:extLst>
              <a:ext uri="{FF2B5EF4-FFF2-40B4-BE49-F238E27FC236}">
                <a16:creationId xmlns:a16="http://schemas.microsoft.com/office/drawing/2014/main" id="{5B7480DF-4936-41E2-85A2-78EBF26B53D9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C76CB10D-2CCF-4363-975A-C7CD235B00FE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If 6 corresponds to 0.75 kg, what corresponds to 14?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3AC75DB0-6DC6-4658-8285-6F72A577A9C0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464CD2D4-B50B-424B-98AF-D073EED54DAE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Apply reasoning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C31A6FD6-DA73-482C-B4E8-8C36A6937273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C99D79FC-C7B9-42D9-AF62-AC4A57A9F9E9}"/>
              </a:ext>
            </a:extLst>
          </p:cNvPr>
          <p:cNvSpPr>
            <a:spLocks noGrp="1"/>
          </p:cNvSpPr>
          <p:nvPr/>
        </p:nvSpPr>
        <p:spPr>
          <a:xfrm>
            <a:off x="2321719" y="3036094"/>
            <a:ext cx="2738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406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406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BE0412CE-61AE-44AE-B261-7DE94EC60601}"/>
              </a:ext>
            </a:extLst>
          </p:cNvPr>
          <p:cNvSpPr>
            <a:spLocks noGrp="1"/>
          </p:cNvSpPr>
          <p:nvPr/>
        </p:nvSpPr>
        <p:spPr>
          <a:xfrm>
            <a:off x="6369844" y="3036094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7881929F-5AE9-462F-BF3B-EBFFCDA1E485}"/>
              </a:ext>
            </a:extLst>
          </p:cNvPr>
          <p:cNvSpPr>
            <a:spLocks noGrp="1"/>
          </p:cNvSpPr>
          <p:nvPr/>
        </p:nvSpPr>
        <p:spPr>
          <a:xfrm>
            <a:off x="8751094" y="3036094"/>
            <a:ext cx="4881563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0.75 kg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89886735-45D8-4BF5-8431-C1D6F69B56D3}"/>
              </a:ext>
            </a:extLst>
          </p:cNvPr>
          <p:cNvSpPr>
            <a:spLocks noGrp="1"/>
          </p:cNvSpPr>
          <p:nvPr/>
        </p:nvSpPr>
        <p:spPr>
          <a:xfrm>
            <a:off x="2321719" y="4405313"/>
            <a:ext cx="2738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406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406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F23AD975-29B8-4523-9368-3873FBEC865C}"/>
              </a:ext>
            </a:extLst>
          </p:cNvPr>
          <p:cNvSpPr>
            <a:spLocks noGrp="1"/>
          </p:cNvSpPr>
          <p:nvPr/>
        </p:nvSpPr>
        <p:spPr>
          <a:xfrm>
            <a:off x="6369844" y="4405313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84317C3D-06A3-4B82-AC9E-FB486E7AF3FB}"/>
              </a:ext>
            </a:extLst>
          </p:cNvPr>
          <p:cNvSpPr>
            <a:spLocks noGrp="1"/>
          </p:cNvSpPr>
          <p:nvPr/>
        </p:nvSpPr>
        <p:spPr>
          <a:xfrm>
            <a:off x="8751094" y="4405313"/>
            <a:ext cx="4881563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0.125 kg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7F036764-D52D-4FCF-BA12-C14960C3EE52}"/>
              </a:ext>
            </a:extLst>
          </p:cNvPr>
          <p:cNvSpPr>
            <a:spLocks noGrp="1"/>
          </p:cNvSpPr>
          <p:nvPr/>
        </p:nvSpPr>
        <p:spPr>
          <a:xfrm>
            <a:off x="2321719" y="5774531"/>
            <a:ext cx="2738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406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406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14D72E13-3BFC-46F6-9BF8-43D58A26134C}"/>
              </a:ext>
            </a:extLst>
          </p:cNvPr>
          <p:cNvSpPr>
            <a:spLocks noGrp="1"/>
          </p:cNvSpPr>
          <p:nvPr/>
        </p:nvSpPr>
        <p:spPr>
          <a:xfrm>
            <a:off x="6369844" y="5774531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5922D497-CD13-4DC2-B315-511475673CAA}"/>
              </a:ext>
            </a:extLst>
          </p:cNvPr>
          <p:cNvSpPr>
            <a:spLocks noGrp="1"/>
          </p:cNvSpPr>
          <p:nvPr/>
        </p:nvSpPr>
        <p:spPr>
          <a:xfrm>
            <a:off x="8751094" y="5774531"/>
            <a:ext cx="4881563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1.75 kg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8E75D842-6A9A-4BE0-9131-B87E80CBAEC2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÷ 6, then × 14</a:t>
            </a:r>
          </a:p>
        </p:txBody>
      </p:sp>
    </p:spTree>
    <p:extLst>
      <p:ext uri="{BB962C8B-B14F-4D97-AF65-F5344CB8AC3E}">
        <p14:creationId xmlns:p14="http://schemas.microsoft.com/office/powerpoint/2010/main" val="1341064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-1">
            <a:extLst>
              <a:ext uri="{FF2B5EF4-FFF2-40B4-BE49-F238E27FC236}">
                <a16:creationId xmlns:a16="http://schemas.microsoft.com/office/drawing/2014/main" id="{107004AC-B4F3-4664-9B8A-6B0D263DA040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4DCD09B6-C7B4-4F67-B4BD-10B776E35D81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81F3EFD7-F862-4449-83ED-C6EC249577B0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If 6 corresponds to 0.75 kg, what corresponds to 20?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3EB9E485-BB0C-4FB7-842C-2E2878D91D77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D9510FC0-4AD3-4DD2-BFEF-B2DDC11A63CA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Apply reasoning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3D6784BD-67CD-4EF2-AB6D-00FC2B7D60AC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C02BF73B-1DA3-4164-8F9E-022D1064EED8}"/>
              </a:ext>
            </a:extLst>
          </p:cNvPr>
          <p:cNvSpPr>
            <a:spLocks noGrp="1"/>
          </p:cNvSpPr>
          <p:nvPr/>
        </p:nvSpPr>
        <p:spPr>
          <a:xfrm>
            <a:off x="2321719" y="3036094"/>
            <a:ext cx="2738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406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406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002A0B9A-5AAE-4CEB-B1B7-2713E04928E0}"/>
              </a:ext>
            </a:extLst>
          </p:cNvPr>
          <p:cNvSpPr>
            <a:spLocks noGrp="1"/>
          </p:cNvSpPr>
          <p:nvPr/>
        </p:nvSpPr>
        <p:spPr>
          <a:xfrm>
            <a:off x="6369844" y="3036094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C4FB4F26-FF72-41D2-AC51-8A9DFA3F7555}"/>
              </a:ext>
            </a:extLst>
          </p:cNvPr>
          <p:cNvSpPr>
            <a:spLocks noGrp="1"/>
          </p:cNvSpPr>
          <p:nvPr/>
        </p:nvSpPr>
        <p:spPr>
          <a:xfrm>
            <a:off x="8751094" y="3036094"/>
            <a:ext cx="4881563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0.75 kg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1A9C70AC-8501-4298-A797-498EB9277F1B}"/>
              </a:ext>
            </a:extLst>
          </p:cNvPr>
          <p:cNvSpPr>
            <a:spLocks noGrp="1"/>
          </p:cNvSpPr>
          <p:nvPr/>
        </p:nvSpPr>
        <p:spPr>
          <a:xfrm>
            <a:off x="2321719" y="4405313"/>
            <a:ext cx="2738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406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406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2749924B-A5A1-4B58-93A9-B40FB2F42715}"/>
              </a:ext>
            </a:extLst>
          </p:cNvPr>
          <p:cNvSpPr>
            <a:spLocks noGrp="1"/>
          </p:cNvSpPr>
          <p:nvPr/>
        </p:nvSpPr>
        <p:spPr>
          <a:xfrm>
            <a:off x="6369844" y="4405313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EC8432C0-4AE2-4402-BB54-16E1762BAECC}"/>
              </a:ext>
            </a:extLst>
          </p:cNvPr>
          <p:cNvSpPr>
            <a:spLocks noGrp="1"/>
          </p:cNvSpPr>
          <p:nvPr/>
        </p:nvSpPr>
        <p:spPr>
          <a:xfrm>
            <a:off x="8751094" y="4405313"/>
            <a:ext cx="4881563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0.125 kg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13919C51-3EFA-4ABB-98E3-776ACD59759F}"/>
              </a:ext>
            </a:extLst>
          </p:cNvPr>
          <p:cNvSpPr>
            <a:spLocks noGrp="1"/>
          </p:cNvSpPr>
          <p:nvPr/>
        </p:nvSpPr>
        <p:spPr>
          <a:xfrm>
            <a:off x="2321719" y="5774531"/>
            <a:ext cx="2738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406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406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B16E53D2-2A92-4BDD-9FDA-29509318B63C}"/>
              </a:ext>
            </a:extLst>
          </p:cNvPr>
          <p:cNvSpPr>
            <a:spLocks noGrp="1"/>
          </p:cNvSpPr>
          <p:nvPr/>
        </p:nvSpPr>
        <p:spPr>
          <a:xfrm>
            <a:off x="6369844" y="5774531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43178B2D-B42C-4ADF-9B57-7309548436AB}"/>
              </a:ext>
            </a:extLst>
          </p:cNvPr>
          <p:cNvSpPr>
            <a:spLocks noGrp="1"/>
          </p:cNvSpPr>
          <p:nvPr/>
        </p:nvSpPr>
        <p:spPr>
          <a:xfrm>
            <a:off x="8751094" y="5774531"/>
            <a:ext cx="4881563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2.5 kg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9F3DEBF4-FE78-4EA1-8686-27124C5E115E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÷ 6, then × 20</a:t>
            </a:r>
          </a:p>
        </p:txBody>
      </p:sp>
    </p:spTree>
    <p:extLst>
      <p:ext uri="{BB962C8B-B14F-4D97-AF65-F5344CB8AC3E}">
        <p14:creationId xmlns:p14="http://schemas.microsoft.com/office/powerpoint/2010/main" val="2045250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-1">
            <a:extLst>
              <a:ext uri="{FF2B5EF4-FFF2-40B4-BE49-F238E27FC236}">
                <a16:creationId xmlns:a16="http://schemas.microsoft.com/office/drawing/2014/main" id="{860BFE7E-1FBD-4D9C-BC96-BD026F7416A1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170B98EC-2E40-4AF5-889F-7A6B0D588CD1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If 6 corresponds to 0.75 kg, what corresponds to 26?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B62D2781-2085-41E7-BB3A-B5B858607765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059F7652-06A3-4C1B-B852-1041AD7F8EAB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Apply reasoning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2E94AECB-D57B-42FA-932C-B715E76233BA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67F812A5-CC93-418B-8BA1-9C0F92C89CE3}"/>
              </a:ext>
            </a:extLst>
          </p:cNvPr>
          <p:cNvSpPr>
            <a:spLocks noGrp="1"/>
          </p:cNvSpPr>
          <p:nvPr/>
        </p:nvSpPr>
        <p:spPr>
          <a:xfrm>
            <a:off x="2321719" y="3036094"/>
            <a:ext cx="2738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406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406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87442545-5A64-4902-B994-E17153A5DA1E}"/>
              </a:ext>
            </a:extLst>
          </p:cNvPr>
          <p:cNvSpPr>
            <a:spLocks noGrp="1"/>
          </p:cNvSpPr>
          <p:nvPr/>
        </p:nvSpPr>
        <p:spPr>
          <a:xfrm>
            <a:off x="6369844" y="3036094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38EFBF9B-DFBC-4308-A315-013108A48B73}"/>
              </a:ext>
            </a:extLst>
          </p:cNvPr>
          <p:cNvSpPr>
            <a:spLocks noGrp="1"/>
          </p:cNvSpPr>
          <p:nvPr/>
        </p:nvSpPr>
        <p:spPr>
          <a:xfrm>
            <a:off x="8751094" y="3036094"/>
            <a:ext cx="4881563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0.75 kg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0F9159B2-164A-44DE-A289-34C6000BF90C}"/>
              </a:ext>
            </a:extLst>
          </p:cNvPr>
          <p:cNvSpPr>
            <a:spLocks noGrp="1"/>
          </p:cNvSpPr>
          <p:nvPr/>
        </p:nvSpPr>
        <p:spPr>
          <a:xfrm>
            <a:off x="2321719" y="4405313"/>
            <a:ext cx="2738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406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406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0B1C8FA3-2495-45B4-B74C-98699E6373A6}"/>
              </a:ext>
            </a:extLst>
          </p:cNvPr>
          <p:cNvSpPr>
            <a:spLocks noGrp="1"/>
          </p:cNvSpPr>
          <p:nvPr/>
        </p:nvSpPr>
        <p:spPr>
          <a:xfrm>
            <a:off x="6369844" y="4405313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F9AA9277-547F-42FD-B89E-B033A2C07446}"/>
              </a:ext>
            </a:extLst>
          </p:cNvPr>
          <p:cNvSpPr>
            <a:spLocks noGrp="1"/>
          </p:cNvSpPr>
          <p:nvPr/>
        </p:nvSpPr>
        <p:spPr>
          <a:xfrm>
            <a:off x="8751094" y="4405313"/>
            <a:ext cx="4881563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0.125 kg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6C483D1A-8276-4807-87B7-C15B94D2E3E0}"/>
              </a:ext>
            </a:extLst>
          </p:cNvPr>
          <p:cNvSpPr>
            <a:spLocks noGrp="1"/>
          </p:cNvSpPr>
          <p:nvPr/>
        </p:nvSpPr>
        <p:spPr>
          <a:xfrm>
            <a:off x="2321719" y="5774531"/>
            <a:ext cx="2738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406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406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A71DAB2A-19BB-4B46-ACC5-890811F0E196}"/>
              </a:ext>
            </a:extLst>
          </p:cNvPr>
          <p:cNvSpPr>
            <a:spLocks noGrp="1"/>
          </p:cNvSpPr>
          <p:nvPr/>
        </p:nvSpPr>
        <p:spPr>
          <a:xfrm>
            <a:off x="6369844" y="5774531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F968DED7-7CF7-496A-BA35-8CABF0EEDBBE}"/>
              </a:ext>
            </a:extLst>
          </p:cNvPr>
          <p:cNvSpPr>
            <a:spLocks noGrp="1"/>
          </p:cNvSpPr>
          <p:nvPr/>
        </p:nvSpPr>
        <p:spPr>
          <a:xfrm>
            <a:off x="8751094" y="5774531"/>
            <a:ext cx="4881563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3.25 kg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2F5C13BC-5C48-4C13-8B6E-E307793583A9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÷ 6, then × 26</a:t>
            </a:r>
          </a:p>
        </p:txBody>
      </p:sp>
    </p:spTree>
    <p:extLst>
      <p:ext uri="{BB962C8B-B14F-4D97-AF65-F5344CB8AC3E}">
        <p14:creationId xmlns:p14="http://schemas.microsoft.com/office/powerpoint/2010/main" val="235324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-1">
            <a:extLst>
              <a:ext uri="{FF2B5EF4-FFF2-40B4-BE49-F238E27FC236}">
                <a16:creationId xmlns:a16="http://schemas.microsoft.com/office/drawing/2014/main" id="{7A01127A-1862-4E5F-A7C5-FC4475C07947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BBF9E18B-8CAD-41A7-97A7-CAE20D478097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87372545-2B82-4AC9-BA74-CB474E9C3E48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If 6 corresponds to 0.75 kg, what corresponds to 32?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1B5C0D0B-7FB9-422A-9186-7B83FA3F6FCE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0F5F36B4-2FA0-46A9-8C5F-B17E14964C2A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Apply reasoning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5DB6B67E-156A-4261-B1C8-8BFE80E04D7D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6E3E0674-EECD-4EFA-8849-310C6393CAFD}"/>
              </a:ext>
            </a:extLst>
          </p:cNvPr>
          <p:cNvSpPr>
            <a:spLocks noGrp="1"/>
          </p:cNvSpPr>
          <p:nvPr/>
        </p:nvSpPr>
        <p:spPr>
          <a:xfrm>
            <a:off x="2321719" y="3036094"/>
            <a:ext cx="2738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406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406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42652B00-94E8-4164-94DF-FF28C8BC318F}"/>
              </a:ext>
            </a:extLst>
          </p:cNvPr>
          <p:cNvSpPr>
            <a:spLocks noGrp="1"/>
          </p:cNvSpPr>
          <p:nvPr/>
        </p:nvSpPr>
        <p:spPr>
          <a:xfrm>
            <a:off x="6369844" y="3036094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143836AF-B3F5-47FB-8B52-D24F41A13247}"/>
              </a:ext>
            </a:extLst>
          </p:cNvPr>
          <p:cNvSpPr>
            <a:spLocks noGrp="1"/>
          </p:cNvSpPr>
          <p:nvPr/>
        </p:nvSpPr>
        <p:spPr>
          <a:xfrm>
            <a:off x="8751094" y="3036094"/>
            <a:ext cx="4881563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0.75 kg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F4BAE719-5838-4511-9E5D-275811F9184B}"/>
              </a:ext>
            </a:extLst>
          </p:cNvPr>
          <p:cNvSpPr>
            <a:spLocks noGrp="1"/>
          </p:cNvSpPr>
          <p:nvPr/>
        </p:nvSpPr>
        <p:spPr>
          <a:xfrm>
            <a:off x="2321719" y="4405313"/>
            <a:ext cx="2738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406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406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9B9FC759-6015-4B21-A673-7A2453396944}"/>
              </a:ext>
            </a:extLst>
          </p:cNvPr>
          <p:cNvSpPr>
            <a:spLocks noGrp="1"/>
          </p:cNvSpPr>
          <p:nvPr/>
        </p:nvSpPr>
        <p:spPr>
          <a:xfrm>
            <a:off x="6369844" y="4405313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A2E252E3-055B-4825-95B6-F779597FA14C}"/>
              </a:ext>
            </a:extLst>
          </p:cNvPr>
          <p:cNvSpPr>
            <a:spLocks noGrp="1"/>
          </p:cNvSpPr>
          <p:nvPr/>
        </p:nvSpPr>
        <p:spPr>
          <a:xfrm>
            <a:off x="8751094" y="4405313"/>
            <a:ext cx="4881563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0.125 kg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6F76CFCF-C854-48B5-AA50-99CE9C7D9D73}"/>
              </a:ext>
            </a:extLst>
          </p:cNvPr>
          <p:cNvSpPr>
            <a:spLocks noGrp="1"/>
          </p:cNvSpPr>
          <p:nvPr/>
        </p:nvSpPr>
        <p:spPr>
          <a:xfrm>
            <a:off x="2321719" y="5774531"/>
            <a:ext cx="2738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406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406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F88D4945-061D-4961-A6D3-E004C5D51B36}"/>
              </a:ext>
            </a:extLst>
          </p:cNvPr>
          <p:cNvSpPr>
            <a:spLocks noGrp="1"/>
          </p:cNvSpPr>
          <p:nvPr/>
        </p:nvSpPr>
        <p:spPr>
          <a:xfrm>
            <a:off x="6369844" y="5774531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320675F0-70FA-4A43-A7A9-B85C32D23AAF}"/>
              </a:ext>
            </a:extLst>
          </p:cNvPr>
          <p:cNvSpPr>
            <a:spLocks noGrp="1"/>
          </p:cNvSpPr>
          <p:nvPr/>
        </p:nvSpPr>
        <p:spPr>
          <a:xfrm>
            <a:off x="8751094" y="5774531"/>
            <a:ext cx="4881563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 kg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91296C6C-963D-4EB9-A759-0B91C0E07931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÷ 6, then × 32</a:t>
            </a:r>
          </a:p>
        </p:txBody>
      </p:sp>
    </p:spTree>
    <p:extLst>
      <p:ext uri="{BB962C8B-B14F-4D97-AF65-F5344CB8AC3E}">
        <p14:creationId xmlns:p14="http://schemas.microsoft.com/office/powerpoint/2010/main" val="1385450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E7735FE9-676C-4B61-824B-2F716592A9C9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5F0B2040-9AD8-4A0C-93A2-B1F1F20DE3CE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14C76D68-E610-4F95-9058-4771ED0CA123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0D4E4ACC-2E2B-41C9-BC57-8164CB505ADB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5F0DE9F9-A72D-4ECA-AE3F-06C1BEFD2896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Apply reasoning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C6A498D7-25EC-4CCB-BFB7-E6DCA92E4E4C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0BBFFDDE-C2D0-4B1C-86CE-1E6D448A62F2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7BAD58E7-A581-4331-AB8A-FA132982F3CC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recipe uses 3/4 kg for 6 people. How much is needed for 14 people?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BD69D95B-2CDB-44C8-AC09-AAFB99811087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F5EDD554-98DF-4AF5-A89B-D6BB68DA4E4E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Order 0.72, 7/10 and 73%.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9B371F74-74F2-4F9B-A146-3B96770BC6BD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CB23E070-0E57-4900-B98A-B7F33830474F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5/6 + 7/12.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EA1349B2-40AA-4BE5-B485-2537B07B1DAC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D4E4B820-70C4-483F-9C7D-F23F56ADCB7D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A recipe uses 3/4 kg for 6 people. How much is needed for 14 people?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5FE3F553-1B16-440D-964F-380C1B9A6A90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7BABD5E0-802D-4782-88C9-2EAA1062D027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Order 0.72, 7/10 and 73%.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D767098A-E4B4-4F47-B57C-6851278E7F99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C2FAE62D-8839-4EF5-863B-99333BDFF107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Calculate 5/6 + 7/12.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5CDD9848-1830-477F-9C15-4D2807F4E90B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1FFC21B3-C736-47ED-BABA-CA0B6B3F5F0C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Prove or explain your reasoning: Find 37.5% of 640.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30269DF9-CB80-4851-A0EE-B71AFDE65DBA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3F4D3CCB-E24A-483D-B1EF-9BAC88AA4474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chooses a familiar method before identifying the number type and relationship.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E4B085D1-E8AA-4522-A7D7-357ABE1DDBCD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61D9D7ED-F726-4F67-9A2A-471DFD588ADB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F89CAC16-0775-4208-90C5-2979BDFF16A2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5E3B710E-B635-40ED-AF7E-1674EE0A6F9B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Calculate 5/6 + 7/12.</a:t>
            </a:r>
          </a:p>
        </p:txBody>
      </p:sp>
    </p:spTree>
    <p:extLst>
      <p:ext uri="{BB962C8B-B14F-4D97-AF65-F5344CB8AC3E}">
        <p14:creationId xmlns:p14="http://schemas.microsoft.com/office/powerpoint/2010/main" val="1701305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4122B243-0175-4157-879E-C58421AFEF96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5EF1A9E7-8B4A-46D5-B499-9923A23C23BE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DA6C6303-0441-4D21-86C9-D9491FADB3A6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3A6E6ED7-CF63-4DF3-86BB-697C27F0CFF6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Apply reasoning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3431DA1B-DDA4-4DB3-9F95-BCFAB9010C67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1BB1F829-6CCF-4863-9983-BDE24C55E127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F7955D27-9503-4447-936D-8FEE92F81E4F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 3/4 kg.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5DFCA29C-CB31-4E6B-BD30-5DF9BDAAF3A1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B72A97E6-B438-4C30-8AE0-35A820E0427F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7/10, 0.72, 73%.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2CC447DC-BE0A-4033-8231-78EDCAAF1D93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B6D80DD6-9AE3-41A9-9FE2-343A498A7584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 5/12.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30D44C16-78B4-4A9C-8341-E8B95047C88F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C6B29BE6-5F00-4109-9F37-85CECFEC563D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 3/4 kg.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40BEC2E1-0F58-4F4B-A5BB-DD2B1223A44B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CA16B47B-DACC-4F56-A1E9-F2F6CC53E24F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7/10, 0.72, 73%.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977FED0A-8480-4212-BF24-03C749C47AE8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45FD3045-3C26-4E6C-9811-23C5DCE9C7AC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1 5/12.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C3A6F590-0666-4D91-B6D5-F0E8A638DB40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B0C5E9D3-CABC-49CE-892A-69E53CDDE3A3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240. The explanation must show why the method works.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2CBD4E46-EBB8-43AD-B225-E24678C09512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3A5A1A36-829D-44CE-87B3-D96A855EE281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Name the domain first, represent the relationship, then choose and check the calculation.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AA2E9652-4FA6-4AFF-AC19-ABD3B3E755CD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40C7A8C3-DDC2-4ABF-9EA3-4BE9EA10AD61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38B32E7E-0649-4298-9031-B57E5BBFDC7E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F452E51B-B804-4CF5-8C57-7692CBD1B3F2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90749465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888</Words>
  <Application>Microsoft Office PowerPoint</Application>
  <DocSecurity>0</DocSecurity>
  <PresentationFormat>Custom</PresentationFormat>
  <Paragraphs>126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2026-09-14T13:22:04Z</dcterms:created>
  <dcterms:modified xsi:type="dcterms:W3CDTF">2026-09-14T13:22:09Z</dcterms:modified>
</cp:coreProperties>
</file>