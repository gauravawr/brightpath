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5df1c8d5184a9e" /><Relationship Type="http://schemas.openxmlformats.org/officeDocument/2006/relationships/extended-properties" Target="/docProps/app.xml" Id="R8a8990e92681411b" /><Relationship Type="http://schemas.openxmlformats.org/officeDocument/2006/relationships/officeDocument" Target="/ppt/presentation.xml" Id="R31575ecdbafb4c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08349faf9e4503"/>
  </p:sldMasterIdLst>
  <p:notesMasterIdLst>
    <p:notesMasterId xmlns:r="http://schemas.openxmlformats.org/officeDocument/2006/relationships" r:id="Rc27f800841c04c7a"/>
  </p:notesMasterIdLst>
  <p:sldIdLst>
    <p:sldId xmlns:r="http://schemas.openxmlformats.org/officeDocument/2006/relationships" id="256" r:id="R3cd39937d03846e4"/>
    <p:sldId xmlns:r="http://schemas.openxmlformats.org/officeDocument/2006/relationships" id="257" r:id="R852de05cd05c4963"/>
    <p:sldId xmlns:r="http://schemas.openxmlformats.org/officeDocument/2006/relationships" id="258" r:id="R8d2156265ad140f6"/>
    <p:sldId xmlns:r="http://schemas.openxmlformats.org/officeDocument/2006/relationships" id="259" r:id="R1841d45c5bdd4b1f"/>
    <p:sldId xmlns:r="http://schemas.openxmlformats.org/officeDocument/2006/relationships" id="260" r:id="R665fae54346044b4"/>
    <p:sldId xmlns:r="http://schemas.openxmlformats.org/officeDocument/2006/relationships" id="261" r:id="Rd3adcce8195b43a2"/>
    <p:sldId xmlns:r="http://schemas.openxmlformats.org/officeDocument/2006/relationships" id="262" r:id="Rcb05cd48d9914e24"/>
    <p:sldId xmlns:r="http://schemas.openxmlformats.org/officeDocument/2006/relationships" id="263" r:id="R05aa7eb27e254808"/>
    <p:sldId xmlns:r="http://schemas.openxmlformats.org/officeDocument/2006/relationships" id="264" r:id="Rf219244003e84ea6"/>
    <p:sldId xmlns:r="http://schemas.openxmlformats.org/officeDocument/2006/relationships" id="265" r:id="R02e7399dde9549ff"/>
    <p:sldId xmlns:r="http://schemas.openxmlformats.org/officeDocument/2006/relationships" id="266" r:id="R4495623e184e46ee"/>
    <p:sldId xmlns:r="http://schemas.openxmlformats.org/officeDocument/2006/relationships" id="267" r:id="Rfc8ade3385fb4f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4e38c231e149f9" /><Relationship Type="http://schemas.openxmlformats.org/officeDocument/2006/relationships/slideMaster" Target="/ppt/slideMasters/slideMaster1.xml" Id="Raf08349faf9e4503" /><Relationship Type="http://schemas.openxmlformats.org/officeDocument/2006/relationships/notesMaster" Target="/ppt/notesMasters/notesMaster1.xml" Id="Rc27f800841c04c7a" /><Relationship Type="http://schemas.openxmlformats.org/officeDocument/2006/relationships/presProps" Target="/ppt/presProps.xml" Id="R75683746e36a483f" /><Relationship Type="http://schemas.openxmlformats.org/officeDocument/2006/relationships/tableStyles" Target="/ppt/tableStyles.xml" Id="Rad279f6273aa4ad1" /><Relationship Type="http://schemas.openxmlformats.org/officeDocument/2006/relationships/slide" Target="/ppt/slides/slide1.xml" Id="R3cd39937d03846e4" /><Relationship Type="http://schemas.openxmlformats.org/officeDocument/2006/relationships/slide" Target="/ppt/slides/slide2.xml" Id="R852de05cd05c4963" /><Relationship Type="http://schemas.openxmlformats.org/officeDocument/2006/relationships/slide" Target="/ppt/slides/slide3.xml" Id="R8d2156265ad140f6" /><Relationship Type="http://schemas.openxmlformats.org/officeDocument/2006/relationships/slide" Target="/ppt/slides/slide4.xml" Id="R1841d45c5bdd4b1f" /><Relationship Type="http://schemas.openxmlformats.org/officeDocument/2006/relationships/slide" Target="/ppt/slides/slide5.xml" Id="R665fae54346044b4" /><Relationship Type="http://schemas.openxmlformats.org/officeDocument/2006/relationships/slide" Target="/ppt/slides/slide6.xml" Id="Rd3adcce8195b43a2" /><Relationship Type="http://schemas.openxmlformats.org/officeDocument/2006/relationships/slide" Target="/ppt/slides/slide7.xml" Id="Rcb05cd48d9914e24" /><Relationship Type="http://schemas.openxmlformats.org/officeDocument/2006/relationships/slide" Target="/ppt/slides/slide8.xml" Id="R05aa7eb27e254808" /><Relationship Type="http://schemas.openxmlformats.org/officeDocument/2006/relationships/slide" Target="/ppt/slides/slide9.xml" Id="Rf219244003e84ea6" /><Relationship Type="http://schemas.openxmlformats.org/officeDocument/2006/relationships/slide" Target="/ppt/slides/slide10.xml" Id="R02e7399dde9549ff" /><Relationship Type="http://schemas.openxmlformats.org/officeDocument/2006/relationships/slide" Target="/ppt/slides/slide11.xml" Id="R4495623e184e46ee" /><Relationship Type="http://schemas.openxmlformats.org/officeDocument/2006/relationships/slide" Target="/ppt/slides/slide12.xml" Id="Rfc8ade3385fb4f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380d2d5bfa4b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67516b2f3d4ab0" /><Relationship Type="http://schemas.openxmlformats.org/officeDocument/2006/relationships/notesMaster" Target="/ppt/notesMasters/notesMaster1.xml" Id="R2a7126a3c8d649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048e7f19944fdc" /><Relationship Type="http://schemas.openxmlformats.org/officeDocument/2006/relationships/notesMaster" Target="/ppt/notesMasters/notesMaster1.xml" Id="R80eb169a3da542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d2b65764f845f3" /><Relationship Type="http://schemas.openxmlformats.org/officeDocument/2006/relationships/notesMaster" Target="/ppt/notesMasters/notesMaster1.xml" Id="Reedfe7e6d44d40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80dff4603a4b29" /><Relationship Type="http://schemas.openxmlformats.org/officeDocument/2006/relationships/notesMaster" Target="/ppt/notesMasters/notesMaster1.xml" Id="R3b90c1a8adb841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d73236af39482b" /><Relationship Type="http://schemas.openxmlformats.org/officeDocument/2006/relationships/notesMaster" Target="/ppt/notesMasters/notesMaster1.xml" Id="Rbd291dc945d74e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5e2241ddd452e" /><Relationship Type="http://schemas.openxmlformats.org/officeDocument/2006/relationships/notesMaster" Target="/ppt/notesMasters/notesMaster1.xml" Id="R7fa98559cba145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648a7ad8ea4939" /><Relationship Type="http://schemas.openxmlformats.org/officeDocument/2006/relationships/notesMaster" Target="/ppt/notesMasters/notesMaster1.xml" Id="Rdaad4f06ca0342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0a0268d9a44ef5" /><Relationship Type="http://schemas.openxmlformats.org/officeDocument/2006/relationships/notesMaster" Target="/ppt/notesMasters/notesMaster1.xml" Id="R838bd8b040e64b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568382d57948fa" /><Relationship Type="http://schemas.openxmlformats.org/officeDocument/2006/relationships/notesMaster" Target="/ppt/notesMasters/notesMaster1.xml" Id="R955d7a5e50154c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87bcd712e04b00" /><Relationship Type="http://schemas.openxmlformats.org/officeDocument/2006/relationships/notesMaster" Target="/ppt/notesMasters/notesMaster1.xml" Id="Rd1f51aff054740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726a0414cd41ec" /><Relationship Type="http://schemas.openxmlformats.org/officeDocument/2006/relationships/notesMaster" Target="/ppt/notesMasters/notesMaster1.xml" Id="Ra58a5cc0d03d4e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902d3887644f74" /><Relationship Type="http://schemas.openxmlformats.org/officeDocument/2006/relationships/notesMaster" Target="/ppt/notesMasters/notesMaster1.xml" Id="Rc6928d45d9e94f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7/10, 0.72, 73%.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 3/4 kg.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7/10, 0.72, 73%.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7/10, 0.72, 73%..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5/12..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240.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5/12.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5/12.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db4ef4d7844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baaa985e704127" /><Relationship Type="http://schemas.openxmlformats.org/officeDocument/2006/relationships/slideLayout" Target="/ppt/slideLayouts/slideLayout1.xml" Id="Rda13041e3f224c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13041e3f224c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a5bd7480b4817" /><Relationship Type="http://schemas.openxmlformats.org/officeDocument/2006/relationships/notesSlide" Target="/ppt/notesSlides/notesSlide1.xml" Id="Rf329840cbce147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db34134434b30" /><Relationship Type="http://schemas.openxmlformats.org/officeDocument/2006/relationships/notesSlide" Target="/ppt/notesSlides/notesSlide2.xml" Id="R2a374005956949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4426507974a66" /><Relationship Type="http://schemas.openxmlformats.org/officeDocument/2006/relationships/notesSlide" Target="/ppt/notesSlides/notesSlide3.xml" Id="Rfc633007a26545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7b7ff225d4804" /><Relationship Type="http://schemas.openxmlformats.org/officeDocument/2006/relationships/notesSlide" Target="/ppt/notesSlides/notesSlide4.xml" Id="Rdb7a5c8541c940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d500545894171" /><Relationship Type="http://schemas.openxmlformats.org/officeDocument/2006/relationships/notesSlide" Target="/ppt/notesSlides/notesSlide5.xml" Id="R250a2f5c156d44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1713b7bb94e39" /><Relationship Type="http://schemas.openxmlformats.org/officeDocument/2006/relationships/notesSlide" Target="/ppt/notesSlides/notesSlide6.xml" Id="Ra39298bd50674c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6e06244bb4c14" /><Relationship Type="http://schemas.openxmlformats.org/officeDocument/2006/relationships/image" Target="/ppt/media/image.png" Id="R0125062eed53424e" /><Relationship Type="http://schemas.openxmlformats.org/officeDocument/2006/relationships/notesSlide" Target="/ppt/notesSlides/notesSlide7.xml" Id="R5d572785ec2840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7ba4b04054479" /><Relationship Type="http://schemas.openxmlformats.org/officeDocument/2006/relationships/notesSlide" Target="/ppt/notesSlides/notesSlide8.xml" Id="R456bd7381fe442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521ee6ed74b07" /><Relationship Type="http://schemas.openxmlformats.org/officeDocument/2006/relationships/notesSlide" Target="/ppt/notesSlides/notesSlide9.xml" Id="R82c2271ae016451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43dfe5f5a4ff0" /><Relationship Type="http://schemas.openxmlformats.org/officeDocument/2006/relationships/notesSlide" Target="/ppt/notesSlides/notesSlide10.xml" Id="R9a21aebe6ca04d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babccd46f462a" /><Relationship Type="http://schemas.openxmlformats.org/officeDocument/2006/relationships/notesSlide" Target="/ppt/notesSlides/notesSlide11.xml" Id="R4bef9c00413a43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a114552354327" /><Relationship Type="http://schemas.openxmlformats.org/officeDocument/2006/relationships/notesSlide" Target="/ppt/notesSlides/notesSlide12.xml" Id="R3ed425bdf4e942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3A9D1-8E38-4B5E-BF96-1703FB00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E40C9-1097-4264-9A70-66E5D60A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EB579-0247-41D9-B298-A4F772C6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F80F-FDBE-49CE-BCAC-98F7C08B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79A60-C5F1-4FB1-A81A-2207B53D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C0FD8-FEFA-45A2-8408-961DC3AE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A2CB1-C019-4201-BBD2-CBF36A4A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39E21-416E-4A49-BC8F-7D4EBF7E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mixed spring term reasoning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2156F-5DE8-48FB-9E2A-FD046CA2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2F11B-FF26-492F-BFA2-1AB8899F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FFC35-901E-4485-BE36-1B0DF86D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55144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A6BFF5-5C24-448C-A21D-97023B50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CC82A-5F5F-4E96-A426-90F2F67C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CE586-99E8-4BD9-B32B-37E55FAA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AD87F-49D6-4E66-BD4E-1287D3BD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C4B5D-8B5D-472A-8783-A87C59B9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3A957-36C3-4988-AE0D-2731EAB0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8D424-2AEE-48C0-B2CE-F64FFA5F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9373E-4244-4CDC-AFD9-E4A749E5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A69A4-053E-4760-B969-1B3C9B9A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EFBBA5-C83C-434B-BA5C-BB2A44D1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71581-108D-4901-8798-12010100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FCA60-5B82-40A6-A8C7-EF0BB57C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EC268-B028-45D8-AB8F-A035EDA1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BE8F8C-178D-4EA2-A169-4D553119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591E3-17F3-406C-AF1E-B67D1FCC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2D295-79A0-40F9-9051-18D9E63C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4AB2F-C3CB-4F43-B87A-A35CE28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79E39F-D98C-41AD-B5E2-00C6E343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4599AD-240C-4BC2-BE2E-D4997424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920951-21E4-424F-A2D3-E9DC0692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108C95-0C9C-40A9-AB48-D29D5D77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recipe uses 3/4 kg for 6 people. How much is needed for 14 people?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620199-6752-410D-B394-574A01A2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008468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5DB05-3305-42FD-985B-4E68E8F3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AB66A-0235-4812-A26B-1B02C782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595A7-CD5F-4EFF-985C-E0E4EDA1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7DB15-6E2B-4442-913E-87EE7678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E47A8-5F4F-482E-9986-8B32228D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F362E-D8D0-4312-B17B-8221622C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6BB55-7870-4EA7-8FC5-ED4F4C39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A3BF79-94E9-44EF-89DF-EF407C76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046C8-BA58-4591-9B5F-74ECF260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9E351-11F8-4849-8C44-F0EB8DA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mixed spring term reasoning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281A46-522A-4390-8965-042FA0C6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2209C6-4A51-45AA-B04B-49EB6D37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F07B9-B421-49FB-B228-8E9718D6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C68CC-856B-4860-A687-3E855DB6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9C8EC-1573-4F88-9ED7-FC02AEE2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7024030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2157F6-09C3-4BDD-9246-80F3D552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EBC35-2811-467E-BF36-FF6C0A28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701FF-99DE-411F-ABEF-89CDBE8C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5B7B8-7C62-4093-90B8-6A548D18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4E944-22A2-4CA5-8F46-E080BBDD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3D0CB-2033-426E-B2D1-7A793E2C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6A70A-CD26-4A30-9C23-10E7B6C1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B665F-7F29-47D2-B2DA-A0EA5A99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9FA2B-B644-4CEB-B93E-00BA7E81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78F53-81CD-4011-B8C8-16D3D736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4A40C-6B3D-4204-A9EC-C2428A27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A7A79-9D7E-4B21-85AB-B41CF7CF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BE90F-9B91-48F8-A306-64A1C740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3/4 kg for 6 people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6C53E-D0F6-41E0-B4CE-FCA9A9E0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FFFB5-68B9-4ACD-B674-8A548167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71301-351C-480A-A4C1-98B9233B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For 1 person: 3/4 ÷ 6 = 1/8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E1057-D704-4034-8185-67552217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706835-40C9-4DC7-A342-995E7F55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FE142-51C1-49F1-A05A-1DEBA585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For 14 people: 14 × 1/8 = 14/8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832CE-DAF5-4BA1-9A94-67E043FC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DFA05-E160-4149-ADB0-C5A2EF82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6BF31-04FF-4E52-A5A1-31AC07DE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14/8 = 1 3/4 kg</a:t>
            </a:r>
          </a:p>
        </p:txBody>
      </p:sp>
    </p:spTree>
    <p:extLst>
      <p:ext uri="{BB962C8B-B14F-4D97-AF65-F5344CB8AC3E}">
        <p14:creationId xmlns:p14="http://schemas.microsoft.com/office/powerpoint/2010/main" val="7704511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A19D0E-ACA9-4139-A9AA-8E8AD675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D9D7C7-5852-411B-A719-77D5A2AC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6BBF8-7D18-4AEA-9FBE-269F2C72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79D76-9671-498D-9792-FFFDFCB0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DEA3C-AA7E-4A23-848F-41018F62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A2DF3-7023-4A77-9B40-C11AD21B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ABABA-8558-4E4F-AD34-0E60836C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0704C-1A95-42AB-9173-1E04EE6E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F3834-9E55-446B-B0AD-C14631A4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8DA34-69B9-47AF-8964-08A322F4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FA8CF-439B-4317-A8C4-ABB2275B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3/4 kg.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F44AB9-87CB-479C-8C6C-38A77F49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117B2-EDAF-41E9-A29B-ADFE1B2A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200E33-7DFA-4860-8795-57113839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1671616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32D28-9E41-40FA-95C8-7E80370E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C38C0-32B4-4A20-9A4D-B2DE7E2B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5883C4-E7D1-41A4-BAE4-48008A0C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2CF52-4F6A-469E-AC26-F05069F1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9D7E59-E4E2-4D97-8A71-1BF228B5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F1775-D184-4EB9-A090-15F70151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CCC2B-ECEB-4B44-934F-C1AB9B50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EB100-9B4F-4973-89BB-96514E7A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BB5C43-3F02-4BCB-AB60-47EA5A5E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2BF10-7B44-4285-A84E-68DF60CD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B4361-A383-4AC4-B82E-E709F28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6DA7B-E5B4-4A06-9B0B-A37A7C8F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A7DBB-2394-40A6-A285-AC5C107C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5C41CE-F244-46FE-9698-BBD49A85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663A3-E031-457F-819F-1384F043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7/10, 0.72, 73%.</a:t>
            </a:r>
          </a:p>
        </p:txBody>
      </p:sp>
    </p:spTree>
    <p:extLst>
      <p:ext uri="{BB962C8B-B14F-4D97-AF65-F5344CB8AC3E}">
        <p14:creationId xmlns:p14="http://schemas.microsoft.com/office/powerpoint/2010/main" val="443811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987B8-154E-4B86-843D-56E173C9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0FBDD-0357-482A-A3DA-64CAB907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70F10E-8B5A-4066-82E2-0706347F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D1C32-BFDA-4A30-9751-C1677A95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B0996-4833-432B-B129-44419979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851FF-FD37-48BD-B75E-D429E551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47B39-D1B8-4BD0-A24C-B8AEC996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28B16-DDA3-4CDF-89BB-4A2F6407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F29F7-8751-4CC8-8FE7-08B27C3C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5062eed53424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26951-FD3D-486C-A414-D4B18943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5CE25-B44D-41E3-92B9-36A977A2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6A421C-024C-444C-8352-1A520C52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5F177-4AAF-4BD5-A3BE-194F9D8F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1DCB7-F8DC-444A-8BDF-2D026ED7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13125391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2E87A3-08E8-4BD1-9C6A-BA8DC288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5A3E1F-6ECF-497C-820D-2F782992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A0352-CDBB-4D89-8325-4178681B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97383-A79B-4966-81F3-938A2950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0EF18-05AC-4087-88AF-E24CC745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CBF17-6F3E-46A6-B2D7-3B4BB2FE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C5F33-3226-478B-B84B-650B3A1B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DB58B-911C-45DB-9118-F5D28F98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CFC9D-7EF4-4626-86B9-8CAF67F8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E3F5E-003A-4E92-86B7-365F7CAA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B78DB5-BDF8-48A0-881E-F7234EB4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BA6D0-B40B-43E2-BEC8-F93B7286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A4366-7B9C-43A3-8955-0F0B2444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B8ED8-AB4E-491F-A366-423497C6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802CB1-5F60-460D-902B-8AEAFF4C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40203-5684-4C7E-8FC9-0160BBC3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A047F8-1815-4A22-B601-47DD4C10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F50455-FB4A-46B9-8681-3970C31D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FA2BD8-AE8B-40E8-8981-B7FDB7AE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90401-26B4-4DE9-9D36-946F998F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BB9152-0226-4291-9044-07B2BA75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7/10, 0.72, 73%.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107828-61FA-4382-897F-5D52FE2A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071043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B15B4-CEE1-481F-9C31-7C86DFD0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33A53-4D68-4153-AF95-67941505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B0F62-D3DD-4EF2-AEC8-2F63ED68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E21D46-4EBF-4212-9A18-A7C6E774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E8B60-DC43-4898-AACB-34CFBB8E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903228-75A1-4EBC-8ED3-9BE43FC5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228A2-6AF9-4B92-B4AE-1E5782B4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6E0B4-AC1F-4AC5-A7ED-DFD88AA3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65D101-2D1C-46BD-8B9F-0B0C8CE4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EA078-2FAF-4ACF-800B-ABD35026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9BCC38-5EAB-41A4-B751-4C9C9008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6EB764-519F-49FB-8F58-EC341A11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577D54-F587-438C-AD03-1093D364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64705-62D4-4288-988D-22CE45E1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13CE7E-C05E-4FF2-8DF2-FFB593C7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E244DB-FFA3-44C4-B05D-461DD96C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A8DD12-8F2E-4FED-A3F4-7EA2855A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172CB-C2F8-4BCC-9D5E-CA2D63C3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6C621-B9BB-4A51-B96C-68200298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ACFCA-43BE-46A3-8234-E833A991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FDD7B-3685-4071-A5E9-5836F4D4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868589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10016-CDB2-4B95-8EFC-6CEBC259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0C1F5-6FEB-4974-A51A-3B155944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E0472-A45B-435E-9BDE-AA2DB9D2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4C0933-39C9-40BE-8D37-37C8C0D4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71859-D843-42CD-8031-9ED3B961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65D42-0EB1-4560-92E9-ECCA1434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76CEE-759A-46E0-86BB-48A4A9BC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79FEA-FD02-4545-95EF-5F8781DC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94679-888C-447C-A53D-929890D0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A3D419-6BB0-4A5B-86C4-E0E24D3B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37.5% of 640.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429C9A-2BBB-4AA7-B55E-FC04FBAE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DC1A8F-208D-46BE-9661-39322315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64CD0-D9B2-410C-A205-D085AACF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240.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935523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F6B82F-C553-4D1D-9A38-7DE11D35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FC36F-5A6C-4D85-ABBB-DFCCC206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3A0B7-2EC6-4096-AB76-2B6D3CF8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017FE8-EFFF-42B8-A7C1-D419B20B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98EBD7-EEAF-4092-8C7B-E5E88B9D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A32FE-9C06-4D44-B3A2-1CFADB36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B1675-47A9-4670-8402-5C7C77C1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B95A47-FCC8-4E96-8A86-C25A279C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A1BED-9288-42CE-A7E6-BCE04744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B057A2-C89A-42DF-95BE-1A3A0858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21FFC-FEE9-48A7-A277-8A85A54A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0E074-AEDF-41F4-9DCC-0212F014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5DF088-3804-423C-81AC-1F8E1309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EC6D6D-68CC-4DBE-9FD9-1C85FC57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524E22-DC6E-4BC0-8E25-BEA9152E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089D1F-BABC-4D10-AFA2-C41B37AC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5/12.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EC189-FDA1-45AE-93CC-0379FE3A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CD73A-4191-4793-9E16-2F94493D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754087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913E6F-4008-48FF-8DA5-41AC1126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1D900-E330-4B32-9597-4780A726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5021A-4065-4651-ADCB-C2A3349E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4008D-9644-4982-91A9-2FFAACD4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B175A-2439-4047-9850-33014E9E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2B9D8-F48D-411E-A9BE-912750AB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22068-D29D-4663-BF67-1014951C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F0B6C-C51A-450C-9713-570AA9B3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B3B95-2A7E-4D3F-B088-0B56D47A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1E868B-E074-4F99-BE14-8A6D2E77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BC478E-A661-482D-BE30-EB591CB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EC41D3-79FE-413B-95F3-8F81DEAC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F7E3B-318E-4B25-A04A-76B48E4D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3BE9B-358F-4240-AA03-99CB1031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EC1105-7EC9-440E-9859-C645F6F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CCAD00-15E9-4327-ACA6-656DD008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43016-E57D-4D6A-9AC5-D6CC2D98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CB1871-C087-459B-ABB7-4950E7C2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AD9755-025E-4CF4-88E7-D6391F58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D3B92A-D4C3-4A58-AA6B-8FEF5293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5672E9-413A-4CAF-8C23-39267D86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E741A-B8A1-44EB-8A23-A015BF94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272727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2026-09-09T22:14:32.4000000Z</dcterms:created>
  <dcterms:modified xsi:type="dcterms:W3CDTF">2026-09-09T22:14:32.4000000Z</dcterms:modified>
</coreProperties>
</file>