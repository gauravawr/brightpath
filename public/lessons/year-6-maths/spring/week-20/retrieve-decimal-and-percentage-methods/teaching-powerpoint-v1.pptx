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4e4df6a87248eb" /><Relationship Type="http://schemas.openxmlformats.org/officeDocument/2006/relationships/extended-properties" Target="/docProps/app.xml" Id="Rbb1a0b3dfaf64415" /><Relationship Type="http://schemas.openxmlformats.org/officeDocument/2006/relationships/officeDocument" Target="/ppt/presentation.xml" Id="R5ddc9170c4e040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5ef846c0c94bcd"/>
  </p:sldMasterIdLst>
  <p:notesMasterIdLst>
    <p:notesMasterId xmlns:r="http://schemas.openxmlformats.org/officeDocument/2006/relationships" r:id="R8bf3b52175494197"/>
  </p:notesMasterIdLst>
  <p:sldIdLst>
    <p:sldId xmlns:r="http://schemas.openxmlformats.org/officeDocument/2006/relationships" id="256" r:id="R2ad52eed5d5d47ae"/>
    <p:sldId xmlns:r="http://schemas.openxmlformats.org/officeDocument/2006/relationships" id="257" r:id="R73b91a5a48e74240"/>
    <p:sldId xmlns:r="http://schemas.openxmlformats.org/officeDocument/2006/relationships" id="258" r:id="Rf5bd69a4d5b8418a"/>
    <p:sldId xmlns:r="http://schemas.openxmlformats.org/officeDocument/2006/relationships" id="259" r:id="R06781ea138184b80"/>
    <p:sldId xmlns:r="http://schemas.openxmlformats.org/officeDocument/2006/relationships" id="260" r:id="R4105b485399e415d"/>
    <p:sldId xmlns:r="http://schemas.openxmlformats.org/officeDocument/2006/relationships" id="261" r:id="R58553bdbfa834288"/>
    <p:sldId xmlns:r="http://schemas.openxmlformats.org/officeDocument/2006/relationships" id="262" r:id="Rffe51834d1ec4455"/>
    <p:sldId xmlns:r="http://schemas.openxmlformats.org/officeDocument/2006/relationships" id="263" r:id="Raeffa51dcadb4a97"/>
    <p:sldId xmlns:r="http://schemas.openxmlformats.org/officeDocument/2006/relationships" id="264" r:id="R3acf57afbbf64d8b"/>
    <p:sldId xmlns:r="http://schemas.openxmlformats.org/officeDocument/2006/relationships" id="265" r:id="Rda7851efc3394498"/>
    <p:sldId xmlns:r="http://schemas.openxmlformats.org/officeDocument/2006/relationships" id="266" r:id="R66801d10d3a8424f"/>
    <p:sldId xmlns:r="http://schemas.openxmlformats.org/officeDocument/2006/relationships" id="267" r:id="R80088ef77f284a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4681187cac4bf2" /><Relationship Type="http://schemas.openxmlformats.org/officeDocument/2006/relationships/slideMaster" Target="/ppt/slideMasters/slideMaster1.xml" Id="R6a5ef846c0c94bcd" /><Relationship Type="http://schemas.openxmlformats.org/officeDocument/2006/relationships/notesMaster" Target="/ppt/notesMasters/notesMaster1.xml" Id="R8bf3b52175494197" /><Relationship Type="http://schemas.openxmlformats.org/officeDocument/2006/relationships/presProps" Target="/ppt/presProps.xml" Id="R9252d3e1385e4fd8" /><Relationship Type="http://schemas.openxmlformats.org/officeDocument/2006/relationships/tableStyles" Target="/ppt/tableStyles.xml" Id="Ra9113a2dbc6e4a15" /><Relationship Type="http://schemas.openxmlformats.org/officeDocument/2006/relationships/slide" Target="/ppt/slides/slide1.xml" Id="R2ad52eed5d5d47ae" /><Relationship Type="http://schemas.openxmlformats.org/officeDocument/2006/relationships/slide" Target="/ppt/slides/slide2.xml" Id="R73b91a5a48e74240" /><Relationship Type="http://schemas.openxmlformats.org/officeDocument/2006/relationships/slide" Target="/ppt/slides/slide3.xml" Id="Rf5bd69a4d5b8418a" /><Relationship Type="http://schemas.openxmlformats.org/officeDocument/2006/relationships/slide" Target="/ppt/slides/slide4.xml" Id="R06781ea138184b80" /><Relationship Type="http://schemas.openxmlformats.org/officeDocument/2006/relationships/slide" Target="/ppt/slides/slide5.xml" Id="R4105b485399e415d" /><Relationship Type="http://schemas.openxmlformats.org/officeDocument/2006/relationships/slide" Target="/ppt/slides/slide6.xml" Id="R58553bdbfa834288" /><Relationship Type="http://schemas.openxmlformats.org/officeDocument/2006/relationships/slide" Target="/ppt/slides/slide7.xml" Id="Rffe51834d1ec4455" /><Relationship Type="http://schemas.openxmlformats.org/officeDocument/2006/relationships/slide" Target="/ppt/slides/slide8.xml" Id="Raeffa51dcadb4a97" /><Relationship Type="http://schemas.openxmlformats.org/officeDocument/2006/relationships/slide" Target="/ppt/slides/slide9.xml" Id="R3acf57afbbf64d8b" /><Relationship Type="http://schemas.openxmlformats.org/officeDocument/2006/relationships/slide" Target="/ppt/slides/slide10.xml" Id="Rda7851efc3394498" /><Relationship Type="http://schemas.openxmlformats.org/officeDocument/2006/relationships/slide" Target="/ppt/slides/slide11.xml" Id="R66801d10d3a8424f" /><Relationship Type="http://schemas.openxmlformats.org/officeDocument/2006/relationships/slide" Target="/ppt/slides/slide12.xml" Id="R80088ef77f284a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d3d5b39d9344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1740ef71be4217" /><Relationship Type="http://schemas.openxmlformats.org/officeDocument/2006/relationships/notesMaster" Target="/ppt/notesMasters/notesMaster1.xml" Id="R80901892962546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7c55c8561794baa" /><Relationship Type="http://schemas.openxmlformats.org/officeDocument/2006/relationships/notesMaster" Target="/ppt/notesMasters/notesMaster1.xml" Id="R27a6fbc122bc4d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7bc0ef70354058" /><Relationship Type="http://schemas.openxmlformats.org/officeDocument/2006/relationships/notesMaster" Target="/ppt/notesMasters/notesMaster1.xml" Id="R7a7432baed4642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7d8dcbf6614d4e" /><Relationship Type="http://schemas.openxmlformats.org/officeDocument/2006/relationships/notesMaster" Target="/ppt/notesMasters/notesMaster1.xml" Id="R68d4f4f3f5a548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ec7c5ecca148bf" /><Relationship Type="http://schemas.openxmlformats.org/officeDocument/2006/relationships/notesMaster" Target="/ppt/notesMasters/notesMaster1.xml" Id="R98c4ec2a9dca48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edfdf2c4a24beb" /><Relationship Type="http://schemas.openxmlformats.org/officeDocument/2006/relationships/notesMaster" Target="/ppt/notesMasters/notesMaster1.xml" Id="Rc1154147d45b45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913a5815554af7" /><Relationship Type="http://schemas.openxmlformats.org/officeDocument/2006/relationships/notesMaster" Target="/ppt/notesMasters/notesMaster1.xml" Id="R7e261c50026647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31728f1f2647f8" /><Relationship Type="http://schemas.openxmlformats.org/officeDocument/2006/relationships/notesMaster" Target="/ppt/notesMasters/notesMaster1.xml" Id="R1a43d0422c374d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c9e1b234134d8a" /><Relationship Type="http://schemas.openxmlformats.org/officeDocument/2006/relationships/notesMaster" Target="/ppt/notesMasters/notesMaster1.xml" Id="R22339a01adba4a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f1e99bbf0042d1" /><Relationship Type="http://schemas.openxmlformats.org/officeDocument/2006/relationships/notesMaster" Target="/ppt/notesMasters/notesMaster1.xml" Id="Rfa5916c3d6e046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330878b5b6472d" /><Relationship Type="http://schemas.openxmlformats.org/officeDocument/2006/relationships/notesMaster" Target="/ppt/notesMasters/notesMaster1.xml" Id="R9dbb579930084a8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fbc21ceed74c36" /><Relationship Type="http://schemas.openxmlformats.org/officeDocument/2006/relationships/notesMaster" Target="/ppt/notesMasters/notesMaster1.xml" Id="R0202e435564443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fraction strips, ratio tables, assessment questions,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3:4 and 12:16. | Identify the domain and retrieve the relevant representation or method. |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represent, calculate, justify,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3:4 and 12:16.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3:4 and 12:16..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 3/4 kg..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7/10, 0.72, 73%.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 3/4 kg.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 3/4 kg. | Name the domain first, represent the relationship, then choose and check the calculation.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183422755940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3d7e96f0d84a1a" /><Relationship Type="http://schemas.openxmlformats.org/officeDocument/2006/relationships/slideLayout" Target="/ppt/slideLayouts/slideLayout1.xml" Id="R184ca485049241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4ca485049241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87762180c4e73" /><Relationship Type="http://schemas.openxmlformats.org/officeDocument/2006/relationships/notesSlide" Target="/ppt/notesSlides/notesSlide1.xml" Id="R4c5d29bbe26b41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45bafa3a074409" /><Relationship Type="http://schemas.openxmlformats.org/officeDocument/2006/relationships/notesSlide" Target="/ppt/notesSlides/notesSlide2.xml" Id="Ra45f714e813e47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b0d0963425447c" /><Relationship Type="http://schemas.openxmlformats.org/officeDocument/2006/relationships/notesSlide" Target="/ppt/notesSlides/notesSlide3.xml" Id="Rd4d02dac895c41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d113a2de64821" /><Relationship Type="http://schemas.openxmlformats.org/officeDocument/2006/relationships/notesSlide" Target="/ppt/notesSlides/notesSlide4.xml" Id="R81eb59ffb4ea40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1c93ae9124e84" /><Relationship Type="http://schemas.openxmlformats.org/officeDocument/2006/relationships/notesSlide" Target="/ppt/notesSlides/notesSlide5.xml" Id="Rcef4659e0b5849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6b61a5a8148f4" /><Relationship Type="http://schemas.openxmlformats.org/officeDocument/2006/relationships/notesSlide" Target="/ppt/notesSlides/notesSlide6.xml" Id="R4a7ace43b4e34a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49beb009344e4" /><Relationship Type="http://schemas.openxmlformats.org/officeDocument/2006/relationships/image" Target="/ppt/media/image.png" Id="Rf9a843e5876f483b" /><Relationship Type="http://schemas.openxmlformats.org/officeDocument/2006/relationships/notesSlide" Target="/ppt/notesSlides/notesSlide7.xml" Id="Rddf4af3531a447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3e2f818c84d96" /><Relationship Type="http://schemas.openxmlformats.org/officeDocument/2006/relationships/notesSlide" Target="/ppt/notesSlides/notesSlide8.xml" Id="R2ba164e5dbc64d8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6dac780a24b3a" /><Relationship Type="http://schemas.openxmlformats.org/officeDocument/2006/relationships/notesSlide" Target="/ppt/notesSlides/notesSlide9.xml" Id="R884eb6bb42da46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4b46544114dc4" /><Relationship Type="http://schemas.openxmlformats.org/officeDocument/2006/relationships/notesSlide" Target="/ppt/notesSlides/notesSlide10.xml" Id="R88f5691753af47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f1071f34c4096" /><Relationship Type="http://schemas.openxmlformats.org/officeDocument/2006/relationships/notesSlide" Target="/ppt/notesSlides/notesSlide11.xml" Id="Rcca2b08246c8427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ae97fe5764935" /><Relationship Type="http://schemas.openxmlformats.org/officeDocument/2006/relationships/notesSlide" Target="/ppt/notesSlides/notesSlide12.xml" Id="Rd1f099762f4e4d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D40D8C-ED22-411B-AFC5-694664CB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9AEA5-6FD9-40DF-8B38-ED14D4A2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9C2A3-40E2-4B96-A9DE-96F923D4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BD4A2C-EC1B-4693-B690-6AF3174E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CD292-EC45-461F-B8D9-CDA8BA75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425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4F0F80-4779-4E3D-8985-DEA05BB4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B82F1F-4D90-4EA7-9AA2-4A28620C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7F125D-2F9D-4CE0-8490-85034780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decimal and percentage calculation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7632A1-E782-44BE-9CD9-176566E2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B423D6-A967-4DAD-AEF5-38F77FD2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FEBDAF-4992-44BD-9226-8D19DFA7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957036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6ACD66-5262-4B3D-BC2D-A6973490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708B0-6427-4D21-ABF8-B7B79454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BAF86B-D9FA-4845-A674-04422434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A4535-D3D9-4958-8164-6A35D3CD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29F457-D867-4BCC-8862-E326FF65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FD62E-5873-48D4-8C84-C414F536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0A0C6-4AEB-4F16-BFCB-8C3A905D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7A64A-C17C-4AA3-9B57-FC9B4490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8AA709-CAD8-4F65-8BC8-74F54FBB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C75173-5F29-42C7-BDFA-AB535A6D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B1006-B0D2-4FDF-A423-C4000A89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E63936-C1B7-4567-8AF2-A1FC2E1E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A4F6B4-79EB-4965-B4B8-CE859810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Spring learning about fractions, decimals, percentages, ratio and proportion.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2A64FD-13B1-43A1-ACC3-48F009B4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920B6A-194C-422C-BA33-1F79E638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967D59-1C67-4204-AB3D-03760526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6617E1-8F0C-48F1-8E75-00E8DDC3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870939-3A8C-440E-B4ED-48E53AE8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31D8D-F8C3-416A-A8BE-E38CDFF1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BC428-FF79-4CFA-9AD7-89B50B06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A66274-5A16-49E2-85DC-AB603C31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37.5% of 640.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546CEF-1486-4AC7-93DF-7B8E35C2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318377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19CD2D-2AEA-46AF-8B02-04EC96DC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E12E7-CA6E-4C45-B83B-339E28A6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3DAC4-DAA2-409F-B3B5-CE9CF75C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AB1F7F-798E-47B3-AAB6-B9334E2C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6D55E4-8619-4E1E-89AE-5004A06C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FB1733-B8D3-4BEC-AEF3-DF98D5E7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57335D-34A0-4816-B513-6442237C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770E9F-B71A-4284-B234-8B7B107E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C0EBB-C6DD-48F3-8441-B7129FA5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E6851-8DA0-4986-992E-2D443852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decimal and percentage calculation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46468-99CF-472D-973B-3ED4B16E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7E609-420B-4A8E-8D4C-6E6EA150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domain and retrieve the relevant representation or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3C7448-BD77-4B15-A71D-5336CA0A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calculation with precise vocabulary.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1A4A9-3517-4051-BB8D-C84A3D9B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specific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85122A-BEBB-4207-9DB5-807F7DD1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represent  |  calculate  |  justify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078629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0F9B58-FFBD-49F2-99A5-18EBBF9D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D4261-82E5-49A8-BE67-5898FA81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734FA-E3DD-4672-A514-C68D3DB6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0187B-0A54-4FBA-B78A-FF0B79AA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7E9964-AFA7-48D0-A3FA-E7B030A8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B62E11-D7D5-4101-A439-118346D8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130540-B773-4D73-B903-26583A8B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4D6F2-2B20-4EB5-A28C-320ECF01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5D6CE-D245-4A98-B0E3-F966DE93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A23240-3C23-4F2F-A0DE-1CB9AE68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37.5% of 640.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036B4C-C275-4224-BC34-7F2BA04C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6C835F-AA0E-4157-AEB3-A2759331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A22346-B438-40D4-A35B-41A82C7B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domain and retrieve the relevant representation or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1D173-2B42-45B2-8E22-E54B5006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8692-C361-4D87-B3D5-62926BC6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5B48F8-D861-47C9-8BEE-5876E94B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calculation with precise vocabulary.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424A65-42C0-4E8C-935C-12CB37CC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09730D-9AF8-4702-B955-0984F9DF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38FF27-6078-482A-B490-B350116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240.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3E1517-A70B-440A-BD84-20A9D798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1F6219-0428-4E2B-9641-C32CE2FD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D9F498-0727-4249-8375-C246FC98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specific next step.</a:t>
            </a:r>
          </a:p>
        </p:txBody>
      </p:sp>
    </p:spTree>
    <p:extLst>
      <p:ext uri="{BB962C8B-B14F-4D97-AF65-F5344CB8AC3E}">
        <p14:creationId xmlns:p14="http://schemas.microsoft.com/office/powerpoint/2010/main" val="17534842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E58C6E-CFC7-416A-A5C1-6CC750A4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AD5A63-DE14-422A-99BB-8572A464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4FD5F-95CE-4098-AA98-23F6530E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65CC3-2793-4CD3-BC70-89619251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AEA79-E0B5-4E10-BEE6-031A0B04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99EE16-1B19-482A-858F-0C866184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CEB591-25AD-439D-94CF-7996B2D2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C6ADD-C23F-488F-82C3-713FEFB4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C34674-E3F8-4C70-9EEC-BD5CA1AA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A3426-5AD7-40A6-8282-1C45703D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D2C5AD-4FBD-4B68-B983-08A47254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6A123-CCB1-423C-8825-BBFC1C28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890121-3AFB-4489-AC66-0E16C48E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specific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05D0BC-404C-4F08-815C-1B77F2FD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173471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10DE26-D6F0-467A-880F-1ABF6E9C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025744-D9AE-4E0B-A053-29909D54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C5CD9C-0C35-4D95-9C49-6FB4D98D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20EA5-CCAD-45B5-AC1C-41AA76B8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9EA8F-235B-410F-A941-D2EBE001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C9B686-4EA3-43DD-9536-69B20255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46AE2F-9DDC-4AA0-B96E-29BED4F0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25A6F-78D8-47E4-BFC6-96C97B44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0776B6-B94C-4D79-91BB-A6EBB775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9072C6-B425-44C1-9B7B-11DB338C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F7B8F-8E7A-494B-BED3-49095C963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D9C254-A193-4E9E-BD32-72BD454F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E7DF30-4F5F-48A9-9112-2A4D8D79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886668-BE15-4A4A-86DB-04414E70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05602A-6592-46C4-9017-5D367C47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3:4 and 12:16.</a:t>
            </a:r>
          </a:p>
        </p:txBody>
      </p:sp>
    </p:spTree>
    <p:extLst>
      <p:ext uri="{BB962C8B-B14F-4D97-AF65-F5344CB8AC3E}">
        <p14:creationId xmlns:p14="http://schemas.microsoft.com/office/powerpoint/2010/main" val="14441386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89B294-1789-4485-831A-DE4EC88C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5DC2E-BF51-4262-BC95-327BC879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81983A-27FD-4CDC-95BC-2E252D2C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B480F-CEBE-4C9D-BCB5-4DD9CF4F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BB392-FBF4-4462-87AE-C5ADD3A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A235E-1E14-4BB4-8A1C-5F3935F8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6914D-90BE-41EF-BD7A-BDD11634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FA36EF-A0B8-4E19-BEDC-8D55EE20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08CD74-FAC6-4101-A80A-19739971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a843e5876f483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E1501-7D79-4857-B2AD-9207B413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9014A4-A8CD-4151-8A78-C1EE5498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a familiar method before identifying the number type and relationship.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7B570E-3F31-44F2-BB9F-D2F7DD8B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B0A545-5EA9-411B-936A-EB6926A5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CBA3D-3BD9-4714-995F-04693688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Name the domain first, represent the relationship, then choose and check the calculation.</a:t>
            </a:r>
          </a:p>
        </p:txBody>
      </p:sp>
    </p:spTree>
    <p:extLst>
      <p:ext uri="{BB962C8B-B14F-4D97-AF65-F5344CB8AC3E}">
        <p14:creationId xmlns:p14="http://schemas.microsoft.com/office/powerpoint/2010/main" val="3166805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0F9AD7-CC38-45C1-8866-8F90979E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20CA5-FF65-4C56-866B-7E9B5697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62079A-2740-4A6B-9C55-B950CED4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34024A-F96A-41D6-A446-346D356A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3FDF9-F67B-4736-AFDD-0937BC96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47AFA-4AAC-4E0C-8AF0-CB111249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53C17-1B8A-413C-A67B-0BD2EF12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327B0E-E93B-41CD-80A3-C4E4BF7D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1A8E39-C56B-4603-B7DF-7C73A08A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78539-07C1-4ECD-8898-B9AC9517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8DD7C-EC96-4073-8096-F85C70A0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F05DA7-581C-4336-9AAD-57EB6D1D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FF91CF-89F5-4398-B29A-31C1427C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383F1-42A9-4CF6-813C-AB47DF23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581C4-51AB-487A-8308-B7E8D273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A473-1AD8-4EDB-8C91-9617BC29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86BC78-61EB-4FBD-AA7B-D42B26A5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2D9F0A-A3B6-40D1-BA56-DBE3B9D3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ECB8FD-DDAE-4EEC-95C1-D06E9468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4A80D6-019D-4235-A2D4-D93DBC8A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D965F0-9310-4C5B-ADF3-89CD9614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3:4 and 12:16.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3D3D18-57D1-44E7-99FE-9F15C424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803753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632920-AD1D-40A2-882D-6E6ABEE8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C2C3D1-CF90-47C7-9F43-EA90CD1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F06D3-6057-41F3-958D-C3999695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A656D-52B8-41C1-BF5B-100CAB76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06130-64BF-4D99-8B54-D5497729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E7AF11-EF82-4396-A51C-FFE8586D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2EF66-FE28-47E0-A928-1CE8CF61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E9251-BB58-49B1-9840-9E312B6B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4B766C-E3C6-4990-A964-4782319D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C5DA7F-7037-4CCC-A21C-8BCCDF10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B89ECC-3284-4FBA-9E32-8FFCDB7F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F2035-EBED-473E-969C-6497D453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1405B-3624-427B-A5C7-240AD4F7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8985DD-B901-4825-A71E-881C538B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E62DC1-78E5-4EA1-9EC2-EB039336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8DA567-25C3-460F-B9E4-64323F1D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5825EC-0E93-4D42-850A-1F1A4B1F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9DB7A1-51F2-4A45-BE7A-D8D3FD6A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C5938F-DFFE-40E4-9B31-1C15850B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D18B67-2A87-4703-A73F-BDCFD4E5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B026C5-72CC-4E06-BE9D-B2A0647A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3814847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E35BC9-7B82-47EA-8EEA-F4395A63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4B8221-A81E-4D4F-87A8-8AF57D92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99FBC2-2898-4C5E-9DDA-8C50AD37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3D465-BF30-4417-BC02-A4EBB64E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28B124-1CC6-4EA6-9997-5FB40163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6617C8-9D54-437F-9A94-90E71FFF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5FD64-C354-4D14-BC21-6CC1C17F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4B7B3-F78C-45AF-84B9-5E065576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240BB-3C44-4BF5-BDD0-FE280766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8891B9-7555-4D04-97F6-EF90EA9A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Order 0.72, 7/10 and 73%.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6BEC03-B7E5-4145-AC93-7C1CAB13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4A0766-446E-44A8-99A4-5CDFDF40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4230B-41C0-4DB5-B88E-B1149373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7/10, 0.72, 73%.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6529231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01B2B0-CB95-497C-87C1-FE550691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ABC92E-FF67-4A6D-A5A3-FDE4281C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3037E-DF88-41AB-BFB8-4C2887CB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E5963F-7829-4BE3-8730-E96CA38D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92EBCD-CD6C-4608-AD03-B42EB59F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7E340-3336-45C6-A0CC-BAE2BC5A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50008-215E-4CEB-A711-8D44CAB4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9939D-A54F-4FD1-96BF-A61E565A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3C4EA5-A7AD-4DF2-8F8E-DA72A89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8642C-63D0-4388-88CD-295DA5FF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86DC9-AC9C-4EFC-B2CC-69392DD5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FC1AF-90FB-4B74-BCE6-E0F755BC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2BF649-8413-43B8-8FB0-86DF0991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4E7E9F-0005-4242-9382-AE801033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22DE2-E7D7-4187-B037-DBA94203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F788C2-4873-445D-8A89-DB5E8B51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 3/4 kg.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39B5AC-2E0F-4EAA-A269-C3876D56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D033C5-36A9-411E-A0A9-298653FF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884003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2A2218-D10D-4CC2-A3DB-BF96816F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C272F5-A8D4-40D5-8DDC-71DC9939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1E0BC-766C-43AA-836C-429C70D0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87194-66EF-44E9-B465-7F65CF51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4A4ED-A927-43C3-B05E-1C9068F8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AFCD4-EB63-452D-961B-91FB2474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46FC9-F874-4FBC-AA30-90F242F0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98AA0-96D1-40CD-9950-D903C2A3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8B253F-B6BA-4C18-9187-17DAA2D0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5C3C5-5028-4724-B674-E7D82470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F265EF-6BB3-4DF1-8790-7787E791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3F50D8-8906-4139-845B-41E48357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55D91-958E-4A5C-B350-18B751B5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AA1926-ED3A-439F-94CE-C9E6A6BC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43F226-F9E5-41C3-ABBC-E7503512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66EBC-48ED-49BC-BB2C-3E24C5D0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79C9D-CC70-4082-BD4C-8130A29B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a familiar method before identifying the number type and relationship.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48F489-2891-4B5C-9D8A-F88C483E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5A6305-3D70-494D-A08E-43222D1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7CCE73-8CED-4BD4-99F3-6FF9157F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7E0F24-88FA-4C5C-9E73-1B156C87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A9A8B1-B4C2-4993-8B20-126F74D1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065556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2026-09-09T20:47:18.6950000Z</dcterms:created>
  <dcterms:modified xsi:type="dcterms:W3CDTF">2026-09-09T20:47:18.6950000Z</dcterms:modified>
</coreProperties>
</file>