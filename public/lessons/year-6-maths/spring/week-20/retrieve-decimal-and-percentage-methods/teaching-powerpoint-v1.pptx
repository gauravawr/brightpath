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86023e9448454f" /><Relationship Type="http://schemas.openxmlformats.org/officeDocument/2006/relationships/extended-properties" Target="/docProps/app.xml" Id="R61be929704344747" /><Relationship Type="http://schemas.openxmlformats.org/officeDocument/2006/relationships/officeDocument" Target="/ppt/presentation.xml" Id="Rcd165369462b418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4bb6ef0eaf54ae2"/>
  </p:sldMasterIdLst>
  <p:notesMasterIdLst>
    <p:notesMasterId xmlns:r="http://schemas.openxmlformats.org/officeDocument/2006/relationships" r:id="R227d664a14414e04"/>
  </p:notesMasterIdLst>
  <p:sldIdLst>
    <p:sldId xmlns:r="http://schemas.openxmlformats.org/officeDocument/2006/relationships" id="256" r:id="Rc62ada28e1514891"/>
    <p:sldId xmlns:r="http://schemas.openxmlformats.org/officeDocument/2006/relationships" id="257" r:id="R1543d5e687be4b3e"/>
    <p:sldId xmlns:r="http://schemas.openxmlformats.org/officeDocument/2006/relationships" id="258" r:id="R1b56b3adbc7a4579"/>
    <p:sldId xmlns:r="http://schemas.openxmlformats.org/officeDocument/2006/relationships" id="259" r:id="R4c4a6a4b5e794610"/>
    <p:sldId xmlns:r="http://schemas.openxmlformats.org/officeDocument/2006/relationships" id="260" r:id="R280e85bce4264824"/>
    <p:sldId xmlns:r="http://schemas.openxmlformats.org/officeDocument/2006/relationships" id="261" r:id="R5fa79f7c92da4d6c"/>
    <p:sldId xmlns:r="http://schemas.openxmlformats.org/officeDocument/2006/relationships" id="262" r:id="R87d27b99dee54d03"/>
    <p:sldId xmlns:r="http://schemas.openxmlformats.org/officeDocument/2006/relationships" id="263" r:id="R8c7aa31e4a6e42f8"/>
    <p:sldId xmlns:r="http://schemas.openxmlformats.org/officeDocument/2006/relationships" id="264" r:id="R08a0d357e7fd42bc"/>
    <p:sldId xmlns:r="http://schemas.openxmlformats.org/officeDocument/2006/relationships" id="265" r:id="Rb6df627b3c774265"/>
    <p:sldId xmlns:r="http://schemas.openxmlformats.org/officeDocument/2006/relationships" id="266" r:id="R772ce114c7334c66"/>
    <p:sldId xmlns:r="http://schemas.openxmlformats.org/officeDocument/2006/relationships" id="267" r:id="R043999581cdd424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426c7477c234b34" /><Relationship Type="http://schemas.openxmlformats.org/officeDocument/2006/relationships/slideMaster" Target="/ppt/slideMasters/slideMaster1.xml" Id="R14bb6ef0eaf54ae2" /><Relationship Type="http://schemas.openxmlformats.org/officeDocument/2006/relationships/notesMaster" Target="/ppt/notesMasters/notesMaster1.xml" Id="R227d664a14414e04" /><Relationship Type="http://schemas.openxmlformats.org/officeDocument/2006/relationships/presProps" Target="/ppt/presProps.xml" Id="R6855816d2c0a429e" /><Relationship Type="http://schemas.openxmlformats.org/officeDocument/2006/relationships/tableStyles" Target="/ppt/tableStyles.xml" Id="R348b4aa6a8c74e3c" /><Relationship Type="http://schemas.openxmlformats.org/officeDocument/2006/relationships/slide" Target="/ppt/slides/slide1.xml" Id="Rc62ada28e1514891" /><Relationship Type="http://schemas.openxmlformats.org/officeDocument/2006/relationships/slide" Target="/ppt/slides/slide2.xml" Id="R1543d5e687be4b3e" /><Relationship Type="http://schemas.openxmlformats.org/officeDocument/2006/relationships/slide" Target="/ppt/slides/slide3.xml" Id="R1b56b3adbc7a4579" /><Relationship Type="http://schemas.openxmlformats.org/officeDocument/2006/relationships/slide" Target="/ppt/slides/slide4.xml" Id="R4c4a6a4b5e794610" /><Relationship Type="http://schemas.openxmlformats.org/officeDocument/2006/relationships/slide" Target="/ppt/slides/slide5.xml" Id="R280e85bce4264824" /><Relationship Type="http://schemas.openxmlformats.org/officeDocument/2006/relationships/slide" Target="/ppt/slides/slide6.xml" Id="R5fa79f7c92da4d6c" /><Relationship Type="http://schemas.openxmlformats.org/officeDocument/2006/relationships/slide" Target="/ppt/slides/slide7.xml" Id="R87d27b99dee54d03" /><Relationship Type="http://schemas.openxmlformats.org/officeDocument/2006/relationships/slide" Target="/ppt/slides/slide8.xml" Id="R8c7aa31e4a6e42f8" /><Relationship Type="http://schemas.openxmlformats.org/officeDocument/2006/relationships/slide" Target="/ppt/slides/slide9.xml" Id="R08a0d357e7fd42bc" /><Relationship Type="http://schemas.openxmlformats.org/officeDocument/2006/relationships/slide" Target="/ppt/slides/slide10.xml" Id="Rb6df627b3c774265" /><Relationship Type="http://schemas.openxmlformats.org/officeDocument/2006/relationships/slide" Target="/ppt/slides/slide11.xml" Id="R772ce114c7334c66" /><Relationship Type="http://schemas.openxmlformats.org/officeDocument/2006/relationships/slide" Target="/ppt/slides/slide12.xml" Id="R043999581cdd424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8252a7cadd4495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9f7a021fd484f62" /><Relationship Type="http://schemas.openxmlformats.org/officeDocument/2006/relationships/notesMaster" Target="/ppt/notesMasters/notesMaster1.xml" Id="R0b59610020774d3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460e35df1b743a7" /><Relationship Type="http://schemas.openxmlformats.org/officeDocument/2006/relationships/notesMaster" Target="/ppt/notesMasters/notesMaster1.xml" Id="Rfe1e8037122e459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acdb35171104c0b" /><Relationship Type="http://schemas.openxmlformats.org/officeDocument/2006/relationships/notesMaster" Target="/ppt/notesMasters/notesMaster1.xml" Id="R45237d96bd7a47f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f2171ab69b2441b" /><Relationship Type="http://schemas.openxmlformats.org/officeDocument/2006/relationships/notesMaster" Target="/ppt/notesMasters/notesMaster1.xml" Id="Rf3345e025671418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18a823bc8d14ad4" /><Relationship Type="http://schemas.openxmlformats.org/officeDocument/2006/relationships/notesMaster" Target="/ppt/notesMasters/notesMaster1.xml" Id="R841a86497e604dd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b62c1a6d9fa42ce" /><Relationship Type="http://schemas.openxmlformats.org/officeDocument/2006/relationships/notesMaster" Target="/ppt/notesMasters/notesMaster1.xml" Id="R9b07230195b749f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c48b8a576da43c7" /><Relationship Type="http://schemas.openxmlformats.org/officeDocument/2006/relationships/notesMaster" Target="/ppt/notesMasters/notesMaster1.xml" Id="R130585485553446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d145a15d7e54c4a" /><Relationship Type="http://schemas.openxmlformats.org/officeDocument/2006/relationships/notesMaster" Target="/ppt/notesMasters/notesMaster1.xml" Id="R13eb11827dd64d7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dffe3edd10949e5" /><Relationship Type="http://schemas.openxmlformats.org/officeDocument/2006/relationships/notesMaster" Target="/ppt/notesMasters/notesMaster1.xml" Id="Re10f77049f1448d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4b4683a6b4d483d" /><Relationship Type="http://schemas.openxmlformats.org/officeDocument/2006/relationships/notesMaster" Target="/ppt/notesMasters/notesMaster1.xml" Id="R958d74bb72c1401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67f24c010164372" /><Relationship Type="http://schemas.openxmlformats.org/officeDocument/2006/relationships/notesMaster" Target="/ppt/notesMasters/notesMaster1.xml" Id="Ra9ef251feb3a436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6aafcdb42b546ee" /><Relationship Type="http://schemas.openxmlformats.org/officeDocument/2006/relationships/notesMaster" Target="/ppt/notesMasters/notesMaster1.xml" Id="R942a4ed091e240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fraction strips, ratio tables, assessment questions, reflection sheet.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3:4 and 12:16. | Identify the domain and retrieve the relevant representation or method. | Name the domain first, represent the relationship, then choose and check the calculation.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retrieve, represent, calculate, justify, misconception, next step.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240.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3:4 and 12:16.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Name the domain first, represent the relationship, then choose and check the calculation.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3:4 and 12:16..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 3/4 kg..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7/10, 0.72, 73%.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 3/4 kg.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 3/4 kg. | Name the domain first, represent the relationship, then choose and check the calculation.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cf1693219845d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f6bbb2945a74227" /><Relationship Type="http://schemas.openxmlformats.org/officeDocument/2006/relationships/slideLayout" Target="/ppt/slideLayouts/slideLayout1.xml" Id="Rfcdba68502a1460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dba68502a1460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9c60c1055741de" /><Relationship Type="http://schemas.openxmlformats.org/officeDocument/2006/relationships/notesSlide" Target="/ppt/notesSlides/notesSlide1.xml" Id="R6574861aff514d4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96036eb7824a98" /><Relationship Type="http://schemas.openxmlformats.org/officeDocument/2006/relationships/notesSlide" Target="/ppt/notesSlides/notesSlide2.xml" Id="R71c14fbad6e7492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f2f0c8547644ca" /><Relationship Type="http://schemas.openxmlformats.org/officeDocument/2006/relationships/notesSlide" Target="/ppt/notesSlides/notesSlide3.xml" Id="R30e08f12bef1492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5d249cd2924e4e" /><Relationship Type="http://schemas.openxmlformats.org/officeDocument/2006/relationships/notesSlide" Target="/ppt/notesSlides/notesSlide4.xml" Id="R54570709e224490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a640fea01f43ec" /><Relationship Type="http://schemas.openxmlformats.org/officeDocument/2006/relationships/notesSlide" Target="/ppt/notesSlides/notesSlide5.xml" Id="R84a917e69d7f4f6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b22e8bc19b4dfa" /><Relationship Type="http://schemas.openxmlformats.org/officeDocument/2006/relationships/notesSlide" Target="/ppt/notesSlides/notesSlide6.xml" Id="R5fadddd712604ed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93a82359244c0f" /><Relationship Type="http://schemas.openxmlformats.org/officeDocument/2006/relationships/image" Target="/ppt/media/image.png" Id="Ra7cd18ffc2bf46a3" /><Relationship Type="http://schemas.openxmlformats.org/officeDocument/2006/relationships/notesSlide" Target="/ppt/notesSlides/notesSlide7.xml" Id="R716fac5dfe0a4a8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1108a104254a6a" /><Relationship Type="http://schemas.openxmlformats.org/officeDocument/2006/relationships/notesSlide" Target="/ppt/notesSlides/notesSlide8.xml" Id="R2e3ac0dcec68449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7a3fd0a54d4e81" /><Relationship Type="http://schemas.openxmlformats.org/officeDocument/2006/relationships/notesSlide" Target="/ppt/notesSlides/notesSlide9.xml" Id="R6365c1dd2ad4483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ff3b0256e44df1" /><Relationship Type="http://schemas.openxmlformats.org/officeDocument/2006/relationships/notesSlide" Target="/ppt/notesSlides/notesSlide10.xml" Id="R18d5b98a82e2493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085de173a442d7" /><Relationship Type="http://schemas.openxmlformats.org/officeDocument/2006/relationships/notesSlide" Target="/ppt/notesSlides/notesSlide11.xml" Id="R7ef332146abe492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4c0ff57f9f4e32" /><Relationship Type="http://schemas.openxmlformats.org/officeDocument/2006/relationships/notesSlide" Target="/ppt/notesSlides/notesSlide12.xml" Id="Rfcff79a716fb436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0F88FE-8E7F-4B34-879A-8D358DA0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FB290B-7B46-41D2-8FD3-42008AB9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E0BAF1-913D-4D89-B91E-940C58B32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041462-1A32-4ECE-917C-7851ABA0A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6844DB-BF27-48DC-A993-CCF6CBF4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425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decimal and percentage methods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7E2F37-716D-4C0B-9333-10E38131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3C69CC-1A41-44D1-A8D5-DD401D61D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5719AF-7FDC-48B1-8315-2748650A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decimal and percentage calculation methods.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60D71E-6C7C-47DE-AD03-135FF566C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180F60-09E0-45C4-A333-8F4B9833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C64380-AC76-4918-B058-FD8DA2766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5699707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6FABB9-3E1C-4546-AA0C-84BBDCC9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E68863-B59B-4B32-A69B-8A1D1607F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8A0BAC-D241-49EA-82F0-23E649E5B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B5F824-CE6E-4C84-BB8C-1F7347BF2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175916-CCC1-44E8-B303-D2CA44A1A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989EC5-E65C-42F3-A53D-D01BB2D1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0E6777-C9F8-435D-B2CB-294EBEE01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73CA42-C6C2-4CC2-816D-DE99BF72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299446-0FEC-48FA-BB6F-F8EBE4A8A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decimal and percentage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7C0067-E406-4862-B034-030E44F5A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AA029C-282B-433E-80FC-8ACA497F4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487055-0082-4C72-8268-BD0C7C22D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7AF1E9-89EA-4277-847E-01FE4A54F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Spring learning about fractions, decimals, percentages, ratio and proportion.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0E4434-A62C-43F5-9344-E94163F13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85660D-5F7B-4740-A80C-C6D4312D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A2FBE1-BB01-4258-9865-E35F5C7A1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084A6B-A518-431C-A4F2-A03516A9C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45:60 and find an equivalent ratio with first part 12.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79D07F-A844-4683-9E7D-E86168AD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3FFC56-CF2E-453F-9434-2E64EC3A5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521F78-23CF-4733-842F-926CF601A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A32B0B-F4C9-4195-B73E-B4894E24F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37.5% of 640.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BE8662-043B-4CA7-8C2A-38473BFB4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1842123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DB989D-056D-4776-A0D2-A687681D5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ECF4AD-D261-4845-BB7D-83B98A393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E11137-7E21-4966-8F76-D654C5DB9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364CAD-58B1-45F8-8605-4C3DBCE81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B472B9-C699-4C58-9559-2339B4190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1D4249-BD8A-434A-A54F-24BA231C0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1E6809-B7BF-4BFF-A2B3-878258C14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31C1D2-60C5-48C1-864B-91FB52059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B5C1BC-8F13-4AEA-9542-B31ECEB1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decimal and percentage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7A8F7D-0C9F-41B4-A300-F319003B3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decimal and percentage calculation methods.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488024-7482-4DAA-BFBB-0969D7AC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85D160-69B7-4755-8773-F914A8ACE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domain and retrieve the relevant representation or method.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64461A-E680-4A2C-9AB7-B94338EC1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complete calculation with precise vocabulary.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490A8F-23CE-4BC1-97F7-129392FA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 and record a specific next step.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E36119-D593-4D90-98CE-216A89A1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represent  |  calculate  |  justify  |  misconception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7799941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3CC130-C992-49C8-B765-B38BBD26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2280AE-0D5F-4E10-B23B-1BA339F73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088234-2CC8-4E7A-8428-695DB434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1225C7-2563-41E1-BCB3-8A0DC8B4E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1F7FDC-0436-476E-A3D7-D50F539BD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822C63-F2C7-4165-A109-54454DA77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D56C8E-353D-4AA6-BB99-072A3AE1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E80404-E0CD-44AE-9E65-E7ABE0059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E49F44-1778-413F-A532-CD7868658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decimal and percentage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23695D-1578-48AE-9E43-EB5F5A5DF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37.5% of 640.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0E1D35-7399-46D7-BF13-AC5273547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812DE0-6074-47A5-98BD-A441D9F3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864157-33B6-4279-B7E0-9C311C5F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37.5% of 640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9CCB63-1098-4E60-9971-492A0FF23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717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3A8648-1D41-41D4-854A-356DF0B69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051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C0381B-D3A1-4516-B1C1-FA1F4D3D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194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25% = 160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D8DDAD-ED88-498C-A4B8-C2762C216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5EF828-CBB7-49B2-BFFA-C0DD0EEB5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099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756BA4-B82A-476A-982D-7A099C670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242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12.5% = 80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E06788-C57E-42FF-A24C-4DA583601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814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B218F2-47F0-4DED-99AD-D675A6FB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148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AF1339-C228-4023-92AF-25CB062D4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291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160 + 80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7B003B-4241-48D8-A072-657F3CBC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863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2CB304-0B01-46DE-8012-64D34B053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19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0C314A-CF18-4D86-9D13-1C511F64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339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240</a:t>
            </a:r>
          </a:p>
        </p:txBody>
      </p:sp>
    </p:spTree>
    <p:extLst>
      <p:ext uri="{BB962C8B-B14F-4D97-AF65-F5344CB8AC3E}">
        <p14:creationId xmlns:p14="http://schemas.microsoft.com/office/powerpoint/2010/main" val="193518607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  <p:bldP spid="25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435E5A-960B-40B3-8DE3-220DD7334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180CA1-D646-440C-81CF-6A41D59E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F8B020-6EFC-4604-BC4F-260A529C3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7B6E8B-37F2-400A-A3F2-E77D62D5E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4B9037-6AE5-42EF-B77D-646AC7EB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BC34D5-497B-4642-8CE9-9BCCBDF40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4FC75D-EFB3-4B83-9989-60CF12079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3A3953-0D5D-4218-AAAC-185ABF9DC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B2FA6E-405C-4D01-BFA8-E5476394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decimal and percentage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107461-0E65-42C6-9BBC-CADAB2761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3D9F65-DCD2-4ED2-803A-82BCB765C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240.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4F0C72-9C9C-46A7-A95C-E9283C42B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C3D738-C199-4330-938A-A5CC0D521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 and record a specific next step.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77B7B7-D9B7-4FEF-8202-2592FA75B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94141628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682C95-C633-4E10-ADA6-C3D2A6435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5AEE48-82B6-4085-B817-2C18075B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6EF793-6A67-4720-988D-FF658459D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FB3AE3-8090-49C8-933A-C1C85AB91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2BBE7-939E-4253-A288-167647538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3B3600-9B9A-470E-A557-DCEC2CD86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338618-8FD8-4F44-B265-B953012A2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0F6057-A8BC-4E74-BD57-47006187E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837927-24E8-453A-AFBB-A5A5B0E17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decimal and percentage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EEFDE6-9265-466E-9B4C-14D3B331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45:60 and find an equivalent ratio with first part 12.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CCAD63-A34D-47F3-BA04-02EB543F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686486-97C8-4C1D-B50A-FE304504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4259EA-EFC7-406B-A41D-B528E8C1E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CB7B98-E688-4247-B60B-A78CFD7C1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70D19D-80CB-48FC-A53B-CEB4D32EC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3:4 and 12:16.</a:t>
            </a:r>
          </a:p>
        </p:txBody>
      </p:sp>
    </p:spTree>
    <p:extLst>
      <p:ext uri="{BB962C8B-B14F-4D97-AF65-F5344CB8AC3E}">
        <p14:creationId xmlns:p14="http://schemas.microsoft.com/office/powerpoint/2010/main" val="14961379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309DB0-059F-47EF-BCF0-EF8B42C32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1371F3-B45F-4F5F-B2EC-33DD786C0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99DB4C-5AE6-4E8E-9E42-11F42A15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1D0215-9E40-413F-BBC2-3B0C7FB0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CC1AEB-4BBC-492A-9EFD-C6750199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FF1590-553D-4EBB-B1C8-CC0559158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CACE41-ED7E-4053-8298-106658A5B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334C76-27D8-4B42-9383-3A4133679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831828-3260-4DB0-A4C3-816257735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decimal and percentage methods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cd18ffc2bf46a3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15D465-056C-4F64-8D61-B4B55DBC2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D9E541-D996-4F15-928B-6DA7CDACA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chooses a familiar method before identifying the number type and relationship.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197301-C265-412D-83ED-1B517DB2D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F0D1E6-4454-4221-8018-36741584C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41E972-B707-4B5B-9418-C576285F0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Name the domain first, represent the relationship, then choose and check the calculation.</a:t>
            </a:r>
          </a:p>
        </p:txBody>
      </p:sp>
    </p:spTree>
    <p:extLst>
      <p:ext uri="{BB962C8B-B14F-4D97-AF65-F5344CB8AC3E}">
        <p14:creationId xmlns:p14="http://schemas.microsoft.com/office/powerpoint/2010/main" val="47440394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ABEDFE-1451-42E4-9245-FBE95E315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AB08E1-787B-4C61-A47A-637BF6A81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CB3A58-8539-4CCE-B82B-AE604E48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D76FE9-4139-4295-B7F7-751C2D5B0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30C135-D10F-41F6-BCCB-F92A58D9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7A70B1-A2E7-4DFC-9B3F-CFFB24B9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A878BB-2146-4635-BB5C-A853BF243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D25C76-C1B2-44F2-8BD0-1DD39EDE2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722D1F-8F3B-488C-9E4A-2B8E6F89C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decimal and percentage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DFFE9C-1F92-4EE7-A273-EFE96110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6B83E6-1346-46DD-9079-B62672E73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D683FB-9D23-4712-8F40-B7A6F73F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F39F8C-0E3B-4FF0-9417-730EA5728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45:60 and find an equivalent ratio with first part 12.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9E83BC-D281-4E05-9B29-40C31D5C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05681C-4F0F-422C-817B-6BC0A88A3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6D4ADD-BC80-4DD2-A544-2BD860ADA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20C307-A4D1-4D1B-A9A6-D0341A9C7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341FF8-AC7F-4C73-9333-47550735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0DCE97-414B-4786-938E-824D9CAB7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49CD75-EA9F-4A74-B54E-3892D54A7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E18404-E028-4BB0-8DB2-2FB3FA8CB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3:4 and 12:16.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3F0611-85D3-4621-B440-FA89A2D81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43973123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5E0DA1-0F05-4076-8095-6202BEB34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8E16E9-DFC4-4A0E-BFA2-88D0043A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65BC11-DCAC-4793-A5E9-CAF1108F2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AD9465-84EA-4E3B-A97E-530A9B7B8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93A806-7879-4B68-89F9-BC9D47227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813A69-5E0E-4C9D-A5D7-759ECC9BD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CFCE58-4951-4BFA-9427-80C0AE84F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435E56-C221-4335-A48F-7DDF8FDB3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CE6234-DB09-4137-80FC-6CC5D4920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decimal and percentage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F2B332-122C-4CB5-A5B4-BE2125105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166959-B6AD-4DB9-B7AB-969D76744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074D82-D7C8-4D64-9BAE-E114FB799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28CC42-CE4C-4130-B7AC-8CB6817A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recipe uses 3/4 kg for 6 people. How much is needed for 14 people?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009493-688E-4DC3-B640-57396136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FBD727-F6E0-40A1-8875-7A5B1AC45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6CF016-C9F7-432B-82BE-6399D8C19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AC45BA-2EB0-4267-8A79-873B04897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0376E7-18AE-42C3-AD6F-5E8074BBA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56E8D5-7E82-4EA4-B6F5-F187F398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37E6B8-4508-4F23-8D6E-81D2F1FE2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2D54C-00F1-4107-9BE1-0E0753F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02565104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F89217-1BAF-46FA-86E6-2AC16851F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E8E835-E8C7-4807-B3D0-64B20D8AC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FF11D2-A1B1-4FAC-A1BB-666E9952E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60F5B7-F292-411A-8DAF-CD42CB7C3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F8C2DC-41B4-4456-A2AE-AB4DFC1B3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B7BD0F-0AA6-4AA8-BA04-F99F8E0F2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201728-58CA-46FD-AC9A-00521B1AB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9DA156-6CEF-44C9-8148-8541CBE24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47209D-6A30-46CD-8E0B-08D084B16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decimal and percentage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6F8181-81EF-4A94-9DCA-11478688D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Order 0.72, 7/10 and 73%.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BBE749-6C3B-49F7-AF9F-2029F468A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0485AC-DC16-4FA1-A91F-34353F051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19835B-7B11-424C-808C-F2992B627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7/10, 0.72, 73%.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47285502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D24F2D-A9D7-4274-A1AD-8193B3DB7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B88D4D-BCCA-48B9-96D2-89133980A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A5C28E-50AF-488C-A902-B6D88BE3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866279-8ACB-4CE2-AEBB-835851466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BDC2A6-98C1-414F-88AA-6318E5FCF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FC87E7-E59A-4BE9-9DC3-F7E9EEEA5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B07FD2-F8CC-4203-A026-24FA6A85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ADE4D4-4FB5-46A3-9271-FB255C68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8E8AC5-725D-467B-92C2-1C2816478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decimal and percentage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005E1B-DE39-43B2-856F-CF7FC0B02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231908-9CCE-4726-9038-A2B04465F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9E1C00-6421-4BB8-8428-F5AA259E7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recipe uses 3/4 kg for 6 people. How much is needed for 14 people?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7A6FC9-8BAC-4E2A-A4C1-080DD1EF6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F74515-E520-41CB-9784-C2DABF282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9514D7-5376-420B-B8AA-AB22AE567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86771F-9B9B-4E6C-A331-9418144E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 3/4 kg.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EE6951-61E3-4437-A283-4183D3D61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37240B-E7D5-4956-8BE0-A86ACB4B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00868548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E16384-1F42-4C53-AE06-C5B3CE174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B2679F-731D-4E2A-AEF6-CDAC09833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5B8CD3-A746-4D6B-B195-8BCBA0CED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14E2F4-A443-4C37-80EB-A76DDB9A4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A8A881-60D5-4657-BE83-22D8AC1C9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756F07-017B-4A0D-ADCC-4AE613C3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2D7771-0D31-4399-9E09-EBF592A24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A04932-26C3-4F18-9392-80CDF8D1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8EF3F8-BA53-4A9E-9982-A16CDCA7E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decimal and percentage methods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97B997-21E2-40E5-9CDD-DF1495E2F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5EC538-5B4E-4924-8AB3-225C19BA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C458D-324F-4A17-ACA9-3A5F722E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5F9A13-D642-49FF-9DC8-BE6C32FF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recipe uses 3/4 kg for 6 people. How much is needed for 14 people?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2C80A7-EA6A-458F-9A20-2460C8BC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7F175A-634D-4419-943F-3B18A83E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3147D6-7B5B-4496-B166-44C5A7A1B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49D311-A584-437A-9332-9118B571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chooses a familiar method before identifying the number type and relationship.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E0245A-0A32-4875-B63B-63875E3A4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E2CFB0-6227-4A10-9A68-33734E60E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B5DAFE-FEC5-4EA1-A920-10B7BD7BD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618440-6A2C-4BB5-B83B-E806EE990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F4B4EA-2592-42E1-B677-7DD309A68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0258241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2026-09-09T22:14:29.9860000Z</dcterms:created>
  <dcterms:modified xsi:type="dcterms:W3CDTF">2026-09-09T22:14:29.9860000Z</dcterms:modified>
</coreProperties>
</file>