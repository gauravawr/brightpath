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db57197afe445b" /><Relationship Type="http://schemas.openxmlformats.org/officeDocument/2006/relationships/extended-properties" Target="/docProps/app.xml" Id="Rff199dfa8d694704" /><Relationship Type="http://schemas.openxmlformats.org/officeDocument/2006/relationships/officeDocument" Target="/ppt/presentation.xml" Id="R79a288f660774d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94fae357cd14122"/>
  </p:sldMasterIdLst>
  <p:notesMasterIdLst>
    <p:notesMasterId xmlns:r="http://schemas.openxmlformats.org/officeDocument/2006/relationships" r:id="R670d39e025654d69"/>
  </p:notesMasterIdLst>
  <p:sldIdLst>
    <p:sldId xmlns:r="http://schemas.openxmlformats.org/officeDocument/2006/relationships" id="256" r:id="R116029d240234328"/>
    <p:sldId xmlns:r="http://schemas.openxmlformats.org/officeDocument/2006/relationships" id="257" r:id="R8bf8562e4c944285"/>
    <p:sldId xmlns:r="http://schemas.openxmlformats.org/officeDocument/2006/relationships" id="258" r:id="Re19006ee79ab4272"/>
    <p:sldId xmlns:r="http://schemas.openxmlformats.org/officeDocument/2006/relationships" id="259" r:id="R94f12416ac10486f"/>
    <p:sldId xmlns:r="http://schemas.openxmlformats.org/officeDocument/2006/relationships" id="260" r:id="R7691544beb7f4f05"/>
    <p:sldId xmlns:r="http://schemas.openxmlformats.org/officeDocument/2006/relationships" id="261" r:id="Re5e4961b501d4d7e"/>
    <p:sldId xmlns:r="http://schemas.openxmlformats.org/officeDocument/2006/relationships" id="262" r:id="Rd1bbb94bd3a3425d"/>
    <p:sldId xmlns:r="http://schemas.openxmlformats.org/officeDocument/2006/relationships" id="263" r:id="Rade4856155ed467e"/>
    <p:sldId xmlns:r="http://schemas.openxmlformats.org/officeDocument/2006/relationships" id="264" r:id="R0910fa5939134272"/>
    <p:sldId xmlns:r="http://schemas.openxmlformats.org/officeDocument/2006/relationships" id="265" r:id="R0cbb30201c7d4afa"/>
    <p:sldId xmlns:r="http://schemas.openxmlformats.org/officeDocument/2006/relationships" id="266" r:id="Ra0b1d47fb13a49a8"/>
    <p:sldId xmlns:r="http://schemas.openxmlformats.org/officeDocument/2006/relationships" id="267" r:id="Rdcd832b20ab848a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d8c4894cb1647b7" /><Relationship Type="http://schemas.openxmlformats.org/officeDocument/2006/relationships/slideMaster" Target="/ppt/slideMasters/slideMaster1.xml" Id="R894fae357cd14122" /><Relationship Type="http://schemas.openxmlformats.org/officeDocument/2006/relationships/notesMaster" Target="/ppt/notesMasters/notesMaster1.xml" Id="R670d39e025654d69" /><Relationship Type="http://schemas.openxmlformats.org/officeDocument/2006/relationships/presProps" Target="/ppt/presProps.xml" Id="R503c9432af024310" /><Relationship Type="http://schemas.openxmlformats.org/officeDocument/2006/relationships/tableStyles" Target="/ppt/tableStyles.xml" Id="Rc10d94f67405498f" /><Relationship Type="http://schemas.openxmlformats.org/officeDocument/2006/relationships/slide" Target="/ppt/slides/slide1.xml" Id="R116029d240234328" /><Relationship Type="http://schemas.openxmlformats.org/officeDocument/2006/relationships/slide" Target="/ppt/slides/slide2.xml" Id="R8bf8562e4c944285" /><Relationship Type="http://schemas.openxmlformats.org/officeDocument/2006/relationships/slide" Target="/ppt/slides/slide3.xml" Id="Re19006ee79ab4272" /><Relationship Type="http://schemas.openxmlformats.org/officeDocument/2006/relationships/slide" Target="/ppt/slides/slide4.xml" Id="R94f12416ac10486f" /><Relationship Type="http://schemas.openxmlformats.org/officeDocument/2006/relationships/slide" Target="/ppt/slides/slide5.xml" Id="R7691544beb7f4f05" /><Relationship Type="http://schemas.openxmlformats.org/officeDocument/2006/relationships/slide" Target="/ppt/slides/slide6.xml" Id="Re5e4961b501d4d7e" /><Relationship Type="http://schemas.openxmlformats.org/officeDocument/2006/relationships/slide" Target="/ppt/slides/slide7.xml" Id="Rd1bbb94bd3a3425d" /><Relationship Type="http://schemas.openxmlformats.org/officeDocument/2006/relationships/slide" Target="/ppt/slides/slide8.xml" Id="Rade4856155ed467e" /><Relationship Type="http://schemas.openxmlformats.org/officeDocument/2006/relationships/slide" Target="/ppt/slides/slide9.xml" Id="R0910fa5939134272" /><Relationship Type="http://schemas.openxmlformats.org/officeDocument/2006/relationships/slide" Target="/ppt/slides/slide10.xml" Id="R0cbb30201c7d4afa" /><Relationship Type="http://schemas.openxmlformats.org/officeDocument/2006/relationships/slide" Target="/ppt/slides/slide11.xml" Id="Ra0b1d47fb13a49a8" /><Relationship Type="http://schemas.openxmlformats.org/officeDocument/2006/relationships/slide" Target="/ppt/slides/slide12.xml" Id="Rdcd832b20ab848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1e6a821ff740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3eb8c4c7b7499f" /><Relationship Type="http://schemas.openxmlformats.org/officeDocument/2006/relationships/notesMaster" Target="/ppt/notesMasters/notesMaster1.xml" Id="R0fd1995f21ee45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30ce20f66194442" /><Relationship Type="http://schemas.openxmlformats.org/officeDocument/2006/relationships/notesMaster" Target="/ppt/notesMasters/notesMaster1.xml" Id="R0167892ef33340a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2850a4f3234718" /><Relationship Type="http://schemas.openxmlformats.org/officeDocument/2006/relationships/notesMaster" Target="/ppt/notesMasters/notesMaster1.xml" Id="R035d967ed50d422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4dec259c33447d1" /><Relationship Type="http://schemas.openxmlformats.org/officeDocument/2006/relationships/notesMaster" Target="/ppt/notesMasters/notesMaster1.xml" Id="R60dabe4530954e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22e79867d745d6" /><Relationship Type="http://schemas.openxmlformats.org/officeDocument/2006/relationships/notesMaster" Target="/ppt/notesMasters/notesMaster1.xml" Id="R2d271b68081c47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7d2958335c417b" /><Relationship Type="http://schemas.openxmlformats.org/officeDocument/2006/relationships/notesMaster" Target="/ppt/notesMasters/notesMaster1.xml" Id="R871c52cfa895443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462118752074f93" /><Relationship Type="http://schemas.openxmlformats.org/officeDocument/2006/relationships/notesMaster" Target="/ppt/notesMasters/notesMaster1.xml" Id="R4ca09b2a83e340a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59c5ade57674337" /><Relationship Type="http://schemas.openxmlformats.org/officeDocument/2006/relationships/notesMaster" Target="/ppt/notesMasters/notesMaster1.xml" Id="Rf16cc23da97b44f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91a08e7eb44198" /><Relationship Type="http://schemas.openxmlformats.org/officeDocument/2006/relationships/notesMaster" Target="/ppt/notesMasters/notesMaster1.xml" Id="Rabc3397c3c824fd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df083d1f7584a2f" /><Relationship Type="http://schemas.openxmlformats.org/officeDocument/2006/relationships/notesMaster" Target="/ppt/notesMasters/notesMaster1.xml" Id="R6d7bfca7bd3c4d2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a32890672b24b36" /><Relationship Type="http://schemas.openxmlformats.org/officeDocument/2006/relationships/notesMaster" Target="/ppt/notesMasters/notesMaster1.xml" Id="R028a69532d5f4be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4477d4f46594c3b" /><Relationship Type="http://schemas.openxmlformats.org/officeDocument/2006/relationships/notesMaster" Target="/ppt/notesMasters/notesMaster1.xml" Id="R6db1358210634a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fraction strips, ratio tables, assessment questions, reflection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 3/4 kg. | Identify the domain and retrieve the relevant representation or method. | Name the domain first, represent the relationship, then choose and check the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represent, calculate, justify,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3:4 and 12:16.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 3/4 kg.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Name the domain first, represent the relationship, then choose and check the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 3/4 kg..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7/10, 0.72, 73%..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 5/12.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7/10, 0.72, 73%.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7/10, 0.72, 73%. | Name the domain first, represent the relationship, then choose and check the calculation.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41f043d6bc44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c67112a4914294" /><Relationship Type="http://schemas.openxmlformats.org/officeDocument/2006/relationships/slideLayout" Target="/ppt/slideLayouts/slideLayout1.xml" Id="R0d47f6ce1f694e6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47f6ce1f694e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2fdef972174871" /><Relationship Type="http://schemas.openxmlformats.org/officeDocument/2006/relationships/notesSlide" Target="/ppt/notesSlides/notesSlide1.xml" Id="R67e7e27a0d7547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e46c9869ff4da3" /><Relationship Type="http://schemas.openxmlformats.org/officeDocument/2006/relationships/notesSlide" Target="/ppt/notesSlides/notesSlide2.xml" Id="Ra148ce3555c742f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d310e9118a4b2f" /><Relationship Type="http://schemas.openxmlformats.org/officeDocument/2006/relationships/notesSlide" Target="/ppt/notesSlides/notesSlide3.xml" Id="R2999758ae46943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1410ee0cd842e3" /><Relationship Type="http://schemas.openxmlformats.org/officeDocument/2006/relationships/notesSlide" Target="/ppt/notesSlides/notesSlide4.xml" Id="R5071ba9906fe4b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e0d910df7e4b81" /><Relationship Type="http://schemas.openxmlformats.org/officeDocument/2006/relationships/notesSlide" Target="/ppt/notesSlides/notesSlide5.xml" Id="Ra1dff70aad09459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b7daeb6764405" /><Relationship Type="http://schemas.openxmlformats.org/officeDocument/2006/relationships/notesSlide" Target="/ppt/notesSlides/notesSlide6.xml" Id="R3f4002fd516648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4c06180f7e4709" /><Relationship Type="http://schemas.openxmlformats.org/officeDocument/2006/relationships/image" Target="/ppt/media/image.png" Id="R26e95afd79e54afb" /><Relationship Type="http://schemas.openxmlformats.org/officeDocument/2006/relationships/notesSlide" Target="/ppt/notesSlides/notesSlide7.xml" Id="Rf85f7f7331ac4bd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fab76aefa4c6a" /><Relationship Type="http://schemas.openxmlformats.org/officeDocument/2006/relationships/notesSlide" Target="/ppt/notesSlides/notesSlide8.xml" Id="Re4a107a7a25940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fc3411645b4cc7" /><Relationship Type="http://schemas.openxmlformats.org/officeDocument/2006/relationships/notesSlide" Target="/ppt/notesSlides/notesSlide9.xml" Id="R30e58c74a86d430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a1e6adeaa442d" /><Relationship Type="http://schemas.openxmlformats.org/officeDocument/2006/relationships/notesSlide" Target="/ppt/notesSlides/notesSlide10.xml" Id="R3e471c0136f345b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cc3e1243d4409f" /><Relationship Type="http://schemas.openxmlformats.org/officeDocument/2006/relationships/notesSlide" Target="/ppt/notesSlides/notesSlide11.xml" Id="R6ddab38ea97f4ea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317ea426a343a0" /><Relationship Type="http://schemas.openxmlformats.org/officeDocument/2006/relationships/notesSlide" Target="/ppt/notesSlides/notesSlide12.xml" Id="Rcd581cbd39904ba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ACEF9C-94BD-43EC-A910-A2159A66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1EB8A0-B251-49A2-A09D-AF8CAA00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2E129D-5C12-4C9E-8D1A-2F7A9654D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41BE6C-147B-401B-BFAB-2EDB9624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9847E8-EDE2-4E75-A608-0F4B9A686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09D940-AF7A-4F98-A2A3-FEB533E5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91CFA6-4C27-4401-80CD-E283CCF4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F4B125-5ABD-438F-AF25-9C644558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and correct misconceptions in ratio and proportion.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229E46-D1A2-4F18-899D-4495D86E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E1CE05-E520-4568-BF29-0A4AD406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786430-3E0C-4DD6-BFE3-2ABEB8C3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69629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1251EE-670A-42D2-AF37-0A8C70EF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2240CD-457C-4666-A36F-EBCE4643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EC6023-2CAF-4E04-91F0-861ACD5D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91484B-7C24-4971-880F-FDEEEF4D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B3CF3B-C3DD-4709-8F75-C652F2ED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8A6BCB-3204-404A-9D93-7CE605CB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677689-2B3E-46C3-9BD9-C59F40EC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89BC45-325B-433A-B7B8-FC667809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CC0181-8854-4F62-B63C-E75C2DB0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A6A76E-DB6C-46F8-A10A-0B8A5D55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D60D79-F55C-4B65-B10E-AC0F079C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5C7335-3635-42D1-8078-9BC14EEE9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497D0D-B39D-4540-A7C2-ABE9F2B6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Spring learning about fractions, decimals, percentages, ratio and proportion.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B8F4A8-6816-42A4-B9F7-78A7C028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6A16F3-6FEC-4D8A-91D8-C2800B63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C3E6DE-5408-41E3-B076-EFC1738E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D39939-0218-433E-A7DE-ED6C0F19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uses 3/4 kg for 6 people. How much is needed for 14 people?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F3A2CE-67A5-4F58-A599-E6B52F34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05008F-1CF6-46CB-9F04-F018573C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A47FC8-7CBC-45B7-B365-014B6294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6F89F7-5974-4815-9632-065486E3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Simplify 45:60 and find an equivalent ratio with first part 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E23202-2052-4D58-8D71-387354620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1472985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EA07AC-8646-449A-BFCA-A1E5AC7B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7AF286-4AA5-446F-830D-C7B2D92A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134F61-38AF-4F29-B184-C780A68A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5C3BA5-E305-4CC3-874A-EB98C390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CCA862-201C-434D-B125-745FA7F5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35DCD2-DA86-4B8E-B5BC-66436232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F473FC-7B51-4108-A87F-0C88E580C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E1BC9E-4982-4F6E-AB09-479DBA9F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D5F992-FBE1-4AEF-992B-E42026ED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92CE1-4C4B-489B-8092-DA124F75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and correct misconceptions in ratio and proportion.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BA0A34-B990-40FC-B727-53D9C223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A4CA42-E61E-4195-AB96-F6622A0B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domain and retrieve the relevant representation or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C76051-6E13-4087-86D8-0DDF62E2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complete calculation with precise vocabulary.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3520CB-20F1-494F-B885-4538FD6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and record a specific next step.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59BCA3-9D7A-4BD0-8C05-3CC85A38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represent  |  calculate  |  justify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46808035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E3D9F3-2091-4864-8B3E-847B0BA9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1FA9C-CAB4-4A68-9E53-59A1AB44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BE2044-D445-4C28-909D-C27C0652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A5441-0832-41B9-998A-883B832E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6812FD-011B-4FFE-9EDE-D423BCE80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5F6473-2A21-4471-9858-8498AF4D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0CB51-9BD5-4E8B-9086-3CB58E2E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3BAB0D-7B93-436F-9793-000C1EAA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3EAF92-BB47-4BA2-90D8-1D848FBF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21787-98AA-41F0-BABE-F5BD8B06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45:60 and find an equivalent ratio with first part 12.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58905C-A096-4970-AA12-9D5ADED5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9AB028-3E15-4E38-AA7E-DB700D1A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444459-BED6-4929-B05C-63FC9622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45 :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733E8A-93AC-46DB-A802-7A49F7BB8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964644-0E3D-4B7E-BB78-B07BA6DC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5114C2-5111-4647-864C-33901719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both parts by 15 → 3 :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64B5AC-4615-420A-940F-827E57AD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4A8511-3EDB-4C8B-843E-D396213C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6577C2-F5BF-4DB1-9EEE-0C6C70C6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make first part 12, multiply by 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4C07BF-8DFB-4663-9230-D60FB303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0B1020-6651-4C03-AFD0-9E43307AF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6DEB2B-8309-45F7-A727-A599A430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 : 4 = 12 : 16</a:t>
            </a:r>
          </a:p>
        </p:txBody>
      </p:sp>
    </p:spTree>
    <p:extLst>
      <p:ext uri="{BB962C8B-B14F-4D97-AF65-F5344CB8AC3E}">
        <p14:creationId xmlns:p14="http://schemas.microsoft.com/office/powerpoint/2010/main" val="99114054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5D5F93-253F-4478-8B95-CC13FD3F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65A096-1454-4EA3-86EB-630C8834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ED6665-7B37-4288-B5F8-3885754A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87BF91-219C-4978-ADF0-EADF5066F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8A0C4E-5CE0-41A5-A419-00E0A599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CD0A0F-60EC-49F1-B2AF-7D20A206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A270D6-4D5F-4175-BB14-E1FDD78D7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F4052B-5E64-4363-9564-A7836D76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0E5875-788C-43A0-BF18-CF12944E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50DB0A-8471-4065-8FCC-EEF51A893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10758B-18AC-4B50-8654-AD3C4B1F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3:4 and 12:16.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A8682B-FFFF-4061-A79C-CF4B5601C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952C9E-AC8D-4D09-8386-774806D2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and record a specific next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D760EB-AB7C-47FE-AAE2-F145E990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8571951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C7253F-899C-44FE-AA83-D579FDE5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54D585-F198-4F03-BD14-9C0C3B14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800D06-B468-47DC-B60F-361E6607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334FCD-E94A-44FA-8A29-F765ED6F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1C8353-F384-4E6F-B93B-AF7275E2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36A579-0B14-4329-A576-7FC94D040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B6AC38-3A77-4B41-B770-43B3E29A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2E6D2D-9293-43DB-A839-82EF120A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2BD2F6-A87E-4A8D-A089-8FDF3226A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1A504A-7931-499A-910C-80ABDD80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uses 3/4 kg for 6 people. How much is needed for 14 people?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4398FA-6A27-4483-82C8-F68D1535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007F17-3D5B-4C33-A1AE-EB2B2AFF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87FA0E-6CA2-449E-8B1D-47538508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A80D17-97FE-48F1-ACCC-D4610B6F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EB1CD4-4964-4F10-A136-44DBBBDD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 3/4 kg.</a:t>
            </a:r>
          </a:p>
        </p:txBody>
      </p:sp>
    </p:spTree>
    <p:extLst>
      <p:ext uri="{BB962C8B-B14F-4D97-AF65-F5344CB8AC3E}">
        <p14:creationId xmlns:p14="http://schemas.microsoft.com/office/powerpoint/2010/main" val="5473538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B748AF-6C7D-4657-BD1F-54FD9F0B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A6BA8-CFE4-42AC-8155-037BF0019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87F883-C81F-4F5B-B2B0-103947F5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E36734-15C5-417B-AC4C-0AF5D378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93A71F-324B-4BEF-B951-4AC3CA72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55EECC-02F3-4283-B7C9-6DC97D1D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A008EA-73EC-4D5E-A97F-978119D16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7C6DE-36D1-4286-AA46-F28C327D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5393CE-6A72-4FCC-98CC-C0C363AF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e95afd79e54afb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4AD85B-2AE3-4A11-8199-86B9E752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9CB84F-3CA0-448D-A4BC-F503E88D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chooses a familiar method before identifying the number type and relationship.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6EFA06-7C1C-4F37-BAB2-F4B2BDF1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93514D-2F79-418D-991F-24BA6F43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026436-38A2-4869-8552-88C89D1B7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Name the domain first, represent the relationship, then choose and check the calculation.</a:t>
            </a:r>
          </a:p>
        </p:txBody>
      </p:sp>
    </p:spTree>
    <p:extLst>
      <p:ext uri="{BB962C8B-B14F-4D97-AF65-F5344CB8AC3E}">
        <p14:creationId xmlns:p14="http://schemas.microsoft.com/office/powerpoint/2010/main" val="21195252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417503-785D-4274-978A-FB473F09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F13D47-3DD5-49CF-9BFC-1D943B54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E29F68-43D1-4C8F-BEB3-FB06DB37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1876E3-3ABA-418F-A817-2747534B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37D296-B3B0-4288-BD35-A5E76570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D61E6A-D87F-400B-9287-AE8989C0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845E03-7B87-4751-9360-BA363CBB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E2750C-430B-4BE7-8E41-CD91BEB7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6E2E67-B15B-4DEB-B184-579B4B529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6004C4-536D-41FD-9C86-B86730A2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F2A488-8D78-4D98-8DE6-AD9AD518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6C36E9-E305-4AA2-ABFF-743E19DD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F79E1B-A1AC-4FFF-A4D3-D700489B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uses 3/4 kg for 6 people. How much is needed for 14 people?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1EE7FB-2B52-4FB9-BB10-55EB15D2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E78FB3-1811-4388-82E0-E7BDC415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6A4918-0131-4A36-9088-DF669DC9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26A6D7-2278-4B0B-ABBC-DEEAEB2C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3396F7-8AAA-4E83-9310-406B20C6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731839-669C-4DDE-85DA-F4770A38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39A7CD-E7C0-4177-B3EE-F1FEDDB8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20F7A9-88DD-48CE-8ADD-B4E6F90C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 3/4 kg.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6983BF-4E30-4D35-B121-33C74ACC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003992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05FA3C-3553-4F6C-8F5C-1F2159DC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A75C5A-B974-4F4E-8CA1-534E66CF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FBC167-3AB9-44DE-AD23-84BCFD15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6E681F-7C5B-41EF-85D8-5DDD7FE4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068759-D22D-41E7-B00F-719BC67E3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849491-9C58-4C88-B0E8-9F5773FB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9AA519-A571-4FEF-B4FB-0BFD6EF7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100BAB-D84A-450E-982B-FEA28AA37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862DA2-ECAA-4945-8A58-3F2902E1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09B66F-0351-42E9-A1DD-26BB258C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B9758C-6D45-43A1-A624-1BFA76E6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CD7991-989A-4CF1-A530-7093727D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6F6780-0AEE-444E-8C47-8B6689EEC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0.72, 7/10 and 73%.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6F0735-E7D6-4904-A05E-61EF385B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1ABF37-18AB-453A-B980-48FF1180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AE8516-6F4C-497E-8350-C4FC2D79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B588F2-930F-42DB-B837-44EFB262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A372C7-8EF6-4D2E-ACB2-3866CA36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95A8A4-406F-4587-88FD-F7F109B1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BF7BDA-B2E8-486F-ADE9-6CDE3369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023726-6D66-4862-A122-DFDB8E12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3723856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F769FB-6E22-4DD5-A6E8-65EF4572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2A912-6E77-4D76-B993-D76779E4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30D403-C0E3-4EF9-A7E1-F42C0CB5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8C6F06-589D-41B7-A031-D13E3811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9822D1-3F49-4E39-98A5-C7BE4A96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BAB40A-4FD6-4A4A-ABA9-65CCEEFB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30967F-4A00-4DC7-9C50-B59A13A3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BB4779-7638-43AA-9AF2-D880FDC3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B10DEF-4F87-4A20-AD9B-A1AE9534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837CE7-3292-4860-B983-F0983898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5/6 + 7/12.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8956BF-F2EE-40A8-A359-201347BBE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F72D57-0515-4234-8BE5-83FD127D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2632AD-DC25-418D-BD1D-1D97B97E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 5/12.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5185988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B0C4C0-0E59-4C4E-964D-E4423215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C3EF5E-3A05-40C8-A9E1-65E52D29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8ECF26-CF8B-4F79-9A15-5D9F9C8D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CCEA61-EAE4-4FBA-B70A-55096D75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25FA53-6C0F-48EB-B0EB-5F838529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20904-F8AA-4E9C-8E33-A490C9FAE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4F78A-CD1E-490D-9009-F081010F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FD11A9-3527-456E-9452-4EE92F99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250057-3FFE-41C7-A7DF-1A07349C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1F3384-A399-4E7C-BA8F-A2F3AF8D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2F4E53-C5DF-4C0A-BB75-181330E1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5F22F3-5A1D-4D08-85DD-8246C05B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0.72, 7/10 and 73%.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88FA95-F638-4EBA-8AAA-A955640C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492339-C35E-4BE9-BDB7-C1F4F6B9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06CDD9-7ED7-4FD4-93E3-D73F1318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4A281B-D8A2-47F1-A047-CC18FB47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7/10, 0.72, 73%.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0312F6-E7AC-4A8E-8774-B52C9A49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C390A9-9E52-467F-BAF5-52428F6E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6810110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6EFD6F-CBBA-4A38-BF5C-A5106185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B25222-B848-4C23-95C5-054C78D9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A1BC9-EBF0-4D0F-9D40-1F08DEC3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5CD31-A8F8-49BB-A091-04927EC2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DC6E2D-553D-4115-A99E-5F5F6AE8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A4065B-ED5D-48CA-9F19-EF820A56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5D81F-B46A-4888-8E5C-F78B1865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808C0A-E841-4DCF-8353-8A655E33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40BFF5-7A18-4295-86AE-00D79E12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D37F6C-8BFD-470A-B575-6ED23F0A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C3A207-B015-4F2B-AC9A-388A2D86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FE0909-5DDF-44E0-8433-A000BB3E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A1C902-1BBA-4AF5-ACE0-86091C5B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0.72, 7/10 and 73%.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762D83-A0C5-40E7-A14C-06669053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125BE1-CD38-4605-A612-EAAEBBEB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85BCEF-1969-4D7C-A658-0D397823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C0C805-61C5-4497-9585-D5B202B9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chooses a familiar method before identifying the number type and relationship.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E41296-A294-445C-96D5-84CC0E1F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84E13C-5FF6-4B78-A736-D923085B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82AB89-C15B-4D5C-B53E-173A380C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FBE77D-64A3-47DA-B300-19188706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77D111-17E7-4288-B028-DEDE45712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7680852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2026-09-09T22:14:31.2010000Z</dcterms:created>
  <dcterms:modified xsi:type="dcterms:W3CDTF">2026-09-09T22:14:31.2010000Z</dcterms:modified>
</coreProperties>
</file>