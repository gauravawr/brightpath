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Diagnose ratio misconceptions. Diagnose ratio misconceptions.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Diagnose ratio misconceptions. I do.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Diagnose ratio misconceptions. You do. Pause before clicking. Let pupils try independently, then reveal and discuss every step.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Diagnose ratio misconceptions. I do.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Diagnose ratio misconceptions. You do. Pause before clicking. Let pupils try independently, then reveal and discuss every step.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Diagnose ratio misconceptions.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Diagnose ratio misconceptions.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5E2D13AF-9074-436D-A100-9F54E1DD846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Diagnose ratio misconceptions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C76CD75-DCCC-4DB2-A34D-7065F2CCD225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0256D01-273B-4CB2-8417-C1E08BF274B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5B60E89-A5DE-4D62-96F8-E9780574701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Diagnose ratio misconceptions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9CD0E7F-1988-4FE5-A127-81A41068B55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8E32F6B-017F-46D2-B9E1-18A973958EC0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identify and correct misconceptions in ratio and proportion.</a:t>
            </a:r>
          </a:p>
        </p:txBody>
      </p:sp>
    </p:spTree>
    <p:extLst>
      <p:ext uri="{BB962C8B-B14F-4D97-AF65-F5344CB8AC3E}">
        <p14:creationId xmlns:p14="http://schemas.microsoft.com/office/powerpoint/2010/main" val="772149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7C2DF063-6AC2-4C5C-AB2D-530CB963994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496A225-34F5-4AC7-87BC-491F63C54F8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the ratio 45:60.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B825E3A-FC08-44A2-A7C8-3FAC02FDEAF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3790CCD-D008-4D74-AC1D-934FF015A50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Diagnose ratio misconceptions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125A316-7702-49A5-A826-41FB4E8CB54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413B463-A67C-46F8-98C4-D0F53E6FB691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81FE956-1B7D-4BC4-B34D-F2899EA76F0B}"/>
              </a:ext>
            </a:extLst>
          </p:cNvPr>
          <p:cNvSpPr>
            <a:spLocks noGrp="1"/>
          </p:cNvSpPr>
          <p:nvPr/>
        </p:nvSpPr>
        <p:spPr>
          <a:xfrm>
            <a:off x="523875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0834449-74B0-47E4-88A0-0817F53C802B}"/>
              </a:ext>
            </a:extLst>
          </p:cNvPr>
          <p:cNvSpPr>
            <a:spLocks noGrp="1"/>
          </p:cNvSpPr>
          <p:nvPr/>
        </p:nvSpPr>
        <p:spPr>
          <a:xfrm>
            <a:off x="76200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C4C4A73-79A4-446C-BEE8-3F659760E5B9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5238C4E-40AC-4EF0-BB8E-5CB0FBD67E35}"/>
              </a:ext>
            </a:extLst>
          </p:cNvPr>
          <p:cNvSpPr>
            <a:spLocks noGrp="1"/>
          </p:cNvSpPr>
          <p:nvPr/>
        </p:nvSpPr>
        <p:spPr>
          <a:xfrm>
            <a:off x="52387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DA6426D-A640-4DF2-B78A-ECA01A324BF3}"/>
              </a:ext>
            </a:extLst>
          </p:cNvPr>
          <p:cNvSpPr>
            <a:spLocks noGrp="1"/>
          </p:cNvSpPr>
          <p:nvPr/>
        </p:nvSpPr>
        <p:spPr>
          <a:xfrm>
            <a:off x="76200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22E9366-BA00-4F3A-BE85-F24FE949907E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2B31339-61C6-4EBA-85C4-130F277A076F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198E3D20-3CD4-4BC6-B6B6-77156E574CBE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9524190A-5334-4716-8F55-828B56E76496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45 ÷ 15 : 60 ÷ 15 = 3:4</a:t>
            </a:r>
          </a:p>
        </p:txBody>
      </p:sp>
    </p:spTree>
    <p:extLst>
      <p:ext uri="{BB962C8B-B14F-4D97-AF65-F5344CB8AC3E}">
        <p14:creationId xmlns:p14="http://schemas.microsoft.com/office/powerpoint/2010/main" val="52290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04882DE3-AD92-43B6-8727-8DD31510E61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6170869-6C71-458E-B784-79BF2A027C8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C9EF891-1E13-435F-BCFE-FC59ACA3294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the ratio 90:120.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FE81C3D-F74E-4CA2-9919-8A98CFFD15C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7F1B882-F76F-484A-923B-D8F02F5756C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Diagnose ratio misconceptions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D801B64-65F6-4667-A3C3-BA1188DA6EC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9E0BAE6-E349-4368-BEFA-500CFE23EDB8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533C6C0-3DE9-4348-877E-3E24F936A5BA}"/>
              </a:ext>
            </a:extLst>
          </p:cNvPr>
          <p:cNvSpPr>
            <a:spLocks noGrp="1"/>
          </p:cNvSpPr>
          <p:nvPr/>
        </p:nvSpPr>
        <p:spPr>
          <a:xfrm>
            <a:off x="523875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C6C8616-911D-4525-950C-E0D6F281BD93}"/>
              </a:ext>
            </a:extLst>
          </p:cNvPr>
          <p:cNvSpPr>
            <a:spLocks noGrp="1"/>
          </p:cNvSpPr>
          <p:nvPr/>
        </p:nvSpPr>
        <p:spPr>
          <a:xfrm>
            <a:off x="76200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91CB7B9F-BAF3-463C-A921-2BA3AB2A5A11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0C48DD4-B6A3-4BF9-8E95-E9BEAE01FDC3}"/>
              </a:ext>
            </a:extLst>
          </p:cNvPr>
          <p:cNvSpPr>
            <a:spLocks noGrp="1"/>
          </p:cNvSpPr>
          <p:nvPr/>
        </p:nvSpPr>
        <p:spPr>
          <a:xfrm>
            <a:off x="52387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04E5BAB-92F6-4AEF-BD51-91C12CF27F86}"/>
              </a:ext>
            </a:extLst>
          </p:cNvPr>
          <p:cNvSpPr>
            <a:spLocks noGrp="1"/>
          </p:cNvSpPr>
          <p:nvPr/>
        </p:nvSpPr>
        <p:spPr>
          <a:xfrm>
            <a:off x="76200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CD7AF85-299F-4ED5-ABCE-26E6908E33E6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8190C42-A6D3-4522-A1D8-02AD354A7078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148B21FE-EB05-4D55-8D1C-C65AD96FED83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6100E43-BEDA-4ABC-A9E6-61E3CAAF1252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90 ÷ 30 : 120 ÷ 30 = 3:4</a:t>
            </a:r>
          </a:p>
        </p:txBody>
      </p:sp>
    </p:spTree>
    <p:extLst>
      <p:ext uri="{BB962C8B-B14F-4D97-AF65-F5344CB8AC3E}">
        <p14:creationId xmlns:p14="http://schemas.microsoft.com/office/powerpoint/2010/main" val="64521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F550F5CF-1BA2-4DDF-BA68-9D40D3F807B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18E17B5-6679-44BA-B082-0E222214B08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the ratio 135:180.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F182CA9-E785-472C-9C4E-1409076F8F0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8EACEFC-0A5F-4E95-BFB0-45091994C1A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Diagnose ratio misconceptions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37A74C6-B7FF-4FA7-8CC4-81D785F1A14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0964813-3E3F-4B0F-9062-4A5275676D88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14036B7-48AD-4E69-89C0-E9C9134CDFDD}"/>
              </a:ext>
            </a:extLst>
          </p:cNvPr>
          <p:cNvSpPr>
            <a:spLocks noGrp="1"/>
          </p:cNvSpPr>
          <p:nvPr/>
        </p:nvSpPr>
        <p:spPr>
          <a:xfrm>
            <a:off x="523875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9FC2AF6-BC67-41FF-A15E-0449FAA4F491}"/>
              </a:ext>
            </a:extLst>
          </p:cNvPr>
          <p:cNvSpPr>
            <a:spLocks noGrp="1"/>
          </p:cNvSpPr>
          <p:nvPr/>
        </p:nvSpPr>
        <p:spPr>
          <a:xfrm>
            <a:off x="76200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788366C-8154-4600-B413-B15B9D0BE841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BAB5453-46E4-41F8-B803-37298273EEEB}"/>
              </a:ext>
            </a:extLst>
          </p:cNvPr>
          <p:cNvSpPr>
            <a:spLocks noGrp="1"/>
          </p:cNvSpPr>
          <p:nvPr/>
        </p:nvSpPr>
        <p:spPr>
          <a:xfrm>
            <a:off x="52387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836F240-D264-40DA-9412-541ECCC16373}"/>
              </a:ext>
            </a:extLst>
          </p:cNvPr>
          <p:cNvSpPr>
            <a:spLocks noGrp="1"/>
          </p:cNvSpPr>
          <p:nvPr/>
        </p:nvSpPr>
        <p:spPr>
          <a:xfrm>
            <a:off x="76200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C919C29-F5AE-4C15-9FE6-5F95E078B29A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5AE307F-6581-4408-9FF0-83F5BA4B7B87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E8BFC76-6A60-4AFA-8EDD-E4E9E5B096DF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0BC1CBF-7EF6-4044-AB71-1784544407BC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135 ÷ 45 : 180 ÷ 45 = 3:4</a:t>
            </a:r>
          </a:p>
        </p:txBody>
      </p:sp>
    </p:spTree>
    <p:extLst>
      <p:ext uri="{BB962C8B-B14F-4D97-AF65-F5344CB8AC3E}">
        <p14:creationId xmlns:p14="http://schemas.microsoft.com/office/powerpoint/2010/main" val="9839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AF79EEC9-224C-4097-BDE9-AAF2E2DA89B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949AAB5-DF05-4EFA-BD3C-EF2E427FA8F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573FB1B-1F6A-4447-B20B-C42D98A6668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the ratio 180:240.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85FFF42-7447-4EB0-B08B-4FD240C362B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D64611A-7C85-4801-B66A-7EEDEEAB25A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Diagnose ratio misconceptions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50ED22B-A083-4086-B58F-4BAD7D9EE31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B36DE27-FBD3-4D2F-A537-7F7A7982E87F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6831AA8-59C3-434C-AC33-D3225B311445}"/>
              </a:ext>
            </a:extLst>
          </p:cNvPr>
          <p:cNvSpPr>
            <a:spLocks noGrp="1"/>
          </p:cNvSpPr>
          <p:nvPr/>
        </p:nvSpPr>
        <p:spPr>
          <a:xfrm>
            <a:off x="523875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D9F2774-5CCF-45FD-AB76-82BEB7E9A193}"/>
              </a:ext>
            </a:extLst>
          </p:cNvPr>
          <p:cNvSpPr>
            <a:spLocks noGrp="1"/>
          </p:cNvSpPr>
          <p:nvPr/>
        </p:nvSpPr>
        <p:spPr>
          <a:xfrm>
            <a:off x="76200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A1F2D79-152B-4B98-845C-59E645034F9A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A43D973-B550-4E4E-8CF4-7D55AB6A5939}"/>
              </a:ext>
            </a:extLst>
          </p:cNvPr>
          <p:cNvSpPr>
            <a:spLocks noGrp="1"/>
          </p:cNvSpPr>
          <p:nvPr/>
        </p:nvSpPr>
        <p:spPr>
          <a:xfrm>
            <a:off x="52387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E31EB40-6B65-4A85-9B22-F0448FFE5F6C}"/>
              </a:ext>
            </a:extLst>
          </p:cNvPr>
          <p:cNvSpPr>
            <a:spLocks noGrp="1"/>
          </p:cNvSpPr>
          <p:nvPr/>
        </p:nvSpPr>
        <p:spPr>
          <a:xfrm>
            <a:off x="76200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0707F9F-275E-469E-9A97-2E171B7A55C0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886E8FD-5D90-4188-9A55-670C94C8E121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8D0B932-0EA3-4EAA-B8E4-F5E1067A95A8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5EE241F-839E-44F5-B8A4-665BD14BFE87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180 ÷ 60 : 240 ÷ 60 = 3:4</a:t>
            </a:r>
          </a:p>
        </p:txBody>
      </p:sp>
    </p:spTree>
    <p:extLst>
      <p:ext uri="{BB962C8B-B14F-4D97-AF65-F5344CB8AC3E}">
        <p14:creationId xmlns:p14="http://schemas.microsoft.com/office/powerpoint/2010/main" val="22402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97CDCD60-6E8E-4A45-8C16-D4E06393CD0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A759E18-2378-40AD-B104-895BE7C41BF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6B43B15-A275-4C9A-AFEA-763E6A37A80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2514747-FF2B-4BB9-BA1A-B8194240EE1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AB03221-E36A-4831-A4F0-EFAD90C6169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Diagnose ratio misconceptions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E6E46D8-93FD-4630-88C2-195487AD754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7DD0D05-EF10-4229-9BA4-C8E18E7FB108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0315F46-742D-4322-A066-880B52E39C92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45:60 and find an equivalent ratio with first part 12.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24301AE-8A9D-410E-A747-1D38D2F1B532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1F0F6BC-2CEF-420F-80C8-4B82316F6CB4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recipe uses 3/4 kg for 6 people. How much is needed for 14 people?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ACAC90B-ACCF-4F4E-81DC-9D85DD3A1929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B726563-687B-48F7-B580-E0635423CD3B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Order 0.72, 7/10 and 73%.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D412C14-EF0C-41AB-B81A-05385198DE7B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DA4BBF0-D352-483B-8165-66D6A1EF59D1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Simplify 45:60 and find an equivalent ratio with first part 12.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790480C-636C-4024-9986-25DF1150CB1B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11E31DE-9413-470C-BAD6-C2C5B8B9C0E6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recipe uses 3/4 kg for 6 people. How much is needed for 14 people?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D411B70A-CE36-4D1E-B624-F67F7ED4B8A6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D7F0FAB5-D492-4316-BFB0-468D1FF84533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Order 0.72, 7/10 and 73%.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22A82FF8-F5D1-4F8F-92C7-E6DB5C71FC33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A9AC4BD-DC4F-44B6-BD8C-628F067D36C7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Calculate 5/6 + 7/12.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C6F2B71D-C7FC-491A-AB7E-985422CB61D4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5AA31505-6CB4-4C48-8911-DDB18850FF70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chooses a familiar method before identifying the number type and relationship.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833BCF5-411E-41B2-90F7-894E8660128B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42B3C13-4DC6-470D-80CE-47A34B55466E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A8D7318-03B4-4366-9963-ED445F4620DA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79678C4D-CB57-44F3-92C4-3EBB0255C935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Order 0.72, 7/10 and 73%.</a:t>
            </a:r>
          </a:p>
        </p:txBody>
      </p:sp>
    </p:spTree>
    <p:extLst>
      <p:ext uri="{BB962C8B-B14F-4D97-AF65-F5344CB8AC3E}">
        <p14:creationId xmlns:p14="http://schemas.microsoft.com/office/powerpoint/2010/main" val="1780727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6CCA4247-94DE-4F6D-9832-E09F4EC51E7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942DF0D-1505-4DB2-A017-AB254A887F6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DBA90F0-B769-41BD-BBC2-649A2B45B4C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FD7844D-63D5-4D08-836F-D3FE3157496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Diagnose ratio misconceptions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013DD4A-92E4-4262-8B07-794C748DF7C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A3374DD-5F65-4035-BA89-39F6C366F98D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32B935F-7D04-46CD-A5CF-277847236BE9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3:4 and 12:16.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4D8DF15-FF71-443B-992D-B831B03AB651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48493A3-173D-4660-9478-88F77D9F4E39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 3/4 kg.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B29D00E-C96D-4A70-81A1-C94FFF81A308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6156430-5FA0-4385-B039-D991A6D05829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7/10, 0.72, 73%.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F921A1B-2C21-4AF8-9E9B-B925FAC5E328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CF6DAE4-3139-4342-B1AC-EDF031A641F6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3:4 and 12:16.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BF3FF15-53EE-4CCD-AE5F-C5536BF137F2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98B68F8-3438-4D31-A53B-9400AA91DD87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 3/4 kg.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9F1FD52-6F3E-4108-A875-D3E53826197A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66A65FD-32B3-4A71-A7A1-FF9FB13CF7FB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7/10, 0.72, 73%.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A246C18A-B48B-42D1-8ED6-2617987D6203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EAAC6E3B-AEDC-42D6-BD1E-27B7E0BE7EED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 5/12.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6DBE6E9-7439-401F-8E13-106FF70E9CB5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D05FE30-B2C7-4209-BC0A-B7D60D31F7FD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Name the domain first, represent the relationship, then choose and check the calculation.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16D5047A-2611-4B52-8B94-A22E3BBBBD5F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0C00254-63F8-4C05-A346-A12D63004848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F5B593C9-79E5-4890-9E39-17B726B48D2A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8DE1C5F-0C4B-454A-8B91-C4B5F41C8B79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3511085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Microsoft Office PowerPoint</Application>
  <DocSecurity>0</DocSecurity>
  <PresentationFormat>Custom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2026-09-14T13:14:32Z</dcterms:created>
  <dcterms:modified xsi:type="dcterms:W3CDTF">2026-09-14T13:16:54Z</dcterms:modified>
</cp:coreProperties>
</file>