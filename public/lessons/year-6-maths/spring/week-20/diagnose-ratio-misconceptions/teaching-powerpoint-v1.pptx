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5d48ed48414e49" /><Relationship Type="http://schemas.openxmlformats.org/officeDocument/2006/relationships/extended-properties" Target="/docProps/app.xml" Id="Ra427f6800a1b47e3" /><Relationship Type="http://schemas.openxmlformats.org/officeDocument/2006/relationships/officeDocument" Target="/ppt/presentation.xml" Id="R31e2b7d1f3454f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02db3bfafd4d67"/>
  </p:sldMasterIdLst>
  <p:notesMasterIdLst>
    <p:notesMasterId xmlns:r="http://schemas.openxmlformats.org/officeDocument/2006/relationships" r:id="R893c64a3cdc04e1c"/>
  </p:notesMasterIdLst>
  <p:sldIdLst>
    <p:sldId xmlns:r="http://schemas.openxmlformats.org/officeDocument/2006/relationships" id="256" r:id="R328e9780a1ea4a07"/>
    <p:sldId xmlns:r="http://schemas.openxmlformats.org/officeDocument/2006/relationships" id="257" r:id="R939e25925a4a49b8"/>
    <p:sldId xmlns:r="http://schemas.openxmlformats.org/officeDocument/2006/relationships" id="258" r:id="R99a990fd929648ef"/>
    <p:sldId xmlns:r="http://schemas.openxmlformats.org/officeDocument/2006/relationships" id="259" r:id="Re1694c5511b84b2f"/>
    <p:sldId xmlns:r="http://schemas.openxmlformats.org/officeDocument/2006/relationships" id="260" r:id="Rdf758fc3c29b425c"/>
    <p:sldId xmlns:r="http://schemas.openxmlformats.org/officeDocument/2006/relationships" id="261" r:id="R8fd168410ab8466b"/>
    <p:sldId xmlns:r="http://schemas.openxmlformats.org/officeDocument/2006/relationships" id="262" r:id="R5814ff0ad5614108"/>
    <p:sldId xmlns:r="http://schemas.openxmlformats.org/officeDocument/2006/relationships" id="263" r:id="R070cfd30c6214008"/>
    <p:sldId xmlns:r="http://schemas.openxmlformats.org/officeDocument/2006/relationships" id="264" r:id="Rd882fe659dd54497"/>
    <p:sldId xmlns:r="http://schemas.openxmlformats.org/officeDocument/2006/relationships" id="265" r:id="Ra29b66b505ad4949"/>
    <p:sldId xmlns:r="http://schemas.openxmlformats.org/officeDocument/2006/relationships" id="266" r:id="Race4b0cce5294e4c"/>
    <p:sldId xmlns:r="http://schemas.openxmlformats.org/officeDocument/2006/relationships" id="267" r:id="Ra8c6202c9b6342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80fe1090da4190" /><Relationship Type="http://schemas.openxmlformats.org/officeDocument/2006/relationships/slideMaster" Target="/ppt/slideMasters/slideMaster1.xml" Id="Ra702db3bfafd4d67" /><Relationship Type="http://schemas.openxmlformats.org/officeDocument/2006/relationships/notesMaster" Target="/ppt/notesMasters/notesMaster1.xml" Id="R893c64a3cdc04e1c" /><Relationship Type="http://schemas.openxmlformats.org/officeDocument/2006/relationships/presProps" Target="/ppt/presProps.xml" Id="Rb7c722be65eb46cc" /><Relationship Type="http://schemas.openxmlformats.org/officeDocument/2006/relationships/tableStyles" Target="/ppt/tableStyles.xml" Id="R47f764c7a5cd4d40" /><Relationship Type="http://schemas.openxmlformats.org/officeDocument/2006/relationships/slide" Target="/ppt/slides/slide1.xml" Id="R328e9780a1ea4a07" /><Relationship Type="http://schemas.openxmlformats.org/officeDocument/2006/relationships/slide" Target="/ppt/slides/slide2.xml" Id="R939e25925a4a49b8" /><Relationship Type="http://schemas.openxmlformats.org/officeDocument/2006/relationships/slide" Target="/ppt/slides/slide3.xml" Id="R99a990fd929648ef" /><Relationship Type="http://schemas.openxmlformats.org/officeDocument/2006/relationships/slide" Target="/ppt/slides/slide4.xml" Id="Re1694c5511b84b2f" /><Relationship Type="http://schemas.openxmlformats.org/officeDocument/2006/relationships/slide" Target="/ppt/slides/slide5.xml" Id="Rdf758fc3c29b425c" /><Relationship Type="http://schemas.openxmlformats.org/officeDocument/2006/relationships/slide" Target="/ppt/slides/slide6.xml" Id="R8fd168410ab8466b" /><Relationship Type="http://schemas.openxmlformats.org/officeDocument/2006/relationships/slide" Target="/ppt/slides/slide7.xml" Id="R5814ff0ad5614108" /><Relationship Type="http://schemas.openxmlformats.org/officeDocument/2006/relationships/slide" Target="/ppt/slides/slide8.xml" Id="R070cfd30c6214008" /><Relationship Type="http://schemas.openxmlformats.org/officeDocument/2006/relationships/slide" Target="/ppt/slides/slide9.xml" Id="Rd882fe659dd54497" /><Relationship Type="http://schemas.openxmlformats.org/officeDocument/2006/relationships/slide" Target="/ppt/slides/slide10.xml" Id="Ra29b66b505ad4949" /><Relationship Type="http://schemas.openxmlformats.org/officeDocument/2006/relationships/slide" Target="/ppt/slides/slide11.xml" Id="Race4b0cce5294e4c" /><Relationship Type="http://schemas.openxmlformats.org/officeDocument/2006/relationships/slide" Target="/ppt/slides/slide12.xml" Id="Ra8c6202c9b6342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45a6bc72474b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ec653e0ac645cd" /><Relationship Type="http://schemas.openxmlformats.org/officeDocument/2006/relationships/notesMaster" Target="/ppt/notesMasters/notesMaster1.xml" Id="R55e346d24dbb48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a69ef16baf47f6" /><Relationship Type="http://schemas.openxmlformats.org/officeDocument/2006/relationships/notesMaster" Target="/ppt/notesMasters/notesMaster1.xml" Id="R4a828866c36647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634101eac4436e" /><Relationship Type="http://schemas.openxmlformats.org/officeDocument/2006/relationships/notesMaster" Target="/ppt/notesMasters/notesMaster1.xml" Id="R5eb9e035f38c40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3dfedc999d4688" /><Relationship Type="http://schemas.openxmlformats.org/officeDocument/2006/relationships/notesMaster" Target="/ppt/notesMasters/notesMaster1.xml" Id="R0dc0ebedf69240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4b841bae5e4bd5" /><Relationship Type="http://schemas.openxmlformats.org/officeDocument/2006/relationships/notesMaster" Target="/ppt/notesMasters/notesMaster1.xml" Id="R087889d17a7a48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c9eb1cc44940ab" /><Relationship Type="http://schemas.openxmlformats.org/officeDocument/2006/relationships/notesMaster" Target="/ppt/notesMasters/notesMaster1.xml" Id="R59e7768bb2fd4b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c296e064f448c4" /><Relationship Type="http://schemas.openxmlformats.org/officeDocument/2006/relationships/notesMaster" Target="/ppt/notesMasters/notesMaster1.xml" Id="Rdc87f5b837af47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a23b8dda2f405d" /><Relationship Type="http://schemas.openxmlformats.org/officeDocument/2006/relationships/notesMaster" Target="/ppt/notesMasters/notesMaster1.xml" Id="Rd9b9b53db29849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b3d0eee02f4e7e" /><Relationship Type="http://schemas.openxmlformats.org/officeDocument/2006/relationships/notesMaster" Target="/ppt/notesMasters/notesMaster1.xml" Id="R709d8aaa315b40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f4b76db6474f4c" /><Relationship Type="http://schemas.openxmlformats.org/officeDocument/2006/relationships/notesMaster" Target="/ppt/notesMasters/notesMaster1.xml" Id="Ra1ce875773d14c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eb3d3c72d74769" /><Relationship Type="http://schemas.openxmlformats.org/officeDocument/2006/relationships/notesMaster" Target="/ppt/notesMasters/notesMaster1.xml" Id="R8d9f315a87a94a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f1b6fcd7b44840" /><Relationship Type="http://schemas.openxmlformats.org/officeDocument/2006/relationships/notesMaster" Target="/ppt/notesMasters/notesMaster1.xml" Id="Re68e6ad3539b44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3/4 kg.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3:4 and 12:16.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3/4 kg.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3/4 kg..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7/10, 0.72, 73%..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 5/12.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7/10, 0.72, 73%.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7/10, 0.72, 73%.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5baa4fb7d848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6768aae077419e" /><Relationship Type="http://schemas.openxmlformats.org/officeDocument/2006/relationships/slideLayout" Target="/ppt/slideLayouts/slideLayout1.xml" Id="Rfbcf8b4fc45c44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cf8b4fc45c44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fa0bdd29c4ff3" /><Relationship Type="http://schemas.openxmlformats.org/officeDocument/2006/relationships/notesSlide" Target="/ppt/notesSlides/notesSlide1.xml" Id="R855af3c47a3a49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7bc873c424cd8" /><Relationship Type="http://schemas.openxmlformats.org/officeDocument/2006/relationships/notesSlide" Target="/ppt/notesSlides/notesSlide2.xml" Id="Rbcf48f48bef943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860135e8a42ce" /><Relationship Type="http://schemas.openxmlformats.org/officeDocument/2006/relationships/notesSlide" Target="/ppt/notesSlides/notesSlide3.xml" Id="R607d7e0095d248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fc7006a1b466f" /><Relationship Type="http://schemas.openxmlformats.org/officeDocument/2006/relationships/notesSlide" Target="/ppt/notesSlides/notesSlide4.xml" Id="R990ae5116a1b41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bc78852024214" /><Relationship Type="http://schemas.openxmlformats.org/officeDocument/2006/relationships/notesSlide" Target="/ppt/notesSlides/notesSlide5.xml" Id="R25cc43ccd0074f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4cd54e5484617" /><Relationship Type="http://schemas.openxmlformats.org/officeDocument/2006/relationships/notesSlide" Target="/ppt/notesSlides/notesSlide6.xml" Id="R5c3e1c97b42a4a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6fcf195344245" /><Relationship Type="http://schemas.openxmlformats.org/officeDocument/2006/relationships/image" Target="/ppt/media/image.png" Id="R4aa02ea236764229" /><Relationship Type="http://schemas.openxmlformats.org/officeDocument/2006/relationships/notesSlide" Target="/ppt/notesSlides/notesSlide7.xml" Id="R12761f310e814d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22b7175cf4367" /><Relationship Type="http://schemas.openxmlformats.org/officeDocument/2006/relationships/notesSlide" Target="/ppt/notesSlides/notesSlide8.xml" Id="R44fa19b7708543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8bfcb41d0467c" /><Relationship Type="http://schemas.openxmlformats.org/officeDocument/2006/relationships/notesSlide" Target="/ppt/notesSlides/notesSlide9.xml" Id="Rb07da29f0b154a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3ebca80994f89" /><Relationship Type="http://schemas.openxmlformats.org/officeDocument/2006/relationships/notesSlide" Target="/ppt/notesSlides/notesSlide10.xml" Id="Rbe97e6144cc641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7e9208e6c47bb" /><Relationship Type="http://schemas.openxmlformats.org/officeDocument/2006/relationships/notesSlide" Target="/ppt/notesSlides/notesSlide11.xml" Id="R680d5a26c21149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7f83fceea416a" /><Relationship Type="http://schemas.openxmlformats.org/officeDocument/2006/relationships/notesSlide" Target="/ppt/notesSlides/notesSlide12.xml" Id="R6f83c16d0f7645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AFCFF-FF49-4BA2-95A6-BF280A5F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4D030-D494-4152-831F-7FCD7265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E9BF1-E420-43D0-9FAE-244C87FC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B6FC2-5080-4565-98C2-FADB789E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C532A-51A6-4EF4-8609-2F442409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A0EAD-857A-4605-8BAA-9C57FFA5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EEB3A-5A12-4D41-8BE8-F5595CED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E7BC18-1E59-421E-AAC7-EF9CDA77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correct misconceptions in ratio and proportion.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D4FBB6-A657-4557-AD8C-EDC2E910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9DF37-6676-45E6-AC7F-7E93F1E5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E4DE2-7ADD-42B2-9F2E-992FEFDF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521619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603596-B249-44CD-A2AE-38468E64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0E947-9D73-45DB-ABDE-9F9A73FC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6AE3D-C623-4DA2-978E-CDBCE452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6E02-5CD6-4E55-B73B-CCCD7F6C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0C4A0-5726-450E-AB4D-48CE2041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3558A-DFE4-45FA-8D3E-42B56979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B4272-24BA-43AE-A47D-8BB1F9EA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BBDFF-5699-4B05-9CDB-9C1F112D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EEA383-118B-4D73-8BBA-92080773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FD8C0-0343-4E9B-9D95-5B04963E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47025-FEB1-4902-B524-0F3B8C73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F21D94-FF45-44B2-BC57-D0BD72E7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EA9A6-F237-43ED-B8BE-8F031B2C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EE071-A75B-461E-B80B-0159655D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0A0225-DF84-4365-A4B5-1C970563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63E63E-1DFB-4EC1-86A7-AC507393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61780-F847-4889-B5CA-F9F4996F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F8FC88-B0AC-4327-B4E2-FF31C44C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462BA8-8FF4-4092-A1B8-F95827C1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3796F1-190F-4F27-84FE-51D5D838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5B6955-8EFE-441E-8A96-03E730C0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Simplify 45:60 and find an equivalent ratio with first part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9DCCF-6374-46CD-BF54-58DE410C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420603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AA83CE-8B02-4D81-9256-4955AF6B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46A4F-9852-48D8-B446-95394CBF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7B8A0-0FFD-4C72-99AD-0EC63A99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65522-3320-4C7A-A8D5-F565AA1C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AB53C-81AC-4DCF-9DF5-90C6D800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EB96D-8579-44AB-B8B1-CE930AB6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26D95-1D41-4D5A-B336-0E895687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60558-13B3-4B4F-850C-AFD35C1C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E539A-5364-4C90-B6A1-04B9C32B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78CCD-6D10-4F64-B2ED-F783FC9E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correct misconceptions in ratio and proportion.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FCEE8-6E89-4DDD-B542-1B105BC0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2F97F-5D49-4201-8C30-6BA5608F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0143F-3220-4E10-873F-7BDD60BD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20DB1D-9CCD-4F36-B4A4-AFA26E33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6AA11E-30D8-44E1-ABEC-1891CDFF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21354543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A4AF9D-3044-43E6-B9F0-B372932B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578E28-59A6-4672-A957-D06B3524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DCCA1-02F8-4E36-A8E9-623E00BB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83F81-C46F-4301-8596-4DB675FF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8BD80-F174-4EE2-91E3-DB99EDCF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6207D-3CF6-462D-AC25-169C661D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9421D-B456-488F-868D-EA01543C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5D032-AA9B-4B54-9D38-85D3F79F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3EE56-4791-4D90-AE62-E9D60832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680CB-E825-4F7C-BC9A-46D4893F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D0AD0-3928-4F3A-92F0-0ED947C0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B27B66-9858-4B7E-955C-55EA8C03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022B2-7D53-4981-8FB5-FFCAACC4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domain and retrieve the relevant representation or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FA849-2B00-4769-8630-C51949EF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859A3-249E-4DE8-8037-986C3098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582FC-72ED-460C-AF77-6E46BA72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calculation with precise vocabulary.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65F1D-22A3-4F9F-BA72-3C68C37B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CD1C8D-8ABF-49A8-AA14-AC4EAC4F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34838-301F-4814-9285-142AF095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3:4 and 12:16.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CC74C-4CFF-4128-A62F-C9605C3E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221BF6-5251-400B-8D11-B6E53537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E45061-5298-4A69-A010-7BCB0495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specific next step.</a:t>
            </a:r>
          </a:p>
        </p:txBody>
      </p:sp>
    </p:spTree>
    <p:extLst>
      <p:ext uri="{BB962C8B-B14F-4D97-AF65-F5344CB8AC3E}">
        <p14:creationId xmlns:p14="http://schemas.microsoft.com/office/powerpoint/2010/main" val="1612421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C03193-DE45-45A8-B5AF-6575FB3C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30BC2-D068-4105-98B0-EF2F6E02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C1D9C-92FE-4409-924A-C8D23409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BBA7F-2455-4439-83C4-88ADD761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AD000-C943-4DB9-A578-44889274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F1A70-43DA-4A6C-B1CD-A7BBCE9D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7E341-E204-446D-96C2-A373159A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4169B-7555-4CD4-9840-8DEECBDC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D5283-9383-425D-B910-E72E517F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1C559-AEBA-4EF5-A1AF-94E0B934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C3817-BC15-47DE-954E-DC609C5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3:4 and 12:16.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7D00A-38C4-4920-B9C3-1CF470B2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D7430B-FCD7-4200-BCA3-A838AB05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DD241-D06D-48B1-9332-A15D78BC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343987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B8849D-6AF0-4CD2-8563-338125B5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B3AB7-4797-4766-BFAD-6898E8AF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ED2AD-6697-41CF-8A06-44B4DEE9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8A89F-0146-4AF4-8686-688CB6DD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2804F-E9B3-44A0-9138-E393A7B7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5107D-D24E-49A1-B053-E0D5FD24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D1032-99E1-44CE-BC2D-AE420CB7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762A4-6D52-451A-BC95-BC57E1C4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69605-2F79-40D8-A7F6-332C8CF5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5A414-CF5E-4371-99B5-3B4760B0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149DF5-780C-45DA-9DAE-AB3523DB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CF627-78B6-4691-BC64-23A7D5E5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6DEA5-A62A-400E-BB3D-333F79D5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42709-1391-41E9-8442-C37454B1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82503D-17E4-468D-A85F-62921957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3/4 kg.</a:t>
            </a:r>
          </a:p>
        </p:txBody>
      </p:sp>
    </p:spTree>
    <p:extLst>
      <p:ext uri="{BB962C8B-B14F-4D97-AF65-F5344CB8AC3E}">
        <p14:creationId xmlns:p14="http://schemas.microsoft.com/office/powerpoint/2010/main" val="6702713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DB0C16-B5EC-49B3-9D64-4AC79566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BD85B-6C87-4303-8638-FEB62A43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5950A-5575-4C1B-82F7-A4882CE1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F2940-29D9-4E93-922C-73A5C5A9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2BB7DC-7752-4BCB-BF1A-54B09215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43439-01DA-48CE-9E85-23278B8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40A353-116C-4111-91BD-332466B0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74471-6E02-4BF7-8BEA-2589AB77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110E6-9CCE-4E59-9FE2-5C89534B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02ea23676422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36CF7-BDE2-4108-A905-92830088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599AAB-B6D0-4A63-AC4A-BCEA966F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77F1D-AA9E-4432-A84F-F87B1EF2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0DEAC2-A9B4-4438-9C01-9D591BD0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0DF13-9C71-447D-A643-BD10B295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3982790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4DF888-8BF2-4338-B0B1-7EB8B042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E1DC0-7A76-4B9B-B30E-B8C45590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3D9E4-196E-46E5-8B9E-6B8D791E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E4BBE-7215-4BC0-8839-9C6A84C3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671A8-DA3A-425B-AA79-93BE5ADD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1186A-69DE-410C-A0FA-72841A3D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2D873-9765-4C83-86E7-A13C0F2F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143EA-6C0E-4FCA-BF77-5106B0E1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C83CE-ED40-4B3D-9064-74C871E9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3A26B-FE78-4369-80E0-7A402676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CACCF-E318-4D71-82FD-EBB2C4C8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3BC340-A27E-4F03-92B8-02B236B6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4437E3-08FB-4667-8B70-E88339A8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46E893-D362-4F0C-B570-15A4805C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5C0CE6-9D09-4C55-80BC-1225D88C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596A7-536D-496F-A5AC-25C96DDE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0EF9B-E2E8-41C3-929D-A7AAC465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A75F47-9519-403B-B3C8-19E417C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A49EDE-B789-477A-926F-688A8350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21DF64-08DA-4C08-87AE-DE2BDFFF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F7F471-648D-4265-904F-4215A4E0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3/4 kg.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B3BF95-F986-48D7-918B-DFD82AA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433006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D1781A-B142-4401-AEEC-D618E4A9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6C291-CE18-4B9B-8198-CFE09CB2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0F2F4-631D-43E3-B574-3F5E05BA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A0144-99AF-44FC-828B-BE6565F7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40F791-2194-4BAF-B6C3-FD20388C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2270B-7D3D-41C9-A693-F6956E83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94EEA1-01C0-4B40-8172-6CB6D76F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BD68D-2D9F-418E-8F68-522569F4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ED585-38A7-42CA-AAD8-A146AD0D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403F4-7388-40EC-AB1E-6EC7E3DF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5C650D-8291-4BE5-88BE-9DBD982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648EC-C00E-400D-8373-7763E6E3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4D284-1D9C-49EE-9FE9-0F5D619F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9B0AD-8B30-41EA-B2BF-B5E921FB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B8965-B84E-4CAD-81D3-83414C60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606784-9E5C-40D4-9B78-E90ACC8F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D70509-B830-45E6-B315-F95E4FED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5E48A5-BDA2-4222-A0E8-9AF9C853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CA7274-D7F6-4B16-ACE0-EC988318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7F19CF-0A88-4FE3-9953-E381C5B3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AFC9EC-ADCD-4D3E-9ADD-63E7747F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723446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DD3AB-ACF0-431F-8D7C-4582389F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2187E-2997-4565-922F-37DCBB4B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FC08A-CD79-4EEC-86FB-1BD18489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94B20-5BFF-4EAC-8D3E-85EFA68B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43DDC-4C82-4967-A2DB-82A397BA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08893-3337-4013-B094-EC0731D8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E7B8D-1B04-4CE3-BEA8-0AF4EF2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5A632-5D7B-45F1-A0DB-42BCF40A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AB058-75E4-4246-9F93-FD4C7AD4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3138ED-0ED7-4830-89C4-4EFD5139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5/6 + 7/12.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D56F3-DFBD-4B0E-A406-E098AD61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73BF3-C241-469A-A139-244CED9A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A2D642-1299-4BDF-8B6F-C56CFD34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 5/12.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308229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BE7353-ADF2-4CB7-81B5-89D9AAB2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6E02D-C623-4031-9A5C-409362C0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12755-60D1-4E19-B4A6-ECC8E612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60AEA-DBB6-4F40-9502-A92F684B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4F7A2-D2BD-4F94-8A18-23BED0FB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5F246-39FF-4927-9575-08955576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D50B4-EA11-40B3-AB94-AD54A93C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19526-D2ED-4A23-8C50-8B51577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938BC-DB3A-47B8-B21A-53DDCB37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4B5FA-943B-458A-90C4-562DE913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1F35F-ADCB-47AB-A778-BED3F977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BE582-8CD3-4378-9DB6-17A7369F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F86EF-9766-4BC9-BE20-A1FE08C2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7E854-CD1C-457D-B567-0994679F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006629-0621-4A62-A0DB-6D2B4063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A57051-127D-493D-855E-F354A2B8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7/10, 0.72, 73%.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563100-5568-4339-8F5F-F6A1714E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303A9-299D-4255-BEC4-E61C8BE4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462360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6AB373-C045-46B9-85E1-DBFDE41F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7EC27-2E83-422D-8033-12987200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A4AD4-63DF-4447-A06A-9BAF26F7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898A7-C33E-4032-A7B2-FBE446F0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C87E2-3E16-465D-9EE9-D8A4FFB3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20A4E-ABA3-44FC-A899-26F27253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8C1BF-D68E-4FDD-8D38-C97A14B2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4406DA-4601-41F2-BC53-48EA0608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FD3E6-13DF-4184-A538-F48A048B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Diagnose ratio misconceptions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72382-D951-4432-A7BB-0B93C940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1ED04F-FC41-42FB-841F-FB67FD0E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BB865-29EC-4721-B75A-949E74B8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2B108-CA5C-4CD8-B106-6B75FCBA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3DE38-F3FA-48B0-944C-97206FD6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6A1B20-39EB-44EF-9C08-F8FFF3CE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B1C54E-0734-456C-B837-2700A927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A858B-3743-4223-841E-A6DD406F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937F4A-0DDC-4FB8-AC99-093305A2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F2B4BC-440F-46A8-ABBA-8B2D9C7E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A99D36-BA0A-4CD0-889E-5CB9E1A9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AF5D33-DAC7-4630-B0A8-15D50B68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B6FCDB-706D-45A2-A6A0-EEE5D532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403627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2026-09-09T20:47:19.6930000Z</dcterms:created>
  <dcterms:modified xsi:type="dcterms:W3CDTF">2026-09-09T20:47:19.6930000Z</dcterms:modified>
</coreProperties>
</file>