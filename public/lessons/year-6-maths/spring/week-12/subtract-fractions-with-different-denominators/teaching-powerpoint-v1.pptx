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Subtract fractions with different denominators. Subtract fractions with different denominators.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Subtract fractions with different denominators.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Subtract fractions with different denominators.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Subtract fractions with different denominators.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Subtract fractions with different denominators. I do.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Subtract fractions with different denominators.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Subtract fractions with different denominators.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Subtract fractions with different denominators.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Subtract fractions with different denominators.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Subtract fractions with different denominators.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C7E647D3-1072-4E5D-B531-EBE104441EB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281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281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Subtract fractions with different denominators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C003558-AEDC-47AA-9513-945645488269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A8358BA-0FD2-4BF8-9EE5-9C781FC0AD8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44C6042-6BCD-45F5-A321-28DF7696319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Subtract fractions with different denominators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CB105CD-6AC1-46C4-8851-83C467AB60B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88E8654-ED93-4F6A-BEAF-67AAEE709CF7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subtract proper fractions with different denominators.</a:t>
            </a:r>
          </a:p>
        </p:txBody>
      </p:sp>
    </p:spTree>
    <p:extLst>
      <p:ext uri="{BB962C8B-B14F-4D97-AF65-F5344CB8AC3E}">
        <p14:creationId xmlns:p14="http://schemas.microsoft.com/office/powerpoint/2010/main" val="1627354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object-1">
            <a:extLst>
              <a:ext uri="{FF2B5EF4-FFF2-40B4-BE49-F238E27FC236}">
                <a16:creationId xmlns:a16="http://schemas.microsoft.com/office/drawing/2014/main" id="{9EBCE41C-B18A-434B-8246-226A792866C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653509B-2CC9-4B4E-BD20-288B2B4D1A2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7/8 − 5/12.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E5575D6-36CE-49A0-8238-D73C6D2A7C3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FDC10CF8-72FB-48AB-A6D1-5BC7027AEF8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Subtract fractions with different denominators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C48640E-0796-41DD-81F2-E650CCC5F52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08425BD-F813-48FD-AC71-E02699618C57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6114404-1696-4413-8643-1EB0D479C99A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63B165FF-EDAD-42C7-B87B-88DAF8F1E605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3199E20-EE49-4A8C-9F99-F6A6F7E2804F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−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B646A59-E143-4E49-8D1C-71761384AB40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3820803-C78E-48B8-88B1-A5A66CAD82CF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473CB9E-400B-41D4-B2F4-A6CDD04EB1BD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20DB3F4-B4C5-4E35-AC52-AE1DDB64C5E1}"/>
              </a:ext>
            </a:extLst>
          </p:cNvPr>
          <p:cNvSpPr>
            <a:spLocks noGrp="1"/>
          </p:cNvSpPr>
          <p:nvPr/>
        </p:nvSpPr>
        <p:spPr>
          <a:xfrm>
            <a:off x="767953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9A32716-577F-4465-9BC6-DCEEC7C627FC}"/>
              </a:ext>
            </a:extLst>
          </p:cNvPr>
          <p:cNvSpPr>
            <a:spLocks noGrp="1"/>
          </p:cNvSpPr>
          <p:nvPr/>
        </p:nvSpPr>
        <p:spPr>
          <a:xfrm>
            <a:off x="767953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04BF04CE-3004-4833-B3DF-1CB7FD530A2F}"/>
              </a:ext>
            </a:extLst>
          </p:cNvPr>
          <p:cNvSpPr>
            <a:spLocks noGrp="1"/>
          </p:cNvSpPr>
          <p:nvPr/>
        </p:nvSpPr>
        <p:spPr>
          <a:xfrm>
            <a:off x="767953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914DE8F8-8EA8-47BD-AACE-59A979490DC0}"/>
              </a:ext>
            </a:extLst>
          </p:cNvPr>
          <p:cNvSpPr>
            <a:spLocks noGrp="1"/>
          </p:cNvSpPr>
          <p:nvPr/>
        </p:nvSpPr>
        <p:spPr>
          <a:xfrm>
            <a:off x="9572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−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8DEFB91E-0689-4F06-91F7-F13BBDFB5546}"/>
              </a:ext>
            </a:extLst>
          </p:cNvPr>
          <p:cNvSpPr>
            <a:spLocks noGrp="1"/>
          </p:cNvSpPr>
          <p:nvPr/>
        </p:nvSpPr>
        <p:spPr>
          <a:xfrm>
            <a:off x="1107281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FB18F7B4-6CB7-4229-B3B2-5B4ACC3DB68B}"/>
              </a:ext>
            </a:extLst>
          </p:cNvPr>
          <p:cNvSpPr>
            <a:spLocks noGrp="1"/>
          </p:cNvSpPr>
          <p:nvPr/>
        </p:nvSpPr>
        <p:spPr>
          <a:xfrm>
            <a:off x="1107281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067089A-A6BC-48D1-8F15-E3B3FBE9041A}"/>
              </a:ext>
            </a:extLst>
          </p:cNvPr>
          <p:cNvSpPr>
            <a:spLocks noGrp="1"/>
          </p:cNvSpPr>
          <p:nvPr/>
        </p:nvSpPr>
        <p:spPr>
          <a:xfrm>
            <a:off x="1107281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79AD077-4FEA-4CFC-B3E9-C4C91968C8E7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6E5E0CF0-ED0A-4DAE-A031-FE37B2661BC8}"/>
              </a:ext>
            </a:extLst>
          </p:cNvPr>
          <p:cNvSpPr>
            <a:spLocks noGrp="1"/>
          </p:cNvSpPr>
          <p:nvPr/>
        </p:nvSpPr>
        <p:spPr>
          <a:xfrm>
            <a:off x="1964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F7C65908-02C1-4F2A-8681-28CAA5F04D52}"/>
              </a:ext>
            </a:extLst>
          </p:cNvPr>
          <p:cNvSpPr>
            <a:spLocks noGrp="1"/>
          </p:cNvSpPr>
          <p:nvPr/>
        </p:nvSpPr>
        <p:spPr>
          <a:xfrm>
            <a:off x="2440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1B1B52EF-3CC6-4F5A-B21F-657233305A77}"/>
              </a:ext>
            </a:extLst>
          </p:cNvPr>
          <p:cNvSpPr>
            <a:spLocks noGrp="1"/>
          </p:cNvSpPr>
          <p:nvPr/>
        </p:nvSpPr>
        <p:spPr>
          <a:xfrm>
            <a:off x="2917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D2470C6F-072C-470F-AA1A-EAF6AB81CC7A}"/>
              </a:ext>
            </a:extLst>
          </p:cNvPr>
          <p:cNvSpPr>
            <a:spLocks noGrp="1"/>
          </p:cNvSpPr>
          <p:nvPr/>
        </p:nvSpPr>
        <p:spPr>
          <a:xfrm>
            <a:off x="3393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D02E63F2-D49F-4FCB-88D8-19E452D37202}"/>
              </a:ext>
            </a:extLst>
          </p:cNvPr>
          <p:cNvSpPr>
            <a:spLocks noGrp="1"/>
          </p:cNvSpPr>
          <p:nvPr/>
        </p:nvSpPr>
        <p:spPr>
          <a:xfrm>
            <a:off x="3869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BB7D487B-59E7-4954-9ABC-9BB1DEFA7ABE}"/>
              </a:ext>
            </a:extLst>
          </p:cNvPr>
          <p:cNvSpPr>
            <a:spLocks noGrp="1"/>
          </p:cNvSpPr>
          <p:nvPr/>
        </p:nvSpPr>
        <p:spPr>
          <a:xfrm>
            <a:off x="4345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7CF97AFA-8F81-4C4D-B56C-EBE43EF106BB}"/>
              </a:ext>
            </a:extLst>
          </p:cNvPr>
          <p:cNvSpPr>
            <a:spLocks noGrp="1"/>
          </p:cNvSpPr>
          <p:nvPr/>
        </p:nvSpPr>
        <p:spPr>
          <a:xfrm>
            <a:off x="4822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CB498365-E8FD-4D1B-A8E1-2F293D02C3CE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563160FF-60BF-4A05-8384-0102B9E427BE}"/>
              </a:ext>
            </a:extLst>
          </p:cNvPr>
          <p:cNvSpPr>
            <a:spLocks noGrp="1"/>
          </p:cNvSpPr>
          <p:nvPr/>
        </p:nvSpPr>
        <p:spPr>
          <a:xfrm>
            <a:off x="5774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DE2CA83E-9637-410D-9AFF-B6654EDD20FB}"/>
              </a:ext>
            </a:extLst>
          </p:cNvPr>
          <p:cNvSpPr>
            <a:spLocks noGrp="1"/>
          </p:cNvSpPr>
          <p:nvPr/>
        </p:nvSpPr>
        <p:spPr>
          <a:xfrm>
            <a:off x="6250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9F587F02-BC89-44E5-9DC1-CF352CFB2BB8}"/>
              </a:ext>
            </a:extLst>
          </p:cNvPr>
          <p:cNvSpPr>
            <a:spLocks noGrp="1"/>
          </p:cNvSpPr>
          <p:nvPr/>
        </p:nvSpPr>
        <p:spPr>
          <a:xfrm>
            <a:off x="6727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1D1BABCF-E0D7-479B-B4AD-4A13E8A61E6C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8EA4162F-E940-4BED-959C-04039DC495DC}"/>
              </a:ext>
            </a:extLst>
          </p:cNvPr>
          <p:cNvSpPr>
            <a:spLocks noGrp="1"/>
          </p:cNvSpPr>
          <p:nvPr/>
        </p:nvSpPr>
        <p:spPr>
          <a:xfrm>
            <a:off x="7679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03FCEAAB-6026-4D23-8070-A845535B546B}"/>
              </a:ext>
            </a:extLst>
          </p:cNvPr>
          <p:cNvSpPr>
            <a:spLocks noGrp="1"/>
          </p:cNvSpPr>
          <p:nvPr/>
        </p:nvSpPr>
        <p:spPr>
          <a:xfrm>
            <a:off x="8155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87BA0922-842A-416C-BC62-C8F2C2503719}"/>
              </a:ext>
            </a:extLst>
          </p:cNvPr>
          <p:cNvSpPr>
            <a:spLocks noGrp="1"/>
          </p:cNvSpPr>
          <p:nvPr/>
        </p:nvSpPr>
        <p:spPr>
          <a:xfrm>
            <a:off x="8632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D6065006-EADD-45AD-92DE-72C91E7DCB1E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A4F9AC9A-0F66-4F12-B831-A80765D65ACD}"/>
              </a:ext>
            </a:extLst>
          </p:cNvPr>
          <p:cNvSpPr>
            <a:spLocks noGrp="1"/>
          </p:cNvSpPr>
          <p:nvPr/>
        </p:nvSpPr>
        <p:spPr>
          <a:xfrm>
            <a:off x="9584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8099CCEA-DA74-4A47-A546-EA8FFACF6F69}"/>
              </a:ext>
            </a:extLst>
          </p:cNvPr>
          <p:cNvSpPr>
            <a:spLocks noGrp="1"/>
          </p:cNvSpPr>
          <p:nvPr/>
        </p:nvSpPr>
        <p:spPr>
          <a:xfrm>
            <a:off x="10060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6F1FA54A-4EBB-402A-8A4C-8E5BEDCA5FD9}"/>
              </a:ext>
            </a:extLst>
          </p:cNvPr>
          <p:cNvSpPr>
            <a:spLocks noGrp="1"/>
          </p:cNvSpPr>
          <p:nvPr/>
        </p:nvSpPr>
        <p:spPr>
          <a:xfrm>
            <a:off x="10537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A0BB461B-E91D-4870-B7B0-ABD32C4FEF32}"/>
              </a:ext>
            </a:extLst>
          </p:cNvPr>
          <p:cNvSpPr>
            <a:spLocks noGrp="1"/>
          </p:cNvSpPr>
          <p:nvPr/>
        </p:nvSpPr>
        <p:spPr>
          <a:xfrm>
            <a:off x="11013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3D95E01E-5EFE-42C6-B881-22AC90F40AA2}"/>
              </a:ext>
            </a:extLst>
          </p:cNvPr>
          <p:cNvSpPr>
            <a:spLocks noGrp="1"/>
          </p:cNvSpPr>
          <p:nvPr/>
        </p:nvSpPr>
        <p:spPr>
          <a:xfrm>
            <a:off x="11489531" y="5310188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B5FBBFF6-AF09-401C-9398-9728D11AB252}"/>
              </a:ext>
            </a:extLst>
          </p:cNvPr>
          <p:cNvSpPr>
            <a:spLocks noGrp="1"/>
          </p:cNvSpPr>
          <p:nvPr/>
        </p:nvSpPr>
        <p:spPr>
          <a:xfrm>
            <a:off x="11965781" y="5310188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76310C68-A2F7-45C3-8231-8A5E420C4CFF}"/>
              </a:ext>
            </a:extLst>
          </p:cNvPr>
          <p:cNvSpPr>
            <a:spLocks noGrp="1"/>
          </p:cNvSpPr>
          <p:nvPr/>
        </p:nvSpPr>
        <p:spPr>
          <a:xfrm>
            <a:off x="12442031" y="5310188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F6960391-B0DD-4505-A1CD-4BB8B0BDFE04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DBBFE646-6657-4280-8459-457D719A8DA0}"/>
              </a:ext>
            </a:extLst>
          </p:cNvPr>
          <p:cNvSpPr>
            <a:spLocks noGrp="1"/>
          </p:cNvSpPr>
          <p:nvPr/>
        </p:nvSpPr>
        <p:spPr>
          <a:xfrm>
            <a:off x="196453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B34EC5FB-6412-4478-AAE7-4B78035D8750}"/>
              </a:ext>
            </a:extLst>
          </p:cNvPr>
          <p:cNvSpPr>
            <a:spLocks noGrp="1"/>
          </p:cNvSpPr>
          <p:nvPr/>
        </p:nvSpPr>
        <p:spPr>
          <a:xfrm>
            <a:off x="24407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7E8B71D2-4029-4FB8-AE47-D76DC661666C}"/>
              </a:ext>
            </a:extLst>
          </p:cNvPr>
          <p:cNvSpPr>
            <a:spLocks noGrp="1"/>
          </p:cNvSpPr>
          <p:nvPr/>
        </p:nvSpPr>
        <p:spPr>
          <a:xfrm>
            <a:off x="291703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F907B007-DD17-46ED-B0BF-D2A66FF7111F}"/>
              </a:ext>
            </a:extLst>
          </p:cNvPr>
          <p:cNvSpPr>
            <a:spLocks noGrp="1"/>
          </p:cNvSpPr>
          <p:nvPr/>
        </p:nvSpPr>
        <p:spPr>
          <a:xfrm>
            <a:off x="33932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A320A37D-91A2-403E-BDC6-7DAA10CC71A1}"/>
              </a:ext>
            </a:extLst>
          </p:cNvPr>
          <p:cNvSpPr>
            <a:spLocks noGrp="1"/>
          </p:cNvSpPr>
          <p:nvPr/>
        </p:nvSpPr>
        <p:spPr>
          <a:xfrm>
            <a:off x="386953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1D07A52E-F6B2-4EBF-B304-DC268502D2C9}"/>
              </a:ext>
            </a:extLst>
          </p:cNvPr>
          <p:cNvSpPr>
            <a:spLocks noGrp="1"/>
          </p:cNvSpPr>
          <p:nvPr/>
        </p:nvSpPr>
        <p:spPr>
          <a:xfrm>
            <a:off x="43457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1AC2E728-588A-4640-B25C-CA274FE1D701}"/>
              </a:ext>
            </a:extLst>
          </p:cNvPr>
          <p:cNvSpPr>
            <a:spLocks noGrp="1"/>
          </p:cNvSpPr>
          <p:nvPr/>
        </p:nvSpPr>
        <p:spPr>
          <a:xfrm>
            <a:off x="482203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9E049AF7-4483-4F97-A81A-55454924E36A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A61D941D-BD90-4A9A-A84D-1483615B5AB7}"/>
              </a:ext>
            </a:extLst>
          </p:cNvPr>
          <p:cNvSpPr>
            <a:spLocks noGrp="1"/>
          </p:cNvSpPr>
          <p:nvPr/>
        </p:nvSpPr>
        <p:spPr>
          <a:xfrm>
            <a:off x="577453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D696F1CC-2B98-4675-A280-983FAA9FEED4}"/>
              </a:ext>
            </a:extLst>
          </p:cNvPr>
          <p:cNvSpPr>
            <a:spLocks noGrp="1"/>
          </p:cNvSpPr>
          <p:nvPr/>
        </p:nvSpPr>
        <p:spPr>
          <a:xfrm>
            <a:off x="62507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37CF042E-5543-4E57-ADBF-B69329806CFF}"/>
              </a:ext>
            </a:extLst>
          </p:cNvPr>
          <p:cNvSpPr>
            <a:spLocks noGrp="1"/>
          </p:cNvSpPr>
          <p:nvPr/>
        </p:nvSpPr>
        <p:spPr>
          <a:xfrm>
            <a:off x="67270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72F5CE72-627E-4C34-A87B-18C655E4B4BE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492821E9-566F-469D-8396-E0C48D251A7A}"/>
              </a:ext>
            </a:extLst>
          </p:cNvPr>
          <p:cNvSpPr>
            <a:spLocks noGrp="1"/>
          </p:cNvSpPr>
          <p:nvPr/>
        </p:nvSpPr>
        <p:spPr>
          <a:xfrm>
            <a:off x="76795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7A900A9A-2979-47AF-9CD9-D13004012858}"/>
              </a:ext>
            </a:extLst>
          </p:cNvPr>
          <p:cNvSpPr>
            <a:spLocks noGrp="1"/>
          </p:cNvSpPr>
          <p:nvPr/>
        </p:nvSpPr>
        <p:spPr>
          <a:xfrm>
            <a:off x="81557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082B2081-3547-41AB-8924-3F1CDBB7F9B7}"/>
              </a:ext>
            </a:extLst>
          </p:cNvPr>
          <p:cNvSpPr>
            <a:spLocks noGrp="1"/>
          </p:cNvSpPr>
          <p:nvPr/>
        </p:nvSpPr>
        <p:spPr>
          <a:xfrm>
            <a:off x="86320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CF38CA92-A82F-40A9-83C1-301C7B4D181E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E84DEA80-8416-4573-BFC2-923E750761C3}"/>
              </a:ext>
            </a:extLst>
          </p:cNvPr>
          <p:cNvSpPr>
            <a:spLocks noGrp="1"/>
          </p:cNvSpPr>
          <p:nvPr/>
        </p:nvSpPr>
        <p:spPr>
          <a:xfrm>
            <a:off x="95845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77C64745-677A-490E-9143-F403E1DD2240}"/>
              </a:ext>
            </a:extLst>
          </p:cNvPr>
          <p:cNvSpPr>
            <a:spLocks noGrp="1"/>
          </p:cNvSpPr>
          <p:nvPr/>
        </p:nvSpPr>
        <p:spPr>
          <a:xfrm>
            <a:off x="100607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655A0D31-5547-476A-B371-DD5B7B19CD34}"/>
              </a:ext>
            </a:extLst>
          </p:cNvPr>
          <p:cNvSpPr>
            <a:spLocks noGrp="1"/>
          </p:cNvSpPr>
          <p:nvPr/>
        </p:nvSpPr>
        <p:spPr>
          <a:xfrm>
            <a:off x="105370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5938FFE1-1D69-4DB1-8C4B-ACC6412CDD7E}"/>
              </a:ext>
            </a:extLst>
          </p:cNvPr>
          <p:cNvSpPr>
            <a:spLocks noGrp="1"/>
          </p:cNvSpPr>
          <p:nvPr/>
        </p:nvSpPr>
        <p:spPr>
          <a:xfrm>
            <a:off x="110132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45960393-FAA8-4C4C-BB72-DA5DA665C747}"/>
              </a:ext>
            </a:extLst>
          </p:cNvPr>
          <p:cNvSpPr>
            <a:spLocks noGrp="1"/>
          </p:cNvSpPr>
          <p:nvPr/>
        </p:nvSpPr>
        <p:spPr>
          <a:xfrm>
            <a:off x="114895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95906501-8433-4308-8D0E-EC619FFF061E}"/>
              </a:ext>
            </a:extLst>
          </p:cNvPr>
          <p:cNvSpPr>
            <a:spLocks noGrp="1"/>
          </p:cNvSpPr>
          <p:nvPr/>
        </p:nvSpPr>
        <p:spPr>
          <a:xfrm>
            <a:off x="119657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8FC7FCE7-7362-463F-B1F1-AC8E22553AF8}"/>
              </a:ext>
            </a:extLst>
          </p:cNvPr>
          <p:cNvSpPr>
            <a:spLocks noGrp="1"/>
          </p:cNvSpPr>
          <p:nvPr/>
        </p:nvSpPr>
        <p:spPr>
          <a:xfrm>
            <a:off x="124420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D47F669B-9BBE-4119-B00D-F9AA39F18254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1143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1FC92436-D00C-4F27-8C7C-8E0805F34A3F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1143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512DDF8B-04FC-462F-91CE-6D7250753C9E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21 − 10 = 11; the denominator stays 24.</a:t>
            </a:r>
          </a:p>
        </p:txBody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C88DC85E-E7CC-400F-8E2F-A3C28FA40068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11/24</a:t>
            </a:r>
          </a:p>
        </p:txBody>
      </p:sp>
    </p:spTree>
    <p:extLst>
      <p:ext uri="{BB962C8B-B14F-4D97-AF65-F5344CB8AC3E}">
        <p14:creationId xmlns:p14="http://schemas.microsoft.com/office/powerpoint/2010/main" val="1601336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16" grpId="0"/>
      <p:bldP spid="17" grpId="0"/>
      <p:bldP spid="19" grpId="0"/>
      <p:bldP spid="70" grpId="0"/>
      <p:bldP spid="7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A2DA162E-F0EE-453A-98E4-437A66B2A31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B04FD4F-AA22-4BF6-88AC-060DDA8DFF65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2661D17-1FD1-4B8A-B418-DF7F0B2C22A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 7/8 − 5/12.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E094D9A-B8B9-4D52-B592-4AC71953EB5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FE8C906-DADE-4AD3-80B2-019FD1DC2240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Subtract fractions with different denominators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C8B4EF6B-C012-4759-ADD5-970B074BADC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D4428E3-1753-4510-8C3A-5C17CB804B77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 7/8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ECFA1F5-D46E-4EFA-9ED6-26A492AAD782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× 8 + 7 = 15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7F73EB6F-5C3E-4057-A274-0BFB2C36C419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1EB042BB-ECE7-4760-AA0A-F9C45EE7D6C8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9DE0B47B-E037-4975-B093-13E188568E3A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4FBD1FF-5A02-4EA1-86B1-15763C18A2A7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5/12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6F8C491-4873-4842-9693-5E4F1BB72A20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12 + 5 = 5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DBF551A9-101B-41F8-9A62-DE99712C348D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ED9BD95-2A05-4FFB-B63A-0D30A06A483C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C8EC5306-3D50-48AD-B63C-ABBB98D075D2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530708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object-1">
            <a:extLst>
              <a:ext uri="{FF2B5EF4-FFF2-40B4-BE49-F238E27FC236}">
                <a16:creationId xmlns:a16="http://schemas.microsoft.com/office/drawing/2014/main" id="{DB8CDFBC-0DB3-4B58-9FDC-3E7D521BE0D0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D063B0F-B9AC-4693-98D2-43577CCCE85A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B4AF201-9B3D-4829-A12E-1BB5581F6E81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 7/8 − 5/12.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B13821C-1537-4886-97C5-DF19E2E26D9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434970A-5370-401A-A633-CEE7229DF40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Subtract fractions with different denominators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E281258-8250-4F08-9780-A9994B67EF4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655A75B-EAB8-4D80-A875-6465CA50197B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D6B66AD-1C78-4029-953E-6850A411208E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0F7417A-9AE8-4AE2-A429-5530F0FA1C2B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11C8D6F-DF58-411F-9B1C-E5C818007423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−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031B490-9619-4CA6-8ADF-8C7225A7F5C0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C22EE491-E646-4CBE-9D4C-3BA0C33D8E74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DA2B1DBA-2AA2-4482-97C6-642B38FE0C63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B10E8B69-A483-4BC7-9088-97B2AC091314}"/>
              </a:ext>
            </a:extLst>
          </p:cNvPr>
          <p:cNvSpPr>
            <a:spLocks noGrp="1"/>
          </p:cNvSpPr>
          <p:nvPr/>
        </p:nvSpPr>
        <p:spPr>
          <a:xfrm>
            <a:off x="767953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10FC441A-F60A-42A0-A409-D7272BF4B025}"/>
              </a:ext>
            </a:extLst>
          </p:cNvPr>
          <p:cNvSpPr>
            <a:spLocks noGrp="1"/>
          </p:cNvSpPr>
          <p:nvPr/>
        </p:nvSpPr>
        <p:spPr>
          <a:xfrm>
            <a:off x="767953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89D88DC0-342A-4236-B5E1-2511D40E3539}"/>
              </a:ext>
            </a:extLst>
          </p:cNvPr>
          <p:cNvSpPr>
            <a:spLocks noGrp="1"/>
          </p:cNvSpPr>
          <p:nvPr/>
        </p:nvSpPr>
        <p:spPr>
          <a:xfrm>
            <a:off x="767953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06009F6B-EF09-4951-85F1-350D0F481954}"/>
              </a:ext>
            </a:extLst>
          </p:cNvPr>
          <p:cNvSpPr>
            <a:spLocks noGrp="1"/>
          </p:cNvSpPr>
          <p:nvPr/>
        </p:nvSpPr>
        <p:spPr>
          <a:xfrm>
            <a:off x="9572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−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D7ADBA63-BAA4-4BD6-8A74-EC7569C11854}"/>
              </a:ext>
            </a:extLst>
          </p:cNvPr>
          <p:cNvSpPr>
            <a:spLocks noGrp="1"/>
          </p:cNvSpPr>
          <p:nvPr/>
        </p:nvSpPr>
        <p:spPr>
          <a:xfrm>
            <a:off x="1107281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D7244A5E-F632-4705-A449-ED9A08274685}"/>
              </a:ext>
            </a:extLst>
          </p:cNvPr>
          <p:cNvSpPr>
            <a:spLocks noGrp="1"/>
          </p:cNvSpPr>
          <p:nvPr/>
        </p:nvSpPr>
        <p:spPr>
          <a:xfrm>
            <a:off x="1107281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BC2F618-91E5-4D1E-BBF3-9678A33C16DB}"/>
              </a:ext>
            </a:extLst>
          </p:cNvPr>
          <p:cNvSpPr>
            <a:spLocks noGrp="1"/>
          </p:cNvSpPr>
          <p:nvPr/>
        </p:nvSpPr>
        <p:spPr>
          <a:xfrm>
            <a:off x="1107281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00725A88-1C0B-4D17-8D3B-14C4800C3A7A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37EA52AA-0820-4295-B05B-39BC381B0753}"/>
              </a:ext>
            </a:extLst>
          </p:cNvPr>
          <p:cNvSpPr>
            <a:spLocks noGrp="1"/>
          </p:cNvSpPr>
          <p:nvPr/>
        </p:nvSpPr>
        <p:spPr>
          <a:xfrm>
            <a:off x="17264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3E77CB24-1B11-4CB8-A023-DA11E14199AF}"/>
              </a:ext>
            </a:extLst>
          </p:cNvPr>
          <p:cNvSpPr>
            <a:spLocks noGrp="1"/>
          </p:cNvSpPr>
          <p:nvPr/>
        </p:nvSpPr>
        <p:spPr>
          <a:xfrm>
            <a:off x="19645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BC5CD285-E672-4B08-9EED-90DDD4EFD340}"/>
              </a:ext>
            </a:extLst>
          </p:cNvPr>
          <p:cNvSpPr>
            <a:spLocks noGrp="1"/>
          </p:cNvSpPr>
          <p:nvPr/>
        </p:nvSpPr>
        <p:spPr>
          <a:xfrm>
            <a:off x="22026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EEA7332F-4D6D-4B1C-A0BD-76165FFDED68}"/>
              </a:ext>
            </a:extLst>
          </p:cNvPr>
          <p:cNvSpPr>
            <a:spLocks noGrp="1"/>
          </p:cNvSpPr>
          <p:nvPr/>
        </p:nvSpPr>
        <p:spPr>
          <a:xfrm>
            <a:off x="24407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69C4CC52-09B4-4148-9C20-7B3853CB266F}"/>
              </a:ext>
            </a:extLst>
          </p:cNvPr>
          <p:cNvSpPr>
            <a:spLocks noGrp="1"/>
          </p:cNvSpPr>
          <p:nvPr/>
        </p:nvSpPr>
        <p:spPr>
          <a:xfrm>
            <a:off x="26789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D3C1018A-2EF6-4BBC-B15F-90373F222F57}"/>
              </a:ext>
            </a:extLst>
          </p:cNvPr>
          <p:cNvSpPr>
            <a:spLocks noGrp="1"/>
          </p:cNvSpPr>
          <p:nvPr/>
        </p:nvSpPr>
        <p:spPr>
          <a:xfrm>
            <a:off x="29170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CC22AC18-4902-418B-AE21-C61CF8BED4D6}"/>
              </a:ext>
            </a:extLst>
          </p:cNvPr>
          <p:cNvSpPr>
            <a:spLocks noGrp="1"/>
          </p:cNvSpPr>
          <p:nvPr/>
        </p:nvSpPr>
        <p:spPr>
          <a:xfrm>
            <a:off x="31551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4D240A35-4B48-4897-A86B-6A1960D0CC3B}"/>
              </a:ext>
            </a:extLst>
          </p:cNvPr>
          <p:cNvSpPr>
            <a:spLocks noGrp="1"/>
          </p:cNvSpPr>
          <p:nvPr/>
        </p:nvSpPr>
        <p:spPr>
          <a:xfrm>
            <a:off x="33932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DA5823B9-644E-4F87-9D42-FA372A6705F6}"/>
              </a:ext>
            </a:extLst>
          </p:cNvPr>
          <p:cNvSpPr>
            <a:spLocks noGrp="1"/>
          </p:cNvSpPr>
          <p:nvPr/>
        </p:nvSpPr>
        <p:spPr>
          <a:xfrm>
            <a:off x="36314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06384EE1-64B1-4713-B537-414FEDA1FB43}"/>
              </a:ext>
            </a:extLst>
          </p:cNvPr>
          <p:cNvSpPr>
            <a:spLocks noGrp="1"/>
          </p:cNvSpPr>
          <p:nvPr/>
        </p:nvSpPr>
        <p:spPr>
          <a:xfrm>
            <a:off x="38695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EA095DD9-8065-4FFE-A856-153512FE6591}"/>
              </a:ext>
            </a:extLst>
          </p:cNvPr>
          <p:cNvSpPr>
            <a:spLocks noGrp="1"/>
          </p:cNvSpPr>
          <p:nvPr/>
        </p:nvSpPr>
        <p:spPr>
          <a:xfrm>
            <a:off x="41076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FA80719D-6581-4C63-B8CD-713E9656D8CF}"/>
              </a:ext>
            </a:extLst>
          </p:cNvPr>
          <p:cNvSpPr>
            <a:spLocks noGrp="1"/>
          </p:cNvSpPr>
          <p:nvPr/>
        </p:nvSpPr>
        <p:spPr>
          <a:xfrm>
            <a:off x="43457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0E77AAB1-6E4F-4AB3-B464-ECC9E622D9EA}"/>
              </a:ext>
            </a:extLst>
          </p:cNvPr>
          <p:cNvSpPr>
            <a:spLocks noGrp="1"/>
          </p:cNvSpPr>
          <p:nvPr/>
        </p:nvSpPr>
        <p:spPr>
          <a:xfrm>
            <a:off x="45839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D9C29E24-BD9C-4F38-BFBC-B4E217CED59B}"/>
              </a:ext>
            </a:extLst>
          </p:cNvPr>
          <p:cNvSpPr>
            <a:spLocks noGrp="1"/>
          </p:cNvSpPr>
          <p:nvPr/>
        </p:nvSpPr>
        <p:spPr>
          <a:xfrm>
            <a:off x="48220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5576119A-AD62-4299-8000-7DE8B43F93D1}"/>
              </a:ext>
            </a:extLst>
          </p:cNvPr>
          <p:cNvSpPr>
            <a:spLocks noGrp="1"/>
          </p:cNvSpPr>
          <p:nvPr/>
        </p:nvSpPr>
        <p:spPr>
          <a:xfrm>
            <a:off x="50601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65D45E9F-6967-4286-BB19-701B4D0AA366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5D3C6641-55DA-4FEE-973C-D626EBE7237C}"/>
              </a:ext>
            </a:extLst>
          </p:cNvPr>
          <p:cNvSpPr>
            <a:spLocks noGrp="1"/>
          </p:cNvSpPr>
          <p:nvPr/>
        </p:nvSpPr>
        <p:spPr>
          <a:xfrm>
            <a:off x="55364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9CAAD3D1-10F9-4E13-97C0-812275EC3E56}"/>
              </a:ext>
            </a:extLst>
          </p:cNvPr>
          <p:cNvSpPr>
            <a:spLocks noGrp="1"/>
          </p:cNvSpPr>
          <p:nvPr/>
        </p:nvSpPr>
        <p:spPr>
          <a:xfrm>
            <a:off x="57745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4A080E14-7536-410C-B63F-7C24B5B68E21}"/>
              </a:ext>
            </a:extLst>
          </p:cNvPr>
          <p:cNvSpPr>
            <a:spLocks noGrp="1"/>
          </p:cNvSpPr>
          <p:nvPr/>
        </p:nvSpPr>
        <p:spPr>
          <a:xfrm>
            <a:off x="60126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8E639279-EB0B-48B1-B9B4-9661F33B2E5F}"/>
              </a:ext>
            </a:extLst>
          </p:cNvPr>
          <p:cNvSpPr>
            <a:spLocks noGrp="1"/>
          </p:cNvSpPr>
          <p:nvPr/>
        </p:nvSpPr>
        <p:spPr>
          <a:xfrm>
            <a:off x="62507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7B958424-F3F2-475A-ABF8-B801FDF071D7}"/>
              </a:ext>
            </a:extLst>
          </p:cNvPr>
          <p:cNvSpPr>
            <a:spLocks noGrp="1"/>
          </p:cNvSpPr>
          <p:nvPr/>
        </p:nvSpPr>
        <p:spPr>
          <a:xfrm>
            <a:off x="64889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9A70A1D4-DE61-4B53-93E2-6904762E2991}"/>
              </a:ext>
            </a:extLst>
          </p:cNvPr>
          <p:cNvSpPr>
            <a:spLocks noGrp="1"/>
          </p:cNvSpPr>
          <p:nvPr/>
        </p:nvSpPr>
        <p:spPr>
          <a:xfrm>
            <a:off x="67270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16C37067-3CD8-4809-BD19-4CDF3A2127A6}"/>
              </a:ext>
            </a:extLst>
          </p:cNvPr>
          <p:cNvSpPr>
            <a:spLocks noGrp="1"/>
          </p:cNvSpPr>
          <p:nvPr/>
        </p:nvSpPr>
        <p:spPr>
          <a:xfrm>
            <a:off x="69651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B2AF6BE9-04BE-4AAB-8482-6D47E581029C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E9CA2724-528D-4224-8FB8-87F165E501CC}"/>
              </a:ext>
            </a:extLst>
          </p:cNvPr>
          <p:cNvSpPr>
            <a:spLocks noGrp="1"/>
          </p:cNvSpPr>
          <p:nvPr/>
        </p:nvSpPr>
        <p:spPr>
          <a:xfrm>
            <a:off x="74414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C3C3305A-2C2E-4128-989E-B2FE96895F42}"/>
              </a:ext>
            </a:extLst>
          </p:cNvPr>
          <p:cNvSpPr>
            <a:spLocks noGrp="1"/>
          </p:cNvSpPr>
          <p:nvPr/>
        </p:nvSpPr>
        <p:spPr>
          <a:xfrm>
            <a:off x="76795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65F2A3E9-8057-4FB6-8044-4CCD2F869314}"/>
              </a:ext>
            </a:extLst>
          </p:cNvPr>
          <p:cNvSpPr>
            <a:spLocks noGrp="1"/>
          </p:cNvSpPr>
          <p:nvPr/>
        </p:nvSpPr>
        <p:spPr>
          <a:xfrm>
            <a:off x="79176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35147B68-A0B1-412E-96D1-2062A72AAD64}"/>
              </a:ext>
            </a:extLst>
          </p:cNvPr>
          <p:cNvSpPr>
            <a:spLocks noGrp="1"/>
          </p:cNvSpPr>
          <p:nvPr/>
        </p:nvSpPr>
        <p:spPr>
          <a:xfrm>
            <a:off x="81557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1D30AC03-78E1-45DE-9B17-70869E9CA6F9}"/>
              </a:ext>
            </a:extLst>
          </p:cNvPr>
          <p:cNvSpPr>
            <a:spLocks noGrp="1"/>
          </p:cNvSpPr>
          <p:nvPr/>
        </p:nvSpPr>
        <p:spPr>
          <a:xfrm>
            <a:off x="83939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C58F7288-0F07-4ECB-BA30-29383C2213AA}"/>
              </a:ext>
            </a:extLst>
          </p:cNvPr>
          <p:cNvSpPr>
            <a:spLocks noGrp="1"/>
          </p:cNvSpPr>
          <p:nvPr/>
        </p:nvSpPr>
        <p:spPr>
          <a:xfrm>
            <a:off x="86320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A9779DB5-E66C-4047-B3A9-D064543FD711}"/>
              </a:ext>
            </a:extLst>
          </p:cNvPr>
          <p:cNvSpPr>
            <a:spLocks noGrp="1"/>
          </p:cNvSpPr>
          <p:nvPr/>
        </p:nvSpPr>
        <p:spPr>
          <a:xfrm>
            <a:off x="88701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136B2FF9-9C51-469A-AEE2-76EF825F5682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85F07573-F1BF-448A-A98A-18ED78314B05}"/>
              </a:ext>
            </a:extLst>
          </p:cNvPr>
          <p:cNvSpPr>
            <a:spLocks noGrp="1"/>
          </p:cNvSpPr>
          <p:nvPr/>
        </p:nvSpPr>
        <p:spPr>
          <a:xfrm>
            <a:off x="93464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4290C379-A546-4FA9-A576-F6025095B99A}"/>
              </a:ext>
            </a:extLst>
          </p:cNvPr>
          <p:cNvSpPr>
            <a:spLocks noGrp="1"/>
          </p:cNvSpPr>
          <p:nvPr/>
        </p:nvSpPr>
        <p:spPr>
          <a:xfrm>
            <a:off x="95845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668497C8-5CA2-444E-8EE1-7FE505F8D2B9}"/>
              </a:ext>
            </a:extLst>
          </p:cNvPr>
          <p:cNvSpPr>
            <a:spLocks noGrp="1"/>
          </p:cNvSpPr>
          <p:nvPr/>
        </p:nvSpPr>
        <p:spPr>
          <a:xfrm>
            <a:off x="98226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FDE9FC60-5972-43F8-B68A-22E3F20CFA00}"/>
              </a:ext>
            </a:extLst>
          </p:cNvPr>
          <p:cNvSpPr>
            <a:spLocks noGrp="1"/>
          </p:cNvSpPr>
          <p:nvPr/>
        </p:nvSpPr>
        <p:spPr>
          <a:xfrm>
            <a:off x="100607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65D500C7-25B5-4C15-B4E3-FFFF84CC90ED}"/>
              </a:ext>
            </a:extLst>
          </p:cNvPr>
          <p:cNvSpPr>
            <a:spLocks noGrp="1"/>
          </p:cNvSpPr>
          <p:nvPr/>
        </p:nvSpPr>
        <p:spPr>
          <a:xfrm>
            <a:off x="102989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DF2B499B-DB58-4300-B809-23A0B00E9244}"/>
              </a:ext>
            </a:extLst>
          </p:cNvPr>
          <p:cNvSpPr>
            <a:spLocks noGrp="1"/>
          </p:cNvSpPr>
          <p:nvPr/>
        </p:nvSpPr>
        <p:spPr>
          <a:xfrm>
            <a:off x="105370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5DA68A82-09FE-4B8D-A8BF-E71CBA1AF0DA}"/>
              </a:ext>
            </a:extLst>
          </p:cNvPr>
          <p:cNvSpPr>
            <a:spLocks noGrp="1"/>
          </p:cNvSpPr>
          <p:nvPr/>
        </p:nvSpPr>
        <p:spPr>
          <a:xfrm>
            <a:off x="107751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1BEAEC67-1C48-417E-A405-4AFFDC9F7E11}"/>
              </a:ext>
            </a:extLst>
          </p:cNvPr>
          <p:cNvSpPr>
            <a:spLocks noGrp="1"/>
          </p:cNvSpPr>
          <p:nvPr/>
        </p:nvSpPr>
        <p:spPr>
          <a:xfrm>
            <a:off x="110132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666FFF28-BDE6-406A-A65E-91CAE9D6EC83}"/>
              </a:ext>
            </a:extLst>
          </p:cNvPr>
          <p:cNvSpPr>
            <a:spLocks noGrp="1"/>
          </p:cNvSpPr>
          <p:nvPr/>
        </p:nvSpPr>
        <p:spPr>
          <a:xfrm>
            <a:off x="112514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3E070EF2-39A4-455D-8921-90C3E383DCFC}"/>
              </a:ext>
            </a:extLst>
          </p:cNvPr>
          <p:cNvSpPr>
            <a:spLocks noGrp="1"/>
          </p:cNvSpPr>
          <p:nvPr/>
        </p:nvSpPr>
        <p:spPr>
          <a:xfrm>
            <a:off x="114895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164B9314-76E5-4A68-A8A3-718605D750E1}"/>
              </a:ext>
            </a:extLst>
          </p:cNvPr>
          <p:cNvSpPr>
            <a:spLocks noGrp="1"/>
          </p:cNvSpPr>
          <p:nvPr/>
        </p:nvSpPr>
        <p:spPr>
          <a:xfrm>
            <a:off x="117276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8D9E533D-C9C2-4382-985F-C70013907A63}"/>
              </a:ext>
            </a:extLst>
          </p:cNvPr>
          <p:cNvSpPr>
            <a:spLocks noGrp="1"/>
          </p:cNvSpPr>
          <p:nvPr/>
        </p:nvSpPr>
        <p:spPr>
          <a:xfrm>
            <a:off x="119657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DEBE949D-4771-41FE-82B1-1BB05C0F7299}"/>
              </a:ext>
            </a:extLst>
          </p:cNvPr>
          <p:cNvSpPr>
            <a:spLocks noGrp="1"/>
          </p:cNvSpPr>
          <p:nvPr/>
        </p:nvSpPr>
        <p:spPr>
          <a:xfrm>
            <a:off x="12203906" y="5310188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425A5630-2EF0-412C-8AB4-92FCA5C8912A}"/>
              </a:ext>
            </a:extLst>
          </p:cNvPr>
          <p:cNvSpPr>
            <a:spLocks noGrp="1"/>
          </p:cNvSpPr>
          <p:nvPr/>
        </p:nvSpPr>
        <p:spPr>
          <a:xfrm>
            <a:off x="12442031" y="5310188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6560072F-815B-47D1-A82C-D7904257658B}"/>
              </a:ext>
            </a:extLst>
          </p:cNvPr>
          <p:cNvSpPr>
            <a:spLocks noGrp="1"/>
          </p:cNvSpPr>
          <p:nvPr/>
        </p:nvSpPr>
        <p:spPr>
          <a:xfrm>
            <a:off x="12680156" y="5310188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A8A20C04-7E7E-4A29-83F9-54FC11EC9918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F93AD494-2B5F-4C1D-A4DE-7B2184634C84}"/>
              </a:ext>
            </a:extLst>
          </p:cNvPr>
          <p:cNvSpPr>
            <a:spLocks noGrp="1"/>
          </p:cNvSpPr>
          <p:nvPr/>
        </p:nvSpPr>
        <p:spPr>
          <a:xfrm>
            <a:off x="1726406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382FCD20-E917-4AD8-A319-5A073584013A}"/>
              </a:ext>
            </a:extLst>
          </p:cNvPr>
          <p:cNvSpPr>
            <a:spLocks noGrp="1"/>
          </p:cNvSpPr>
          <p:nvPr/>
        </p:nvSpPr>
        <p:spPr>
          <a:xfrm>
            <a:off x="1964531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0DF9152C-5FAB-4838-9891-9B4F9DEC5265}"/>
              </a:ext>
            </a:extLst>
          </p:cNvPr>
          <p:cNvSpPr>
            <a:spLocks noGrp="1"/>
          </p:cNvSpPr>
          <p:nvPr/>
        </p:nvSpPr>
        <p:spPr>
          <a:xfrm>
            <a:off x="2202656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77014B8F-3499-40FC-9DF4-E0DBE0BF2DF2}"/>
              </a:ext>
            </a:extLst>
          </p:cNvPr>
          <p:cNvSpPr>
            <a:spLocks noGrp="1"/>
          </p:cNvSpPr>
          <p:nvPr/>
        </p:nvSpPr>
        <p:spPr>
          <a:xfrm>
            <a:off x="2440781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5740BF73-7AB0-4A62-8698-1CF7CBCAE647}"/>
              </a:ext>
            </a:extLst>
          </p:cNvPr>
          <p:cNvSpPr>
            <a:spLocks noGrp="1"/>
          </p:cNvSpPr>
          <p:nvPr/>
        </p:nvSpPr>
        <p:spPr>
          <a:xfrm>
            <a:off x="2678906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78E75882-544F-4412-8ED2-D37F03AB6E31}"/>
              </a:ext>
            </a:extLst>
          </p:cNvPr>
          <p:cNvSpPr>
            <a:spLocks noGrp="1"/>
          </p:cNvSpPr>
          <p:nvPr/>
        </p:nvSpPr>
        <p:spPr>
          <a:xfrm>
            <a:off x="2917031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C80FBA96-D757-4139-A8DB-97328BD51654}"/>
              </a:ext>
            </a:extLst>
          </p:cNvPr>
          <p:cNvSpPr>
            <a:spLocks noGrp="1"/>
          </p:cNvSpPr>
          <p:nvPr/>
        </p:nvSpPr>
        <p:spPr>
          <a:xfrm>
            <a:off x="3155156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76BB2EDA-B9E5-4CAD-8B30-CE11C620EEA9}"/>
              </a:ext>
            </a:extLst>
          </p:cNvPr>
          <p:cNvSpPr>
            <a:spLocks noGrp="1"/>
          </p:cNvSpPr>
          <p:nvPr/>
        </p:nvSpPr>
        <p:spPr>
          <a:xfrm>
            <a:off x="3393281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6C561AAE-D283-4383-B011-FAF28B63A8F7}"/>
              </a:ext>
            </a:extLst>
          </p:cNvPr>
          <p:cNvSpPr>
            <a:spLocks noGrp="1"/>
          </p:cNvSpPr>
          <p:nvPr/>
        </p:nvSpPr>
        <p:spPr>
          <a:xfrm>
            <a:off x="3631406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AF7F0AF6-99F7-47B1-A2C7-3D842AFDC0DC}"/>
              </a:ext>
            </a:extLst>
          </p:cNvPr>
          <p:cNvSpPr>
            <a:spLocks noGrp="1"/>
          </p:cNvSpPr>
          <p:nvPr/>
        </p:nvSpPr>
        <p:spPr>
          <a:xfrm>
            <a:off x="38695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07FDC468-761A-4AD3-B2C1-222F3AE07DBA}"/>
              </a:ext>
            </a:extLst>
          </p:cNvPr>
          <p:cNvSpPr>
            <a:spLocks noGrp="1"/>
          </p:cNvSpPr>
          <p:nvPr/>
        </p:nvSpPr>
        <p:spPr>
          <a:xfrm>
            <a:off x="41076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4145B988-7299-45FA-BE29-33F106870DC6}"/>
              </a:ext>
            </a:extLst>
          </p:cNvPr>
          <p:cNvSpPr>
            <a:spLocks noGrp="1"/>
          </p:cNvSpPr>
          <p:nvPr/>
        </p:nvSpPr>
        <p:spPr>
          <a:xfrm>
            <a:off x="43457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11AEF6BF-4CF5-4A77-B55E-0786892F3A55}"/>
              </a:ext>
            </a:extLst>
          </p:cNvPr>
          <p:cNvSpPr>
            <a:spLocks noGrp="1"/>
          </p:cNvSpPr>
          <p:nvPr/>
        </p:nvSpPr>
        <p:spPr>
          <a:xfrm>
            <a:off x="45839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18B76F29-A4A2-4B87-AD37-8C4A12827603}"/>
              </a:ext>
            </a:extLst>
          </p:cNvPr>
          <p:cNvSpPr>
            <a:spLocks noGrp="1"/>
          </p:cNvSpPr>
          <p:nvPr/>
        </p:nvSpPr>
        <p:spPr>
          <a:xfrm>
            <a:off x="48220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65EC2A73-D4D3-4459-A84C-9A832E47662E}"/>
              </a:ext>
            </a:extLst>
          </p:cNvPr>
          <p:cNvSpPr>
            <a:spLocks noGrp="1"/>
          </p:cNvSpPr>
          <p:nvPr/>
        </p:nvSpPr>
        <p:spPr>
          <a:xfrm>
            <a:off x="50601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636A9C94-F3B6-4BBD-8433-5E98F9EC0A96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A7E8EC05-66F7-47D7-80EA-03EBD769AD89}"/>
              </a:ext>
            </a:extLst>
          </p:cNvPr>
          <p:cNvSpPr>
            <a:spLocks noGrp="1"/>
          </p:cNvSpPr>
          <p:nvPr/>
        </p:nvSpPr>
        <p:spPr>
          <a:xfrm>
            <a:off x="55364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B143FEA0-700A-4FC4-B750-7ACB965F28F6}"/>
              </a:ext>
            </a:extLst>
          </p:cNvPr>
          <p:cNvSpPr>
            <a:spLocks noGrp="1"/>
          </p:cNvSpPr>
          <p:nvPr/>
        </p:nvSpPr>
        <p:spPr>
          <a:xfrm>
            <a:off x="57745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8A5AA20F-9E30-4F94-BFC6-AB52C4429F5E}"/>
              </a:ext>
            </a:extLst>
          </p:cNvPr>
          <p:cNvSpPr>
            <a:spLocks noGrp="1"/>
          </p:cNvSpPr>
          <p:nvPr/>
        </p:nvSpPr>
        <p:spPr>
          <a:xfrm>
            <a:off x="60126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38BB256C-8167-4750-A956-61FFB55C1AC9}"/>
              </a:ext>
            </a:extLst>
          </p:cNvPr>
          <p:cNvSpPr>
            <a:spLocks noGrp="1"/>
          </p:cNvSpPr>
          <p:nvPr/>
        </p:nvSpPr>
        <p:spPr>
          <a:xfrm>
            <a:off x="62507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293D85E0-8283-40C2-88DE-C554B7CF7F6A}"/>
              </a:ext>
            </a:extLst>
          </p:cNvPr>
          <p:cNvSpPr>
            <a:spLocks noGrp="1"/>
          </p:cNvSpPr>
          <p:nvPr/>
        </p:nvSpPr>
        <p:spPr>
          <a:xfrm>
            <a:off x="64889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A38D7233-A66A-46FB-9676-E3BD82EE6963}"/>
              </a:ext>
            </a:extLst>
          </p:cNvPr>
          <p:cNvSpPr>
            <a:spLocks noGrp="1"/>
          </p:cNvSpPr>
          <p:nvPr/>
        </p:nvSpPr>
        <p:spPr>
          <a:xfrm>
            <a:off x="67270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F213E56D-4E8F-48D3-9FE3-160F601CE863}"/>
              </a:ext>
            </a:extLst>
          </p:cNvPr>
          <p:cNvSpPr>
            <a:spLocks noGrp="1"/>
          </p:cNvSpPr>
          <p:nvPr/>
        </p:nvSpPr>
        <p:spPr>
          <a:xfrm>
            <a:off x="69651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0D9AC5DE-1BFE-4C2E-9C3C-C32A6E591556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08791A47-EA99-4D47-80B9-BB3531F99E7A}"/>
              </a:ext>
            </a:extLst>
          </p:cNvPr>
          <p:cNvSpPr>
            <a:spLocks noGrp="1"/>
          </p:cNvSpPr>
          <p:nvPr/>
        </p:nvSpPr>
        <p:spPr>
          <a:xfrm>
            <a:off x="74414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9C9A472E-06F0-4814-8678-9C597A175135}"/>
              </a:ext>
            </a:extLst>
          </p:cNvPr>
          <p:cNvSpPr>
            <a:spLocks noGrp="1"/>
          </p:cNvSpPr>
          <p:nvPr/>
        </p:nvSpPr>
        <p:spPr>
          <a:xfrm>
            <a:off x="76795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CAD8614D-C43E-4E21-8FD4-9E302567AE7C}"/>
              </a:ext>
            </a:extLst>
          </p:cNvPr>
          <p:cNvSpPr>
            <a:spLocks noGrp="1"/>
          </p:cNvSpPr>
          <p:nvPr/>
        </p:nvSpPr>
        <p:spPr>
          <a:xfrm>
            <a:off x="79176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A32A10A3-287D-4F29-946E-3A695F1C9FC3}"/>
              </a:ext>
            </a:extLst>
          </p:cNvPr>
          <p:cNvSpPr>
            <a:spLocks noGrp="1"/>
          </p:cNvSpPr>
          <p:nvPr/>
        </p:nvSpPr>
        <p:spPr>
          <a:xfrm>
            <a:off x="81557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E1F1D1D7-0CE2-4FAD-8FEA-B044C70991F3}"/>
              </a:ext>
            </a:extLst>
          </p:cNvPr>
          <p:cNvSpPr>
            <a:spLocks noGrp="1"/>
          </p:cNvSpPr>
          <p:nvPr/>
        </p:nvSpPr>
        <p:spPr>
          <a:xfrm>
            <a:off x="83939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ECBD2E55-86BB-4FC8-AA09-71FEB5726FE7}"/>
              </a:ext>
            </a:extLst>
          </p:cNvPr>
          <p:cNvSpPr>
            <a:spLocks noGrp="1"/>
          </p:cNvSpPr>
          <p:nvPr/>
        </p:nvSpPr>
        <p:spPr>
          <a:xfrm>
            <a:off x="86320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FE53A404-4A36-4777-BF96-56653F5483CE}"/>
              </a:ext>
            </a:extLst>
          </p:cNvPr>
          <p:cNvSpPr>
            <a:spLocks noGrp="1"/>
          </p:cNvSpPr>
          <p:nvPr/>
        </p:nvSpPr>
        <p:spPr>
          <a:xfrm>
            <a:off x="88701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F86833D2-438F-4FB3-B274-4F3BB554C950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886BEE60-F7C2-4348-9213-C4F41867ED8F}"/>
              </a:ext>
            </a:extLst>
          </p:cNvPr>
          <p:cNvSpPr>
            <a:spLocks noGrp="1"/>
          </p:cNvSpPr>
          <p:nvPr/>
        </p:nvSpPr>
        <p:spPr>
          <a:xfrm>
            <a:off x="93464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6CE81F0D-01E5-4D71-9104-4EB639514897}"/>
              </a:ext>
            </a:extLst>
          </p:cNvPr>
          <p:cNvSpPr>
            <a:spLocks noGrp="1"/>
          </p:cNvSpPr>
          <p:nvPr/>
        </p:nvSpPr>
        <p:spPr>
          <a:xfrm>
            <a:off x="95845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71A236E8-2DE7-4D51-99F3-D5B812408802}"/>
              </a:ext>
            </a:extLst>
          </p:cNvPr>
          <p:cNvSpPr>
            <a:spLocks noGrp="1"/>
          </p:cNvSpPr>
          <p:nvPr/>
        </p:nvSpPr>
        <p:spPr>
          <a:xfrm>
            <a:off x="98226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8750D2FC-F09A-4469-A37E-25CA28BFAFDD}"/>
              </a:ext>
            </a:extLst>
          </p:cNvPr>
          <p:cNvSpPr>
            <a:spLocks noGrp="1"/>
          </p:cNvSpPr>
          <p:nvPr/>
        </p:nvSpPr>
        <p:spPr>
          <a:xfrm>
            <a:off x="100607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30D5D1A9-3EF9-4FA3-A827-F78B1F607716}"/>
              </a:ext>
            </a:extLst>
          </p:cNvPr>
          <p:cNvSpPr>
            <a:spLocks noGrp="1"/>
          </p:cNvSpPr>
          <p:nvPr/>
        </p:nvSpPr>
        <p:spPr>
          <a:xfrm>
            <a:off x="102989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863CA235-9604-4398-9FE4-DD79B0847562}"/>
              </a:ext>
            </a:extLst>
          </p:cNvPr>
          <p:cNvSpPr>
            <a:spLocks noGrp="1"/>
          </p:cNvSpPr>
          <p:nvPr/>
        </p:nvSpPr>
        <p:spPr>
          <a:xfrm>
            <a:off x="105370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A3948231-7BCD-40B6-ABE9-7922864A9827}"/>
              </a:ext>
            </a:extLst>
          </p:cNvPr>
          <p:cNvSpPr>
            <a:spLocks noGrp="1"/>
          </p:cNvSpPr>
          <p:nvPr/>
        </p:nvSpPr>
        <p:spPr>
          <a:xfrm>
            <a:off x="107751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3F7A02E1-FA8A-47D7-8A02-8C68E33C9C9D}"/>
              </a:ext>
            </a:extLst>
          </p:cNvPr>
          <p:cNvSpPr>
            <a:spLocks noGrp="1"/>
          </p:cNvSpPr>
          <p:nvPr/>
        </p:nvSpPr>
        <p:spPr>
          <a:xfrm>
            <a:off x="110132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98E9722D-2204-4D29-8E0B-86C2B15E3864}"/>
              </a:ext>
            </a:extLst>
          </p:cNvPr>
          <p:cNvSpPr>
            <a:spLocks noGrp="1"/>
          </p:cNvSpPr>
          <p:nvPr/>
        </p:nvSpPr>
        <p:spPr>
          <a:xfrm>
            <a:off x="112514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E74A8D7F-69A1-44E7-B7E2-2272E58964D8}"/>
              </a:ext>
            </a:extLst>
          </p:cNvPr>
          <p:cNvSpPr>
            <a:spLocks noGrp="1"/>
          </p:cNvSpPr>
          <p:nvPr/>
        </p:nvSpPr>
        <p:spPr>
          <a:xfrm>
            <a:off x="114895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A9F3A776-1ABD-4DB2-A34D-7C882A1002E9}"/>
              </a:ext>
            </a:extLst>
          </p:cNvPr>
          <p:cNvSpPr>
            <a:spLocks noGrp="1"/>
          </p:cNvSpPr>
          <p:nvPr/>
        </p:nvSpPr>
        <p:spPr>
          <a:xfrm>
            <a:off x="117276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3" name="object-113">
            <a:extLst>
              <a:ext uri="{FF2B5EF4-FFF2-40B4-BE49-F238E27FC236}">
                <a16:creationId xmlns:a16="http://schemas.microsoft.com/office/drawing/2014/main" id="{6665C1D4-9084-401C-87F7-68004294AB8F}"/>
              </a:ext>
            </a:extLst>
          </p:cNvPr>
          <p:cNvSpPr>
            <a:spLocks noGrp="1"/>
          </p:cNvSpPr>
          <p:nvPr/>
        </p:nvSpPr>
        <p:spPr>
          <a:xfrm>
            <a:off x="119657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4" name="object-114">
            <a:extLst>
              <a:ext uri="{FF2B5EF4-FFF2-40B4-BE49-F238E27FC236}">
                <a16:creationId xmlns:a16="http://schemas.microsoft.com/office/drawing/2014/main" id="{31DB5B11-D941-4673-981E-3ADF73F6267D}"/>
              </a:ext>
            </a:extLst>
          </p:cNvPr>
          <p:cNvSpPr>
            <a:spLocks noGrp="1"/>
          </p:cNvSpPr>
          <p:nvPr/>
        </p:nvSpPr>
        <p:spPr>
          <a:xfrm>
            <a:off x="122039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5" name="object-115">
            <a:extLst>
              <a:ext uri="{FF2B5EF4-FFF2-40B4-BE49-F238E27FC236}">
                <a16:creationId xmlns:a16="http://schemas.microsoft.com/office/drawing/2014/main" id="{091704CB-E6D4-4A09-9B04-41141A7AF59F}"/>
              </a:ext>
            </a:extLst>
          </p:cNvPr>
          <p:cNvSpPr>
            <a:spLocks noGrp="1"/>
          </p:cNvSpPr>
          <p:nvPr/>
        </p:nvSpPr>
        <p:spPr>
          <a:xfrm>
            <a:off x="124420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6" name="object-116">
            <a:extLst>
              <a:ext uri="{FF2B5EF4-FFF2-40B4-BE49-F238E27FC236}">
                <a16:creationId xmlns:a16="http://schemas.microsoft.com/office/drawing/2014/main" id="{317920FA-42C8-4F58-A6AC-3E08164B5F51}"/>
              </a:ext>
            </a:extLst>
          </p:cNvPr>
          <p:cNvSpPr>
            <a:spLocks noGrp="1"/>
          </p:cNvSpPr>
          <p:nvPr/>
        </p:nvSpPr>
        <p:spPr>
          <a:xfrm>
            <a:off x="126801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7" name="object-117">
            <a:extLst>
              <a:ext uri="{FF2B5EF4-FFF2-40B4-BE49-F238E27FC236}">
                <a16:creationId xmlns:a16="http://schemas.microsoft.com/office/drawing/2014/main" id="{582E87FF-731A-4C32-97C2-A55AB3F1120B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571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18" name="object-118">
            <a:extLst>
              <a:ext uri="{FF2B5EF4-FFF2-40B4-BE49-F238E27FC236}">
                <a16:creationId xmlns:a16="http://schemas.microsoft.com/office/drawing/2014/main" id="{0C6E35A7-9907-4B92-AF4E-6BF576BEDAD2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571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19" name="object-119">
            <a:extLst>
              <a:ext uri="{FF2B5EF4-FFF2-40B4-BE49-F238E27FC236}">
                <a16:creationId xmlns:a16="http://schemas.microsoft.com/office/drawing/2014/main" id="{6BFF9C55-8707-41D1-831C-75B14415C933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571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20" name="object-120">
            <a:extLst>
              <a:ext uri="{FF2B5EF4-FFF2-40B4-BE49-F238E27FC236}">
                <a16:creationId xmlns:a16="http://schemas.microsoft.com/office/drawing/2014/main" id="{2E3018AD-0E11-4CF6-B26A-B4274BEF2F1F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571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21" name="object-121">
            <a:extLst>
              <a:ext uri="{FF2B5EF4-FFF2-40B4-BE49-F238E27FC236}">
                <a16:creationId xmlns:a16="http://schemas.microsoft.com/office/drawing/2014/main" id="{C762F356-A92A-4115-BD9D-B6D2D6B7CBE7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45 − 10 = 35; the denominator stays 24.</a:t>
            </a:r>
          </a:p>
        </p:txBody>
      </p:sp>
      <p:sp>
        <p:nvSpPr>
          <p:cNvPr id="122" name="object-122">
            <a:extLst>
              <a:ext uri="{FF2B5EF4-FFF2-40B4-BE49-F238E27FC236}">
                <a16:creationId xmlns:a16="http://schemas.microsoft.com/office/drawing/2014/main" id="{C2C895A1-E9B0-46B5-A585-B4E384D325F9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1 11/24</a:t>
            </a:r>
          </a:p>
        </p:txBody>
      </p:sp>
    </p:spTree>
    <p:extLst>
      <p:ext uri="{BB962C8B-B14F-4D97-AF65-F5344CB8AC3E}">
        <p14:creationId xmlns:p14="http://schemas.microsoft.com/office/powerpoint/2010/main" val="852593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3" fill="hold">
                      <p:stCondLst>
                        <p:cond delay="indefinite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7" fill="hold">
                      <p:stCondLst>
                        <p:cond delay="indefinite"/>
                      </p:stCondLst>
                      <p:childTnLst>
                        <p:par>
                          <p:cTn id="228" fill="hold">
                            <p:stCondLst>
                              <p:cond delay="0"/>
                            </p:stCondLst>
                            <p:childTnLst>
                              <p:par>
                                <p:cTn id="2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  <p:bldP spid="17" grpId="0"/>
      <p:bldP spid="18" grpId="0"/>
      <p:bldP spid="20" grpId="0"/>
      <p:bldP spid="121" grpId="0"/>
      <p:bldP spid="1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B3381F9D-D52E-41B0-B80B-AA982B9D746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8577CEA-101C-4F12-A737-70DA4C97847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7/8 − 5/12.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F603586-35FC-4045-B47F-FEE21183EEA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25C55FD-82D8-437E-B235-94D097E52C7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Subtract fractions with different denominators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50CD674-E613-474A-A9F7-CC02009B909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C1A78FC-60DB-42A6-A21F-9E149925542E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 7/8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9C89FC2-A0B3-4D13-8194-8B27A58C3161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8 + 7 = 23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A0145A7-32B1-4719-9BF4-317BFD6B2F91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49129C7-010B-4852-85A1-BCDD973590B8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7BD5F03-85B3-4A41-977A-83239FF5C93D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F13B069-5ED6-4C25-BF92-928C77D3C975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5/12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1C2DE32-83EE-4D45-B3C5-D087D5BDDFFF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12 + 5 = 5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B58E380-B4E2-4B8C-88B6-3A0C51A9D9C3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9B05F4C-DBD4-48D2-B2E3-AC5F1286662E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3A048AC-53B5-4C60-8B20-F67B54B9C7CC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88836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3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object-1">
            <a:extLst>
              <a:ext uri="{FF2B5EF4-FFF2-40B4-BE49-F238E27FC236}">
                <a16:creationId xmlns:a16="http://schemas.microsoft.com/office/drawing/2014/main" id="{993FF2FB-BFAB-4BFA-A6DC-EB90348DA29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E296B3C-A1C3-485D-8111-03C7DE3AB76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7/8 − 5/12.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F434B48-C95C-4D05-A8B5-EC93A3F9138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B088212-A87D-4FAE-9A10-758D477DE26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Subtract fractions with different denominators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FB7100D-DFD4-4B27-B1F4-DD35431AF7B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4598C15-1EDA-4035-ABE4-A44005356962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69C78F9-E782-4D86-A5CC-14E4403331B6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DC4D3D4-CE14-4FC1-925D-F8ECCE9546BC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56719C38-B537-454E-A6B2-404CFC189846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−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A679048-369A-4EA7-AAA6-D00613A41519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93CF8988-2480-4548-B6FB-C06CBDDF34F2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5E936B1E-DA68-4AD4-8283-4F493BE14E05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71842B56-B79B-44D7-8535-6D22B42FF0E7}"/>
              </a:ext>
            </a:extLst>
          </p:cNvPr>
          <p:cNvSpPr>
            <a:spLocks noGrp="1"/>
          </p:cNvSpPr>
          <p:nvPr/>
        </p:nvSpPr>
        <p:spPr>
          <a:xfrm>
            <a:off x="767953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69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C3DD541-819C-458B-B076-47E2DDF8B485}"/>
              </a:ext>
            </a:extLst>
          </p:cNvPr>
          <p:cNvSpPr>
            <a:spLocks noGrp="1"/>
          </p:cNvSpPr>
          <p:nvPr/>
        </p:nvSpPr>
        <p:spPr>
          <a:xfrm>
            <a:off x="767953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A003A08E-A84C-4B12-B819-A9D71D156565}"/>
              </a:ext>
            </a:extLst>
          </p:cNvPr>
          <p:cNvSpPr>
            <a:spLocks noGrp="1"/>
          </p:cNvSpPr>
          <p:nvPr/>
        </p:nvSpPr>
        <p:spPr>
          <a:xfrm>
            <a:off x="767953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44476087-7012-42CF-B91D-3582931F8C79}"/>
              </a:ext>
            </a:extLst>
          </p:cNvPr>
          <p:cNvSpPr>
            <a:spLocks noGrp="1"/>
          </p:cNvSpPr>
          <p:nvPr/>
        </p:nvSpPr>
        <p:spPr>
          <a:xfrm>
            <a:off x="9572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−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8A0463BD-E0C4-437F-9D3C-0B06EC66A871}"/>
              </a:ext>
            </a:extLst>
          </p:cNvPr>
          <p:cNvSpPr>
            <a:spLocks noGrp="1"/>
          </p:cNvSpPr>
          <p:nvPr/>
        </p:nvSpPr>
        <p:spPr>
          <a:xfrm>
            <a:off x="1107281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CAC15394-B408-4ED5-95DE-CC3F574A9CF7}"/>
              </a:ext>
            </a:extLst>
          </p:cNvPr>
          <p:cNvSpPr>
            <a:spLocks noGrp="1"/>
          </p:cNvSpPr>
          <p:nvPr/>
        </p:nvSpPr>
        <p:spPr>
          <a:xfrm>
            <a:off x="1107281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0CD86755-5CEF-4B77-8E6F-CEF23ED252AC}"/>
              </a:ext>
            </a:extLst>
          </p:cNvPr>
          <p:cNvSpPr>
            <a:spLocks noGrp="1"/>
          </p:cNvSpPr>
          <p:nvPr/>
        </p:nvSpPr>
        <p:spPr>
          <a:xfrm>
            <a:off x="1107281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BEB72E41-3EA4-434D-913C-E5ECC67AC5FB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C7AFF2C-7F2C-4EC2-99C9-D8AF89E096E3}"/>
              </a:ext>
            </a:extLst>
          </p:cNvPr>
          <p:cNvSpPr>
            <a:spLocks noGrp="1"/>
          </p:cNvSpPr>
          <p:nvPr/>
        </p:nvSpPr>
        <p:spPr>
          <a:xfrm>
            <a:off x="16470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A190769D-4F1B-445E-93A3-5C3D0FEBC241}"/>
              </a:ext>
            </a:extLst>
          </p:cNvPr>
          <p:cNvSpPr>
            <a:spLocks noGrp="1"/>
          </p:cNvSpPr>
          <p:nvPr/>
        </p:nvSpPr>
        <p:spPr>
          <a:xfrm>
            <a:off x="18057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6A21336C-0BB0-4D9C-9818-E6BDD1184763}"/>
              </a:ext>
            </a:extLst>
          </p:cNvPr>
          <p:cNvSpPr>
            <a:spLocks noGrp="1"/>
          </p:cNvSpPr>
          <p:nvPr/>
        </p:nvSpPr>
        <p:spPr>
          <a:xfrm>
            <a:off x="19645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8FDBB054-522C-4454-A83E-430381DCE76C}"/>
              </a:ext>
            </a:extLst>
          </p:cNvPr>
          <p:cNvSpPr>
            <a:spLocks noGrp="1"/>
          </p:cNvSpPr>
          <p:nvPr/>
        </p:nvSpPr>
        <p:spPr>
          <a:xfrm>
            <a:off x="21232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479F3CFF-54EB-4525-8A08-C764C8E8D993}"/>
              </a:ext>
            </a:extLst>
          </p:cNvPr>
          <p:cNvSpPr>
            <a:spLocks noGrp="1"/>
          </p:cNvSpPr>
          <p:nvPr/>
        </p:nvSpPr>
        <p:spPr>
          <a:xfrm>
            <a:off x="22820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5F6D6C6B-F060-4311-9904-8C3FE5D07EB3}"/>
              </a:ext>
            </a:extLst>
          </p:cNvPr>
          <p:cNvSpPr>
            <a:spLocks noGrp="1"/>
          </p:cNvSpPr>
          <p:nvPr/>
        </p:nvSpPr>
        <p:spPr>
          <a:xfrm>
            <a:off x="24407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42B6E696-EC20-4456-A48F-F4F77497CF5C}"/>
              </a:ext>
            </a:extLst>
          </p:cNvPr>
          <p:cNvSpPr>
            <a:spLocks noGrp="1"/>
          </p:cNvSpPr>
          <p:nvPr/>
        </p:nvSpPr>
        <p:spPr>
          <a:xfrm>
            <a:off x="25995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44D62F21-E84E-458F-80E9-D2EAA72BF857}"/>
              </a:ext>
            </a:extLst>
          </p:cNvPr>
          <p:cNvSpPr>
            <a:spLocks noGrp="1"/>
          </p:cNvSpPr>
          <p:nvPr/>
        </p:nvSpPr>
        <p:spPr>
          <a:xfrm>
            <a:off x="27582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447D5C5D-54E4-4603-AE97-59E81BA28DAD}"/>
              </a:ext>
            </a:extLst>
          </p:cNvPr>
          <p:cNvSpPr>
            <a:spLocks noGrp="1"/>
          </p:cNvSpPr>
          <p:nvPr/>
        </p:nvSpPr>
        <p:spPr>
          <a:xfrm>
            <a:off x="29170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706C52CC-F7D2-49BA-AD2B-EFDD56BF01E2}"/>
              </a:ext>
            </a:extLst>
          </p:cNvPr>
          <p:cNvSpPr>
            <a:spLocks noGrp="1"/>
          </p:cNvSpPr>
          <p:nvPr/>
        </p:nvSpPr>
        <p:spPr>
          <a:xfrm>
            <a:off x="30757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72FE5CE1-DE0B-47A1-8496-BE9DBC3CE105}"/>
              </a:ext>
            </a:extLst>
          </p:cNvPr>
          <p:cNvSpPr>
            <a:spLocks noGrp="1"/>
          </p:cNvSpPr>
          <p:nvPr/>
        </p:nvSpPr>
        <p:spPr>
          <a:xfrm>
            <a:off x="32345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7968E641-50B6-4AC7-A444-3EEE6D89AD21}"/>
              </a:ext>
            </a:extLst>
          </p:cNvPr>
          <p:cNvSpPr>
            <a:spLocks noGrp="1"/>
          </p:cNvSpPr>
          <p:nvPr/>
        </p:nvSpPr>
        <p:spPr>
          <a:xfrm>
            <a:off x="33932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6037B3BA-0B3B-438D-A99B-F910DF5CB828}"/>
              </a:ext>
            </a:extLst>
          </p:cNvPr>
          <p:cNvSpPr>
            <a:spLocks noGrp="1"/>
          </p:cNvSpPr>
          <p:nvPr/>
        </p:nvSpPr>
        <p:spPr>
          <a:xfrm>
            <a:off x="35520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1F353F7F-02EB-495B-ABB6-25F26CE9B269}"/>
              </a:ext>
            </a:extLst>
          </p:cNvPr>
          <p:cNvSpPr>
            <a:spLocks noGrp="1"/>
          </p:cNvSpPr>
          <p:nvPr/>
        </p:nvSpPr>
        <p:spPr>
          <a:xfrm>
            <a:off x="37107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FEEF0D5C-9588-45F4-B8D6-7A13BADF8162}"/>
              </a:ext>
            </a:extLst>
          </p:cNvPr>
          <p:cNvSpPr>
            <a:spLocks noGrp="1"/>
          </p:cNvSpPr>
          <p:nvPr/>
        </p:nvSpPr>
        <p:spPr>
          <a:xfrm>
            <a:off x="38695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166CDB06-E2C4-4DF5-A9E2-6643CB764CA4}"/>
              </a:ext>
            </a:extLst>
          </p:cNvPr>
          <p:cNvSpPr>
            <a:spLocks noGrp="1"/>
          </p:cNvSpPr>
          <p:nvPr/>
        </p:nvSpPr>
        <p:spPr>
          <a:xfrm>
            <a:off x="40282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67A691DB-C85B-4232-A718-84E8CDFC5708}"/>
              </a:ext>
            </a:extLst>
          </p:cNvPr>
          <p:cNvSpPr>
            <a:spLocks noGrp="1"/>
          </p:cNvSpPr>
          <p:nvPr/>
        </p:nvSpPr>
        <p:spPr>
          <a:xfrm>
            <a:off x="41870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C2107C82-C524-4133-BB39-A66A8CA8730D}"/>
              </a:ext>
            </a:extLst>
          </p:cNvPr>
          <p:cNvSpPr>
            <a:spLocks noGrp="1"/>
          </p:cNvSpPr>
          <p:nvPr/>
        </p:nvSpPr>
        <p:spPr>
          <a:xfrm>
            <a:off x="43457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8077C023-2E9E-4255-A4AB-F4F1A36C4121}"/>
              </a:ext>
            </a:extLst>
          </p:cNvPr>
          <p:cNvSpPr>
            <a:spLocks noGrp="1"/>
          </p:cNvSpPr>
          <p:nvPr/>
        </p:nvSpPr>
        <p:spPr>
          <a:xfrm>
            <a:off x="45045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C0D9E259-BD7C-41A8-9EC4-15401ED4FE39}"/>
              </a:ext>
            </a:extLst>
          </p:cNvPr>
          <p:cNvSpPr>
            <a:spLocks noGrp="1"/>
          </p:cNvSpPr>
          <p:nvPr/>
        </p:nvSpPr>
        <p:spPr>
          <a:xfrm>
            <a:off x="46632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522D1853-438B-4BA2-9A6C-853302F31AD7}"/>
              </a:ext>
            </a:extLst>
          </p:cNvPr>
          <p:cNvSpPr>
            <a:spLocks noGrp="1"/>
          </p:cNvSpPr>
          <p:nvPr/>
        </p:nvSpPr>
        <p:spPr>
          <a:xfrm>
            <a:off x="48220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836283A2-00C5-4E0B-9F13-83DDBBB241C6}"/>
              </a:ext>
            </a:extLst>
          </p:cNvPr>
          <p:cNvSpPr>
            <a:spLocks noGrp="1"/>
          </p:cNvSpPr>
          <p:nvPr/>
        </p:nvSpPr>
        <p:spPr>
          <a:xfrm>
            <a:off x="49807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38304FBC-7F2E-4E2D-8EAC-CFFCF75CD6BE}"/>
              </a:ext>
            </a:extLst>
          </p:cNvPr>
          <p:cNvSpPr>
            <a:spLocks noGrp="1"/>
          </p:cNvSpPr>
          <p:nvPr/>
        </p:nvSpPr>
        <p:spPr>
          <a:xfrm>
            <a:off x="51395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91C0FD85-9321-4DE1-97DE-A5C7A2CBDB3D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DD1334A4-366B-474D-931F-C0C9002F5AB0}"/>
              </a:ext>
            </a:extLst>
          </p:cNvPr>
          <p:cNvSpPr>
            <a:spLocks noGrp="1"/>
          </p:cNvSpPr>
          <p:nvPr/>
        </p:nvSpPr>
        <p:spPr>
          <a:xfrm>
            <a:off x="54570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119677EE-EE91-4E7E-993F-6DA127C48281}"/>
              </a:ext>
            </a:extLst>
          </p:cNvPr>
          <p:cNvSpPr>
            <a:spLocks noGrp="1"/>
          </p:cNvSpPr>
          <p:nvPr/>
        </p:nvSpPr>
        <p:spPr>
          <a:xfrm>
            <a:off x="56157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2BBD8480-9CCB-401E-A8A1-D4DCC58FB633}"/>
              </a:ext>
            </a:extLst>
          </p:cNvPr>
          <p:cNvSpPr>
            <a:spLocks noGrp="1"/>
          </p:cNvSpPr>
          <p:nvPr/>
        </p:nvSpPr>
        <p:spPr>
          <a:xfrm>
            <a:off x="57745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266FE78D-604A-44BF-B054-A8D735D93BDD}"/>
              </a:ext>
            </a:extLst>
          </p:cNvPr>
          <p:cNvSpPr>
            <a:spLocks noGrp="1"/>
          </p:cNvSpPr>
          <p:nvPr/>
        </p:nvSpPr>
        <p:spPr>
          <a:xfrm>
            <a:off x="59332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A1B1643A-9358-4392-872F-2B94DC626931}"/>
              </a:ext>
            </a:extLst>
          </p:cNvPr>
          <p:cNvSpPr>
            <a:spLocks noGrp="1"/>
          </p:cNvSpPr>
          <p:nvPr/>
        </p:nvSpPr>
        <p:spPr>
          <a:xfrm>
            <a:off x="60920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8FC98AA3-E0E8-4594-A811-B5BB18476569}"/>
              </a:ext>
            </a:extLst>
          </p:cNvPr>
          <p:cNvSpPr>
            <a:spLocks noGrp="1"/>
          </p:cNvSpPr>
          <p:nvPr/>
        </p:nvSpPr>
        <p:spPr>
          <a:xfrm>
            <a:off x="62507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11AF00B7-FD03-4883-9E2D-C3720DDE176A}"/>
              </a:ext>
            </a:extLst>
          </p:cNvPr>
          <p:cNvSpPr>
            <a:spLocks noGrp="1"/>
          </p:cNvSpPr>
          <p:nvPr/>
        </p:nvSpPr>
        <p:spPr>
          <a:xfrm>
            <a:off x="64095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DBC296C7-5F0C-4843-AC29-7BA0E369066A}"/>
              </a:ext>
            </a:extLst>
          </p:cNvPr>
          <p:cNvSpPr>
            <a:spLocks noGrp="1"/>
          </p:cNvSpPr>
          <p:nvPr/>
        </p:nvSpPr>
        <p:spPr>
          <a:xfrm>
            <a:off x="65682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B12C4CB8-ABAB-4874-A03D-270E548D37E2}"/>
              </a:ext>
            </a:extLst>
          </p:cNvPr>
          <p:cNvSpPr>
            <a:spLocks noGrp="1"/>
          </p:cNvSpPr>
          <p:nvPr/>
        </p:nvSpPr>
        <p:spPr>
          <a:xfrm>
            <a:off x="67270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5AEB87A4-59D3-4B05-9DCD-B03631F729BA}"/>
              </a:ext>
            </a:extLst>
          </p:cNvPr>
          <p:cNvSpPr>
            <a:spLocks noGrp="1"/>
          </p:cNvSpPr>
          <p:nvPr/>
        </p:nvSpPr>
        <p:spPr>
          <a:xfrm>
            <a:off x="68857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A2AD804F-3F14-4AB1-A318-947D7B236FD2}"/>
              </a:ext>
            </a:extLst>
          </p:cNvPr>
          <p:cNvSpPr>
            <a:spLocks noGrp="1"/>
          </p:cNvSpPr>
          <p:nvPr/>
        </p:nvSpPr>
        <p:spPr>
          <a:xfrm>
            <a:off x="70445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8C348A7F-8437-46AB-AF46-362EFA295F4F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1229BB8F-69D4-45FF-9CCE-1B0167693510}"/>
              </a:ext>
            </a:extLst>
          </p:cNvPr>
          <p:cNvSpPr>
            <a:spLocks noGrp="1"/>
          </p:cNvSpPr>
          <p:nvPr/>
        </p:nvSpPr>
        <p:spPr>
          <a:xfrm>
            <a:off x="73620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5B94055A-D9FC-47B2-AA3B-65CDF6AB75FB}"/>
              </a:ext>
            </a:extLst>
          </p:cNvPr>
          <p:cNvSpPr>
            <a:spLocks noGrp="1"/>
          </p:cNvSpPr>
          <p:nvPr/>
        </p:nvSpPr>
        <p:spPr>
          <a:xfrm>
            <a:off x="75207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CC36A89F-E922-4A17-A6B4-092ED893956C}"/>
              </a:ext>
            </a:extLst>
          </p:cNvPr>
          <p:cNvSpPr>
            <a:spLocks noGrp="1"/>
          </p:cNvSpPr>
          <p:nvPr/>
        </p:nvSpPr>
        <p:spPr>
          <a:xfrm>
            <a:off x="76795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CB2CEDF1-8F14-466E-9B9B-A68ADF159E3D}"/>
              </a:ext>
            </a:extLst>
          </p:cNvPr>
          <p:cNvSpPr>
            <a:spLocks noGrp="1"/>
          </p:cNvSpPr>
          <p:nvPr/>
        </p:nvSpPr>
        <p:spPr>
          <a:xfrm>
            <a:off x="78382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97801303-2316-4494-8810-B91876F092C3}"/>
              </a:ext>
            </a:extLst>
          </p:cNvPr>
          <p:cNvSpPr>
            <a:spLocks noGrp="1"/>
          </p:cNvSpPr>
          <p:nvPr/>
        </p:nvSpPr>
        <p:spPr>
          <a:xfrm>
            <a:off x="79970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1F5425DE-1851-4E07-BB82-0C862993DE02}"/>
              </a:ext>
            </a:extLst>
          </p:cNvPr>
          <p:cNvSpPr>
            <a:spLocks noGrp="1"/>
          </p:cNvSpPr>
          <p:nvPr/>
        </p:nvSpPr>
        <p:spPr>
          <a:xfrm>
            <a:off x="81557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FACD6E8A-6045-48D9-9A6A-305E278A9FDB}"/>
              </a:ext>
            </a:extLst>
          </p:cNvPr>
          <p:cNvSpPr>
            <a:spLocks noGrp="1"/>
          </p:cNvSpPr>
          <p:nvPr/>
        </p:nvSpPr>
        <p:spPr>
          <a:xfrm>
            <a:off x="83145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00C142D0-E868-4559-A621-03107E191E0A}"/>
              </a:ext>
            </a:extLst>
          </p:cNvPr>
          <p:cNvSpPr>
            <a:spLocks noGrp="1"/>
          </p:cNvSpPr>
          <p:nvPr/>
        </p:nvSpPr>
        <p:spPr>
          <a:xfrm>
            <a:off x="84732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1918358A-AC5C-4A1D-9478-8C997BA8408F}"/>
              </a:ext>
            </a:extLst>
          </p:cNvPr>
          <p:cNvSpPr>
            <a:spLocks noGrp="1"/>
          </p:cNvSpPr>
          <p:nvPr/>
        </p:nvSpPr>
        <p:spPr>
          <a:xfrm>
            <a:off x="86320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D7552E88-5480-45E4-9DD9-B55576918953}"/>
              </a:ext>
            </a:extLst>
          </p:cNvPr>
          <p:cNvSpPr>
            <a:spLocks noGrp="1"/>
          </p:cNvSpPr>
          <p:nvPr/>
        </p:nvSpPr>
        <p:spPr>
          <a:xfrm>
            <a:off x="87907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1C35B492-9026-4224-BDD2-CF3316D5643C}"/>
              </a:ext>
            </a:extLst>
          </p:cNvPr>
          <p:cNvSpPr>
            <a:spLocks noGrp="1"/>
          </p:cNvSpPr>
          <p:nvPr/>
        </p:nvSpPr>
        <p:spPr>
          <a:xfrm>
            <a:off x="89495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B87BB1B9-286D-472B-85DB-57B19BD95301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15AA5E4F-BD33-4548-BFE8-E0993DC14271}"/>
              </a:ext>
            </a:extLst>
          </p:cNvPr>
          <p:cNvSpPr>
            <a:spLocks noGrp="1"/>
          </p:cNvSpPr>
          <p:nvPr/>
        </p:nvSpPr>
        <p:spPr>
          <a:xfrm>
            <a:off x="92670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9E42D007-6207-43F8-8073-C8016B5C2794}"/>
              </a:ext>
            </a:extLst>
          </p:cNvPr>
          <p:cNvSpPr>
            <a:spLocks noGrp="1"/>
          </p:cNvSpPr>
          <p:nvPr/>
        </p:nvSpPr>
        <p:spPr>
          <a:xfrm>
            <a:off x="94257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91A96633-FC2B-41B2-87A7-4831ADE04AE2}"/>
              </a:ext>
            </a:extLst>
          </p:cNvPr>
          <p:cNvSpPr>
            <a:spLocks noGrp="1"/>
          </p:cNvSpPr>
          <p:nvPr/>
        </p:nvSpPr>
        <p:spPr>
          <a:xfrm>
            <a:off x="95845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3464CE17-7451-4B25-AACD-5FE949B3AB63}"/>
              </a:ext>
            </a:extLst>
          </p:cNvPr>
          <p:cNvSpPr>
            <a:spLocks noGrp="1"/>
          </p:cNvSpPr>
          <p:nvPr/>
        </p:nvSpPr>
        <p:spPr>
          <a:xfrm>
            <a:off x="97432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27C4056A-C54D-46D4-864D-3EB0C7BF30BD}"/>
              </a:ext>
            </a:extLst>
          </p:cNvPr>
          <p:cNvSpPr>
            <a:spLocks noGrp="1"/>
          </p:cNvSpPr>
          <p:nvPr/>
        </p:nvSpPr>
        <p:spPr>
          <a:xfrm>
            <a:off x="99020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B92C98AD-7EA5-4179-868E-94712C56A8F6}"/>
              </a:ext>
            </a:extLst>
          </p:cNvPr>
          <p:cNvSpPr>
            <a:spLocks noGrp="1"/>
          </p:cNvSpPr>
          <p:nvPr/>
        </p:nvSpPr>
        <p:spPr>
          <a:xfrm>
            <a:off x="100607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C6FFC305-F396-4544-B5C2-BAA6D4CD5DAB}"/>
              </a:ext>
            </a:extLst>
          </p:cNvPr>
          <p:cNvSpPr>
            <a:spLocks noGrp="1"/>
          </p:cNvSpPr>
          <p:nvPr/>
        </p:nvSpPr>
        <p:spPr>
          <a:xfrm>
            <a:off x="102195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897D54A3-A086-46E0-9627-0180E6F8D0F2}"/>
              </a:ext>
            </a:extLst>
          </p:cNvPr>
          <p:cNvSpPr>
            <a:spLocks noGrp="1"/>
          </p:cNvSpPr>
          <p:nvPr/>
        </p:nvSpPr>
        <p:spPr>
          <a:xfrm>
            <a:off x="103782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99B0DAF3-7B0E-49DE-8479-E90568C4A55B}"/>
              </a:ext>
            </a:extLst>
          </p:cNvPr>
          <p:cNvSpPr>
            <a:spLocks noGrp="1"/>
          </p:cNvSpPr>
          <p:nvPr/>
        </p:nvSpPr>
        <p:spPr>
          <a:xfrm>
            <a:off x="105370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E09534EC-A8E6-483F-B3AD-35CA59572F68}"/>
              </a:ext>
            </a:extLst>
          </p:cNvPr>
          <p:cNvSpPr>
            <a:spLocks noGrp="1"/>
          </p:cNvSpPr>
          <p:nvPr/>
        </p:nvSpPr>
        <p:spPr>
          <a:xfrm>
            <a:off x="106957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EB2EC573-8A00-4879-8084-B3432328DD7C}"/>
              </a:ext>
            </a:extLst>
          </p:cNvPr>
          <p:cNvSpPr>
            <a:spLocks noGrp="1"/>
          </p:cNvSpPr>
          <p:nvPr/>
        </p:nvSpPr>
        <p:spPr>
          <a:xfrm>
            <a:off x="108545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458FE994-E1E3-4818-BEBD-60097C5EC452}"/>
              </a:ext>
            </a:extLst>
          </p:cNvPr>
          <p:cNvSpPr>
            <a:spLocks noGrp="1"/>
          </p:cNvSpPr>
          <p:nvPr/>
        </p:nvSpPr>
        <p:spPr>
          <a:xfrm>
            <a:off x="110132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AC959CC2-60A5-4932-B0B6-C930EC2F1F3E}"/>
              </a:ext>
            </a:extLst>
          </p:cNvPr>
          <p:cNvSpPr>
            <a:spLocks noGrp="1"/>
          </p:cNvSpPr>
          <p:nvPr/>
        </p:nvSpPr>
        <p:spPr>
          <a:xfrm>
            <a:off x="111720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B878211C-DDB5-493C-A55F-FCD5FD385C07}"/>
              </a:ext>
            </a:extLst>
          </p:cNvPr>
          <p:cNvSpPr>
            <a:spLocks noGrp="1"/>
          </p:cNvSpPr>
          <p:nvPr/>
        </p:nvSpPr>
        <p:spPr>
          <a:xfrm>
            <a:off x="113307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79582C8C-B815-4995-B366-59021A9E96A0}"/>
              </a:ext>
            </a:extLst>
          </p:cNvPr>
          <p:cNvSpPr>
            <a:spLocks noGrp="1"/>
          </p:cNvSpPr>
          <p:nvPr/>
        </p:nvSpPr>
        <p:spPr>
          <a:xfrm>
            <a:off x="114895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DD6067F1-2226-400B-BA5A-6B110104A0C3}"/>
              </a:ext>
            </a:extLst>
          </p:cNvPr>
          <p:cNvSpPr>
            <a:spLocks noGrp="1"/>
          </p:cNvSpPr>
          <p:nvPr/>
        </p:nvSpPr>
        <p:spPr>
          <a:xfrm>
            <a:off x="116482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5ED90BF4-090C-44C8-B59B-0930CEA87875}"/>
              </a:ext>
            </a:extLst>
          </p:cNvPr>
          <p:cNvSpPr>
            <a:spLocks noGrp="1"/>
          </p:cNvSpPr>
          <p:nvPr/>
        </p:nvSpPr>
        <p:spPr>
          <a:xfrm>
            <a:off x="118070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0E608DA4-5ABC-4FCB-BF08-573AE31CD95B}"/>
              </a:ext>
            </a:extLst>
          </p:cNvPr>
          <p:cNvSpPr>
            <a:spLocks noGrp="1"/>
          </p:cNvSpPr>
          <p:nvPr/>
        </p:nvSpPr>
        <p:spPr>
          <a:xfrm>
            <a:off x="119657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6D2BF64C-6F77-4903-87E3-18B993B8B54A}"/>
              </a:ext>
            </a:extLst>
          </p:cNvPr>
          <p:cNvSpPr>
            <a:spLocks noGrp="1"/>
          </p:cNvSpPr>
          <p:nvPr/>
        </p:nvSpPr>
        <p:spPr>
          <a:xfrm>
            <a:off x="1212453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F111CF40-E690-4775-A908-C0B4EEE35F6C}"/>
              </a:ext>
            </a:extLst>
          </p:cNvPr>
          <p:cNvSpPr>
            <a:spLocks noGrp="1"/>
          </p:cNvSpPr>
          <p:nvPr/>
        </p:nvSpPr>
        <p:spPr>
          <a:xfrm>
            <a:off x="12283281" y="5310188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684C0A8B-010E-421F-BA6E-BD427F1C0F1C}"/>
              </a:ext>
            </a:extLst>
          </p:cNvPr>
          <p:cNvSpPr>
            <a:spLocks noGrp="1"/>
          </p:cNvSpPr>
          <p:nvPr/>
        </p:nvSpPr>
        <p:spPr>
          <a:xfrm>
            <a:off x="12442031" y="5310188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36DD8560-210B-4A60-AB84-77D5F840E510}"/>
              </a:ext>
            </a:extLst>
          </p:cNvPr>
          <p:cNvSpPr>
            <a:spLocks noGrp="1"/>
          </p:cNvSpPr>
          <p:nvPr/>
        </p:nvSpPr>
        <p:spPr>
          <a:xfrm>
            <a:off x="12600781" y="5310188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733B97B0-4F84-4F04-8070-76267380CB5A}"/>
              </a:ext>
            </a:extLst>
          </p:cNvPr>
          <p:cNvSpPr>
            <a:spLocks noGrp="1"/>
          </p:cNvSpPr>
          <p:nvPr/>
        </p:nvSpPr>
        <p:spPr>
          <a:xfrm>
            <a:off x="12759531" y="5310188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A49275C4-73EB-439E-8065-EE24EABA02A8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C9D70B4A-E7C7-423B-A312-28273350CC7C}"/>
              </a:ext>
            </a:extLst>
          </p:cNvPr>
          <p:cNvSpPr>
            <a:spLocks noGrp="1"/>
          </p:cNvSpPr>
          <p:nvPr/>
        </p:nvSpPr>
        <p:spPr>
          <a:xfrm>
            <a:off x="1647031" y="5988844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5849B722-478E-49A9-A80C-74551DB1E539}"/>
              </a:ext>
            </a:extLst>
          </p:cNvPr>
          <p:cNvSpPr>
            <a:spLocks noGrp="1"/>
          </p:cNvSpPr>
          <p:nvPr/>
        </p:nvSpPr>
        <p:spPr>
          <a:xfrm>
            <a:off x="1805781" y="5988844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15F0C46E-25FA-4CC5-9BD0-9E9057BF5E8E}"/>
              </a:ext>
            </a:extLst>
          </p:cNvPr>
          <p:cNvSpPr>
            <a:spLocks noGrp="1"/>
          </p:cNvSpPr>
          <p:nvPr/>
        </p:nvSpPr>
        <p:spPr>
          <a:xfrm>
            <a:off x="1964531" y="5988844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FAB3EB34-EE7C-4050-9A25-D300950C2A1B}"/>
              </a:ext>
            </a:extLst>
          </p:cNvPr>
          <p:cNvSpPr>
            <a:spLocks noGrp="1"/>
          </p:cNvSpPr>
          <p:nvPr/>
        </p:nvSpPr>
        <p:spPr>
          <a:xfrm>
            <a:off x="2123281" y="5988844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9F6FED42-A4EA-455E-9966-FBF1636DD880}"/>
              </a:ext>
            </a:extLst>
          </p:cNvPr>
          <p:cNvSpPr>
            <a:spLocks noGrp="1"/>
          </p:cNvSpPr>
          <p:nvPr/>
        </p:nvSpPr>
        <p:spPr>
          <a:xfrm>
            <a:off x="2282031" y="5988844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197A8F3E-68D2-4D02-99C0-A32B56EFA8E9}"/>
              </a:ext>
            </a:extLst>
          </p:cNvPr>
          <p:cNvSpPr>
            <a:spLocks noGrp="1"/>
          </p:cNvSpPr>
          <p:nvPr/>
        </p:nvSpPr>
        <p:spPr>
          <a:xfrm>
            <a:off x="2440781" y="5988844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C2C0ED34-D7D3-4F8E-B738-E1294F9B21B5}"/>
              </a:ext>
            </a:extLst>
          </p:cNvPr>
          <p:cNvSpPr>
            <a:spLocks noGrp="1"/>
          </p:cNvSpPr>
          <p:nvPr/>
        </p:nvSpPr>
        <p:spPr>
          <a:xfrm>
            <a:off x="2599531" y="5988844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A78544F1-39D2-4F24-95AA-9FA97FFF5C6D}"/>
              </a:ext>
            </a:extLst>
          </p:cNvPr>
          <p:cNvSpPr>
            <a:spLocks noGrp="1"/>
          </p:cNvSpPr>
          <p:nvPr/>
        </p:nvSpPr>
        <p:spPr>
          <a:xfrm>
            <a:off x="2758281" y="5988844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1398568A-B93D-44A0-8EEE-15408268F128}"/>
              </a:ext>
            </a:extLst>
          </p:cNvPr>
          <p:cNvSpPr>
            <a:spLocks noGrp="1"/>
          </p:cNvSpPr>
          <p:nvPr/>
        </p:nvSpPr>
        <p:spPr>
          <a:xfrm>
            <a:off x="2917031" y="5988844"/>
            <a:ext cx="1587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50CEBDA6-7F8B-4DED-A59A-7A90972850B6}"/>
              </a:ext>
            </a:extLst>
          </p:cNvPr>
          <p:cNvSpPr>
            <a:spLocks noGrp="1"/>
          </p:cNvSpPr>
          <p:nvPr/>
        </p:nvSpPr>
        <p:spPr>
          <a:xfrm>
            <a:off x="30757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EB1A4E66-929F-431B-9859-FD4F34E75B6B}"/>
              </a:ext>
            </a:extLst>
          </p:cNvPr>
          <p:cNvSpPr>
            <a:spLocks noGrp="1"/>
          </p:cNvSpPr>
          <p:nvPr/>
        </p:nvSpPr>
        <p:spPr>
          <a:xfrm>
            <a:off x="32345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FDE86DDB-CD90-4140-9BFC-080F122CD97B}"/>
              </a:ext>
            </a:extLst>
          </p:cNvPr>
          <p:cNvSpPr>
            <a:spLocks noGrp="1"/>
          </p:cNvSpPr>
          <p:nvPr/>
        </p:nvSpPr>
        <p:spPr>
          <a:xfrm>
            <a:off x="33932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ECD79E5E-F8AE-427A-9496-B61D18C9FF51}"/>
              </a:ext>
            </a:extLst>
          </p:cNvPr>
          <p:cNvSpPr>
            <a:spLocks noGrp="1"/>
          </p:cNvSpPr>
          <p:nvPr/>
        </p:nvSpPr>
        <p:spPr>
          <a:xfrm>
            <a:off x="35520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C6EBC1C7-A083-4AB3-87ED-AF15A3E25DD0}"/>
              </a:ext>
            </a:extLst>
          </p:cNvPr>
          <p:cNvSpPr>
            <a:spLocks noGrp="1"/>
          </p:cNvSpPr>
          <p:nvPr/>
        </p:nvSpPr>
        <p:spPr>
          <a:xfrm>
            <a:off x="37107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39B771DD-74D4-4E7A-BF82-B1D442437C94}"/>
              </a:ext>
            </a:extLst>
          </p:cNvPr>
          <p:cNvSpPr>
            <a:spLocks noGrp="1"/>
          </p:cNvSpPr>
          <p:nvPr/>
        </p:nvSpPr>
        <p:spPr>
          <a:xfrm>
            <a:off x="38695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CEEF3CD6-0BF5-491D-B73A-FFA5AE940A02}"/>
              </a:ext>
            </a:extLst>
          </p:cNvPr>
          <p:cNvSpPr>
            <a:spLocks noGrp="1"/>
          </p:cNvSpPr>
          <p:nvPr/>
        </p:nvSpPr>
        <p:spPr>
          <a:xfrm>
            <a:off x="40282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C9F98BB8-2EE0-4F85-96F4-BCD956DC646E}"/>
              </a:ext>
            </a:extLst>
          </p:cNvPr>
          <p:cNvSpPr>
            <a:spLocks noGrp="1"/>
          </p:cNvSpPr>
          <p:nvPr/>
        </p:nvSpPr>
        <p:spPr>
          <a:xfrm>
            <a:off x="41870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034359FD-69C3-4B95-AFC5-30B714AC3513}"/>
              </a:ext>
            </a:extLst>
          </p:cNvPr>
          <p:cNvSpPr>
            <a:spLocks noGrp="1"/>
          </p:cNvSpPr>
          <p:nvPr/>
        </p:nvSpPr>
        <p:spPr>
          <a:xfrm>
            <a:off x="43457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96F41DF1-82B3-456E-924A-8DFA3A190772}"/>
              </a:ext>
            </a:extLst>
          </p:cNvPr>
          <p:cNvSpPr>
            <a:spLocks noGrp="1"/>
          </p:cNvSpPr>
          <p:nvPr/>
        </p:nvSpPr>
        <p:spPr>
          <a:xfrm>
            <a:off x="45045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04301B75-E01B-44F2-90A1-ACDCB56FACCB}"/>
              </a:ext>
            </a:extLst>
          </p:cNvPr>
          <p:cNvSpPr>
            <a:spLocks noGrp="1"/>
          </p:cNvSpPr>
          <p:nvPr/>
        </p:nvSpPr>
        <p:spPr>
          <a:xfrm>
            <a:off x="46632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3" name="object-113">
            <a:extLst>
              <a:ext uri="{FF2B5EF4-FFF2-40B4-BE49-F238E27FC236}">
                <a16:creationId xmlns:a16="http://schemas.microsoft.com/office/drawing/2014/main" id="{978443FE-817E-44E4-9F22-A19EFB059EF0}"/>
              </a:ext>
            </a:extLst>
          </p:cNvPr>
          <p:cNvSpPr>
            <a:spLocks noGrp="1"/>
          </p:cNvSpPr>
          <p:nvPr/>
        </p:nvSpPr>
        <p:spPr>
          <a:xfrm>
            <a:off x="48220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4" name="object-114">
            <a:extLst>
              <a:ext uri="{FF2B5EF4-FFF2-40B4-BE49-F238E27FC236}">
                <a16:creationId xmlns:a16="http://schemas.microsoft.com/office/drawing/2014/main" id="{A819B772-3FDC-458C-92F6-D8D5303FB0A4}"/>
              </a:ext>
            </a:extLst>
          </p:cNvPr>
          <p:cNvSpPr>
            <a:spLocks noGrp="1"/>
          </p:cNvSpPr>
          <p:nvPr/>
        </p:nvSpPr>
        <p:spPr>
          <a:xfrm>
            <a:off x="49807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5" name="object-115">
            <a:extLst>
              <a:ext uri="{FF2B5EF4-FFF2-40B4-BE49-F238E27FC236}">
                <a16:creationId xmlns:a16="http://schemas.microsoft.com/office/drawing/2014/main" id="{298DFCF7-AC0E-4CD5-BF2E-BC1771B125F6}"/>
              </a:ext>
            </a:extLst>
          </p:cNvPr>
          <p:cNvSpPr>
            <a:spLocks noGrp="1"/>
          </p:cNvSpPr>
          <p:nvPr/>
        </p:nvSpPr>
        <p:spPr>
          <a:xfrm>
            <a:off x="51395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6" name="object-116">
            <a:extLst>
              <a:ext uri="{FF2B5EF4-FFF2-40B4-BE49-F238E27FC236}">
                <a16:creationId xmlns:a16="http://schemas.microsoft.com/office/drawing/2014/main" id="{845F3C52-FD7F-4EA4-BF38-08B782158D24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7" name="object-117">
            <a:extLst>
              <a:ext uri="{FF2B5EF4-FFF2-40B4-BE49-F238E27FC236}">
                <a16:creationId xmlns:a16="http://schemas.microsoft.com/office/drawing/2014/main" id="{8325975A-FA1A-45FE-A44D-563EE2E84150}"/>
              </a:ext>
            </a:extLst>
          </p:cNvPr>
          <p:cNvSpPr>
            <a:spLocks noGrp="1"/>
          </p:cNvSpPr>
          <p:nvPr/>
        </p:nvSpPr>
        <p:spPr>
          <a:xfrm>
            <a:off x="54570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8" name="object-118">
            <a:extLst>
              <a:ext uri="{FF2B5EF4-FFF2-40B4-BE49-F238E27FC236}">
                <a16:creationId xmlns:a16="http://schemas.microsoft.com/office/drawing/2014/main" id="{48227CDD-4D23-40BD-B44D-205B0997D36F}"/>
              </a:ext>
            </a:extLst>
          </p:cNvPr>
          <p:cNvSpPr>
            <a:spLocks noGrp="1"/>
          </p:cNvSpPr>
          <p:nvPr/>
        </p:nvSpPr>
        <p:spPr>
          <a:xfrm>
            <a:off x="56157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9" name="object-119">
            <a:extLst>
              <a:ext uri="{FF2B5EF4-FFF2-40B4-BE49-F238E27FC236}">
                <a16:creationId xmlns:a16="http://schemas.microsoft.com/office/drawing/2014/main" id="{FB432486-CE3F-47CF-99BE-E940A796415C}"/>
              </a:ext>
            </a:extLst>
          </p:cNvPr>
          <p:cNvSpPr>
            <a:spLocks noGrp="1"/>
          </p:cNvSpPr>
          <p:nvPr/>
        </p:nvSpPr>
        <p:spPr>
          <a:xfrm>
            <a:off x="57745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20" name="object-120">
            <a:extLst>
              <a:ext uri="{FF2B5EF4-FFF2-40B4-BE49-F238E27FC236}">
                <a16:creationId xmlns:a16="http://schemas.microsoft.com/office/drawing/2014/main" id="{328FB454-7780-48C2-9CEC-374198A6C76F}"/>
              </a:ext>
            </a:extLst>
          </p:cNvPr>
          <p:cNvSpPr>
            <a:spLocks noGrp="1"/>
          </p:cNvSpPr>
          <p:nvPr/>
        </p:nvSpPr>
        <p:spPr>
          <a:xfrm>
            <a:off x="59332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21" name="object-121">
            <a:extLst>
              <a:ext uri="{FF2B5EF4-FFF2-40B4-BE49-F238E27FC236}">
                <a16:creationId xmlns:a16="http://schemas.microsoft.com/office/drawing/2014/main" id="{26668F06-4FD0-4DEB-BBB7-42456A37568C}"/>
              </a:ext>
            </a:extLst>
          </p:cNvPr>
          <p:cNvSpPr>
            <a:spLocks noGrp="1"/>
          </p:cNvSpPr>
          <p:nvPr/>
        </p:nvSpPr>
        <p:spPr>
          <a:xfrm>
            <a:off x="60920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22" name="object-122">
            <a:extLst>
              <a:ext uri="{FF2B5EF4-FFF2-40B4-BE49-F238E27FC236}">
                <a16:creationId xmlns:a16="http://schemas.microsoft.com/office/drawing/2014/main" id="{466BE83C-5195-49ED-9AD7-F2CDD95B2B52}"/>
              </a:ext>
            </a:extLst>
          </p:cNvPr>
          <p:cNvSpPr>
            <a:spLocks noGrp="1"/>
          </p:cNvSpPr>
          <p:nvPr/>
        </p:nvSpPr>
        <p:spPr>
          <a:xfrm>
            <a:off x="62507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23" name="object-123">
            <a:extLst>
              <a:ext uri="{FF2B5EF4-FFF2-40B4-BE49-F238E27FC236}">
                <a16:creationId xmlns:a16="http://schemas.microsoft.com/office/drawing/2014/main" id="{E5DE60B2-AABF-43CB-8A88-628B639D9A7C}"/>
              </a:ext>
            </a:extLst>
          </p:cNvPr>
          <p:cNvSpPr>
            <a:spLocks noGrp="1"/>
          </p:cNvSpPr>
          <p:nvPr/>
        </p:nvSpPr>
        <p:spPr>
          <a:xfrm>
            <a:off x="64095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24" name="object-124">
            <a:extLst>
              <a:ext uri="{FF2B5EF4-FFF2-40B4-BE49-F238E27FC236}">
                <a16:creationId xmlns:a16="http://schemas.microsoft.com/office/drawing/2014/main" id="{53DB2DEF-29A2-4783-9C82-A71CB486ED8D}"/>
              </a:ext>
            </a:extLst>
          </p:cNvPr>
          <p:cNvSpPr>
            <a:spLocks noGrp="1"/>
          </p:cNvSpPr>
          <p:nvPr/>
        </p:nvSpPr>
        <p:spPr>
          <a:xfrm>
            <a:off x="65682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25" name="object-125">
            <a:extLst>
              <a:ext uri="{FF2B5EF4-FFF2-40B4-BE49-F238E27FC236}">
                <a16:creationId xmlns:a16="http://schemas.microsoft.com/office/drawing/2014/main" id="{ECBEBB90-0E1E-42EE-ACF2-F78B434A85D9}"/>
              </a:ext>
            </a:extLst>
          </p:cNvPr>
          <p:cNvSpPr>
            <a:spLocks noGrp="1"/>
          </p:cNvSpPr>
          <p:nvPr/>
        </p:nvSpPr>
        <p:spPr>
          <a:xfrm>
            <a:off x="67270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26" name="object-126">
            <a:extLst>
              <a:ext uri="{FF2B5EF4-FFF2-40B4-BE49-F238E27FC236}">
                <a16:creationId xmlns:a16="http://schemas.microsoft.com/office/drawing/2014/main" id="{239754F6-421E-4975-8565-ECE2B03539D2}"/>
              </a:ext>
            </a:extLst>
          </p:cNvPr>
          <p:cNvSpPr>
            <a:spLocks noGrp="1"/>
          </p:cNvSpPr>
          <p:nvPr/>
        </p:nvSpPr>
        <p:spPr>
          <a:xfrm>
            <a:off x="68857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27" name="object-127">
            <a:extLst>
              <a:ext uri="{FF2B5EF4-FFF2-40B4-BE49-F238E27FC236}">
                <a16:creationId xmlns:a16="http://schemas.microsoft.com/office/drawing/2014/main" id="{09B51394-3273-4D52-A238-A692F887F09B}"/>
              </a:ext>
            </a:extLst>
          </p:cNvPr>
          <p:cNvSpPr>
            <a:spLocks noGrp="1"/>
          </p:cNvSpPr>
          <p:nvPr/>
        </p:nvSpPr>
        <p:spPr>
          <a:xfrm>
            <a:off x="70445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28" name="object-128">
            <a:extLst>
              <a:ext uri="{FF2B5EF4-FFF2-40B4-BE49-F238E27FC236}">
                <a16:creationId xmlns:a16="http://schemas.microsoft.com/office/drawing/2014/main" id="{39288476-3DBC-4F03-B710-DB6DDFD34942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29" name="object-129">
            <a:extLst>
              <a:ext uri="{FF2B5EF4-FFF2-40B4-BE49-F238E27FC236}">
                <a16:creationId xmlns:a16="http://schemas.microsoft.com/office/drawing/2014/main" id="{6B51758F-861B-439B-A9E5-41D066059EFF}"/>
              </a:ext>
            </a:extLst>
          </p:cNvPr>
          <p:cNvSpPr>
            <a:spLocks noGrp="1"/>
          </p:cNvSpPr>
          <p:nvPr/>
        </p:nvSpPr>
        <p:spPr>
          <a:xfrm>
            <a:off x="73620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0" name="object-130">
            <a:extLst>
              <a:ext uri="{FF2B5EF4-FFF2-40B4-BE49-F238E27FC236}">
                <a16:creationId xmlns:a16="http://schemas.microsoft.com/office/drawing/2014/main" id="{435FE8DB-3864-4ABE-8D5F-4CC92F16042E}"/>
              </a:ext>
            </a:extLst>
          </p:cNvPr>
          <p:cNvSpPr>
            <a:spLocks noGrp="1"/>
          </p:cNvSpPr>
          <p:nvPr/>
        </p:nvSpPr>
        <p:spPr>
          <a:xfrm>
            <a:off x="75207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1" name="object-131">
            <a:extLst>
              <a:ext uri="{FF2B5EF4-FFF2-40B4-BE49-F238E27FC236}">
                <a16:creationId xmlns:a16="http://schemas.microsoft.com/office/drawing/2014/main" id="{9F7C5899-9346-4414-99D6-0881C1379D95}"/>
              </a:ext>
            </a:extLst>
          </p:cNvPr>
          <p:cNvSpPr>
            <a:spLocks noGrp="1"/>
          </p:cNvSpPr>
          <p:nvPr/>
        </p:nvSpPr>
        <p:spPr>
          <a:xfrm>
            <a:off x="76795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2" name="object-132">
            <a:extLst>
              <a:ext uri="{FF2B5EF4-FFF2-40B4-BE49-F238E27FC236}">
                <a16:creationId xmlns:a16="http://schemas.microsoft.com/office/drawing/2014/main" id="{9FC9BA68-7F17-452C-B2BA-FA2D776D0787}"/>
              </a:ext>
            </a:extLst>
          </p:cNvPr>
          <p:cNvSpPr>
            <a:spLocks noGrp="1"/>
          </p:cNvSpPr>
          <p:nvPr/>
        </p:nvSpPr>
        <p:spPr>
          <a:xfrm>
            <a:off x="78382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3" name="object-133">
            <a:extLst>
              <a:ext uri="{FF2B5EF4-FFF2-40B4-BE49-F238E27FC236}">
                <a16:creationId xmlns:a16="http://schemas.microsoft.com/office/drawing/2014/main" id="{CF92C26D-0910-4A3B-92F5-326E46BCD473}"/>
              </a:ext>
            </a:extLst>
          </p:cNvPr>
          <p:cNvSpPr>
            <a:spLocks noGrp="1"/>
          </p:cNvSpPr>
          <p:nvPr/>
        </p:nvSpPr>
        <p:spPr>
          <a:xfrm>
            <a:off x="79970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4" name="object-134">
            <a:extLst>
              <a:ext uri="{FF2B5EF4-FFF2-40B4-BE49-F238E27FC236}">
                <a16:creationId xmlns:a16="http://schemas.microsoft.com/office/drawing/2014/main" id="{D25CD542-FADA-486E-BB4B-A0D682CE85B4}"/>
              </a:ext>
            </a:extLst>
          </p:cNvPr>
          <p:cNvSpPr>
            <a:spLocks noGrp="1"/>
          </p:cNvSpPr>
          <p:nvPr/>
        </p:nvSpPr>
        <p:spPr>
          <a:xfrm>
            <a:off x="81557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5" name="object-135">
            <a:extLst>
              <a:ext uri="{FF2B5EF4-FFF2-40B4-BE49-F238E27FC236}">
                <a16:creationId xmlns:a16="http://schemas.microsoft.com/office/drawing/2014/main" id="{D643E7C2-D6CA-415D-A3A8-A57AD9D355DC}"/>
              </a:ext>
            </a:extLst>
          </p:cNvPr>
          <p:cNvSpPr>
            <a:spLocks noGrp="1"/>
          </p:cNvSpPr>
          <p:nvPr/>
        </p:nvSpPr>
        <p:spPr>
          <a:xfrm>
            <a:off x="83145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6" name="object-136">
            <a:extLst>
              <a:ext uri="{FF2B5EF4-FFF2-40B4-BE49-F238E27FC236}">
                <a16:creationId xmlns:a16="http://schemas.microsoft.com/office/drawing/2014/main" id="{FFFAA584-E53A-42F8-A6EE-9E397253E83F}"/>
              </a:ext>
            </a:extLst>
          </p:cNvPr>
          <p:cNvSpPr>
            <a:spLocks noGrp="1"/>
          </p:cNvSpPr>
          <p:nvPr/>
        </p:nvSpPr>
        <p:spPr>
          <a:xfrm>
            <a:off x="84732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7" name="object-137">
            <a:extLst>
              <a:ext uri="{FF2B5EF4-FFF2-40B4-BE49-F238E27FC236}">
                <a16:creationId xmlns:a16="http://schemas.microsoft.com/office/drawing/2014/main" id="{F7613215-CFA2-4943-BFA6-66AFF8A0F79D}"/>
              </a:ext>
            </a:extLst>
          </p:cNvPr>
          <p:cNvSpPr>
            <a:spLocks noGrp="1"/>
          </p:cNvSpPr>
          <p:nvPr/>
        </p:nvSpPr>
        <p:spPr>
          <a:xfrm>
            <a:off x="86320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8" name="object-138">
            <a:extLst>
              <a:ext uri="{FF2B5EF4-FFF2-40B4-BE49-F238E27FC236}">
                <a16:creationId xmlns:a16="http://schemas.microsoft.com/office/drawing/2014/main" id="{1707DAD9-3FF1-4C9A-83BB-340B86A08AA5}"/>
              </a:ext>
            </a:extLst>
          </p:cNvPr>
          <p:cNvSpPr>
            <a:spLocks noGrp="1"/>
          </p:cNvSpPr>
          <p:nvPr/>
        </p:nvSpPr>
        <p:spPr>
          <a:xfrm>
            <a:off x="87907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9" name="object-139">
            <a:extLst>
              <a:ext uri="{FF2B5EF4-FFF2-40B4-BE49-F238E27FC236}">
                <a16:creationId xmlns:a16="http://schemas.microsoft.com/office/drawing/2014/main" id="{3A2EFE2B-130E-4E82-9BBF-B78C2FFF7832}"/>
              </a:ext>
            </a:extLst>
          </p:cNvPr>
          <p:cNvSpPr>
            <a:spLocks noGrp="1"/>
          </p:cNvSpPr>
          <p:nvPr/>
        </p:nvSpPr>
        <p:spPr>
          <a:xfrm>
            <a:off x="89495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0" name="object-140">
            <a:extLst>
              <a:ext uri="{FF2B5EF4-FFF2-40B4-BE49-F238E27FC236}">
                <a16:creationId xmlns:a16="http://schemas.microsoft.com/office/drawing/2014/main" id="{62DB7A01-E506-42CC-859A-636C05F458F9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1" name="object-141">
            <a:extLst>
              <a:ext uri="{FF2B5EF4-FFF2-40B4-BE49-F238E27FC236}">
                <a16:creationId xmlns:a16="http://schemas.microsoft.com/office/drawing/2014/main" id="{45FD0CED-5943-47F8-989E-5EDF080A52CD}"/>
              </a:ext>
            </a:extLst>
          </p:cNvPr>
          <p:cNvSpPr>
            <a:spLocks noGrp="1"/>
          </p:cNvSpPr>
          <p:nvPr/>
        </p:nvSpPr>
        <p:spPr>
          <a:xfrm>
            <a:off x="92670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2" name="object-142">
            <a:extLst>
              <a:ext uri="{FF2B5EF4-FFF2-40B4-BE49-F238E27FC236}">
                <a16:creationId xmlns:a16="http://schemas.microsoft.com/office/drawing/2014/main" id="{12198DDA-8D8E-4A79-90C1-5A97BECD8E95}"/>
              </a:ext>
            </a:extLst>
          </p:cNvPr>
          <p:cNvSpPr>
            <a:spLocks noGrp="1"/>
          </p:cNvSpPr>
          <p:nvPr/>
        </p:nvSpPr>
        <p:spPr>
          <a:xfrm>
            <a:off x="94257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3" name="object-143">
            <a:extLst>
              <a:ext uri="{FF2B5EF4-FFF2-40B4-BE49-F238E27FC236}">
                <a16:creationId xmlns:a16="http://schemas.microsoft.com/office/drawing/2014/main" id="{FF320D0E-D434-40D8-8CC0-991856EDA8A5}"/>
              </a:ext>
            </a:extLst>
          </p:cNvPr>
          <p:cNvSpPr>
            <a:spLocks noGrp="1"/>
          </p:cNvSpPr>
          <p:nvPr/>
        </p:nvSpPr>
        <p:spPr>
          <a:xfrm>
            <a:off x="95845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4" name="object-144">
            <a:extLst>
              <a:ext uri="{FF2B5EF4-FFF2-40B4-BE49-F238E27FC236}">
                <a16:creationId xmlns:a16="http://schemas.microsoft.com/office/drawing/2014/main" id="{EB47C180-B802-4A52-A69B-BA6ED61E6F0B}"/>
              </a:ext>
            </a:extLst>
          </p:cNvPr>
          <p:cNvSpPr>
            <a:spLocks noGrp="1"/>
          </p:cNvSpPr>
          <p:nvPr/>
        </p:nvSpPr>
        <p:spPr>
          <a:xfrm>
            <a:off x="97432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5" name="object-145">
            <a:extLst>
              <a:ext uri="{FF2B5EF4-FFF2-40B4-BE49-F238E27FC236}">
                <a16:creationId xmlns:a16="http://schemas.microsoft.com/office/drawing/2014/main" id="{5BD33346-4341-4E70-B423-9C992C6334AD}"/>
              </a:ext>
            </a:extLst>
          </p:cNvPr>
          <p:cNvSpPr>
            <a:spLocks noGrp="1"/>
          </p:cNvSpPr>
          <p:nvPr/>
        </p:nvSpPr>
        <p:spPr>
          <a:xfrm>
            <a:off x="99020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6" name="object-146">
            <a:extLst>
              <a:ext uri="{FF2B5EF4-FFF2-40B4-BE49-F238E27FC236}">
                <a16:creationId xmlns:a16="http://schemas.microsoft.com/office/drawing/2014/main" id="{781B8A68-CC3E-4720-87B3-E50746A9B551}"/>
              </a:ext>
            </a:extLst>
          </p:cNvPr>
          <p:cNvSpPr>
            <a:spLocks noGrp="1"/>
          </p:cNvSpPr>
          <p:nvPr/>
        </p:nvSpPr>
        <p:spPr>
          <a:xfrm>
            <a:off x="100607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7" name="object-147">
            <a:extLst>
              <a:ext uri="{FF2B5EF4-FFF2-40B4-BE49-F238E27FC236}">
                <a16:creationId xmlns:a16="http://schemas.microsoft.com/office/drawing/2014/main" id="{2E3A1714-3450-4CB5-A5A7-0B412155E8F6}"/>
              </a:ext>
            </a:extLst>
          </p:cNvPr>
          <p:cNvSpPr>
            <a:spLocks noGrp="1"/>
          </p:cNvSpPr>
          <p:nvPr/>
        </p:nvSpPr>
        <p:spPr>
          <a:xfrm>
            <a:off x="102195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8" name="object-148">
            <a:extLst>
              <a:ext uri="{FF2B5EF4-FFF2-40B4-BE49-F238E27FC236}">
                <a16:creationId xmlns:a16="http://schemas.microsoft.com/office/drawing/2014/main" id="{310FC359-46DC-461E-8EDC-B088EC1DDF79}"/>
              </a:ext>
            </a:extLst>
          </p:cNvPr>
          <p:cNvSpPr>
            <a:spLocks noGrp="1"/>
          </p:cNvSpPr>
          <p:nvPr/>
        </p:nvSpPr>
        <p:spPr>
          <a:xfrm>
            <a:off x="103782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9" name="object-149">
            <a:extLst>
              <a:ext uri="{FF2B5EF4-FFF2-40B4-BE49-F238E27FC236}">
                <a16:creationId xmlns:a16="http://schemas.microsoft.com/office/drawing/2014/main" id="{41614536-5684-48F3-9062-F6723D8C7C15}"/>
              </a:ext>
            </a:extLst>
          </p:cNvPr>
          <p:cNvSpPr>
            <a:spLocks noGrp="1"/>
          </p:cNvSpPr>
          <p:nvPr/>
        </p:nvSpPr>
        <p:spPr>
          <a:xfrm>
            <a:off x="105370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0" name="object-150">
            <a:extLst>
              <a:ext uri="{FF2B5EF4-FFF2-40B4-BE49-F238E27FC236}">
                <a16:creationId xmlns:a16="http://schemas.microsoft.com/office/drawing/2014/main" id="{0CC838E6-EB22-4824-8815-FFB73320889D}"/>
              </a:ext>
            </a:extLst>
          </p:cNvPr>
          <p:cNvSpPr>
            <a:spLocks noGrp="1"/>
          </p:cNvSpPr>
          <p:nvPr/>
        </p:nvSpPr>
        <p:spPr>
          <a:xfrm>
            <a:off x="106957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1" name="object-151">
            <a:extLst>
              <a:ext uri="{FF2B5EF4-FFF2-40B4-BE49-F238E27FC236}">
                <a16:creationId xmlns:a16="http://schemas.microsoft.com/office/drawing/2014/main" id="{6B0A504B-D384-4371-9D01-8F52512B742D}"/>
              </a:ext>
            </a:extLst>
          </p:cNvPr>
          <p:cNvSpPr>
            <a:spLocks noGrp="1"/>
          </p:cNvSpPr>
          <p:nvPr/>
        </p:nvSpPr>
        <p:spPr>
          <a:xfrm>
            <a:off x="108545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2" name="object-152">
            <a:extLst>
              <a:ext uri="{FF2B5EF4-FFF2-40B4-BE49-F238E27FC236}">
                <a16:creationId xmlns:a16="http://schemas.microsoft.com/office/drawing/2014/main" id="{A7B1D852-F2F9-4239-AB28-AEA5FBFC65FC}"/>
              </a:ext>
            </a:extLst>
          </p:cNvPr>
          <p:cNvSpPr>
            <a:spLocks noGrp="1"/>
          </p:cNvSpPr>
          <p:nvPr/>
        </p:nvSpPr>
        <p:spPr>
          <a:xfrm>
            <a:off x="110132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3" name="object-153">
            <a:extLst>
              <a:ext uri="{FF2B5EF4-FFF2-40B4-BE49-F238E27FC236}">
                <a16:creationId xmlns:a16="http://schemas.microsoft.com/office/drawing/2014/main" id="{75463330-57E8-48C7-A823-5F145CE5F2C7}"/>
              </a:ext>
            </a:extLst>
          </p:cNvPr>
          <p:cNvSpPr>
            <a:spLocks noGrp="1"/>
          </p:cNvSpPr>
          <p:nvPr/>
        </p:nvSpPr>
        <p:spPr>
          <a:xfrm>
            <a:off x="111720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4" name="object-154">
            <a:extLst>
              <a:ext uri="{FF2B5EF4-FFF2-40B4-BE49-F238E27FC236}">
                <a16:creationId xmlns:a16="http://schemas.microsoft.com/office/drawing/2014/main" id="{E41D6558-D1AE-41A5-80D7-9B07DBBF8CF1}"/>
              </a:ext>
            </a:extLst>
          </p:cNvPr>
          <p:cNvSpPr>
            <a:spLocks noGrp="1"/>
          </p:cNvSpPr>
          <p:nvPr/>
        </p:nvSpPr>
        <p:spPr>
          <a:xfrm>
            <a:off x="113307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5" name="object-155">
            <a:extLst>
              <a:ext uri="{FF2B5EF4-FFF2-40B4-BE49-F238E27FC236}">
                <a16:creationId xmlns:a16="http://schemas.microsoft.com/office/drawing/2014/main" id="{0BFD9FAC-AE01-48E3-8594-5BC0D214BEEF}"/>
              </a:ext>
            </a:extLst>
          </p:cNvPr>
          <p:cNvSpPr>
            <a:spLocks noGrp="1"/>
          </p:cNvSpPr>
          <p:nvPr/>
        </p:nvSpPr>
        <p:spPr>
          <a:xfrm>
            <a:off x="114895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6" name="object-156">
            <a:extLst>
              <a:ext uri="{FF2B5EF4-FFF2-40B4-BE49-F238E27FC236}">
                <a16:creationId xmlns:a16="http://schemas.microsoft.com/office/drawing/2014/main" id="{B60C9C90-C3F0-4D22-A35E-34543B064C89}"/>
              </a:ext>
            </a:extLst>
          </p:cNvPr>
          <p:cNvSpPr>
            <a:spLocks noGrp="1"/>
          </p:cNvSpPr>
          <p:nvPr/>
        </p:nvSpPr>
        <p:spPr>
          <a:xfrm>
            <a:off x="116482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7" name="object-157">
            <a:extLst>
              <a:ext uri="{FF2B5EF4-FFF2-40B4-BE49-F238E27FC236}">
                <a16:creationId xmlns:a16="http://schemas.microsoft.com/office/drawing/2014/main" id="{8033EB6F-28D1-4607-9CBA-1E1D528AAE38}"/>
              </a:ext>
            </a:extLst>
          </p:cNvPr>
          <p:cNvSpPr>
            <a:spLocks noGrp="1"/>
          </p:cNvSpPr>
          <p:nvPr/>
        </p:nvSpPr>
        <p:spPr>
          <a:xfrm>
            <a:off x="118070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8" name="object-158">
            <a:extLst>
              <a:ext uri="{FF2B5EF4-FFF2-40B4-BE49-F238E27FC236}">
                <a16:creationId xmlns:a16="http://schemas.microsoft.com/office/drawing/2014/main" id="{F96CABAF-FCD7-41BA-BD4D-71315D5AAE66}"/>
              </a:ext>
            </a:extLst>
          </p:cNvPr>
          <p:cNvSpPr>
            <a:spLocks noGrp="1"/>
          </p:cNvSpPr>
          <p:nvPr/>
        </p:nvSpPr>
        <p:spPr>
          <a:xfrm>
            <a:off x="119657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9" name="object-159">
            <a:extLst>
              <a:ext uri="{FF2B5EF4-FFF2-40B4-BE49-F238E27FC236}">
                <a16:creationId xmlns:a16="http://schemas.microsoft.com/office/drawing/2014/main" id="{DDE61F3C-A979-4F5F-8253-4CB2541AD73C}"/>
              </a:ext>
            </a:extLst>
          </p:cNvPr>
          <p:cNvSpPr>
            <a:spLocks noGrp="1"/>
          </p:cNvSpPr>
          <p:nvPr/>
        </p:nvSpPr>
        <p:spPr>
          <a:xfrm>
            <a:off x="121245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60" name="object-160">
            <a:extLst>
              <a:ext uri="{FF2B5EF4-FFF2-40B4-BE49-F238E27FC236}">
                <a16:creationId xmlns:a16="http://schemas.microsoft.com/office/drawing/2014/main" id="{7CA6D7B2-386F-43E3-B56E-B136C9C2B236}"/>
              </a:ext>
            </a:extLst>
          </p:cNvPr>
          <p:cNvSpPr>
            <a:spLocks noGrp="1"/>
          </p:cNvSpPr>
          <p:nvPr/>
        </p:nvSpPr>
        <p:spPr>
          <a:xfrm>
            <a:off x="122832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61" name="object-161">
            <a:extLst>
              <a:ext uri="{FF2B5EF4-FFF2-40B4-BE49-F238E27FC236}">
                <a16:creationId xmlns:a16="http://schemas.microsoft.com/office/drawing/2014/main" id="{24BD1CFD-FF5E-4E11-8CC6-2E2C7A1B2EB4}"/>
              </a:ext>
            </a:extLst>
          </p:cNvPr>
          <p:cNvSpPr>
            <a:spLocks noGrp="1"/>
          </p:cNvSpPr>
          <p:nvPr/>
        </p:nvSpPr>
        <p:spPr>
          <a:xfrm>
            <a:off x="124420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62" name="object-162">
            <a:extLst>
              <a:ext uri="{FF2B5EF4-FFF2-40B4-BE49-F238E27FC236}">
                <a16:creationId xmlns:a16="http://schemas.microsoft.com/office/drawing/2014/main" id="{9EB7D48A-F8DD-4EC0-997F-D1C95D3524FE}"/>
              </a:ext>
            </a:extLst>
          </p:cNvPr>
          <p:cNvSpPr>
            <a:spLocks noGrp="1"/>
          </p:cNvSpPr>
          <p:nvPr/>
        </p:nvSpPr>
        <p:spPr>
          <a:xfrm>
            <a:off x="1260078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63" name="object-163">
            <a:extLst>
              <a:ext uri="{FF2B5EF4-FFF2-40B4-BE49-F238E27FC236}">
                <a16:creationId xmlns:a16="http://schemas.microsoft.com/office/drawing/2014/main" id="{F0E1C040-CBE3-4DE7-9CCA-A5C3EF88B908}"/>
              </a:ext>
            </a:extLst>
          </p:cNvPr>
          <p:cNvSpPr>
            <a:spLocks noGrp="1"/>
          </p:cNvSpPr>
          <p:nvPr/>
        </p:nvSpPr>
        <p:spPr>
          <a:xfrm>
            <a:off x="12759531" y="5988844"/>
            <a:ext cx="1587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64" name="object-164">
            <a:extLst>
              <a:ext uri="{FF2B5EF4-FFF2-40B4-BE49-F238E27FC236}">
                <a16:creationId xmlns:a16="http://schemas.microsoft.com/office/drawing/2014/main" id="{3A51A8AA-62D1-4E0A-94F4-2245029A4883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65" name="object-165">
            <a:extLst>
              <a:ext uri="{FF2B5EF4-FFF2-40B4-BE49-F238E27FC236}">
                <a16:creationId xmlns:a16="http://schemas.microsoft.com/office/drawing/2014/main" id="{B093B709-98B2-4C14-AF0F-37087E2B1B7F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66" name="object-166">
            <a:extLst>
              <a:ext uri="{FF2B5EF4-FFF2-40B4-BE49-F238E27FC236}">
                <a16:creationId xmlns:a16="http://schemas.microsoft.com/office/drawing/2014/main" id="{833D16BB-64E9-4258-B417-B9DC1E14B8DC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67" name="object-167">
            <a:extLst>
              <a:ext uri="{FF2B5EF4-FFF2-40B4-BE49-F238E27FC236}">
                <a16:creationId xmlns:a16="http://schemas.microsoft.com/office/drawing/2014/main" id="{D3697E1D-98DA-4EFC-A885-79706A778171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68" name="object-168">
            <a:extLst>
              <a:ext uri="{FF2B5EF4-FFF2-40B4-BE49-F238E27FC236}">
                <a16:creationId xmlns:a16="http://schemas.microsoft.com/office/drawing/2014/main" id="{2B4B6947-4CF1-4A07-A55A-8AEFD3B051D5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69" name="object-169">
            <a:extLst>
              <a:ext uri="{FF2B5EF4-FFF2-40B4-BE49-F238E27FC236}">
                <a16:creationId xmlns:a16="http://schemas.microsoft.com/office/drawing/2014/main" id="{F90E7D8F-53F1-4053-B575-2DBCD2B1C4BA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70" name="object-170">
            <a:extLst>
              <a:ext uri="{FF2B5EF4-FFF2-40B4-BE49-F238E27FC236}">
                <a16:creationId xmlns:a16="http://schemas.microsoft.com/office/drawing/2014/main" id="{4F8FBD36-6C53-41D1-A1EE-F3A64754C73F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69 − 10 = 59; the denominator stays 24.</a:t>
            </a:r>
          </a:p>
        </p:txBody>
      </p:sp>
      <p:sp>
        <p:nvSpPr>
          <p:cNvPr id="171" name="object-171">
            <a:extLst>
              <a:ext uri="{FF2B5EF4-FFF2-40B4-BE49-F238E27FC236}">
                <a16:creationId xmlns:a16="http://schemas.microsoft.com/office/drawing/2014/main" id="{61488F88-1594-4400-B9E7-39002E73489A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2 11/24</a:t>
            </a:r>
          </a:p>
        </p:txBody>
      </p:sp>
    </p:spTree>
    <p:extLst>
      <p:ext uri="{BB962C8B-B14F-4D97-AF65-F5344CB8AC3E}">
        <p14:creationId xmlns:p14="http://schemas.microsoft.com/office/powerpoint/2010/main" val="330500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3" fill="hold">
                      <p:stCondLst>
                        <p:cond delay="indefinite"/>
                      </p:stCondLst>
                      <p:childTnLst>
                        <p:par>
                          <p:cTn id="324" fill="hold">
                            <p:stCondLst>
                              <p:cond delay="0"/>
                            </p:stCondLst>
                            <p:childTnLst>
                              <p:par>
                                <p:cTn id="3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7" fill="hold">
                      <p:stCondLst>
                        <p:cond delay="indefinite"/>
                      </p:stCondLst>
                      <p:childTnLst>
                        <p:par>
                          <p:cTn id="328" fill="hold">
                            <p:stCondLst>
                              <p:cond delay="0"/>
                            </p:stCondLst>
                            <p:childTnLst>
                              <p:par>
                                <p:cTn id="3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16" grpId="0"/>
      <p:bldP spid="17" grpId="0"/>
      <p:bldP spid="19" grpId="0"/>
      <p:bldP spid="170" grpId="0"/>
      <p:bldP spid="17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3E8F3708-4A09-4025-84F1-B69692B1DC2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4A54991-4975-4266-AE20-C887BD4B2BEF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06451C3-82C1-4E73-BA9C-E1A2F2876F0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7/8 − 5/12.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8BA5AF9-F2E6-474F-B2D6-A7AE34AE945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E69F228A-59D9-4A79-800B-E320E8BDD5F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Subtract fractions with different denominators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ED271B3-E66A-408D-BA4F-76B5BD156F2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D3D2A88-AB4A-45AB-A784-6367081CDD54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 7/8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747703F-74B6-4D7E-BD6F-849AEDE07D72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8 + 7 = 31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0738EC9-07E1-4F53-BBC2-01D8213ACF27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84537E1-DFFA-4C11-AC86-5663FA474892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F703E79C-4642-411F-98EB-D095AC82E8FC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4E039036-3DDB-40EC-B3DB-6CCB73471006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5/12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92E7A45-D2B7-4752-A8C1-3C341F3832BA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12 + 5 = 5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F849578E-942A-4DDB-B5E6-298BD2B68542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D901C949-C1ED-41FE-8C73-DEF9E0C8F054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FDE5BF27-4D02-4016-9050-D1FCA45700E0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49458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object-1">
            <a:extLst>
              <a:ext uri="{FF2B5EF4-FFF2-40B4-BE49-F238E27FC236}">
                <a16:creationId xmlns:a16="http://schemas.microsoft.com/office/drawing/2014/main" id="{73E393AE-EB1F-47D2-AD67-B3B9C95F9D9D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1C95A24-9840-43EE-9D4A-5F6E504719C0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E07F738-CCA4-4AC7-B825-9E430D3DEC2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7/8 − 5/12.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C759159-1862-455A-B285-9750F7F6699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DE5FC4A2-806B-44AC-96E3-C21A69D47503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Subtract fractions with different denominators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670B018-44D4-4900-8492-EA596D0A52D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2BE8C3B-B9C0-48AE-9AB8-7EBE5DF57F11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B54EB5F-6E5C-4912-B8A6-D94FFF6BF5FB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2F95657-70CB-41AF-A367-5F64DC305938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F13400B-A480-486B-96A4-8E8ECD8D8E21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−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61516C3-7726-477B-9C7F-8B5C3087B2EB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6E63A9C-672E-44BC-864B-A5BC33B0371F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78E08FC-F09C-4EB3-9106-0D4B4FC98AF8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962D54D0-F4F8-41B3-8838-DEDB7D99EE54}"/>
              </a:ext>
            </a:extLst>
          </p:cNvPr>
          <p:cNvSpPr>
            <a:spLocks noGrp="1"/>
          </p:cNvSpPr>
          <p:nvPr/>
        </p:nvSpPr>
        <p:spPr>
          <a:xfrm>
            <a:off x="767953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3C23F23-FEC3-4023-9FB4-E10F2C329AF2}"/>
              </a:ext>
            </a:extLst>
          </p:cNvPr>
          <p:cNvSpPr>
            <a:spLocks noGrp="1"/>
          </p:cNvSpPr>
          <p:nvPr/>
        </p:nvSpPr>
        <p:spPr>
          <a:xfrm>
            <a:off x="767953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8652B82C-8572-43F9-9CBE-FB363090B6C1}"/>
              </a:ext>
            </a:extLst>
          </p:cNvPr>
          <p:cNvSpPr>
            <a:spLocks noGrp="1"/>
          </p:cNvSpPr>
          <p:nvPr/>
        </p:nvSpPr>
        <p:spPr>
          <a:xfrm>
            <a:off x="767953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560CBA4F-474F-460F-927F-86F4DCEA6850}"/>
              </a:ext>
            </a:extLst>
          </p:cNvPr>
          <p:cNvSpPr>
            <a:spLocks noGrp="1"/>
          </p:cNvSpPr>
          <p:nvPr/>
        </p:nvSpPr>
        <p:spPr>
          <a:xfrm>
            <a:off x="9572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−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0A1E95D7-B1B6-4017-B111-75454AAA210C}"/>
              </a:ext>
            </a:extLst>
          </p:cNvPr>
          <p:cNvSpPr>
            <a:spLocks noGrp="1"/>
          </p:cNvSpPr>
          <p:nvPr/>
        </p:nvSpPr>
        <p:spPr>
          <a:xfrm>
            <a:off x="1107281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9311CA17-BBAC-4102-A5CD-BB4F74A4D481}"/>
              </a:ext>
            </a:extLst>
          </p:cNvPr>
          <p:cNvSpPr>
            <a:spLocks noGrp="1"/>
          </p:cNvSpPr>
          <p:nvPr/>
        </p:nvSpPr>
        <p:spPr>
          <a:xfrm>
            <a:off x="1107281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D52C8D0-E095-4EF8-B04B-B8E1BE7004E6}"/>
              </a:ext>
            </a:extLst>
          </p:cNvPr>
          <p:cNvSpPr>
            <a:spLocks noGrp="1"/>
          </p:cNvSpPr>
          <p:nvPr/>
        </p:nvSpPr>
        <p:spPr>
          <a:xfrm>
            <a:off x="1107281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636CACA-3FFC-4780-AF4C-EF2CB44E95A6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FED233CD-7D4C-4AD5-B659-6CA301E68773}"/>
              </a:ext>
            </a:extLst>
          </p:cNvPr>
          <p:cNvSpPr>
            <a:spLocks noGrp="1"/>
          </p:cNvSpPr>
          <p:nvPr/>
        </p:nvSpPr>
        <p:spPr>
          <a:xfrm>
            <a:off x="160734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2F847FE2-3650-4EA4-8E28-BF4936F3F25C}"/>
              </a:ext>
            </a:extLst>
          </p:cNvPr>
          <p:cNvSpPr>
            <a:spLocks noGrp="1"/>
          </p:cNvSpPr>
          <p:nvPr/>
        </p:nvSpPr>
        <p:spPr>
          <a:xfrm>
            <a:off x="172640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66532F4F-0C69-4098-9A7D-F06B335935D5}"/>
              </a:ext>
            </a:extLst>
          </p:cNvPr>
          <p:cNvSpPr>
            <a:spLocks noGrp="1"/>
          </p:cNvSpPr>
          <p:nvPr/>
        </p:nvSpPr>
        <p:spPr>
          <a:xfrm>
            <a:off x="184546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41AE18C1-E622-49D4-A110-2DC8ABCC2BFC}"/>
              </a:ext>
            </a:extLst>
          </p:cNvPr>
          <p:cNvSpPr>
            <a:spLocks noGrp="1"/>
          </p:cNvSpPr>
          <p:nvPr/>
        </p:nvSpPr>
        <p:spPr>
          <a:xfrm>
            <a:off x="196453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D0B67591-3FFF-4BA2-A619-108971768A10}"/>
              </a:ext>
            </a:extLst>
          </p:cNvPr>
          <p:cNvSpPr>
            <a:spLocks noGrp="1"/>
          </p:cNvSpPr>
          <p:nvPr/>
        </p:nvSpPr>
        <p:spPr>
          <a:xfrm>
            <a:off x="208359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BD47DE44-53EC-4095-9D1A-042F7F7F4179}"/>
              </a:ext>
            </a:extLst>
          </p:cNvPr>
          <p:cNvSpPr>
            <a:spLocks noGrp="1"/>
          </p:cNvSpPr>
          <p:nvPr/>
        </p:nvSpPr>
        <p:spPr>
          <a:xfrm>
            <a:off x="220265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CE447086-2424-4120-A0DC-E1E61D84EAF0}"/>
              </a:ext>
            </a:extLst>
          </p:cNvPr>
          <p:cNvSpPr>
            <a:spLocks noGrp="1"/>
          </p:cNvSpPr>
          <p:nvPr/>
        </p:nvSpPr>
        <p:spPr>
          <a:xfrm>
            <a:off x="232171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C7A33B91-8A58-42A5-98A2-CFA3C1FF8E86}"/>
              </a:ext>
            </a:extLst>
          </p:cNvPr>
          <p:cNvSpPr>
            <a:spLocks noGrp="1"/>
          </p:cNvSpPr>
          <p:nvPr/>
        </p:nvSpPr>
        <p:spPr>
          <a:xfrm>
            <a:off x="244078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43A6527C-0A3F-49B8-A48C-2E7649DB86FC}"/>
              </a:ext>
            </a:extLst>
          </p:cNvPr>
          <p:cNvSpPr>
            <a:spLocks noGrp="1"/>
          </p:cNvSpPr>
          <p:nvPr/>
        </p:nvSpPr>
        <p:spPr>
          <a:xfrm>
            <a:off x="255984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A6B3D456-4607-4306-A8A2-CF2487CE4922}"/>
              </a:ext>
            </a:extLst>
          </p:cNvPr>
          <p:cNvSpPr>
            <a:spLocks noGrp="1"/>
          </p:cNvSpPr>
          <p:nvPr/>
        </p:nvSpPr>
        <p:spPr>
          <a:xfrm>
            <a:off x="267890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C5026F91-D41F-4C72-A049-23A058CD812E}"/>
              </a:ext>
            </a:extLst>
          </p:cNvPr>
          <p:cNvSpPr>
            <a:spLocks noGrp="1"/>
          </p:cNvSpPr>
          <p:nvPr/>
        </p:nvSpPr>
        <p:spPr>
          <a:xfrm>
            <a:off x="279796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E5E726DF-A1D9-4F05-A4A6-076E1146976F}"/>
              </a:ext>
            </a:extLst>
          </p:cNvPr>
          <p:cNvSpPr>
            <a:spLocks noGrp="1"/>
          </p:cNvSpPr>
          <p:nvPr/>
        </p:nvSpPr>
        <p:spPr>
          <a:xfrm>
            <a:off x="291703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6DC2F6B4-589E-4FC6-A403-49C19D42CFAA}"/>
              </a:ext>
            </a:extLst>
          </p:cNvPr>
          <p:cNvSpPr>
            <a:spLocks noGrp="1"/>
          </p:cNvSpPr>
          <p:nvPr/>
        </p:nvSpPr>
        <p:spPr>
          <a:xfrm>
            <a:off x="303609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1D50116D-A399-43DA-9AF2-7A456728F35D}"/>
              </a:ext>
            </a:extLst>
          </p:cNvPr>
          <p:cNvSpPr>
            <a:spLocks noGrp="1"/>
          </p:cNvSpPr>
          <p:nvPr/>
        </p:nvSpPr>
        <p:spPr>
          <a:xfrm>
            <a:off x="315515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1D944A33-524A-4878-B7D9-5171640C3900}"/>
              </a:ext>
            </a:extLst>
          </p:cNvPr>
          <p:cNvSpPr>
            <a:spLocks noGrp="1"/>
          </p:cNvSpPr>
          <p:nvPr/>
        </p:nvSpPr>
        <p:spPr>
          <a:xfrm>
            <a:off x="327421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7CAC5318-3657-4096-8576-24560CCA25D1}"/>
              </a:ext>
            </a:extLst>
          </p:cNvPr>
          <p:cNvSpPr>
            <a:spLocks noGrp="1"/>
          </p:cNvSpPr>
          <p:nvPr/>
        </p:nvSpPr>
        <p:spPr>
          <a:xfrm>
            <a:off x="339328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0AC134A4-A2AD-439C-9312-C857544F6A50}"/>
              </a:ext>
            </a:extLst>
          </p:cNvPr>
          <p:cNvSpPr>
            <a:spLocks noGrp="1"/>
          </p:cNvSpPr>
          <p:nvPr/>
        </p:nvSpPr>
        <p:spPr>
          <a:xfrm>
            <a:off x="351234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D1855B82-9BC8-4501-A777-8C29E9430434}"/>
              </a:ext>
            </a:extLst>
          </p:cNvPr>
          <p:cNvSpPr>
            <a:spLocks noGrp="1"/>
          </p:cNvSpPr>
          <p:nvPr/>
        </p:nvSpPr>
        <p:spPr>
          <a:xfrm>
            <a:off x="363140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9774E7BD-1DCE-45C1-84EC-0CBCA2D380A6}"/>
              </a:ext>
            </a:extLst>
          </p:cNvPr>
          <p:cNvSpPr>
            <a:spLocks noGrp="1"/>
          </p:cNvSpPr>
          <p:nvPr/>
        </p:nvSpPr>
        <p:spPr>
          <a:xfrm>
            <a:off x="375046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C2AB90F6-E03B-4E30-886E-FBF913202EF0}"/>
              </a:ext>
            </a:extLst>
          </p:cNvPr>
          <p:cNvSpPr>
            <a:spLocks noGrp="1"/>
          </p:cNvSpPr>
          <p:nvPr/>
        </p:nvSpPr>
        <p:spPr>
          <a:xfrm>
            <a:off x="386953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F51C0340-E6F0-485E-8EAB-87C745C1D350}"/>
              </a:ext>
            </a:extLst>
          </p:cNvPr>
          <p:cNvSpPr>
            <a:spLocks noGrp="1"/>
          </p:cNvSpPr>
          <p:nvPr/>
        </p:nvSpPr>
        <p:spPr>
          <a:xfrm>
            <a:off x="398859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F52F63D6-15FC-4BE1-9C1F-C5A87F9E9F2D}"/>
              </a:ext>
            </a:extLst>
          </p:cNvPr>
          <p:cNvSpPr>
            <a:spLocks noGrp="1"/>
          </p:cNvSpPr>
          <p:nvPr/>
        </p:nvSpPr>
        <p:spPr>
          <a:xfrm>
            <a:off x="410765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AE5FD57D-E612-4BFD-950B-D68A0F0837B6}"/>
              </a:ext>
            </a:extLst>
          </p:cNvPr>
          <p:cNvSpPr>
            <a:spLocks noGrp="1"/>
          </p:cNvSpPr>
          <p:nvPr/>
        </p:nvSpPr>
        <p:spPr>
          <a:xfrm>
            <a:off x="422671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E63167A4-98E2-40EE-AD11-A544253983A8}"/>
              </a:ext>
            </a:extLst>
          </p:cNvPr>
          <p:cNvSpPr>
            <a:spLocks noGrp="1"/>
          </p:cNvSpPr>
          <p:nvPr/>
        </p:nvSpPr>
        <p:spPr>
          <a:xfrm>
            <a:off x="434578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1C6BE29D-616F-47B3-8753-82E08D796202}"/>
              </a:ext>
            </a:extLst>
          </p:cNvPr>
          <p:cNvSpPr>
            <a:spLocks noGrp="1"/>
          </p:cNvSpPr>
          <p:nvPr/>
        </p:nvSpPr>
        <p:spPr>
          <a:xfrm>
            <a:off x="446484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C09CF30A-2873-4B44-98EC-7844DD741F83}"/>
              </a:ext>
            </a:extLst>
          </p:cNvPr>
          <p:cNvSpPr>
            <a:spLocks noGrp="1"/>
          </p:cNvSpPr>
          <p:nvPr/>
        </p:nvSpPr>
        <p:spPr>
          <a:xfrm>
            <a:off x="458390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16031F5C-073C-4B87-A964-D813387CE295}"/>
              </a:ext>
            </a:extLst>
          </p:cNvPr>
          <p:cNvSpPr>
            <a:spLocks noGrp="1"/>
          </p:cNvSpPr>
          <p:nvPr/>
        </p:nvSpPr>
        <p:spPr>
          <a:xfrm>
            <a:off x="470296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254897DB-1257-4BDD-B6DA-2EC6DF3C868C}"/>
              </a:ext>
            </a:extLst>
          </p:cNvPr>
          <p:cNvSpPr>
            <a:spLocks noGrp="1"/>
          </p:cNvSpPr>
          <p:nvPr/>
        </p:nvSpPr>
        <p:spPr>
          <a:xfrm>
            <a:off x="482203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2B76B2A9-70AA-46DF-B738-70E88141E5A7}"/>
              </a:ext>
            </a:extLst>
          </p:cNvPr>
          <p:cNvSpPr>
            <a:spLocks noGrp="1"/>
          </p:cNvSpPr>
          <p:nvPr/>
        </p:nvSpPr>
        <p:spPr>
          <a:xfrm>
            <a:off x="494109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E70EEC53-9631-4165-AD6A-274317BBAE41}"/>
              </a:ext>
            </a:extLst>
          </p:cNvPr>
          <p:cNvSpPr>
            <a:spLocks noGrp="1"/>
          </p:cNvSpPr>
          <p:nvPr/>
        </p:nvSpPr>
        <p:spPr>
          <a:xfrm>
            <a:off x="506015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DD0A6BCF-007C-4F79-AC60-4CCDDC57D5B8}"/>
              </a:ext>
            </a:extLst>
          </p:cNvPr>
          <p:cNvSpPr>
            <a:spLocks noGrp="1"/>
          </p:cNvSpPr>
          <p:nvPr/>
        </p:nvSpPr>
        <p:spPr>
          <a:xfrm>
            <a:off x="517921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BF789308-0A9C-43D2-B9DB-0D85DB090ED0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04FFB2CD-01DB-49A5-85D9-277DC124E216}"/>
              </a:ext>
            </a:extLst>
          </p:cNvPr>
          <p:cNvSpPr>
            <a:spLocks noGrp="1"/>
          </p:cNvSpPr>
          <p:nvPr/>
        </p:nvSpPr>
        <p:spPr>
          <a:xfrm>
            <a:off x="541734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3C3050C5-603E-4598-8552-C2F1AB1F7141}"/>
              </a:ext>
            </a:extLst>
          </p:cNvPr>
          <p:cNvSpPr>
            <a:spLocks noGrp="1"/>
          </p:cNvSpPr>
          <p:nvPr/>
        </p:nvSpPr>
        <p:spPr>
          <a:xfrm>
            <a:off x="553640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E692DCA0-5ACC-4342-A669-DCF92565E94A}"/>
              </a:ext>
            </a:extLst>
          </p:cNvPr>
          <p:cNvSpPr>
            <a:spLocks noGrp="1"/>
          </p:cNvSpPr>
          <p:nvPr/>
        </p:nvSpPr>
        <p:spPr>
          <a:xfrm>
            <a:off x="565546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8C3BCBA3-AA2A-437E-9BC2-FE52F6A1CBD4}"/>
              </a:ext>
            </a:extLst>
          </p:cNvPr>
          <p:cNvSpPr>
            <a:spLocks noGrp="1"/>
          </p:cNvSpPr>
          <p:nvPr/>
        </p:nvSpPr>
        <p:spPr>
          <a:xfrm>
            <a:off x="577453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A0ECE0CD-9ADA-4828-A9F8-9432AF9C5E3C}"/>
              </a:ext>
            </a:extLst>
          </p:cNvPr>
          <p:cNvSpPr>
            <a:spLocks noGrp="1"/>
          </p:cNvSpPr>
          <p:nvPr/>
        </p:nvSpPr>
        <p:spPr>
          <a:xfrm>
            <a:off x="589359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72F433F0-7483-433A-826D-23AFDB231632}"/>
              </a:ext>
            </a:extLst>
          </p:cNvPr>
          <p:cNvSpPr>
            <a:spLocks noGrp="1"/>
          </p:cNvSpPr>
          <p:nvPr/>
        </p:nvSpPr>
        <p:spPr>
          <a:xfrm>
            <a:off x="601265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4C37E160-0469-458C-B441-62C4538B2CF7}"/>
              </a:ext>
            </a:extLst>
          </p:cNvPr>
          <p:cNvSpPr>
            <a:spLocks noGrp="1"/>
          </p:cNvSpPr>
          <p:nvPr/>
        </p:nvSpPr>
        <p:spPr>
          <a:xfrm>
            <a:off x="613171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6244D412-914E-4A65-83AA-00FAD78811EA}"/>
              </a:ext>
            </a:extLst>
          </p:cNvPr>
          <p:cNvSpPr>
            <a:spLocks noGrp="1"/>
          </p:cNvSpPr>
          <p:nvPr/>
        </p:nvSpPr>
        <p:spPr>
          <a:xfrm>
            <a:off x="625078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6401604C-1370-4267-8D3C-B40C715B3897}"/>
              </a:ext>
            </a:extLst>
          </p:cNvPr>
          <p:cNvSpPr>
            <a:spLocks noGrp="1"/>
          </p:cNvSpPr>
          <p:nvPr/>
        </p:nvSpPr>
        <p:spPr>
          <a:xfrm>
            <a:off x="636984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DC99522B-913E-4C29-8B59-2B15EB6A6FC7}"/>
              </a:ext>
            </a:extLst>
          </p:cNvPr>
          <p:cNvSpPr>
            <a:spLocks noGrp="1"/>
          </p:cNvSpPr>
          <p:nvPr/>
        </p:nvSpPr>
        <p:spPr>
          <a:xfrm>
            <a:off x="648890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83E7D854-5726-4016-BE4D-8916F186B598}"/>
              </a:ext>
            </a:extLst>
          </p:cNvPr>
          <p:cNvSpPr>
            <a:spLocks noGrp="1"/>
          </p:cNvSpPr>
          <p:nvPr/>
        </p:nvSpPr>
        <p:spPr>
          <a:xfrm>
            <a:off x="660796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FA93CD0B-3FD6-407C-99EC-65AF14860448}"/>
              </a:ext>
            </a:extLst>
          </p:cNvPr>
          <p:cNvSpPr>
            <a:spLocks noGrp="1"/>
          </p:cNvSpPr>
          <p:nvPr/>
        </p:nvSpPr>
        <p:spPr>
          <a:xfrm>
            <a:off x="672703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28F9C8DA-86F9-467E-9068-3812EAA7F3FE}"/>
              </a:ext>
            </a:extLst>
          </p:cNvPr>
          <p:cNvSpPr>
            <a:spLocks noGrp="1"/>
          </p:cNvSpPr>
          <p:nvPr/>
        </p:nvSpPr>
        <p:spPr>
          <a:xfrm>
            <a:off x="684609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71E53442-79F3-4C24-AAF4-87A04E05FA37}"/>
              </a:ext>
            </a:extLst>
          </p:cNvPr>
          <p:cNvSpPr>
            <a:spLocks noGrp="1"/>
          </p:cNvSpPr>
          <p:nvPr/>
        </p:nvSpPr>
        <p:spPr>
          <a:xfrm>
            <a:off x="696515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7EC0CA0D-F80D-42F3-BF77-49B5C917C2E5}"/>
              </a:ext>
            </a:extLst>
          </p:cNvPr>
          <p:cNvSpPr>
            <a:spLocks noGrp="1"/>
          </p:cNvSpPr>
          <p:nvPr/>
        </p:nvSpPr>
        <p:spPr>
          <a:xfrm>
            <a:off x="708421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655AD89B-B064-46B0-934B-CF0AF5304393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55F11122-93A4-49C4-ABE6-CA56CDE5C8FE}"/>
              </a:ext>
            </a:extLst>
          </p:cNvPr>
          <p:cNvSpPr>
            <a:spLocks noGrp="1"/>
          </p:cNvSpPr>
          <p:nvPr/>
        </p:nvSpPr>
        <p:spPr>
          <a:xfrm>
            <a:off x="732234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B9A052E2-7D6D-44A4-8BF8-05D44BD2BD30}"/>
              </a:ext>
            </a:extLst>
          </p:cNvPr>
          <p:cNvSpPr>
            <a:spLocks noGrp="1"/>
          </p:cNvSpPr>
          <p:nvPr/>
        </p:nvSpPr>
        <p:spPr>
          <a:xfrm>
            <a:off x="744140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5E81FC1D-C93E-4E6A-ADE6-B7BB8428985B}"/>
              </a:ext>
            </a:extLst>
          </p:cNvPr>
          <p:cNvSpPr>
            <a:spLocks noGrp="1"/>
          </p:cNvSpPr>
          <p:nvPr/>
        </p:nvSpPr>
        <p:spPr>
          <a:xfrm>
            <a:off x="756046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052A6299-16AF-4C77-ACC0-3EEDC153FBE4}"/>
              </a:ext>
            </a:extLst>
          </p:cNvPr>
          <p:cNvSpPr>
            <a:spLocks noGrp="1"/>
          </p:cNvSpPr>
          <p:nvPr/>
        </p:nvSpPr>
        <p:spPr>
          <a:xfrm>
            <a:off x="767953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2FA83076-2ECD-4093-898F-095FD5610A4F}"/>
              </a:ext>
            </a:extLst>
          </p:cNvPr>
          <p:cNvSpPr>
            <a:spLocks noGrp="1"/>
          </p:cNvSpPr>
          <p:nvPr/>
        </p:nvSpPr>
        <p:spPr>
          <a:xfrm>
            <a:off x="779859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ABC3B689-1FA7-4517-9AE3-1BD8DDBD7C2E}"/>
              </a:ext>
            </a:extLst>
          </p:cNvPr>
          <p:cNvSpPr>
            <a:spLocks noGrp="1"/>
          </p:cNvSpPr>
          <p:nvPr/>
        </p:nvSpPr>
        <p:spPr>
          <a:xfrm>
            <a:off x="791765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747BCA15-C596-4F8C-8382-69B2297C761C}"/>
              </a:ext>
            </a:extLst>
          </p:cNvPr>
          <p:cNvSpPr>
            <a:spLocks noGrp="1"/>
          </p:cNvSpPr>
          <p:nvPr/>
        </p:nvSpPr>
        <p:spPr>
          <a:xfrm>
            <a:off x="803671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24E567CB-BAA5-4886-82E2-CB7A2525B63D}"/>
              </a:ext>
            </a:extLst>
          </p:cNvPr>
          <p:cNvSpPr>
            <a:spLocks noGrp="1"/>
          </p:cNvSpPr>
          <p:nvPr/>
        </p:nvSpPr>
        <p:spPr>
          <a:xfrm>
            <a:off x="815578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DD98F10C-877D-4E21-968A-D147DCC71BE8}"/>
              </a:ext>
            </a:extLst>
          </p:cNvPr>
          <p:cNvSpPr>
            <a:spLocks noGrp="1"/>
          </p:cNvSpPr>
          <p:nvPr/>
        </p:nvSpPr>
        <p:spPr>
          <a:xfrm>
            <a:off x="827484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C820066D-4BFF-48F5-BBD4-9218689EF6D1}"/>
              </a:ext>
            </a:extLst>
          </p:cNvPr>
          <p:cNvSpPr>
            <a:spLocks noGrp="1"/>
          </p:cNvSpPr>
          <p:nvPr/>
        </p:nvSpPr>
        <p:spPr>
          <a:xfrm>
            <a:off x="839390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0FE3E278-521B-4CB5-A77E-C0727439033E}"/>
              </a:ext>
            </a:extLst>
          </p:cNvPr>
          <p:cNvSpPr>
            <a:spLocks noGrp="1"/>
          </p:cNvSpPr>
          <p:nvPr/>
        </p:nvSpPr>
        <p:spPr>
          <a:xfrm>
            <a:off x="851296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E975E46E-AECB-4D7A-BAD0-B122A5AB71BE}"/>
              </a:ext>
            </a:extLst>
          </p:cNvPr>
          <p:cNvSpPr>
            <a:spLocks noGrp="1"/>
          </p:cNvSpPr>
          <p:nvPr/>
        </p:nvSpPr>
        <p:spPr>
          <a:xfrm>
            <a:off x="863203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F9242595-668D-4053-8DF3-E03DFB29A60A}"/>
              </a:ext>
            </a:extLst>
          </p:cNvPr>
          <p:cNvSpPr>
            <a:spLocks noGrp="1"/>
          </p:cNvSpPr>
          <p:nvPr/>
        </p:nvSpPr>
        <p:spPr>
          <a:xfrm>
            <a:off x="875109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6FB7A75C-4DDE-4523-8048-FD87871D601C}"/>
              </a:ext>
            </a:extLst>
          </p:cNvPr>
          <p:cNvSpPr>
            <a:spLocks noGrp="1"/>
          </p:cNvSpPr>
          <p:nvPr/>
        </p:nvSpPr>
        <p:spPr>
          <a:xfrm>
            <a:off x="887015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1138C472-8555-4D51-8EF9-7E113BC0B16E}"/>
              </a:ext>
            </a:extLst>
          </p:cNvPr>
          <p:cNvSpPr>
            <a:spLocks noGrp="1"/>
          </p:cNvSpPr>
          <p:nvPr/>
        </p:nvSpPr>
        <p:spPr>
          <a:xfrm>
            <a:off x="898921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E2A87656-C11E-4F00-8E46-DF97D5E56A04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5D9C7B2C-632B-4751-9926-B1A876893E2D}"/>
              </a:ext>
            </a:extLst>
          </p:cNvPr>
          <p:cNvSpPr>
            <a:spLocks noGrp="1"/>
          </p:cNvSpPr>
          <p:nvPr/>
        </p:nvSpPr>
        <p:spPr>
          <a:xfrm>
            <a:off x="922734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33ED3F86-C4D3-4AF9-A8E5-AA72566EABE4}"/>
              </a:ext>
            </a:extLst>
          </p:cNvPr>
          <p:cNvSpPr>
            <a:spLocks noGrp="1"/>
          </p:cNvSpPr>
          <p:nvPr/>
        </p:nvSpPr>
        <p:spPr>
          <a:xfrm>
            <a:off x="934640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04BA5E92-8E31-44B1-B50D-1056ED703676}"/>
              </a:ext>
            </a:extLst>
          </p:cNvPr>
          <p:cNvSpPr>
            <a:spLocks noGrp="1"/>
          </p:cNvSpPr>
          <p:nvPr/>
        </p:nvSpPr>
        <p:spPr>
          <a:xfrm>
            <a:off x="946546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0978A585-AA88-4120-91EB-B086F42CB702}"/>
              </a:ext>
            </a:extLst>
          </p:cNvPr>
          <p:cNvSpPr>
            <a:spLocks noGrp="1"/>
          </p:cNvSpPr>
          <p:nvPr/>
        </p:nvSpPr>
        <p:spPr>
          <a:xfrm>
            <a:off x="958453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FDEE3092-2769-41BB-847E-7F2C83810225}"/>
              </a:ext>
            </a:extLst>
          </p:cNvPr>
          <p:cNvSpPr>
            <a:spLocks noGrp="1"/>
          </p:cNvSpPr>
          <p:nvPr/>
        </p:nvSpPr>
        <p:spPr>
          <a:xfrm>
            <a:off x="970359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A8DEAA6D-DF82-418E-B2F5-FA63873EB4AD}"/>
              </a:ext>
            </a:extLst>
          </p:cNvPr>
          <p:cNvSpPr>
            <a:spLocks noGrp="1"/>
          </p:cNvSpPr>
          <p:nvPr/>
        </p:nvSpPr>
        <p:spPr>
          <a:xfrm>
            <a:off x="982265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CEFCFA5F-969A-4E0A-8278-FC7DA1D3BFB1}"/>
              </a:ext>
            </a:extLst>
          </p:cNvPr>
          <p:cNvSpPr>
            <a:spLocks noGrp="1"/>
          </p:cNvSpPr>
          <p:nvPr/>
        </p:nvSpPr>
        <p:spPr>
          <a:xfrm>
            <a:off x="994171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3B868306-FA21-4E6C-8316-6AFE5B4C0CF0}"/>
              </a:ext>
            </a:extLst>
          </p:cNvPr>
          <p:cNvSpPr>
            <a:spLocks noGrp="1"/>
          </p:cNvSpPr>
          <p:nvPr/>
        </p:nvSpPr>
        <p:spPr>
          <a:xfrm>
            <a:off x="1006078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58189500-6BBD-4857-980C-861E481C2888}"/>
              </a:ext>
            </a:extLst>
          </p:cNvPr>
          <p:cNvSpPr>
            <a:spLocks noGrp="1"/>
          </p:cNvSpPr>
          <p:nvPr/>
        </p:nvSpPr>
        <p:spPr>
          <a:xfrm>
            <a:off x="1017984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F1F42ACE-4C7A-4A79-877D-C67A9F88871C}"/>
              </a:ext>
            </a:extLst>
          </p:cNvPr>
          <p:cNvSpPr>
            <a:spLocks noGrp="1"/>
          </p:cNvSpPr>
          <p:nvPr/>
        </p:nvSpPr>
        <p:spPr>
          <a:xfrm>
            <a:off x="1029890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376864D5-748A-4186-8385-186F089FB6EB}"/>
              </a:ext>
            </a:extLst>
          </p:cNvPr>
          <p:cNvSpPr>
            <a:spLocks noGrp="1"/>
          </p:cNvSpPr>
          <p:nvPr/>
        </p:nvSpPr>
        <p:spPr>
          <a:xfrm>
            <a:off x="1041796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3A7EBC45-D3EF-44CA-BD4A-0D8F9AFEEBAE}"/>
              </a:ext>
            </a:extLst>
          </p:cNvPr>
          <p:cNvSpPr>
            <a:spLocks noGrp="1"/>
          </p:cNvSpPr>
          <p:nvPr/>
        </p:nvSpPr>
        <p:spPr>
          <a:xfrm>
            <a:off x="1053703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49962D99-88D5-40A2-B893-5F749F8A0EE4}"/>
              </a:ext>
            </a:extLst>
          </p:cNvPr>
          <p:cNvSpPr>
            <a:spLocks noGrp="1"/>
          </p:cNvSpPr>
          <p:nvPr/>
        </p:nvSpPr>
        <p:spPr>
          <a:xfrm>
            <a:off x="1065609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5156E3A0-7246-46DE-BCA4-0DF586D2A7B4}"/>
              </a:ext>
            </a:extLst>
          </p:cNvPr>
          <p:cNvSpPr>
            <a:spLocks noGrp="1"/>
          </p:cNvSpPr>
          <p:nvPr/>
        </p:nvSpPr>
        <p:spPr>
          <a:xfrm>
            <a:off x="1077515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1849B69F-09D5-4548-B010-6D60AEA2C444}"/>
              </a:ext>
            </a:extLst>
          </p:cNvPr>
          <p:cNvSpPr>
            <a:spLocks noGrp="1"/>
          </p:cNvSpPr>
          <p:nvPr/>
        </p:nvSpPr>
        <p:spPr>
          <a:xfrm>
            <a:off x="1089421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D37C7C3E-42B8-4751-AAB1-CC0EDA858891}"/>
              </a:ext>
            </a:extLst>
          </p:cNvPr>
          <p:cNvSpPr>
            <a:spLocks noGrp="1"/>
          </p:cNvSpPr>
          <p:nvPr/>
        </p:nvSpPr>
        <p:spPr>
          <a:xfrm>
            <a:off x="1101328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91DF00B6-C01F-45BB-BD17-5A3B742C54B7}"/>
              </a:ext>
            </a:extLst>
          </p:cNvPr>
          <p:cNvSpPr>
            <a:spLocks noGrp="1"/>
          </p:cNvSpPr>
          <p:nvPr/>
        </p:nvSpPr>
        <p:spPr>
          <a:xfrm>
            <a:off x="1113234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4D3C1873-F3DA-4148-92AA-3404253F58FB}"/>
              </a:ext>
            </a:extLst>
          </p:cNvPr>
          <p:cNvSpPr>
            <a:spLocks noGrp="1"/>
          </p:cNvSpPr>
          <p:nvPr/>
        </p:nvSpPr>
        <p:spPr>
          <a:xfrm>
            <a:off x="1125140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77942EC0-11DF-4D6C-AC14-90A898926E0A}"/>
              </a:ext>
            </a:extLst>
          </p:cNvPr>
          <p:cNvSpPr>
            <a:spLocks noGrp="1"/>
          </p:cNvSpPr>
          <p:nvPr/>
        </p:nvSpPr>
        <p:spPr>
          <a:xfrm>
            <a:off x="1137046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558418A6-5FE1-4C76-832A-E41802FD03D0}"/>
              </a:ext>
            </a:extLst>
          </p:cNvPr>
          <p:cNvSpPr>
            <a:spLocks noGrp="1"/>
          </p:cNvSpPr>
          <p:nvPr/>
        </p:nvSpPr>
        <p:spPr>
          <a:xfrm>
            <a:off x="1148953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82CE4B05-EF19-4F30-B0C0-6D5570BAF793}"/>
              </a:ext>
            </a:extLst>
          </p:cNvPr>
          <p:cNvSpPr>
            <a:spLocks noGrp="1"/>
          </p:cNvSpPr>
          <p:nvPr/>
        </p:nvSpPr>
        <p:spPr>
          <a:xfrm>
            <a:off x="1160859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AE766BC0-502B-4AB7-BDA0-54155FB6CA2F}"/>
              </a:ext>
            </a:extLst>
          </p:cNvPr>
          <p:cNvSpPr>
            <a:spLocks noGrp="1"/>
          </p:cNvSpPr>
          <p:nvPr/>
        </p:nvSpPr>
        <p:spPr>
          <a:xfrm>
            <a:off x="1172765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16931491-CF11-40B0-AEB3-AFD37A84642C}"/>
              </a:ext>
            </a:extLst>
          </p:cNvPr>
          <p:cNvSpPr>
            <a:spLocks noGrp="1"/>
          </p:cNvSpPr>
          <p:nvPr/>
        </p:nvSpPr>
        <p:spPr>
          <a:xfrm>
            <a:off x="1184671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14DD4282-1474-4A11-9C07-C81E017F5900}"/>
              </a:ext>
            </a:extLst>
          </p:cNvPr>
          <p:cNvSpPr>
            <a:spLocks noGrp="1"/>
          </p:cNvSpPr>
          <p:nvPr/>
        </p:nvSpPr>
        <p:spPr>
          <a:xfrm>
            <a:off x="1196578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8B988C92-4552-4B58-A672-E6624EE2CD48}"/>
              </a:ext>
            </a:extLst>
          </p:cNvPr>
          <p:cNvSpPr>
            <a:spLocks noGrp="1"/>
          </p:cNvSpPr>
          <p:nvPr/>
        </p:nvSpPr>
        <p:spPr>
          <a:xfrm>
            <a:off x="12084844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FBC0B541-B715-4E33-ACB3-930E9FA3F3C1}"/>
              </a:ext>
            </a:extLst>
          </p:cNvPr>
          <p:cNvSpPr>
            <a:spLocks noGrp="1"/>
          </p:cNvSpPr>
          <p:nvPr/>
        </p:nvSpPr>
        <p:spPr>
          <a:xfrm>
            <a:off x="12203906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79A321A2-B979-4070-BA96-1F1C34AEEEE3}"/>
              </a:ext>
            </a:extLst>
          </p:cNvPr>
          <p:cNvSpPr>
            <a:spLocks noGrp="1"/>
          </p:cNvSpPr>
          <p:nvPr/>
        </p:nvSpPr>
        <p:spPr>
          <a:xfrm>
            <a:off x="12322969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3" name="object-113">
            <a:extLst>
              <a:ext uri="{FF2B5EF4-FFF2-40B4-BE49-F238E27FC236}">
                <a16:creationId xmlns:a16="http://schemas.microsoft.com/office/drawing/2014/main" id="{804A8812-21E4-402F-A73D-7D5679B1410A}"/>
              </a:ext>
            </a:extLst>
          </p:cNvPr>
          <p:cNvSpPr>
            <a:spLocks noGrp="1"/>
          </p:cNvSpPr>
          <p:nvPr/>
        </p:nvSpPr>
        <p:spPr>
          <a:xfrm>
            <a:off x="12442031" y="5310188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4" name="object-114">
            <a:extLst>
              <a:ext uri="{FF2B5EF4-FFF2-40B4-BE49-F238E27FC236}">
                <a16:creationId xmlns:a16="http://schemas.microsoft.com/office/drawing/2014/main" id="{D6AF3C5C-2559-40BE-9374-7A5BA64F84D3}"/>
              </a:ext>
            </a:extLst>
          </p:cNvPr>
          <p:cNvSpPr>
            <a:spLocks noGrp="1"/>
          </p:cNvSpPr>
          <p:nvPr/>
        </p:nvSpPr>
        <p:spPr>
          <a:xfrm>
            <a:off x="12561094" y="5310188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5" name="object-115">
            <a:extLst>
              <a:ext uri="{FF2B5EF4-FFF2-40B4-BE49-F238E27FC236}">
                <a16:creationId xmlns:a16="http://schemas.microsoft.com/office/drawing/2014/main" id="{3B18F044-CADE-4860-9A4A-68D8A3F71ABE}"/>
              </a:ext>
            </a:extLst>
          </p:cNvPr>
          <p:cNvSpPr>
            <a:spLocks noGrp="1"/>
          </p:cNvSpPr>
          <p:nvPr/>
        </p:nvSpPr>
        <p:spPr>
          <a:xfrm>
            <a:off x="12680156" y="5310188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6" name="object-116">
            <a:extLst>
              <a:ext uri="{FF2B5EF4-FFF2-40B4-BE49-F238E27FC236}">
                <a16:creationId xmlns:a16="http://schemas.microsoft.com/office/drawing/2014/main" id="{977C978F-D34E-4D7D-99EB-E7A824DB4696}"/>
              </a:ext>
            </a:extLst>
          </p:cNvPr>
          <p:cNvSpPr>
            <a:spLocks noGrp="1"/>
          </p:cNvSpPr>
          <p:nvPr/>
        </p:nvSpPr>
        <p:spPr>
          <a:xfrm>
            <a:off x="12799219" y="5310188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7" name="object-117">
            <a:extLst>
              <a:ext uri="{FF2B5EF4-FFF2-40B4-BE49-F238E27FC236}">
                <a16:creationId xmlns:a16="http://schemas.microsoft.com/office/drawing/2014/main" id="{F77E9AE6-2352-4B77-8AC3-3793107DD68E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8" name="object-118">
            <a:extLst>
              <a:ext uri="{FF2B5EF4-FFF2-40B4-BE49-F238E27FC236}">
                <a16:creationId xmlns:a16="http://schemas.microsoft.com/office/drawing/2014/main" id="{76CBBCFB-6A80-44AF-8F60-224AD98FE28A}"/>
              </a:ext>
            </a:extLst>
          </p:cNvPr>
          <p:cNvSpPr>
            <a:spLocks noGrp="1"/>
          </p:cNvSpPr>
          <p:nvPr/>
        </p:nvSpPr>
        <p:spPr>
          <a:xfrm>
            <a:off x="1607344" y="5988844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19" name="object-119">
            <a:extLst>
              <a:ext uri="{FF2B5EF4-FFF2-40B4-BE49-F238E27FC236}">
                <a16:creationId xmlns:a16="http://schemas.microsoft.com/office/drawing/2014/main" id="{190A0189-A092-4233-A31A-89F140EA7D91}"/>
              </a:ext>
            </a:extLst>
          </p:cNvPr>
          <p:cNvSpPr>
            <a:spLocks noGrp="1"/>
          </p:cNvSpPr>
          <p:nvPr/>
        </p:nvSpPr>
        <p:spPr>
          <a:xfrm>
            <a:off x="1726406" y="5988844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0" name="object-120">
            <a:extLst>
              <a:ext uri="{FF2B5EF4-FFF2-40B4-BE49-F238E27FC236}">
                <a16:creationId xmlns:a16="http://schemas.microsoft.com/office/drawing/2014/main" id="{6089EE6A-CB28-4FBA-83F2-AA17A086CA45}"/>
              </a:ext>
            </a:extLst>
          </p:cNvPr>
          <p:cNvSpPr>
            <a:spLocks noGrp="1"/>
          </p:cNvSpPr>
          <p:nvPr/>
        </p:nvSpPr>
        <p:spPr>
          <a:xfrm>
            <a:off x="1845469" y="5988844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1" name="object-121">
            <a:extLst>
              <a:ext uri="{FF2B5EF4-FFF2-40B4-BE49-F238E27FC236}">
                <a16:creationId xmlns:a16="http://schemas.microsoft.com/office/drawing/2014/main" id="{4F74ED50-639A-419E-8C23-8C6F073651E5}"/>
              </a:ext>
            </a:extLst>
          </p:cNvPr>
          <p:cNvSpPr>
            <a:spLocks noGrp="1"/>
          </p:cNvSpPr>
          <p:nvPr/>
        </p:nvSpPr>
        <p:spPr>
          <a:xfrm>
            <a:off x="1964531" y="5988844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2" name="object-122">
            <a:extLst>
              <a:ext uri="{FF2B5EF4-FFF2-40B4-BE49-F238E27FC236}">
                <a16:creationId xmlns:a16="http://schemas.microsoft.com/office/drawing/2014/main" id="{A11844C3-EAB1-4E6E-A4FD-69BE1554427A}"/>
              </a:ext>
            </a:extLst>
          </p:cNvPr>
          <p:cNvSpPr>
            <a:spLocks noGrp="1"/>
          </p:cNvSpPr>
          <p:nvPr/>
        </p:nvSpPr>
        <p:spPr>
          <a:xfrm>
            <a:off x="2083594" y="5988844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3" name="object-123">
            <a:extLst>
              <a:ext uri="{FF2B5EF4-FFF2-40B4-BE49-F238E27FC236}">
                <a16:creationId xmlns:a16="http://schemas.microsoft.com/office/drawing/2014/main" id="{9F5DB076-E5B1-4C61-BA8D-2A0586AD83E3}"/>
              </a:ext>
            </a:extLst>
          </p:cNvPr>
          <p:cNvSpPr>
            <a:spLocks noGrp="1"/>
          </p:cNvSpPr>
          <p:nvPr/>
        </p:nvSpPr>
        <p:spPr>
          <a:xfrm>
            <a:off x="2202656" y="5988844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4" name="object-124">
            <a:extLst>
              <a:ext uri="{FF2B5EF4-FFF2-40B4-BE49-F238E27FC236}">
                <a16:creationId xmlns:a16="http://schemas.microsoft.com/office/drawing/2014/main" id="{EF49EFAB-585C-4E59-89A0-B8D88E6DD51B}"/>
              </a:ext>
            </a:extLst>
          </p:cNvPr>
          <p:cNvSpPr>
            <a:spLocks noGrp="1"/>
          </p:cNvSpPr>
          <p:nvPr/>
        </p:nvSpPr>
        <p:spPr>
          <a:xfrm>
            <a:off x="2321719" y="5988844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5" name="object-125">
            <a:extLst>
              <a:ext uri="{FF2B5EF4-FFF2-40B4-BE49-F238E27FC236}">
                <a16:creationId xmlns:a16="http://schemas.microsoft.com/office/drawing/2014/main" id="{F7F3569F-56C5-468A-B22C-EE2C953DF5FC}"/>
              </a:ext>
            </a:extLst>
          </p:cNvPr>
          <p:cNvSpPr>
            <a:spLocks noGrp="1"/>
          </p:cNvSpPr>
          <p:nvPr/>
        </p:nvSpPr>
        <p:spPr>
          <a:xfrm>
            <a:off x="2440781" y="5988844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6" name="object-126">
            <a:extLst>
              <a:ext uri="{FF2B5EF4-FFF2-40B4-BE49-F238E27FC236}">
                <a16:creationId xmlns:a16="http://schemas.microsoft.com/office/drawing/2014/main" id="{F3581EBC-FB49-4448-8142-C64815654A5A}"/>
              </a:ext>
            </a:extLst>
          </p:cNvPr>
          <p:cNvSpPr>
            <a:spLocks noGrp="1"/>
          </p:cNvSpPr>
          <p:nvPr/>
        </p:nvSpPr>
        <p:spPr>
          <a:xfrm>
            <a:off x="2559844" y="5988844"/>
            <a:ext cx="119063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27" name="object-127">
            <a:extLst>
              <a:ext uri="{FF2B5EF4-FFF2-40B4-BE49-F238E27FC236}">
                <a16:creationId xmlns:a16="http://schemas.microsoft.com/office/drawing/2014/main" id="{3C598F42-776B-433C-8C94-EC5C2041C83D}"/>
              </a:ext>
            </a:extLst>
          </p:cNvPr>
          <p:cNvSpPr>
            <a:spLocks noGrp="1"/>
          </p:cNvSpPr>
          <p:nvPr/>
        </p:nvSpPr>
        <p:spPr>
          <a:xfrm>
            <a:off x="267890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28" name="object-128">
            <a:extLst>
              <a:ext uri="{FF2B5EF4-FFF2-40B4-BE49-F238E27FC236}">
                <a16:creationId xmlns:a16="http://schemas.microsoft.com/office/drawing/2014/main" id="{0FA9E733-16ED-4869-A553-2D79D2C3DF1C}"/>
              </a:ext>
            </a:extLst>
          </p:cNvPr>
          <p:cNvSpPr>
            <a:spLocks noGrp="1"/>
          </p:cNvSpPr>
          <p:nvPr/>
        </p:nvSpPr>
        <p:spPr>
          <a:xfrm>
            <a:off x="279796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29" name="object-129">
            <a:extLst>
              <a:ext uri="{FF2B5EF4-FFF2-40B4-BE49-F238E27FC236}">
                <a16:creationId xmlns:a16="http://schemas.microsoft.com/office/drawing/2014/main" id="{2C77DFE1-DFEC-4B0F-88F9-48CCACD5522F}"/>
              </a:ext>
            </a:extLst>
          </p:cNvPr>
          <p:cNvSpPr>
            <a:spLocks noGrp="1"/>
          </p:cNvSpPr>
          <p:nvPr/>
        </p:nvSpPr>
        <p:spPr>
          <a:xfrm>
            <a:off x="291703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0" name="object-130">
            <a:extLst>
              <a:ext uri="{FF2B5EF4-FFF2-40B4-BE49-F238E27FC236}">
                <a16:creationId xmlns:a16="http://schemas.microsoft.com/office/drawing/2014/main" id="{39A9C6EE-F532-482E-B051-CC65D1571823}"/>
              </a:ext>
            </a:extLst>
          </p:cNvPr>
          <p:cNvSpPr>
            <a:spLocks noGrp="1"/>
          </p:cNvSpPr>
          <p:nvPr/>
        </p:nvSpPr>
        <p:spPr>
          <a:xfrm>
            <a:off x="303609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1" name="object-131">
            <a:extLst>
              <a:ext uri="{FF2B5EF4-FFF2-40B4-BE49-F238E27FC236}">
                <a16:creationId xmlns:a16="http://schemas.microsoft.com/office/drawing/2014/main" id="{AFEB3A22-1673-4440-ACF5-2EAB15FE6293}"/>
              </a:ext>
            </a:extLst>
          </p:cNvPr>
          <p:cNvSpPr>
            <a:spLocks noGrp="1"/>
          </p:cNvSpPr>
          <p:nvPr/>
        </p:nvSpPr>
        <p:spPr>
          <a:xfrm>
            <a:off x="315515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2" name="object-132">
            <a:extLst>
              <a:ext uri="{FF2B5EF4-FFF2-40B4-BE49-F238E27FC236}">
                <a16:creationId xmlns:a16="http://schemas.microsoft.com/office/drawing/2014/main" id="{97AA6610-8580-4E44-B89B-3E575DFE4E5A}"/>
              </a:ext>
            </a:extLst>
          </p:cNvPr>
          <p:cNvSpPr>
            <a:spLocks noGrp="1"/>
          </p:cNvSpPr>
          <p:nvPr/>
        </p:nvSpPr>
        <p:spPr>
          <a:xfrm>
            <a:off x="327421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3" name="object-133">
            <a:extLst>
              <a:ext uri="{FF2B5EF4-FFF2-40B4-BE49-F238E27FC236}">
                <a16:creationId xmlns:a16="http://schemas.microsoft.com/office/drawing/2014/main" id="{42451D51-AC51-4C4A-A6BC-C53C339B532B}"/>
              </a:ext>
            </a:extLst>
          </p:cNvPr>
          <p:cNvSpPr>
            <a:spLocks noGrp="1"/>
          </p:cNvSpPr>
          <p:nvPr/>
        </p:nvSpPr>
        <p:spPr>
          <a:xfrm>
            <a:off x="339328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4" name="object-134">
            <a:extLst>
              <a:ext uri="{FF2B5EF4-FFF2-40B4-BE49-F238E27FC236}">
                <a16:creationId xmlns:a16="http://schemas.microsoft.com/office/drawing/2014/main" id="{8E8E591B-5618-4FC1-A9CF-35927B16921B}"/>
              </a:ext>
            </a:extLst>
          </p:cNvPr>
          <p:cNvSpPr>
            <a:spLocks noGrp="1"/>
          </p:cNvSpPr>
          <p:nvPr/>
        </p:nvSpPr>
        <p:spPr>
          <a:xfrm>
            <a:off x="351234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5" name="object-135">
            <a:extLst>
              <a:ext uri="{FF2B5EF4-FFF2-40B4-BE49-F238E27FC236}">
                <a16:creationId xmlns:a16="http://schemas.microsoft.com/office/drawing/2014/main" id="{440881FD-C7F0-4B3E-91D9-0C87A3023145}"/>
              </a:ext>
            </a:extLst>
          </p:cNvPr>
          <p:cNvSpPr>
            <a:spLocks noGrp="1"/>
          </p:cNvSpPr>
          <p:nvPr/>
        </p:nvSpPr>
        <p:spPr>
          <a:xfrm>
            <a:off x="363140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6" name="object-136">
            <a:extLst>
              <a:ext uri="{FF2B5EF4-FFF2-40B4-BE49-F238E27FC236}">
                <a16:creationId xmlns:a16="http://schemas.microsoft.com/office/drawing/2014/main" id="{06536CB6-722B-4E0C-A697-B4846030FBB9}"/>
              </a:ext>
            </a:extLst>
          </p:cNvPr>
          <p:cNvSpPr>
            <a:spLocks noGrp="1"/>
          </p:cNvSpPr>
          <p:nvPr/>
        </p:nvSpPr>
        <p:spPr>
          <a:xfrm>
            <a:off x="375046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7" name="object-137">
            <a:extLst>
              <a:ext uri="{FF2B5EF4-FFF2-40B4-BE49-F238E27FC236}">
                <a16:creationId xmlns:a16="http://schemas.microsoft.com/office/drawing/2014/main" id="{46BB30FA-0FFB-47D4-B37C-D6D5E65487E1}"/>
              </a:ext>
            </a:extLst>
          </p:cNvPr>
          <p:cNvSpPr>
            <a:spLocks noGrp="1"/>
          </p:cNvSpPr>
          <p:nvPr/>
        </p:nvSpPr>
        <p:spPr>
          <a:xfrm>
            <a:off x="386953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8" name="object-138">
            <a:extLst>
              <a:ext uri="{FF2B5EF4-FFF2-40B4-BE49-F238E27FC236}">
                <a16:creationId xmlns:a16="http://schemas.microsoft.com/office/drawing/2014/main" id="{66454242-5088-4359-AEF2-C06F8DBC1161}"/>
              </a:ext>
            </a:extLst>
          </p:cNvPr>
          <p:cNvSpPr>
            <a:spLocks noGrp="1"/>
          </p:cNvSpPr>
          <p:nvPr/>
        </p:nvSpPr>
        <p:spPr>
          <a:xfrm>
            <a:off x="398859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39" name="object-139">
            <a:extLst>
              <a:ext uri="{FF2B5EF4-FFF2-40B4-BE49-F238E27FC236}">
                <a16:creationId xmlns:a16="http://schemas.microsoft.com/office/drawing/2014/main" id="{F4710D6D-9D3A-41E8-ACA8-1AF75BFDE3FA}"/>
              </a:ext>
            </a:extLst>
          </p:cNvPr>
          <p:cNvSpPr>
            <a:spLocks noGrp="1"/>
          </p:cNvSpPr>
          <p:nvPr/>
        </p:nvSpPr>
        <p:spPr>
          <a:xfrm>
            <a:off x="410765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0" name="object-140">
            <a:extLst>
              <a:ext uri="{FF2B5EF4-FFF2-40B4-BE49-F238E27FC236}">
                <a16:creationId xmlns:a16="http://schemas.microsoft.com/office/drawing/2014/main" id="{602DBFC9-DA74-4A21-9D3B-7A651E5CC68B}"/>
              </a:ext>
            </a:extLst>
          </p:cNvPr>
          <p:cNvSpPr>
            <a:spLocks noGrp="1"/>
          </p:cNvSpPr>
          <p:nvPr/>
        </p:nvSpPr>
        <p:spPr>
          <a:xfrm>
            <a:off x="422671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1" name="object-141">
            <a:extLst>
              <a:ext uri="{FF2B5EF4-FFF2-40B4-BE49-F238E27FC236}">
                <a16:creationId xmlns:a16="http://schemas.microsoft.com/office/drawing/2014/main" id="{C18EAFDB-1DBF-4D1B-A5FC-64131A9369CB}"/>
              </a:ext>
            </a:extLst>
          </p:cNvPr>
          <p:cNvSpPr>
            <a:spLocks noGrp="1"/>
          </p:cNvSpPr>
          <p:nvPr/>
        </p:nvSpPr>
        <p:spPr>
          <a:xfrm>
            <a:off x="434578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2" name="object-142">
            <a:extLst>
              <a:ext uri="{FF2B5EF4-FFF2-40B4-BE49-F238E27FC236}">
                <a16:creationId xmlns:a16="http://schemas.microsoft.com/office/drawing/2014/main" id="{BDE97435-A586-48F1-ADC2-FDC519423E8C}"/>
              </a:ext>
            </a:extLst>
          </p:cNvPr>
          <p:cNvSpPr>
            <a:spLocks noGrp="1"/>
          </p:cNvSpPr>
          <p:nvPr/>
        </p:nvSpPr>
        <p:spPr>
          <a:xfrm>
            <a:off x="446484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3" name="object-143">
            <a:extLst>
              <a:ext uri="{FF2B5EF4-FFF2-40B4-BE49-F238E27FC236}">
                <a16:creationId xmlns:a16="http://schemas.microsoft.com/office/drawing/2014/main" id="{6E96427A-3C9B-400C-9F8A-31C1C49C0CDB}"/>
              </a:ext>
            </a:extLst>
          </p:cNvPr>
          <p:cNvSpPr>
            <a:spLocks noGrp="1"/>
          </p:cNvSpPr>
          <p:nvPr/>
        </p:nvSpPr>
        <p:spPr>
          <a:xfrm>
            <a:off x="458390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4" name="object-144">
            <a:extLst>
              <a:ext uri="{FF2B5EF4-FFF2-40B4-BE49-F238E27FC236}">
                <a16:creationId xmlns:a16="http://schemas.microsoft.com/office/drawing/2014/main" id="{79CB3178-23DD-4F21-BE61-80CD98643818}"/>
              </a:ext>
            </a:extLst>
          </p:cNvPr>
          <p:cNvSpPr>
            <a:spLocks noGrp="1"/>
          </p:cNvSpPr>
          <p:nvPr/>
        </p:nvSpPr>
        <p:spPr>
          <a:xfrm>
            <a:off x="470296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5" name="object-145">
            <a:extLst>
              <a:ext uri="{FF2B5EF4-FFF2-40B4-BE49-F238E27FC236}">
                <a16:creationId xmlns:a16="http://schemas.microsoft.com/office/drawing/2014/main" id="{31198C45-24CF-4F7C-AE40-49EE82ED2CE4}"/>
              </a:ext>
            </a:extLst>
          </p:cNvPr>
          <p:cNvSpPr>
            <a:spLocks noGrp="1"/>
          </p:cNvSpPr>
          <p:nvPr/>
        </p:nvSpPr>
        <p:spPr>
          <a:xfrm>
            <a:off x="482203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6" name="object-146">
            <a:extLst>
              <a:ext uri="{FF2B5EF4-FFF2-40B4-BE49-F238E27FC236}">
                <a16:creationId xmlns:a16="http://schemas.microsoft.com/office/drawing/2014/main" id="{999D82E2-D900-43F0-85FD-1CC5790573D9}"/>
              </a:ext>
            </a:extLst>
          </p:cNvPr>
          <p:cNvSpPr>
            <a:spLocks noGrp="1"/>
          </p:cNvSpPr>
          <p:nvPr/>
        </p:nvSpPr>
        <p:spPr>
          <a:xfrm>
            <a:off x="494109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7" name="object-147">
            <a:extLst>
              <a:ext uri="{FF2B5EF4-FFF2-40B4-BE49-F238E27FC236}">
                <a16:creationId xmlns:a16="http://schemas.microsoft.com/office/drawing/2014/main" id="{263AA5D7-6A1F-4483-A1DF-45C283C2435A}"/>
              </a:ext>
            </a:extLst>
          </p:cNvPr>
          <p:cNvSpPr>
            <a:spLocks noGrp="1"/>
          </p:cNvSpPr>
          <p:nvPr/>
        </p:nvSpPr>
        <p:spPr>
          <a:xfrm>
            <a:off x="506015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8" name="object-148">
            <a:extLst>
              <a:ext uri="{FF2B5EF4-FFF2-40B4-BE49-F238E27FC236}">
                <a16:creationId xmlns:a16="http://schemas.microsoft.com/office/drawing/2014/main" id="{8DAD8E16-E4F9-425A-93C4-59A0A34F6924}"/>
              </a:ext>
            </a:extLst>
          </p:cNvPr>
          <p:cNvSpPr>
            <a:spLocks noGrp="1"/>
          </p:cNvSpPr>
          <p:nvPr/>
        </p:nvSpPr>
        <p:spPr>
          <a:xfrm>
            <a:off x="517921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49" name="object-149">
            <a:extLst>
              <a:ext uri="{FF2B5EF4-FFF2-40B4-BE49-F238E27FC236}">
                <a16:creationId xmlns:a16="http://schemas.microsoft.com/office/drawing/2014/main" id="{72DD1B31-B30E-49C8-924A-BF0ECC4B8E08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0" name="object-150">
            <a:extLst>
              <a:ext uri="{FF2B5EF4-FFF2-40B4-BE49-F238E27FC236}">
                <a16:creationId xmlns:a16="http://schemas.microsoft.com/office/drawing/2014/main" id="{17218173-4C95-4CA4-9D60-ABA17A334352}"/>
              </a:ext>
            </a:extLst>
          </p:cNvPr>
          <p:cNvSpPr>
            <a:spLocks noGrp="1"/>
          </p:cNvSpPr>
          <p:nvPr/>
        </p:nvSpPr>
        <p:spPr>
          <a:xfrm>
            <a:off x="541734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1" name="object-151">
            <a:extLst>
              <a:ext uri="{FF2B5EF4-FFF2-40B4-BE49-F238E27FC236}">
                <a16:creationId xmlns:a16="http://schemas.microsoft.com/office/drawing/2014/main" id="{2F335676-9261-4FF1-9226-1BABBC41A63D}"/>
              </a:ext>
            </a:extLst>
          </p:cNvPr>
          <p:cNvSpPr>
            <a:spLocks noGrp="1"/>
          </p:cNvSpPr>
          <p:nvPr/>
        </p:nvSpPr>
        <p:spPr>
          <a:xfrm>
            <a:off x="553640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2" name="object-152">
            <a:extLst>
              <a:ext uri="{FF2B5EF4-FFF2-40B4-BE49-F238E27FC236}">
                <a16:creationId xmlns:a16="http://schemas.microsoft.com/office/drawing/2014/main" id="{6BBF13C1-AEB5-4A83-A823-D200CC99892F}"/>
              </a:ext>
            </a:extLst>
          </p:cNvPr>
          <p:cNvSpPr>
            <a:spLocks noGrp="1"/>
          </p:cNvSpPr>
          <p:nvPr/>
        </p:nvSpPr>
        <p:spPr>
          <a:xfrm>
            <a:off x="565546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3" name="object-153">
            <a:extLst>
              <a:ext uri="{FF2B5EF4-FFF2-40B4-BE49-F238E27FC236}">
                <a16:creationId xmlns:a16="http://schemas.microsoft.com/office/drawing/2014/main" id="{99425A33-D673-491A-A502-EDF3876B64C9}"/>
              </a:ext>
            </a:extLst>
          </p:cNvPr>
          <p:cNvSpPr>
            <a:spLocks noGrp="1"/>
          </p:cNvSpPr>
          <p:nvPr/>
        </p:nvSpPr>
        <p:spPr>
          <a:xfrm>
            <a:off x="577453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4" name="object-154">
            <a:extLst>
              <a:ext uri="{FF2B5EF4-FFF2-40B4-BE49-F238E27FC236}">
                <a16:creationId xmlns:a16="http://schemas.microsoft.com/office/drawing/2014/main" id="{71AD6673-1B35-4336-A4A6-A0D66DCDFD17}"/>
              </a:ext>
            </a:extLst>
          </p:cNvPr>
          <p:cNvSpPr>
            <a:spLocks noGrp="1"/>
          </p:cNvSpPr>
          <p:nvPr/>
        </p:nvSpPr>
        <p:spPr>
          <a:xfrm>
            <a:off x="589359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5" name="object-155">
            <a:extLst>
              <a:ext uri="{FF2B5EF4-FFF2-40B4-BE49-F238E27FC236}">
                <a16:creationId xmlns:a16="http://schemas.microsoft.com/office/drawing/2014/main" id="{6F81EF75-D8B6-48F6-8E23-778BD12D40F0}"/>
              </a:ext>
            </a:extLst>
          </p:cNvPr>
          <p:cNvSpPr>
            <a:spLocks noGrp="1"/>
          </p:cNvSpPr>
          <p:nvPr/>
        </p:nvSpPr>
        <p:spPr>
          <a:xfrm>
            <a:off x="601265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6" name="object-156">
            <a:extLst>
              <a:ext uri="{FF2B5EF4-FFF2-40B4-BE49-F238E27FC236}">
                <a16:creationId xmlns:a16="http://schemas.microsoft.com/office/drawing/2014/main" id="{C239AF06-BC0D-40F6-8C97-A3DFD6F2081C}"/>
              </a:ext>
            </a:extLst>
          </p:cNvPr>
          <p:cNvSpPr>
            <a:spLocks noGrp="1"/>
          </p:cNvSpPr>
          <p:nvPr/>
        </p:nvSpPr>
        <p:spPr>
          <a:xfrm>
            <a:off x="613171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7" name="object-157">
            <a:extLst>
              <a:ext uri="{FF2B5EF4-FFF2-40B4-BE49-F238E27FC236}">
                <a16:creationId xmlns:a16="http://schemas.microsoft.com/office/drawing/2014/main" id="{A72F4E5F-BFDA-4356-8F5C-BDB163087188}"/>
              </a:ext>
            </a:extLst>
          </p:cNvPr>
          <p:cNvSpPr>
            <a:spLocks noGrp="1"/>
          </p:cNvSpPr>
          <p:nvPr/>
        </p:nvSpPr>
        <p:spPr>
          <a:xfrm>
            <a:off x="625078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8" name="object-158">
            <a:extLst>
              <a:ext uri="{FF2B5EF4-FFF2-40B4-BE49-F238E27FC236}">
                <a16:creationId xmlns:a16="http://schemas.microsoft.com/office/drawing/2014/main" id="{6111AF2C-A2AA-455D-B20B-98146FD258E6}"/>
              </a:ext>
            </a:extLst>
          </p:cNvPr>
          <p:cNvSpPr>
            <a:spLocks noGrp="1"/>
          </p:cNvSpPr>
          <p:nvPr/>
        </p:nvSpPr>
        <p:spPr>
          <a:xfrm>
            <a:off x="636984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59" name="object-159">
            <a:extLst>
              <a:ext uri="{FF2B5EF4-FFF2-40B4-BE49-F238E27FC236}">
                <a16:creationId xmlns:a16="http://schemas.microsoft.com/office/drawing/2014/main" id="{1940A215-244E-4796-B2DD-610D545BDF8D}"/>
              </a:ext>
            </a:extLst>
          </p:cNvPr>
          <p:cNvSpPr>
            <a:spLocks noGrp="1"/>
          </p:cNvSpPr>
          <p:nvPr/>
        </p:nvSpPr>
        <p:spPr>
          <a:xfrm>
            <a:off x="648890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60" name="object-160">
            <a:extLst>
              <a:ext uri="{FF2B5EF4-FFF2-40B4-BE49-F238E27FC236}">
                <a16:creationId xmlns:a16="http://schemas.microsoft.com/office/drawing/2014/main" id="{53FBC9CD-B9A2-4BCB-BBB3-2FB98DFC2194}"/>
              </a:ext>
            </a:extLst>
          </p:cNvPr>
          <p:cNvSpPr>
            <a:spLocks noGrp="1"/>
          </p:cNvSpPr>
          <p:nvPr/>
        </p:nvSpPr>
        <p:spPr>
          <a:xfrm>
            <a:off x="660796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61" name="object-161">
            <a:extLst>
              <a:ext uri="{FF2B5EF4-FFF2-40B4-BE49-F238E27FC236}">
                <a16:creationId xmlns:a16="http://schemas.microsoft.com/office/drawing/2014/main" id="{9FFD327F-62B3-4E69-B160-F97CCD8BC9FF}"/>
              </a:ext>
            </a:extLst>
          </p:cNvPr>
          <p:cNvSpPr>
            <a:spLocks noGrp="1"/>
          </p:cNvSpPr>
          <p:nvPr/>
        </p:nvSpPr>
        <p:spPr>
          <a:xfrm>
            <a:off x="672703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62" name="object-162">
            <a:extLst>
              <a:ext uri="{FF2B5EF4-FFF2-40B4-BE49-F238E27FC236}">
                <a16:creationId xmlns:a16="http://schemas.microsoft.com/office/drawing/2014/main" id="{EB5037B4-4515-478B-851D-245A4156A97E}"/>
              </a:ext>
            </a:extLst>
          </p:cNvPr>
          <p:cNvSpPr>
            <a:spLocks noGrp="1"/>
          </p:cNvSpPr>
          <p:nvPr/>
        </p:nvSpPr>
        <p:spPr>
          <a:xfrm>
            <a:off x="684609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63" name="object-163">
            <a:extLst>
              <a:ext uri="{FF2B5EF4-FFF2-40B4-BE49-F238E27FC236}">
                <a16:creationId xmlns:a16="http://schemas.microsoft.com/office/drawing/2014/main" id="{E686C087-5D2B-4A7F-9F6B-F39FDDB469A5}"/>
              </a:ext>
            </a:extLst>
          </p:cNvPr>
          <p:cNvSpPr>
            <a:spLocks noGrp="1"/>
          </p:cNvSpPr>
          <p:nvPr/>
        </p:nvSpPr>
        <p:spPr>
          <a:xfrm>
            <a:off x="696515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64" name="object-164">
            <a:extLst>
              <a:ext uri="{FF2B5EF4-FFF2-40B4-BE49-F238E27FC236}">
                <a16:creationId xmlns:a16="http://schemas.microsoft.com/office/drawing/2014/main" id="{0F793F90-8E23-4A15-87CE-830E0B1AC19E}"/>
              </a:ext>
            </a:extLst>
          </p:cNvPr>
          <p:cNvSpPr>
            <a:spLocks noGrp="1"/>
          </p:cNvSpPr>
          <p:nvPr/>
        </p:nvSpPr>
        <p:spPr>
          <a:xfrm>
            <a:off x="708421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65" name="object-165">
            <a:extLst>
              <a:ext uri="{FF2B5EF4-FFF2-40B4-BE49-F238E27FC236}">
                <a16:creationId xmlns:a16="http://schemas.microsoft.com/office/drawing/2014/main" id="{072AC8E5-F9E0-4EF7-A710-D6FF8D97FC72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66" name="object-166">
            <a:extLst>
              <a:ext uri="{FF2B5EF4-FFF2-40B4-BE49-F238E27FC236}">
                <a16:creationId xmlns:a16="http://schemas.microsoft.com/office/drawing/2014/main" id="{3C866E33-28D2-4481-A8B9-16839A52A47E}"/>
              </a:ext>
            </a:extLst>
          </p:cNvPr>
          <p:cNvSpPr>
            <a:spLocks noGrp="1"/>
          </p:cNvSpPr>
          <p:nvPr/>
        </p:nvSpPr>
        <p:spPr>
          <a:xfrm>
            <a:off x="732234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67" name="object-167">
            <a:extLst>
              <a:ext uri="{FF2B5EF4-FFF2-40B4-BE49-F238E27FC236}">
                <a16:creationId xmlns:a16="http://schemas.microsoft.com/office/drawing/2014/main" id="{D979D657-6769-4D5D-BC57-1023175F12D6}"/>
              </a:ext>
            </a:extLst>
          </p:cNvPr>
          <p:cNvSpPr>
            <a:spLocks noGrp="1"/>
          </p:cNvSpPr>
          <p:nvPr/>
        </p:nvSpPr>
        <p:spPr>
          <a:xfrm>
            <a:off x="744140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68" name="object-168">
            <a:extLst>
              <a:ext uri="{FF2B5EF4-FFF2-40B4-BE49-F238E27FC236}">
                <a16:creationId xmlns:a16="http://schemas.microsoft.com/office/drawing/2014/main" id="{23B81302-783D-41BC-AA6C-C4EE2B555931}"/>
              </a:ext>
            </a:extLst>
          </p:cNvPr>
          <p:cNvSpPr>
            <a:spLocks noGrp="1"/>
          </p:cNvSpPr>
          <p:nvPr/>
        </p:nvSpPr>
        <p:spPr>
          <a:xfrm>
            <a:off x="756046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69" name="object-169">
            <a:extLst>
              <a:ext uri="{FF2B5EF4-FFF2-40B4-BE49-F238E27FC236}">
                <a16:creationId xmlns:a16="http://schemas.microsoft.com/office/drawing/2014/main" id="{0F230E77-DEB5-4674-9ACD-C9AE9AE917EF}"/>
              </a:ext>
            </a:extLst>
          </p:cNvPr>
          <p:cNvSpPr>
            <a:spLocks noGrp="1"/>
          </p:cNvSpPr>
          <p:nvPr/>
        </p:nvSpPr>
        <p:spPr>
          <a:xfrm>
            <a:off x="767953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70" name="object-170">
            <a:extLst>
              <a:ext uri="{FF2B5EF4-FFF2-40B4-BE49-F238E27FC236}">
                <a16:creationId xmlns:a16="http://schemas.microsoft.com/office/drawing/2014/main" id="{1A221720-F55D-4315-8957-18F965CA4A4C}"/>
              </a:ext>
            </a:extLst>
          </p:cNvPr>
          <p:cNvSpPr>
            <a:spLocks noGrp="1"/>
          </p:cNvSpPr>
          <p:nvPr/>
        </p:nvSpPr>
        <p:spPr>
          <a:xfrm>
            <a:off x="779859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71" name="object-171">
            <a:extLst>
              <a:ext uri="{FF2B5EF4-FFF2-40B4-BE49-F238E27FC236}">
                <a16:creationId xmlns:a16="http://schemas.microsoft.com/office/drawing/2014/main" id="{411D0199-A4D7-4B21-87D0-A65E693CFA85}"/>
              </a:ext>
            </a:extLst>
          </p:cNvPr>
          <p:cNvSpPr>
            <a:spLocks noGrp="1"/>
          </p:cNvSpPr>
          <p:nvPr/>
        </p:nvSpPr>
        <p:spPr>
          <a:xfrm>
            <a:off x="791765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72" name="object-172">
            <a:extLst>
              <a:ext uri="{FF2B5EF4-FFF2-40B4-BE49-F238E27FC236}">
                <a16:creationId xmlns:a16="http://schemas.microsoft.com/office/drawing/2014/main" id="{015AFE0C-E691-436B-9F8B-E6D1B60052CE}"/>
              </a:ext>
            </a:extLst>
          </p:cNvPr>
          <p:cNvSpPr>
            <a:spLocks noGrp="1"/>
          </p:cNvSpPr>
          <p:nvPr/>
        </p:nvSpPr>
        <p:spPr>
          <a:xfrm>
            <a:off x="803671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73" name="object-173">
            <a:extLst>
              <a:ext uri="{FF2B5EF4-FFF2-40B4-BE49-F238E27FC236}">
                <a16:creationId xmlns:a16="http://schemas.microsoft.com/office/drawing/2014/main" id="{D9995FED-54DF-429B-BC6D-D2B97029C951}"/>
              </a:ext>
            </a:extLst>
          </p:cNvPr>
          <p:cNvSpPr>
            <a:spLocks noGrp="1"/>
          </p:cNvSpPr>
          <p:nvPr/>
        </p:nvSpPr>
        <p:spPr>
          <a:xfrm>
            <a:off x="815578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74" name="object-174">
            <a:extLst>
              <a:ext uri="{FF2B5EF4-FFF2-40B4-BE49-F238E27FC236}">
                <a16:creationId xmlns:a16="http://schemas.microsoft.com/office/drawing/2014/main" id="{F79978F0-9C21-4C25-A7E2-EF51336809B9}"/>
              </a:ext>
            </a:extLst>
          </p:cNvPr>
          <p:cNvSpPr>
            <a:spLocks noGrp="1"/>
          </p:cNvSpPr>
          <p:nvPr/>
        </p:nvSpPr>
        <p:spPr>
          <a:xfrm>
            <a:off x="827484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75" name="object-175">
            <a:extLst>
              <a:ext uri="{FF2B5EF4-FFF2-40B4-BE49-F238E27FC236}">
                <a16:creationId xmlns:a16="http://schemas.microsoft.com/office/drawing/2014/main" id="{12DDD0C4-6545-4B96-9A19-C9CDD046F2DD}"/>
              </a:ext>
            </a:extLst>
          </p:cNvPr>
          <p:cNvSpPr>
            <a:spLocks noGrp="1"/>
          </p:cNvSpPr>
          <p:nvPr/>
        </p:nvSpPr>
        <p:spPr>
          <a:xfrm>
            <a:off x="839390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76" name="object-176">
            <a:extLst>
              <a:ext uri="{FF2B5EF4-FFF2-40B4-BE49-F238E27FC236}">
                <a16:creationId xmlns:a16="http://schemas.microsoft.com/office/drawing/2014/main" id="{0ED2F46C-E99C-4043-8307-A52937033F2D}"/>
              </a:ext>
            </a:extLst>
          </p:cNvPr>
          <p:cNvSpPr>
            <a:spLocks noGrp="1"/>
          </p:cNvSpPr>
          <p:nvPr/>
        </p:nvSpPr>
        <p:spPr>
          <a:xfrm>
            <a:off x="851296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77" name="object-177">
            <a:extLst>
              <a:ext uri="{FF2B5EF4-FFF2-40B4-BE49-F238E27FC236}">
                <a16:creationId xmlns:a16="http://schemas.microsoft.com/office/drawing/2014/main" id="{537AFDE0-631D-4AC9-9889-04D992B77C57}"/>
              </a:ext>
            </a:extLst>
          </p:cNvPr>
          <p:cNvSpPr>
            <a:spLocks noGrp="1"/>
          </p:cNvSpPr>
          <p:nvPr/>
        </p:nvSpPr>
        <p:spPr>
          <a:xfrm>
            <a:off x="863203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78" name="object-178">
            <a:extLst>
              <a:ext uri="{FF2B5EF4-FFF2-40B4-BE49-F238E27FC236}">
                <a16:creationId xmlns:a16="http://schemas.microsoft.com/office/drawing/2014/main" id="{A289954B-A6A1-4F96-B46F-EE8D66884655}"/>
              </a:ext>
            </a:extLst>
          </p:cNvPr>
          <p:cNvSpPr>
            <a:spLocks noGrp="1"/>
          </p:cNvSpPr>
          <p:nvPr/>
        </p:nvSpPr>
        <p:spPr>
          <a:xfrm>
            <a:off x="875109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79" name="object-179">
            <a:extLst>
              <a:ext uri="{FF2B5EF4-FFF2-40B4-BE49-F238E27FC236}">
                <a16:creationId xmlns:a16="http://schemas.microsoft.com/office/drawing/2014/main" id="{4534296A-5028-4F30-B7DA-408A7C4DC809}"/>
              </a:ext>
            </a:extLst>
          </p:cNvPr>
          <p:cNvSpPr>
            <a:spLocks noGrp="1"/>
          </p:cNvSpPr>
          <p:nvPr/>
        </p:nvSpPr>
        <p:spPr>
          <a:xfrm>
            <a:off x="887015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80" name="object-180">
            <a:extLst>
              <a:ext uri="{FF2B5EF4-FFF2-40B4-BE49-F238E27FC236}">
                <a16:creationId xmlns:a16="http://schemas.microsoft.com/office/drawing/2014/main" id="{2E0CBBD0-ECD4-4AEB-B47D-A3A79FE634F8}"/>
              </a:ext>
            </a:extLst>
          </p:cNvPr>
          <p:cNvSpPr>
            <a:spLocks noGrp="1"/>
          </p:cNvSpPr>
          <p:nvPr/>
        </p:nvSpPr>
        <p:spPr>
          <a:xfrm>
            <a:off x="898921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81" name="object-181">
            <a:extLst>
              <a:ext uri="{FF2B5EF4-FFF2-40B4-BE49-F238E27FC236}">
                <a16:creationId xmlns:a16="http://schemas.microsoft.com/office/drawing/2014/main" id="{E6EC0BA9-22AC-40B7-87B7-CFB8BDFDBD2D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82" name="object-182">
            <a:extLst>
              <a:ext uri="{FF2B5EF4-FFF2-40B4-BE49-F238E27FC236}">
                <a16:creationId xmlns:a16="http://schemas.microsoft.com/office/drawing/2014/main" id="{4D34893D-4DE3-4E49-BCBC-8DF92A049008}"/>
              </a:ext>
            </a:extLst>
          </p:cNvPr>
          <p:cNvSpPr>
            <a:spLocks noGrp="1"/>
          </p:cNvSpPr>
          <p:nvPr/>
        </p:nvSpPr>
        <p:spPr>
          <a:xfrm>
            <a:off x="922734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83" name="object-183">
            <a:extLst>
              <a:ext uri="{FF2B5EF4-FFF2-40B4-BE49-F238E27FC236}">
                <a16:creationId xmlns:a16="http://schemas.microsoft.com/office/drawing/2014/main" id="{9E2E3F30-65ED-4009-A515-F36EB1B62D3F}"/>
              </a:ext>
            </a:extLst>
          </p:cNvPr>
          <p:cNvSpPr>
            <a:spLocks noGrp="1"/>
          </p:cNvSpPr>
          <p:nvPr/>
        </p:nvSpPr>
        <p:spPr>
          <a:xfrm>
            <a:off x="934640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84" name="object-184">
            <a:extLst>
              <a:ext uri="{FF2B5EF4-FFF2-40B4-BE49-F238E27FC236}">
                <a16:creationId xmlns:a16="http://schemas.microsoft.com/office/drawing/2014/main" id="{59AB8A48-BC15-40F7-97A7-38EE40FB3C7F}"/>
              </a:ext>
            </a:extLst>
          </p:cNvPr>
          <p:cNvSpPr>
            <a:spLocks noGrp="1"/>
          </p:cNvSpPr>
          <p:nvPr/>
        </p:nvSpPr>
        <p:spPr>
          <a:xfrm>
            <a:off x="946546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85" name="object-185">
            <a:extLst>
              <a:ext uri="{FF2B5EF4-FFF2-40B4-BE49-F238E27FC236}">
                <a16:creationId xmlns:a16="http://schemas.microsoft.com/office/drawing/2014/main" id="{F4786BD1-0E14-4413-8F9F-1918437D3169}"/>
              </a:ext>
            </a:extLst>
          </p:cNvPr>
          <p:cNvSpPr>
            <a:spLocks noGrp="1"/>
          </p:cNvSpPr>
          <p:nvPr/>
        </p:nvSpPr>
        <p:spPr>
          <a:xfrm>
            <a:off x="958453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86" name="object-186">
            <a:extLst>
              <a:ext uri="{FF2B5EF4-FFF2-40B4-BE49-F238E27FC236}">
                <a16:creationId xmlns:a16="http://schemas.microsoft.com/office/drawing/2014/main" id="{5973B695-934D-4A85-8188-4859C72560FE}"/>
              </a:ext>
            </a:extLst>
          </p:cNvPr>
          <p:cNvSpPr>
            <a:spLocks noGrp="1"/>
          </p:cNvSpPr>
          <p:nvPr/>
        </p:nvSpPr>
        <p:spPr>
          <a:xfrm>
            <a:off x="970359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87" name="object-187">
            <a:extLst>
              <a:ext uri="{FF2B5EF4-FFF2-40B4-BE49-F238E27FC236}">
                <a16:creationId xmlns:a16="http://schemas.microsoft.com/office/drawing/2014/main" id="{0769705E-2CFD-41B4-9E10-9C94CFD7BD39}"/>
              </a:ext>
            </a:extLst>
          </p:cNvPr>
          <p:cNvSpPr>
            <a:spLocks noGrp="1"/>
          </p:cNvSpPr>
          <p:nvPr/>
        </p:nvSpPr>
        <p:spPr>
          <a:xfrm>
            <a:off x="982265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88" name="object-188">
            <a:extLst>
              <a:ext uri="{FF2B5EF4-FFF2-40B4-BE49-F238E27FC236}">
                <a16:creationId xmlns:a16="http://schemas.microsoft.com/office/drawing/2014/main" id="{CB2D5336-BDAF-4AAC-9811-3E39BCAD3062}"/>
              </a:ext>
            </a:extLst>
          </p:cNvPr>
          <p:cNvSpPr>
            <a:spLocks noGrp="1"/>
          </p:cNvSpPr>
          <p:nvPr/>
        </p:nvSpPr>
        <p:spPr>
          <a:xfrm>
            <a:off x="994171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89" name="object-189">
            <a:extLst>
              <a:ext uri="{FF2B5EF4-FFF2-40B4-BE49-F238E27FC236}">
                <a16:creationId xmlns:a16="http://schemas.microsoft.com/office/drawing/2014/main" id="{6C82044E-1C54-4CAF-BE2A-0D5DD066943B}"/>
              </a:ext>
            </a:extLst>
          </p:cNvPr>
          <p:cNvSpPr>
            <a:spLocks noGrp="1"/>
          </p:cNvSpPr>
          <p:nvPr/>
        </p:nvSpPr>
        <p:spPr>
          <a:xfrm>
            <a:off x="1006078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90" name="object-190">
            <a:extLst>
              <a:ext uri="{FF2B5EF4-FFF2-40B4-BE49-F238E27FC236}">
                <a16:creationId xmlns:a16="http://schemas.microsoft.com/office/drawing/2014/main" id="{5E9ADBED-C51C-4F61-A079-8DA888807B4F}"/>
              </a:ext>
            </a:extLst>
          </p:cNvPr>
          <p:cNvSpPr>
            <a:spLocks noGrp="1"/>
          </p:cNvSpPr>
          <p:nvPr/>
        </p:nvSpPr>
        <p:spPr>
          <a:xfrm>
            <a:off x="1017984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91" name="object-191">
            <a:extLst>
              <a:ext uri="{FF2B5EF4-FFF2-40B4-BE49-F238E27FC236}">
                <a16:creationId xmlns:a16="http://schemas.microsoft.com/office/drawing/2014/main" id="{2247CE1A-36B2-474C-986D-DE71FA34C8F2}"/>
              </a:ext>
            </a:extLst>
          </p:cNvPr>
          <p:cNvSpPr>
            <a:spLocks noGrp="1"/>
          </p:cNvSpPr>
          <p:nvPr/>
        </p:nvSpPr>
        <p:spPr>
          <a:xfrm>
            <a:off x="1029890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92" name="object-192">
            <a:extLst>
              <a:ext uri="{FF2B5EF4-FFF2-40B4-BE49-F238E27FC236}">
                <a16:creationId xmlns:a16="http://schemas.microsoft.com/office/drawing/2014/main" id="{CF90D412-3E7B-49D5-8759-EBABCC4E75A0}"/>
              </a:ext>
            </a:extLst>
          </p:cNvPr>
          <p:cNvSpPr>
            <a:spLocks noGrp="1"/>
          </p:cNvSpPr>
          <p:nvPr/>
        </p:nvSpPr>
        <p:spPr>
          <a:xfrm>
            <a:off x="1041796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93" name="object-193">
            <a:extLst>
              <a:ext uri="{FF2B5EF4-FFF2-40B4-BE49-F238E27FC236}">
                <a16:creationId xmlns:a16="http://schemas.microsoft.com/office/drawing/2014/main" id="{02E29487-BB22-436B-8912-EDBAB8AD016A}"/>
              </a:ext>
            </a:extLst>
          </p:cNvPr>
          <p:cNvSpPr>
            <a:spLocks noGrp="1"/>
          </p:cNvSpPr>
          <p:nvPr/>
        </p:nvSpPr>
        <p:spPr>
          <a:xfrm>
            <a:off x="1053703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94" name="object-194">
            <a:extLst>
              <a:ext uri="{FF2B5EF4-FFF2-40B4-BE49-F238E27FC236}">
                <a16:creationId xmlns:a16="http://schemas.microsoft.com/office/drawing/2014/main" id="{6F440DBD-4544-4764-ABE0-6452A2D2637A}"/>
              </a:ext>
            </a:extLst>
          </p:cNvPr>
          <p:cNvSpPr>
            <a:spLocks noGrp="1"/>
          </p:cNvSpPr>
          <p:nvPr/>
        </p:nvSpPr>
        <p:spPr>
          <a:xfrm>
            <a:off x="1065609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95" name="object-195">
            <a:extLst>
              <a:ext uri="{FF2B5EF4-FFF2-40B4-BE49-F238E27FC236}">
                <a16:creationId xmlns:a16="http://schemas.microsoft.com/office/drawing/2014/main" id="{3D15AA41-B709-4BD0-B5F1-90F693D214C0}"/>
              </a:ext>
            </a:extLst>
          </p:cNvPr>
          <p:cNvSpPr>
            <a:spLocks noGrp="1"/>
          </p:cNvSpPr>
          <p:nvPr/>
        </p:nvSpPr>
        <p:spPr>
          <a:xfrm>
            <a:off x="1077515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96" name="object-196">
            <a:extLst>
              <a:ext uri="{FF2B5EF4-FFF2-40B4-BE49-F238E27FC236}">
                <a16:creationId xmlns:a16="http://schemas.microsoft.com/office/drawing/2014/main" id="{54F638F5-2860-4C15-ADD9-49BF4089B850}"/>
              </a:ext>
            </a:extLst>
          </p:cNvPr>
          <p:cNvSpPr>
            <a:spLocks noGrp="1"/>
          </p:cNvSpPr>
          <p:nvPr/>
        </p:nvSpPr>
        <p:spPr>
          <a:xfrm>
            <a:off x="1089421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97" name="object-197">
            <a:extLst>
              <a:ext uri="{FF2B5EF4-FFF2-40B4-BE49-F238E27FC236}">
                <a16:creationId xmlns:a16="http://schemas.microsoft.com/office/drawing/2014/main" id="{D40AB553-F565-4C2C-8BC1-AE6FA3D9A09E}"/>
              </a:ext>
            </a:extLst>
          </p:cNvPr>
          <p:cNvSpPr>
            <a:spLocks noGrp="1"/>
          </p:cNvSpPr>
          <p:nvPr/>
        </p:nvSpPr>
        <p:spPr>
          <a:xfrm>
            <a:off x="1101328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98" name="object-198">
            <a:extLst>
              <a:ext uri="{FF2B5EF4-FFF2-40B4-BE49-F238E27FC236}">
                <a16:creationId xmlns:a16="http://schemas.microsoft.com/office/drawing/2014/main" id="{1A4CB590-5A75-4ED3-B8B0-AE6CB2923252}"/>
              </a:ext>
            </a:extLst>
          </p:cNvPr>
          <p:cNvSpPr>
            <a:spLocks noGrp="1"/>
          </p:cNvSpPr>
          <p:nvPr/>
        </p:nvSpPr>
        <p:spPr>
          <a:xfrm>
            <a:off x="1113234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99" name="object-199">
            <a:extLst>
              <a:ext uri="{FF2B5EF4-FFF2-40B4-BE49-F238E27FC236}">
                <a16:creationId xmlns:a16="http://schemas.microsoft.com/office/drawing/2014/main" id="{B155B6D2-0C2E-472E-BE86-364B4D5C705D}"/>
              </a:ext>
            </a:extLst>
          </p:cNvPr>
          <p:cNvSpPr>
            <a:spLocks noGrp="1"/>
          </p:cNvSpPr>
          <p:nvPr/>
        </p:nvSpPr>
        <p:spPr>
          <a:xfrm>
            <a:off x="1125140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00" name="object-200">
            <a:extLst>
              <a:ext uri="{FF2B5EF4-FFF2-40B4-BE49-F238E27FC236}">
                <a16:creationId xmlns:a16="http://schemas.microsoft.com/office/drawing/2014/main" id="{723F04D8-CC93-4DA3-B572-ACDC457BB0BC}"/>
              </a:ext>
            </a:extLst>
          </p:cNvPr>
          <p:cNvSpPr>
            <a:spLocks noGrp="1"/>
          </p:cNvSpPr>
          <p:nvPr/>
        </p:nvSpPr>
        <p:spPr>
          <a:xfrm>
            <a:off x="1137046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01" name="object-201">
            <a:extLst>
              <a:ext uri="{FF2B5EF4-FFF2-40B4-BE49-F238E27FC236}">
                <a16:creationId xmlns:a16="http://schemas.microsoft.com/office/drawing/2014/main" id="{92A43364-95D5-480A-A7C2-9793B5F6FF5C}"/>
              </a:ext>
            </a:extLst>
          </p:cNvPr>
          <p:cNvSpPr>
            <a:spLocks noGrp="1"/>
          </p:cNvSpPr>
          <p:nvPr/>
        </p:nvSpPr>
        <p:spPr>
          <a:xfrm>
            <a:off x="1148953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02" name="object-202">
            <a:extLst>
              <a:ext uri="{FF2B5EF4-FFF2-40B4-BE49-F238E27FC236}">
                <a16:creationId xmlns:a16="http://schemas.microsoft.com/office/drawing/2014/main" id="{E7BA2EC1-16AD-49A8-92EF-01BAE1454B9D}"/>
              </a:ext>
            </a:extLst>
          </p:cNvPr>
          <p:cNvSpPr>
            <a:spLocks noGrp="1"/>
          </p:cNvSpPr>
          <p:nvPr/>
        </p:nvSpPr>
        <p:spPr>
          <a:xfrm>
            <a:off x="1160859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03" name="object-203">
            <a:extLst>
              <a:ext uri="{FF2B5EF4-FFF2-40B4-BE49-F238E27FC236}">
                <a16:creationId xmlns:a16="http://schemas.microsoft.com/office/drawing/2014/main" id="{C26A635D-C50C-404C-918F-1923C14EB0D1}"/>
              </a:ext>
            </a:extLst>
          </p:cNvPr>
          <p:cNvSpPr>
            <a:spLocks noGrp="1"/>
          </p:cNvSpPr>
          <p:nvPr/>
        </p:nvSpPr>
        <p:spPr>
          <a:xfrm>
            <a:off x="1172765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04" name="object-204">
            <a:extLst>
              <a:ext uri="{FF2B5EF4-FFF2-40B4-BE49-F238E27FC236}">
                <a16:creationId xmlns:a16="http://schemas.microsoft.com/office/drawing/2014/main" id="{E00EE428-4069-46FB-8AEF-245FF0B5E86C}"/>
              </a:ext>
            </a:extLst>
          </p:cNvPr>
          <p:cNvSpPr>
            <a:spLocks noGrp="1"/>
          </p:cNvSpPr>
          <p:nvPr/>
        </p:nvSpPr>
        <p:spPr>
          <a:xfrm>
            <a:off x="1184671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05" name="object-205">
            <a:extLst>
              <a:ext uri="{FF2B5EF4-FFF2-40B4-BE49-F238E27FC236}">
                <a16:creationId xmlns:a16="http://schemas.microsoft.com/office/drawing/2014/main" id="{B93465AB-F2E7-4187-AEC1-FCF42E73BDCF}"/>
              </a:ext>
            </a:extLst>
          </p:cNvPr>
          <p:cNvSpPr>
            <a:spLocks noGrp="1"/>
          </p:cNvSpPr>
          <p:nvPr/>
        </p:nvSpPr>
        <p:spPr>
          <a:xfrm>
            <a:off x="1196578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06" name="object-206">
            <a:extLst>
              <a:ext uri="{FF2B5EF4-FFF2-40B4-BE49-F238E27FC236}">
                <a16:creationId xmlns:a16="http://schemas.microsoft.com/office/drawing/2014/main" id="{2EA8426F-811C-49AF-A244-D81832EB9E9C}"/>
              </a:ext>
            </a:extLst>
          </p:cNvPr>
          <p:cNvSpPr>
            <a:spLocks noGrp="1"/>
          </p:cNvSpPr>
          <p:nvPr/>
        </p:nvSpPr>
        <p:spPr>
          <a:xfrm>
            <a:off x="1208484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07" name="object-207">
            <a:extLst>
              <a:ext uri="{FF2B5EF4-FFF2-40B4-BE49-F238E27FC236}">
                <a16:creationId xmlns:a16="http://schemas.microsoft.com/office/drawing/2014/main" id="{6A1464BF-8E04-423A-B07D-0D0205038A02}"/>
              </a:ext>
            </a:extLst>
          </p:cNvPr>
          <p:cNvSpPr>
            <a:spLocks noGrp="1"/>
          </p:cNvSpPr>
          <p:nvPr/>
        </p:nvSpPr>
        <p:spPr>
          <a:xfrm>
            <a:off x="1220390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08" name="object-208">
            <a:extLst>
              <a:ext uri="{FF2B5EF4-FFF2-40B4-BE49-F238E27FC236}">
                <a16:creationId xmlns:a16="http://schemas.microsoft.com/office/drawing/2014/main" id="{ACF81C5D-4AE3-4EE3-84E9-C5331EBE9B0F}"/>
              </a:ext>
            </a:extLst>
          </p:cNvPr>
          <p:cNvSpPr>
            <a:spLocks noGrp="1"/>
          </p:cNvSpPr>
          <p:nvPr/>
        </p:nvSpPr>
        <p:spPr>
          <a:xfrm>
            <a:off x="1232296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09" name="object-209">
            <a:extLst>
              <a:ext uri="{FF2B5EF4-FFF2-40B4-BE49-F238E27FC236}">
                <a16:creationId xmlns:a16="http://schemas.microsoft.com/office/drawing/2014/main" id="{77A533DF-7330-4A7B-B74C-36913E8F1822}"/>
              </a:ext>
            </a:extLst>
          </p:cNvPr>
          <p:cNvSpPr>
            <a:spLocks noGrp="1"/>
          </p:cNvSpPr>
          <p:nvPr/>
        </p:nvSpPr>
        <p:spPr>
          <a:xfrm>
            <a:off x="12442031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10" name="object-210">
            <a:extLst>
              <a:ext uri="{FF2B5EF4-FFF2-40B4-BE49-F238E27FC236}">
                <a16:creationId xmlns:a16="http://schemas.microsoft.com/office/drawing/2014/main" id="{68F69F96-47CF-4EA6-AFF4-D38AFC61333D}"/>
              </a:ext>
            </a:extLst>
          </p:cNvPr>
          <p:cNvSpPr>
            <a:spLocks noGrp="1"/>
          </p:cNvSpPr>
          <p:nvPr/>
        </p:nvSpPr>
        <p:spPr>
          <a:xfrm>
            <a:off x="12561094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11" name="object-211">
            <a:extLst>
              <a:ext uri="{FF2B5EF4-FFF2-40B4-BE49-F238E27FC236}">
                <a16:creationId xmlns:a16="http://schemas.microsoft.com/office/drawing/2014/main" id="{677AAD27-7D9E-4B4F-B404-5B39D43B85F3}"/>
              </a:ext>
            </a:extLst>
          </p:cNvPr>
          <p:cNvSpPr>
            <a:spLocks noGrp="1"/>
          </p:cNvSpPr>
          <p:nvPr/>
        </p:nvSpPr>
        <p:spPr>
          <a:xfrm>
            <a:off x="12680156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12" name="object-212">
            <a:extLst>
              <a:ext uri="{FF2B5EF4-FFF2-40B4-BE49-F238E27FC236}">
                <a16:creationId xmlns:a16="http://schemas.microsoft.com/office/drawing/2014/main" id="{E1BA2B78-6647-4811-B9D9-CA104B8D3CC8}"/>
              </a:ext>
            </a:extLst>
          </p:cNvPr>
          <p:cNvSpPr>
            <a:spLocks noGrp="1"/>
          </p:cNvSpPr>
          <p:nvPr/>
        </p:nvSpPr>
        <p:spPr>
          <a:xfrm>
            <a:off x="12799219" y="5988844"/>
            <a:ext cx="119063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13" name="object-213">
            <a:extLst>
              <a:ext uri="{FF2B5EF4-FFF2-40B4-BE49-F238E27FC236}">
                <a16:creationId xmlns:a16="http://schemas.microsoft.com/office/drawing/2014/main" id="{9E04D8C8-A156-42BF-A917-F780AB019E33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214" name="object-214">
            <a:extLst>
              <a:ext uri="{FF2B5EF4-FFF2-40B4-BE49-F238E27FC236}">
                <a16:creationId xmlns:a16="http://schemas.microsoft.com/office/drawing/2014/main" id="{2B53A049-8FE3-42F9-B40D-F46771081726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215" name="object-215">
            <a:extLst>
              <a:ext uri="{FF2B5EF4-FFF2-40B4-BE49-F238E27FC236}">
                <a16:creationId xmlns:a16="http://schemas.microsoft.com/office/drawing/2014/main" id="{1D7E453C-446A-40AB-AE26-23BB26F6A6E8}"/>
              </a:ext>
            </a:extLst>
          </p:cNvPr>
          <p:cNvSpPr>
            <a:spLocks noGrp="1"/>
          </p:cNvSpPr>
          <p:nvPr/>
        </p:nvSpPr>
        <p:spPr>
          <a:xfrm>
            <a:off x="4345781" y="5310188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216" name="object-216">
            <a:extLst>
              <a:ext uri="{FF2B5EF4-FFF2-40B4-BE49-F238E27FC236}">
                <a16:creationId xmlns:a16="http://schemas.microsoft.com/office/drawing/2014/main" id="{E4B5D896-A2D2-45CB-AF45-AE9ABDE4B23F}"/>
              </a:ext>
            </a:extLst>
          </p:cNvPr>
          <p:cNvSpPr>
            <a:spLocks noGrp="1"/>
          </p:cNvSpPr>
          <p:nvPr/>
        </p:nvSpPr>
        <p:spPr>
          <a:xfrm>
            <a:off x="4345781" y="5988844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217" name="object-217">
            <a:extLst>
              <a:ext uri="{FF2B5EF4-FFF2-40B4-BE49-F238E27FC236}">
                <a16:creationId xmlns:a16="http://schemas.microsoft.com/office/drawing/2014/main" id="{2B66A8F8-1D17-4ED7-AA15-8A36BD931BBC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218" name="object-218">
            <a:extLst>
              <a:ext uri="{FF2B5EF4-FFF2-40B4-BE49-F238E27FC236}">
                <a16:creationId xmlns:a16="http://schemas.microsoft.com/office/drawing/2014/main" id="{BD684E16-5DCF-46B3-B457-E9A9F96E846F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219" name="object-219">
            <a:extLst>
              <a:ext uri="{FF2B5EF4-FFF2-40B4-BE49-F238E27FC236}">
                <a16:creationId xmlns:a16="http://schemas.microsoft.com/office/drawing/2014/main" id="{FC54343D-1A5C-49DB-8578-6209F3E4CAB6}"/>
              </a:ext>
            </a:extLst>
          </p:cNvPr>
          <p:cNvSpPr>
            <a:spLocks noGrp="1"/>
          </p:cNvSpPr>
          <p:nvPr/>
        </p:nvSpPr>
        <p:spPr>
          <a:xfrm>
            <a:off x="10060781" y="5310188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220" name="object-220">
            <a:extLst>
              <a:ext uri="{FF2B5EF4-FFF2-40B4-BE49-F238E27FC236}">
                <a16:creationId xmlns:a16="http://schemas.microsoft.com/office/drawing/2014/main" id="{3A68F0BF-A4CB-4ABF-8D52-6E4406472F8A}"/>
              </a:ext>
            </a:extLst>
          </p:cNvPr>
          <p:cNvSpPr>
            <a:spLocks noGrp="1"/>
          </p:cNvSpPr>
          <p:nvPr/>
        </p:nvSpPr>
        <p:spPr>
          <a:xfrm>
            <a:off x="10060781" y="5988844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221" name="object-221">
            <a:extLst>
              <a:ext uri="{FF2B5EF4-FFF2-40B4-BE49-F238E27FC236}">
                <a16:creationId xmlns:a16="http://schemas.microsoft.com/office/drawing/2014/main" id="{B892D7B5-9660-4356-B8A6-6C279E23C4B5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93 − 10 = 83; the denominator stays 24.</a:t>
            </a:r>
          </a:p>
        </p:txBody>
      </p:sp>
      <p:sp>
        <p:nvSpPr>
          <p:cNvPr id="222" name="object-222">
            <a:extLst>
              <a:ext uri="{FF2B5EF4-FFF2-40B4-BE49-F238E27FC236}">
                <a16:creationId xmlns:a16="http://schemas.microsoft.com/office/drawing/2014/main" id="{2731ED80-E33F-46EA-92BA-8809DEC851B7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3 11/24</a:t>
            </a:r>
          </a:p>
        </p:txBody>
      </p:sp>
    </p:spTree>
    <p:extLst>
      <p:ext uri="{BB962C8B-B14F-4D97-AF65-F5344CB8AC3E}">
        <p14:creationId xmlns:p14="http://schemas.microsoft.com/office/powerpoint/2010/main" val="706905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3" fill="hold">
                      <p:stCondLst>
                        <p:cond delay="indefinite"/>
                      </p:stCondLst>
                      <p:childTnLst>
                        <p:par>
                          <p:cTn id="214" fill="hold">
                            <p:stCondLst>
                              <p:cond delay="0"/>
                            </p:stCondLst>
                            <p:childTnLst>
                              <p:par>
                                <p:cTn id="2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3" fill="hold">
                      <p:stCondLst>
                        <p:cond delay="indefinite"/>
                      </p:stCondLst>
                      <p:childTnLst>
                        <p:par>
                          <p:cTn id="424" fill="hold">
                            <p:stCondLst>
                              <p:cond delay="0"/>
                            </p:stCondLst>
                            <p:childTnLst>
                              <p:par>
                                <p:cTn id="4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7" fill="hold">
                      <p:stCondLst>
                        <p:cond delay="indefinite"/>
                      </p:stCondLst>
                      <p:childTnLst>
                        <p:par>
                          <p:cTn id="428" fill="hold">
                            <p:stCondLst>
                              <p:cond delay="0"/>
                            </p:stCondLst>
                            <p:childTnLst>
                              <p:par>
                                <p:cTn id="4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  <p:bldP spid="17" grpId="0"/>
      <p:bldP spid="18" grpId="0"/>
      <p:bldP spid="20" grpId="0"/>
      <p:bldP spid="221" grpId="0"/>
      <p:bldP spid="2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113D5A9E-971A-4F6C-84EF-5B782443872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45F2B32-81C3-463D-A3E9-8F096A98553F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1D340C7-9EFB-47D6-AD88-1FB93D40140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D0D64C7-D723-43AD-8CF7-F8C1625F1B4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9DCDAA0-3911-4773-B8FD-46005AFB8E7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Subtract fractions with different denominators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429A744-BF6B-4EF6-B81F-81A9D5F82CD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AA43471-34CA-4017-9278-91D627C559F4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081A67A-A0B1-41F4-80DE-0FB8BB884326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7/8 - 5/12.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87BBD5F-BD4D-4BD3-9F13-694F2D78B107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D19130E-C293-40E7-A1DF-41ECC0F8D6DA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1/3 + 1 5/6.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A01C191-40A5-4292-B4AB-BB0AEBD94CBD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3F57470-9AD9-4865-85EE-0F82674A5926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5 1/4 - 2 2/3.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54E0F86-B5B7-4AC3-A237-206190C6E670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91802EBA-C24B-4731-9A4A-F3D41138BE7F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Calculate 7/8 - 5/12.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21F15D99-E5C8-4509-B672-3A6D2D341407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1D8DDBF1-27D4-4550-8AAB-037EAC6FD163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Calculate 2 1/3 + 1 5/6.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9116367F-67B6-4B26-BE73-AEB4F980F480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B54963AD-E9C7-4EF6-8428-66F2D3078F96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Calculate 5 1/4 - 2 2/3.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26D0CB1-7DEC-4053-BBB2-66F27A8EE991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7EB5A9F-BDE4-4E43-B339-6D1C5C400D55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A jug contains 3 1/2 litres. 1 3/4 litres are used and 2/3 litre is added. How much is in the jug?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CFA5DFC3-D0D8-46D8-BF43-4677131D3671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7275C6F8-D026-46C3-BBAF-8CD5EF32BB67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adds or subtracts both the numerators and denominators.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FC6BE750-B24C-4698-AAFD-EDC999EC1570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2FF9CCAA-2CCF-426A-A7C0-455D78D70991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5E04DE01-036A-4798-BE96-3CB6A616AFB9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3FF27ACC-8A4F-445A-AAE7-C87A45E12288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Calculate 5 1/4 - 2 2/3.</a:t>
            </a:r>
          </a:p>
        </p:txBody>
      </p:sp>
    </p:spTree>
    <p:extLst>
      <p:ext uri="{BB962C8B-B14F-4D97-AF65-F5344CB8AC3E}">
        <p14:creationId xmlns:p14="http://schemas.microsoft.com/office/powerpoint/2010/main" val="519088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3ABA5AB1-7CD7-46A3-BCF5-40CC4BC91B5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81A1F60-902B-474C-A985-5DDCBC8CD70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B4B56F4-C151-4327-8D6C-9B256A80AE3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C0BE4C6-7F2A-457D-9EBF-8082873FD8F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Subtract fractions with different denominators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1799C03-3CBD-4D69-8A20-0074329B801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1BB37A7-41FF-434F-B1D8-70001D7F7778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FECBE00-885B-4717-8DE7-F6F0FFC0160F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11/24.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0963CC8-D3C6-4C0D-9EC3-4B1E33584462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7F1EE2A-C94D-4869-BD12-DE52D9DF666E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 1/6.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DE0955A-0683-48D7-B7A0-9BF0A2848272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4AF55F4-32D1-4A12-9D78-3BF65785FB32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 7/12.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9FFD0970-7548-4EA7-BEB7-3809D28D86B8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2109A58-0B29-416F-94E8-D3D91AAECE58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11/24.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FD3FC6CC-1F1D-45FF-A4D2-00E3A3A9BB9D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3567B81D-7B4E-4A0B-AC1B-AA36C8A2E7F7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4 1/6.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469554C-AC48-482C-B0DE-7B6C02A12A85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CFAA9686-34F4-44B2-8339-017FB4A771C0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2 7/12.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D608004A-FD1F-42F5-A66A-64DFA09132D3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09558CCF-793C-41BE-AB2B-85D61661FE0A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 5/12 litres.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6709B5E2-5B38-45FC-AA7D-4BB5E245853D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51A1B00A-6B61-484B-90C3-E959CD08A508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Use equivalent fractions with a common denominator, then operate on the numerators only.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F1215EC9-13A4-47F3-96CB-684132E96577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85F50D69-6350-4CBD-829E-60F9D82D4E29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4FC8C051-18C7-48FE-99BE-E4F04DAA1783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261E4A14-8F85-45F3-BEE1-F448326F18F0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88179072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1292</Words>
  <Application>Microsoft Office PowerPoint</Application>
  <DocSecurity>0</DocSecurity>
  <PresentationFormat>Custom</PresentationFormat>
  <Paragraphs>178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2026-09-14T13:19:12Z</dcterms:created>
  <dcterms:modified xsi:type="dcterms:W3CDTF">2026-09-14T13:19:39Z</dcterms:modified>
</cp:coreProperties>
</file>