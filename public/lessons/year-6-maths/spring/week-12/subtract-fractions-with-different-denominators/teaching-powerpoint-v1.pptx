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b79d52c3334de7" /><Relationship Type="http://schemas.openxmlformats.org/officeDocument/2006/relationships/extended-properties" Target="/docProps/app.xml" Id="Ra964d5be197041ed" /><Relationship Type="http://schemas.openxmlformats.org/officeDocument/2006/relationships/officeDocument" Target="/ppt/presentation.xml" Id="R20ec93e00eb440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c2d08504ed4be2"/>
  </p:sldMasterIdLst>
  <p:notesMasterIdLst>
    <p:notesMasterId xmlns:r="http://schemas.openxmlformats.org/officeDocument/2006/relationships" r:id="R3118762a79e844e0"/>
  </p:notesMasterIdLst>
  <p:sldIdLst>
    <p:sldId xmlns:r="http://schemas.openxmlformats.org/officeDocument/2006/relationships" id="256" r:id="R7a1b4f22b55f4aeb"/>
    <p:sldId xmlns:r="http://schemas.openxmlformats.org/officeDocument/2006/relationships" id="257" r:id="Rb087bfd6e1f3459b"/>
    <p:sldId xmlns:r="http://schemas.openxmlformats.org/officeDocument/2006/relationships" id="258" r:id="Rfe9a2b357ce641ab"/>
    <p:sldId xmlns:r="http://schemas.openxmlformats.org/officeDocument/2006/relationships" id="259" r:id="R6b2f273752e3477e"/>
    <p:sldId xmlns:r="http://schemas.openxmlformats.org/officeDocument/2006/relationships" id="260" r:id="R21764b0f4f4545b9"/>
    <p:sldId xmlns:r="http://schemas.openxmlformats.org/officeDocument/2006/relationships" id="261" r:id="Rf6816109f25b4d29"/>
    <p:sldId xmlns:r="http://schemas.openxmlformats.org/officeDocument/2006/relationships" id="262" r:id="R9d8017ec150f45c4"/>
    <p:sldId xmlns:r="http://schemas.openxmlformats.org/officeDocument/2006/relationships" id="263" r:id="Rf3d74438c1fd4072"/>
    <p:sldId xmlns:r="http://schemas.openxmlformats.org/officeDocument/2006/relationships" id="264" r:id="R28ee79e610134024"/>
    <p:sldId xmlns:r="http://schemas.openxmlformats.org/officeDocument/2006/relationships" id="265" r:id="R7c6abfefe941434f"/>
    <p:sldId xmlns:r="http://schemas.openxmlformats.org/officeDocument/2006/relationships" id="266" r:id="Rb209cbdbbea3487e"/>
    <p:sldId xmlns:r="http://schemas.openxmlformats.org/officeDocument/2006/relationships" id="267" r:id="R411ded3cef74491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b84130bfb84ed3" /><Relationship Type="http://schemas.openxmlformats.org/officeDocument/2006/relationships/slideMaster" Target="/ppt/slideMasters/slideMaster1.xml" Id="Rd7c2d08504ed4be2" /><Relationship Type="http://schemas.openxmlformats.org/officeDocument/2006/relationships/notesMaster" Target="/ppt/notesMasters/notesMaster1.xml" Id="R3118762a79e844e0" /><Relationship Type="http://schemas.openxmlformats.org/officeDocument/2006/relationships/presProps" Target="/ppt/presProps.xml" Id="Rab7eebc3975647a8" /><Relationship Type="http://schemas.openxmlformats.org/officeDocument/2006/relationships/tableStyles" Target="/ppt/tableStyles.xml" Id="Rb94f223a53fb462c" /><Relationship Type="http://schemas.openxmlformats.org/officeDocument/2006/relationships/slide" Target="/ppt/slides/slide1.xml" Id="R7a1b4f22b55f4aeb" /><Relationship Type="http://schemas.openxmlformats.org/officeDocument/2006/relationships/slide" Target="/ppt/slides/slide2.xml" Id="Rb087bfd6e1f3459b" /><Relationship Type="http://schemas.openxmlformats.org/officeDocument/2006/relationships/slide" Target="/ppt/slides/slide3.xml" Id="Rfe9a2b357ce641ab" /><Relationship Type="http://schemas.openxmlformats.org/officeDocument/2006/relationships/slide" Target="/ppt/slides/slide4.xml" Id="R6b2f273752e3477e" /><Relationship Type="http://schemas.openxmlformats.org/officeDocument/2006/relationships/slide" Target="/ppt/slides/slide5.xml" Id="R21764b0f4f4545b9" /><Relationship Type="http://schemas.openxmlformats.org/officeDocument/2006/relationships/slide" Target="/ppt/slides/slide6.xml" Id="Rf6816109f25b4d29" /><Relationship Type="http://schemas.openxmlformats.org/officeDocument/2006/relationships/slide" Target="/ppt/slides/slide7.xml" Id="R9d8017ec150f45c4" /><Relationship Type="http://schemas.openxmlformats.org/officeDocument/2006/relationships/slide" Target="/ppt/slides/slide8.xml" Id="Rf3d74438c1fd4072" /><Relationship Type="http://schemas.openxmlformats.org/officeDocument/2006/relationships/slide" Target="/ppt/slides/slide9.xml" Id="R28ee79e610134024" /><Relationship Type="http://schemas.openxmlformats.org/officeDocument/2006/relationships/slide" Target="/ppt/slides/slide10.xml" Id="R7c6abfefe941434f" /><Relationship Type="http://schemas.openxmlformats.org/officeDocument/2006/relationships/slide" Target="/ppt/slides/slide11.xml" Id="Rb209cbdbbea3487e" /><Relationship Type="http://schemas.openxmlformats.org/officeDocument/2006/relationships/slide" Target="/ppt/slides/slide12.xml" Id="R411ded3cef7449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27d2a2326145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b262643c134249" /><Relationship Type="http://schemas.openxmlformats.org/officeDocument/2006/relationships/notesMaster" Target="/ppt/notesMasters/notesMaster1.xml" Id="R73dd5603c18e49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a61a756a0a4db3" /><Relationship Type="http://schemas.openxmlformats.org/officeDocument/2006/relationships/notesMaster" Target="/ppt/notesMasters/notesMaster1.xml" Id="Rc142abee752b46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617b340f4f441e" /><Relationship Type="http://schemas.openxmlformats.org/officeDocument/2006/relationships/notesMaster" Target="/ppt/notesMasters/notesMaster1.xml" Id="Re7848be623494a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452a5518fe47a4" /><Relationship Type="http://schemas.openxmlformats.org/officeDocument/2006/relationships/notesMaster" Target="/ppt/notesMasters/notesMaster1.xml" Id="Rf1a9b7407d504a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b9122b26424ca6" /><Relationship Type="http://schemas.openxmlformats.org/officeDocument/2006/relationships/notesMaster" Target="/ppt/notesMasters/notesMaster1.xml" Id="Rfca081296abc46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a9e8cf7e214bce" /><Relationship Type="http://schemas.openxmlformats.org/officeDocument/2006/relationships/notesMaster" Target="/ppt/notesMasters/notesMaster1.xml" Id="Re7618c50bb0042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cbe8ba16f34152" /><Relationship Type="http://schemas.openxmlformats.org/officeDocument/2006/relationships/notesMaster" Target="/ppt/notesMasters/notesMaster1.xml" Id="R1517f08a1e0349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c137eff19b4e75" /><Relationship Type="http://schemas.openxmlformats.org/officeDocument/2006/relationships/notesMaster" Target="/ppt/notesMasters/notesMaster1.xml" Id="Rdec9fbbb60c642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53c107956c45e1" /><Relationship Type="http://schemas.openxmlformats.org/officeDocument/2006/relationships/notesMaster" Target="/ppt/notesMasters/notesMaster1.xml" Id="R5cb3c03246d448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bf993b8d904e9b" /><Relationship Type="http://schemas.openxmlformats.org/officeDocument/2006/relationships/notesMaster" Target="/ppt/notesMasters/notesMaster1.xml" Id="R17b757f1832e42f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14ae6ef0be492a" /><Relationship Type="http://schemas.openxmlformats.org/officeDocument/2006/relationships/notesMaster" Target="/ppt/notesMasters/notesMaster1.xml" Id="R32d3ed297c5e49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d35db9760d4deb" /><Relationship Type="http://schemas.openxmlformats.org/officeDocument/2006/relationships/notesMaster" Target="/ppt/notesMasters/notesMaster1.xml" Id="R551f75f9edd946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bar models,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 1/6. | Find a common denominator before combining fractions. |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common denominator, equivalent fraction, improper fraction, mixed number, sum, difference.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11/24.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 1/6.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 1/6..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 7/12..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 5/12 litres.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 7/12. | Use equivalent fractions with a common denominator, then operate on the numerators only.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d05e503c0a44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54803ab7314a85" /><Relationship Type="http://schemas.openxmlformats.org/officeDocument/2006/relationships/slideLayout" Target="/ppt/slideLayouts/slideLayout1.xml" Id="R311aa577508b4e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1aa577508b4e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6cd23b6324c0c" /><Relationship Type="http://schemas.openxmlformats.org/officeDocument/2006/relationships/notesSlide" Target="/ppt/notesSlides/notesSlide1.xml" Id="R03c469d4810e41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17c2833914360" /><Relationship Type="http://schemas.openxmlformats.org/officeDocument/2006/relationships/notesSlide" Target="/ppt/notesSlides/notesSlide2.xml" Id="R6789997e63a847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4b745d006412b" /><Relationship Type="http://schemas.openxmlformats.org/officeDocument/2006/relationships/notesSlide" Target="/ppt/notesSlides/notesSlide3.xml" Id="R95540b281a494a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c9984b5cd418b" /><Relationship Type="http://schemas.openxmlformats.org/officeDocument/2006/relationships/notesSlide" Target="/ppt/notesSlides/notesSlide4.xml" Id="Rd3890934b79942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2b7f7ed4b42b6" /><Relationship Type="http://schemas.openxmlformats.org/officeDocument/2006/relationships/notesSlide" Target="/ppt/notesSlides/notesSlide5.xml" Id="R4b7440b3f7604f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3e6601a0b4e92" /><Relationship Type="http://schemas.openxmlformats.org/officeDocument/2006/relationships/notesSlide" Target="/ppt/notesSlides/notesSlide6.xml" Id="Ra22ba0755aae4b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f6fccd0904c33" /><Relationship Type="http://schemas.openxmlformats.org/officeDocument/2006/relationships/image" Target="/ppt/media/image.png" Id="R8e6c68f93b404f3b" /><Relationship Type="http://schemas.openxmlformats.org/officeDocument/2006/relationships/notesSlide" Target="/ppt/notesSlides/notesSlide7.xml" Id="R37f68dfa6ae14f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4b13eaf7b477f" /><Relationship Type="http://schemas.openxmlformats.org/officeDocument/2006/relationships/notesSlide" Target="/ppt/notesSlides/notesSlide8.xml" Id="Rfeaefdbbfb5944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5c8e8d80e4283" /><Relationship Type="http://schemas.openxmlformats.org/officeDocument/2006/relationships/notesSlide" Target="/ppt/notesSlides/notesSlide9.xml" Id="Rddfcd268d40046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b496cc196a4ec9" /><Relationship Type="http://schemas.openxmlformats.org/officeDocument/2006/relationships/notesSlide" Target="/ppt/notesSlides/notesSlide10.xml" Id="R99eab8df93f44a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d7f51c6594d6c" /><Relationship Type="http://schemas.openxmlformats.org/officeDocument/2006/relationships/notesSlide" Target="/ppt/notesSlides/notesSlide11.xml" Id="R3436944237e246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e7a435d684404" /><Relationship Type="http://schemas.openxmlformats.org/officeDocument/2006/relationships/notesSlide" Target="/ppt/notesSlides/notesSlide12.xml" Id="R5f8a0b615fec48f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099A4-59FE-47CB-91B5-A16BDCF3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8F382F-00E4-4BAF-B47F-114BE0D2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E3FE05-C7B7-466B-BF92-57883F69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E820F-6FF5-4108-B5AC-68AF42EB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99ABB8-1803-4B64-A429-9F5A96A2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45691-BB04-41DC-8134-4420A023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B363-14CD-40CF-9300-1954A6B5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A75F6-39F0-4476-B781-7FE1D54A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subtract proper fractions with different denominators.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48CB1-19BD-467A-A118-1EDE5FA0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AB7FBB-94F1-4E0D-A647-90B52AC6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42BA57-7FA1-4E58-B3D9-1FBFA5B4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942297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B6971F-5FC4-469D-9B45-C47FC8C6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0C8FA-6885-41D9-B548-71890349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1EFEF8-264F-4ECC-AA31-60A82A4B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6EE37-DC5E-40B0-BCF5-62928102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5079B-5FE3-45F7-9AA8-724370A9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903CD-EDD2-4D7E-BDDF-46748A31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AAB73-BFB3-4265-B900-787F6AC1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51A2BF-5466-4211-B6DA-28A1BBF0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18E408-0A51-4ED7-A669-481A3355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77D7E-000E-4C2D-94F7-F73FD62A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9B06C-995C-4BE0-99C5-CC8B2722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F4F32-7A75-4724-A621-231555B7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555D3-8E18-4797-9D1F-6A9FC788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Add and subtract fractions with related denominators and convert improper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7EE82-0046-4B50-8369-E3694BEF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A55913-BBF3-46F9-B875-D7FFA42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885BA-E8AB-4A92-8596-C1F412DC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9F062A-6D70-47F6-A602-5B3A6BD8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3E7E6D-4E8B-468A-A8C0-8BECB0EE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7671FB-3F64-4888-BE0D-D81A5A17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B9188C-73CD-4A42-99C0-6737F51E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DF96AD-17F4-442A-A61C-404C9944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7/8 - 5/12.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6C3DAA-6CA6-4087-9C1D-698A1159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001926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10A81-DCB0-4DE9-832B-6633CB72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9B4B1-AF7E-45DC-B086-CA0272CF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FB7D1-2480-4197-9208-EE923808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4F84CB-608C-49F9-BD1E-9F29EB17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FC003-9E77-4630-B7E0-AAF060FA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9759E-A224-41D8-A6BD-55FF017A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6BF8B-28E1-4527-84FB-5502B403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7D7ABA-5EAE-4AFB-88D0-D335B602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89C60B-6885-41E2-900F-F976E415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A1E0A8-A993-4BE6-8417-6B6C356C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subtract proper fractions with different denominators.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0CD7B-BF79-4667-831B-AE8DBA4A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DD390-8AB6-4B53-A701-6C51D2AB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common denominator before combining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D533EB-87E1-41E6-9C33-61647446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Add or subtract the numerators while keeping the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AE732F-5DD7-49C5-95BD-EC09E603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convert the answer when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B5453D-E1C7-4778-9C04-818600E0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common denominator  |  equivalent fraction  |  improper fraction  |  mixed number  |  sum  |  difference</a:t>
            </a:r>
          </a:p>
        </p:txBody>
      </p:sp>
    </p:spTree>
    <p:extLst>
      <p:ext uri="{BB962C8B-B14F-4D97-AF65-F5344CB8AC3E}">
        <p14:creationId xmlns:p14="http://schemas.microsoft.com/office/powerpoint/2010/main" val="795518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0C3506-F2EF-41FE-8087-BB39CFA3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01ED7-D09C-464D-BE88-5ED50F49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95D5C-5474-4BFE-B04B-886C5304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7DD4A-DE58-47DC-BE3E-2410BDEF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75B4C-9060-47E3-9A76-4325337B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00E64B-DB87-4227-9417-000BE905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31D5B4-51F3-4610-A85C-1D3213AB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375D9-5A16-4914-938F-6EE6FEFD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F303B8-93EB-45BF-8BB0-5CFB45A5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38E9B-A3ED-49E6-8EC0-DBFB5FBF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50548-6863-410C-BD0D-670E5501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5859DF-4175-4349-987A-2D7EA8AB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72B1B-642F-4496-8CCB-FC22B442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common denominator before combining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E86E03-FD51-444C-A983-00D134D8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C438A2-38F7-4758-8AFE-AA8B319E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335237-9478-448A-B1B8-E5E57840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Add or subtract the numerators while keeping the denominator.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6DBE3-A929-4F7E-BB02-D73E9854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044A9-11F9-4F1D-A39F-01B3B191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1BBF40-05A6-4626-B018-73AFD4F5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11/24.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B48BC5-CC0A-4538-912F-844099BF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09F4F5-8953-4D1D-B0D6-E3567E89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C964CE-C077-4426-86F7-F611DD62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convert the answer when appropriate.</a:t>
            </a:r>
          </a:p>
        </p:txBody>
      </p:sp>
    </p:spTree>
    <p:extLst>
      <p:ext uri="{BB962C8B-B14F-4D97-AF65-F5344CB8AC3E}">
        <p14:creationId xmlns:p14="http://schemas.microsoft.com/office/powerpoint/2010/main" val="6220198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9E7B78-0904-4280-A718-BE534F68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7AB81C-8DFE-4B1D-A613-D6C1882D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126CB3-8DA7-4E23-9782-71012C1E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24F42-4D72-48EE-B1E6-575F01D7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5E208-F4E1-4F64-ADB8-F1E806BA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8B8F8-7D36-49F2-9B83-EEEB890B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F9A32-299B-47D4-AE8B-CAF3D59C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649F4-80F7-40D7-9AC8-B7B2695B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5D681-67B7-4D49-B009-AB452600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20282-536D-4837-885A-A3CF313D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34ECA-C2B0-4F4E-93F7-D6CCDE12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11/24.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08041-15C4-4CC2-AD3E-E5C928B9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906C67-70B9-40EF-8180-EAD73B6C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convert the answer when appropriate.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1B839-0F1C-4985-A56E-A1D5E439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82695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583F0-0B37-4CA3-B26D-CF6F6DD4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F9AAB-7445-4BB6-9507-467F954F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72CFA7-D7E6-4122-B3D0-B11CDFAA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FD7E88-BC08-4797-9232-E0B1CA16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BC7E1-BC88-4FF6-A16A-605B770F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96E71-D3FC-4294-89B7-5B12A100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3040F4-75F7-4F95-AB1A-F8A10FB6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D5083-F30F-46FA-9776-A82EAD05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CDD933-989F-42C8-8A8D-36C7B6AB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A08241-A73A-4D3F-940F-308D53D5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B04363-9E57-4C6B-9FA6-03B33F82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A5577E-CAC4-4DB4-83A0-9CC6D018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9AD8EA-52EE-424D-A95D-85EEC34C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E4A3D-2EA4-42B8-A009-BD27324E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D1B71-0B0E-4E64-8C39-40AD3B5C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 1/6.</a:t>
            </a:r>
          </a:p>
        </p:txBody>
      </p:sp>
    </p:spTree>
    <p:extLst>
      <p:ext uri="{BB962C8B-B14F-4D97-AF65-F5344CB8AC3E}">
        <p14:creationId xmlns:p14="http://schemas.microsoft.com/office/powerpoint/2010/main" val="3155003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4EADDB-3F4E-4D36-83BD-FE5419E0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2CD0AF-F527-420E-88E1-04888FE2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FF810-1BC3-4438-A20A-E8B1F0CD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78DE0-F293-407D-BC0A-760643C0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63674D-96FE-45A8-ACD4-7D4F72C5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8AD076-9B62-417C-A97E-26C765FC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491B7-403A-49A1-AF09-3A94B773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648CE-0488-4CFC-B6FA-18E8C8D6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DAE5FA-294E-4EFF-A4C9-2E962B27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6c68f93b404f3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1FD149-D2F8-411B-B008-1A3ED744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3CCAD-CEA3-4EBC-B30A-2B15E79A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or subtracts both the numerators and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3E7BA0-0A61-4236-9DF7-1117A418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65D85A-C4E2-4072-830C-EAA76EE1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3C56C1-4731-4458-AB8A-C6E18FB9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</p:spTree>
    <p:extLst>
      <p:ext uri="{BB962C8B-B14F-4D97-AF65-F5344CB8AC3E}">
        <p14:creationId xmlns:p14="http://schemas.microsoft.com/office/powerpoint/2010/main" val="3073899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C78B41-6BBA-4208-A135-8AEA10B8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969D1-33FB-47D6-8AB4-24B5A6F2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7EC683-4F08-4399-9E8E-F52E82B5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ACA4F-9D99-4EE6-A5E1-07A7C404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721D8-32B5-4DA2-AFC1-C8029190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D5105E-05FC-4531-876C-03ADD4D6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0BE75E-9CCB-45A2-B201-83689C72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73C7C-A321-4934-9F7F-66F92853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E7BC0A-341B-428D-AB70-6F167229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7F5DC-56ED-452C-A3F5-3383C73B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0A1485-2D19-48A9-BB3D-25996A08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53FE3E-F548-4F22-B07E-7F98F9B1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678C8-F44E-4663-AB87-B6F351C5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E2AD6D-FCDA-40FF-966A-58FF1C40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126865-853D-4194-B9B5-592BA420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45D6FA-C165-4450-96C1-481E6598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EBBB1A-9575-4AFA-9171-3417A894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B954E6-1E10-45A1-91B1-33A9D298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CF5BCB-9382-4764-8EB5-AAFE8304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4DB7FC-D20E-48EC-B5D5-A13D4167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3F2250-CFCC-4EA8-A10B-02B30D4E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 1/6.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2F16EC-CB4B-498F-8281-C567923D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699869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C1731-9EE8-4CFE-890F-A4557DAD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182BED-6123-4B86-A509-79009C86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6EE784-A6EF-4A52-8DB7-712E045C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C132C-9A7F-4B1C-92D6-5FC84898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DDE57-DAC1-408E-88EF-F6702743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6EDF9-3025-41A0-A6AC-318AE0EB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8BAACC-4AA4-49B5-9B47-85545683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21884-9C54-4B65-A336-D4AADA9A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A9420-7981-4C8B-92C6-90BC668D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C310AC-7443-48F2-8568-B3EBC4BB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4CCCCF-BC35-49CD-A209-34515B7D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649976-CCFE-4E08-BA63-FB90D930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5D28E-04E7-4DAF-BEF3-4FB782B4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DBED89-5F80-4A74-8BCC-FC58EF0B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11CC0A-CDB8-4C48-8DC3-36661893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15958F-47E4-4B8D-A424-8D8C1372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76945-BFF1-4F57-948C-3456B3E8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08EE44-57C0-43FA-8568-6521C0E8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08233E-0B50-428E-BED0-D4DB7EAF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320001-54AB-43E7-93AA-40084916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F2D5B4-E4F0-4D8F-822E-CC183744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274305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75B90-3F9E-41D1-8681-5C8CB56C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87B1E-234D-42A2-AF4D-178147EF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8C178F-4EB1-4981-A3B3-7F33B02E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7A654-FBB2-406C-A8B3-60648B8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17392-0141-4B2C-A823-21A59AEC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DB41E-361B-415D-9C3E-84D2A4BC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BA3E1-E84E-4105-9B3F-9D4B2BAA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C8B0F-5D15-4F66-A40B-2D07B01D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CB921B-0560-4AAD-855C-4C9D5508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20D33C-1B0E-4C97-B70F-340295A7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jug contains 3 1/2 litres. 1 3/4 litres are used and 2/3 litre is added. How much is in the jug?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C65C8A-8E90-4790-B91F-034900F3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4BB3C9-0883-46F5-BB5A-32F67130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7CCFB5-E027-4628-9B22-EBFA8A19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 5/12 litres.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9454134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75D51E-D2D3-4B27-9827-5B246181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D5313-05EA-4351-A982-29441880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B00A6-4FDB-43C7-91AA-FB47082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720A2-10BE-4973-B75B-B33E93B9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D7396-8A5A-4FFC-86A6-DDCE19AC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F0546-55B9-44E8-84FD-60A2CE1E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34491-0FC0-4A4C-9C22-09F90699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8FE7BF-5C2B-4025-BFEA-CF0307E8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4F918E-44BE-4296-BDE8-01DF5447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CFB51-81DE-4371-B7C8-401F42B5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8776A1-B646-48CE-A504-954E8FC8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AF2ED2-4CA8-4D50-9F93-C8B29213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FFF89-2FB2-41F2-84F2-5AF90B59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36D71-6620-436D-B215-A131C69C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349F16-44C7-4342-AA9A-2662F07E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6B2DDE-2A46-4F86-8EE2-6D46624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 7/12.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9504E8-AD69-46B0-9471-31B90464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8F7262-0CB2-43F2-BD29-D1EEBC08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380681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B9818-069C-47BE-9717-4220EE94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6CF4F-5F8E-4F53-8127-09B2DF11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181A1-7639-40E9-A598-2348A043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829B5-9F7B-4C2C-8952-94CEDD73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4CF8D-BB8D-4593-90DC-5B3B3055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036C94-FE60-4197-A089-C9BE80B0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70687-2B0A-4BC6-8689-577E0772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F84675-B41B-42A2-A000-597D465B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28484-97F6-4548-AE5B-FBC4FD38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F6C6F-4877-4440-AEE8-FBEBE6B6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BA5376-525F-4D9A-90D9-1C3DB171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A6C4B-739C-4E4F-BC24-BDD52463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334AE8-B91E-450E-8C6B-87013B9A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D0AB8-7F69-4622-8804-FBD33414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BC4D79-1A53-4B71-8B7F-74877C23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38B613-218C-4DAC-8D5D-619FAFE5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86717-5BB6-4507-BFCE-2D259F09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or subtracts both the numerators and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85E57E-0C36-4878-95D1-63509DAD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F57562-EF9A-4904-933D-2E46D99E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D10F56-4AA7-4594-88F8-E5DDFD57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78656C-521D-4FDE-AFFB-534EBE78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022810-FA6F-4C29-9780-8D0F07A6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18033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2026-09-09T20:46:32.5850000Z</dcterms:created>
  <dcterms:modified xsi:type="dcterms:W3CDTF">2026-09-09T20:46:32.5850000Z</dcterms:modified>
</coreProperties>
</file>