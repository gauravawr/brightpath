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4bef540c8b4871" /><Relationship Type="http://schemas.openxmlformats.org/officeDocument/2006/relationships/extended-properties" Target="/docProps/app.xml" Id="R0a9b30f81315402b" /><Relationship Type="http://schemas.openxmlformats.org/officeDocument/2006/relationships/officeDocument" Target="/ppt/presentation.xml" Id="Racdbf77eb85841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6a9394e5c9479e"/>
  </p:sldMasterIdLst>
  <p:notesMasterIdLst>
    <p:notesMasterId xmlns:r="http://schemas.openxmlformats.org/officeDocument/2006/relationships" r:id="R1912106b713a4dd7"/>
  </p:notesMasterIdLst>
  <p:sldIdLst>
    <p:sldId xmlns:r="http://schemas.openxmlformats.org/officeDocument/2006/relationships" id="256" r:id="Rc328ee5d90dd498c"/>
    <p:sldId xmlns:r="http://schemas.openxmlformats.org/officeDocument/2006/relationships" id="257" r:id="Ra204cc9531314517"/>
    <p:sldId xmlns:r="http://schemas.openxmlformats.org/officeDocument/2006/relationships" id="258" r:id="Re11b89345c3b4034"/>
    <p:sldId xmlns:r="http://schemas.openxmlformats.org/officeDocument/2006/relationships" id="259" r:id="R71e0155e37c440dd"/>
    <p:sldId xmlns:r="http://schemas.openxmlformats.org/officeDocument/2006/relationships" id="260" r:id="R3e36619ecfe04315"/>
    <p:sldId xmlns:r="http://schemas.openxmlformats.org/officeDocument/2006/relationships" id="261" r:id="Ra2e48f622e734c47"/>
    <p:sldId xmlns:r="http://schemas.openxmlformats.org/officeDocument/2006/relationships" id="262" r:id="Rb86ae47664354fcd"/>
    <p:sldId xmlns:r="http://schemas.openxmlformats.org/officeDocument/2006/relationships" id="263" r:id="Rac7a35deb72c4ec4"/>
    <p:sldId xmlns:r="http://schemas.openxmlformats.org/officeDocument/2006/relationships" id="264" r:id="R3afa7823d1a448d5"/>
    <p:sldId xmlns:r="http://schemas.openxmlformats.org/officeDocument/2006/relationships" id="265" r:id="R896d99aa2faf40be"/>
    <p:sldId xmlns:r="http://schemas.openxmlformats.org/officeDocument/2006/relationships" id="266" r:id="R6d193abeaafe410a"/>
    <p:sldId xmlns:r="http://schemas.openxmlformats.org/officeDocument/2006/relationships" id="267" r:id="Rda35cbd4539e46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97f871fdfc48e8" /><Relationship Type="http://schemas.openxmlformats.org/officeDocument/2006/relationships/slideMaster" Target="/ppt/slideMasters/slideMaster1.xml" Id="Raf6a9394e5c9479e" /><Relationship Type="http://schemas.openxmlformats.org/officeDocument/2006/relationships/notesMaster" Target="/ppt/notesMasters/notesMaster1.xml" Id="R1912106b713a4dd7" /><Relationship Type="http://schemas.openxmlformats.org/officeDocument/2006/relationships/presProps" Target="/ppt/presProps.xml" Id="Rad65e72485624f9f" /><Relationship Type="http://schemas.openxmlformats.org/officeDocument/2006/relationships/tableStyles" Target="/ppt/tableStyles.xml" Id="R11233a80d08043ab" /><Relationship Type="http://schemas.openxmlformats.org/officeDocument/2006/relationships/slide" Target="/ppt/slides/slide1.xml" Id="Rc328ee5d90dd498c" /><Relationship Type="http://schemas.openxmlformats.org/officeDocument/2006/relationships/slide" Target="/ppt/slides/slide2.xml" Id="Ra204cc9531314517" /><Relationship Type="http://schemas.openxmlformats.org/officeDocument/2006/relationships/slide" Target="/ppt/slides/slide3.xml" Id="Re11b89345c3b4034" /><Relationship Type="http://schemas.openxmlformats.org/officeDocument/2006/relationships/slide" Target="/ppt/slides/slide4.xml" Id="R71e0155e37c440dd" /><Relationship Type="http://schemas.openxmlformats.org/officeDocument/2006/relationships/slide" Target="/ppt/slides/slide5.xml" Id="R3e36619ecfe04315" /><Relationship Type="http://schemas.openxmlformats.org/officeDocument/2006/relationships/slide" Target="/ppt/slides/slide6.xml" Id="Ra2e48f622e734c47" /><Relationship Type="http://schemas.openxmlformats.org/officeDocument/2006/relationships/slide" Target="/ppt/slides/slide7.xml" Id="Rb86ae47664354fcd" /><Relationship Type="http://schemas.openxmlformats.org/officeDocument/2006/relationships/slide" Target="/ppt/slides/slide8.xml" Id="Rac7a35deb72c4ec4" /><Relationship Type="http://schemas.openxmlformats.org/officeDocument/2006/relationships/slide" Target="/ppt/slides/slide9.xml" Id="R3afa7823d1a448d5" /><Relationship Type="http://schemas.openxmlformats.org/officeDocument/2006/relationships/slide" Target="/ppt/slides/slide10.xml" Id="R896d99aa2faf40be" /><Relationship Type="http://schemas.openxmlformats.org/officeDocument/2006/relationships/slide" Target="/ppt/slides/slide11.xml" Id="R6d193abeaafe410a" /><Relationship Type="http://schemas.openxmlformats.org/officeDocument/2006/relationships/slide" Target="/ppt/slides/slide12.xml" Id="Rda35cbd4539e46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7a91e5d6fe47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2ba73cbeff4daa" /><Relationship Type="http://schemas.openxmlformats.org/officeDocument/2006/relationships/notesMaster" Target="/ppt/notesMasters/notesMaster1.xml" Id="R5e00a8b51b6f49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ae62f996644114" /><Relationship Type="http://schemas.openxmlformats.org/officeDocument/2006/relationships/notesMaster" Target="/ppt/notesMasters/notesMaster1.xml" Id="Rb6efbd17fa0849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0883a594144f47" /><Relationship Type="http://schemas.openxmlformats.org/officeDocument/2006/relationships/notesMaster" Target="/ppt/notesMasters/notesMaster1.xml" Id="R04d9dc361f7145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2131f7e0754928" /><Relationship Type="http://schemas.openxmlformats.org/officeDocument/2006/relationships/notesMaster" Target="/ppt/notesMasters/notesMaster1.xml" Id="Re3f9d6fcb8d742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3084ba0f00455c" /><Relationship Type="http://schemas.openxmlformats.org/officeDocument/2006/relationships/notesMaster" Target="/ppt/notesMasters/notesMaster1.xml" Id="R23c1366e891c43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1d56254c1148e2" /><Relationship Type="http://schemas.openxmlformats.org/officeDocument/2006/relationships/notesMaster" Target="/ppt/notesMasters/notesMaster1.xml" Id="R45bdb78a3e3648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3cb6aa898e4c52" /><Relationship Type="http://schemas.openxmlformats.org/officeDocument/2006/relationships/notesMaster" Target="/ppt/notesMasters/notesMaster1.xml" Id="Rd6032f54410b49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8bc768236b46f6" /><Relationship Type="http://schemas.openxmlformats.org/officeDocument/2006/relationships/notesMaster" Target="/ppt/notesMasters/notesMaster1.xml" Id="R77719d76dfde4b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32a3f33f6442a9" /><Relationship Type="http://schemas.openxmlformats.org/officeDocument/2006/relationships/notesMaster" Target="/ppt/notesMasters/notesMaster1.xml" Id="R9229e1b89aac49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76affc93ce4f29" /><Relationship Type="http://schemas.openxmlformats.org/officeDocument/2006/relationships/notesMaster" Target="/ppt/notesMasters/notesMaster1.xml" Id="Rdf7b2ba48de742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144b3cd2e4427f" /><Relationship Type="http://schemas.openxmlformats.org/officeDocument/2006/relationships/notesMaster" Target="/ppt/notesMasters/notesMaster1.xml" Id="R121ecad3b2b948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23ac8e03b349a6" /><Relationship Type="http://schemas.openxmlformats.org/officeDocument/2006/relationships/notesMaster" Target="/ppt/notesMasters/notesMaster1.xml" Id="R3b7f8ada6b0a44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Fraction strips, multiplication grid, bar models, squared paper,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4 1/6. | Find a common denominator before combining fractions. | Use equivalent fractions with a common denominator, then operate on the numerators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common denominator, equivalent fraction, improper fraction, mixed number, sum, difference.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11/24.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4 1/6.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Use equivalent fractions with a common denominator, then operate on the numerators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4 1/6..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2 7/12..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2 5/12 litres.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2 7/12.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2 7/12. | Use equivalent fractions with a common denominator, then operate on the numerators only.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96787040d049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6bbaade3a744dd" /><Relationship Type="http://schemas.openxmlformats.org/officeDocument/2006/relationships/slideLayout" Target="/ppt/slideLayouts/slideLayout1.xml" Id="Rc43fef1545cf4b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3fef1545cf4b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166222985465f" /><Relationship Type="http://schemas.openxmlformats.org/officeDocument/2006/relationships/notesSlide" Target="/ppt/notesSlides/notesSlide1.xml" Id="R5c004559fe7b4f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daf1a382f42fa" /><Relationship Type="http://schemas.openxmlformats.org/officeDocument/2006/relationships/notesSlide" Target="/ppt/notesSlides/notesSlide2.xml" Id="R772a65a53d9b47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2b6830b16407c" /><Relationship Type="http://schemas.openxmlformats.org/officeDocument/2006/relationships/notesSlide" Target="/ppt/notesSlides/notesSlide3.xml" Id="Rfbf313c5f76544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7c6250fb64ebe" /><Relationship Type="http://schemas.openxmlformats.org/officeDocument/2006/relationships/notesSlide" Target="/ppt/notesSlides/notesSlide4.xml" Id="R6723ba61baf846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51004ddc34d37" /><Relationship Type="http://schemas.openxmlformats.org/officeDocument/2006/relationships/notesSlide" Target="/ppt/notesSlides/notesSlide5.xml" Id="Rd93fe24544284b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1b0366c064f98" /><Relationship Type="http://schemas.openxmlformats.org/officeDocument/2006/relationships/notesSlide" Target="/ppt/notesSlides/notesSlide6.xml" Id="Ra2919c1f51c649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ab38152444245" /><Relationship Type="http://schemas.openxmlformats.org/officeDocument/2006/relationships/image" Target="/ppt/media/image.png" Id="R91888fc1cdbe42ed" /><Relationship Type="http://schemas.openxmlformats.org/officeDocument/2006/relationships/notesSlide" Target="/ppt/notesSlides/notesSlide7.xml" Id="R793dcbbc67b04f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8d00390e64363" /><Relationship Type="http://schemas.openxmlformats.org/officeDocument/2006/relationships/notesSlide" Target="/ppt/notesSlides/notesSlide8.xml" Id="Rf4f0e08c2e4143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afab2526246f8" /><Relationship Type="http://schemas.openxmlformats.org/officeDocument/2006/relationships/notesSlide" Target="/ppt/notesSlides/notesSlide9.xml" Id="R232e247c772449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2b0aecda3403c" /><Relationship Type="http://schemas.openxmlformats.org/officeDocument/2006/relationships/notesSlide" Target="/ppt/notesSlides/notesSlide10.xml" Id="Rb8ca365a33e045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64daf754a4915" /><Relationship Type="http://schemas.openxmlformats.org/officeDocument/2006/relationships/notesSlide" Target="/ppt/notesSlides/notesSlide11.xml" Id="R09330ee0896241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8b37bc5674a8e" /><Relationship Type="http://schemas.openxmlformats.org/officeDocument/2006/relationships/notesSlide" Target="/ppt/notesSlides/notesSlide12.xml" Id="R12d88d1b6f494a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48D43A-7466-4EC6-AB30-1C91AA58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BC95B-33FE-426F-9500-DFCB0B89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C0626-F22A-4232-97FC-B2F62F85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F90D6-6233-4B8A-B203-4BDA6300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C4630-C8FB-4777-B1B9-312A0703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42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Subtract fractions with different denominators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9C654-B26D-44E7-A4DA-6F69DCA1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C6F88-5471-47AD-9C92-60FBFD52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9D07C-89B9-4B03-AEFB-8E8A64CB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subtract proper fractions with different denominators.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633F6-39F6-4517-9AF5-D448BA20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7C91D-4153-4975-8E63-43551AE9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Fraction strips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69486-71CE-40F8-96CA-720B0A1C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056091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59286C-48C4-44B7-BF3B-43868A9E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BDC0E-C335-4F66-9F35-1E9587F1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7C0C6-F62B-4C88-995A-618D91F0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5C871-856C-4570-A091-CFD3A7E8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72D83-0BCE-4019-A7F7-C441F094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A80FE-1347-4E1D-9D03-CDF09306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0ECCF-95A7-4E14-B0BF-EA37F16D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A4EBC-B992-4ECF-AF44-5E9D39EC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A176B-B644-4F85-A87F-190E945F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Subtract fractions with different denominators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B321E-42BA-4B6B-AB31-0CB5BFED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F4BA6-6DBD-4B2C-8AAC-F9480BDE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7DB1C-D9B4-45E8-83C7-6B965535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886A4-19F0-49C2-B016-51B8C17B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Add and subtract fractions with related denominators and convert improper fractions and mixed numbers.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1D740-5BED-43FB-973F-A176AFE6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E03070-543F-4B44-A086-668C16FD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79A5A-4AA8-4BF2-8087-2209A9CE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F9EF0-5D39-47EA-85CE-932EE27A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1/3 + 1 5/6.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8C38E-7B0B-4F43-8C72-B6257A8F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689C39-9CEF-4D50-A610-6277BB7F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DEC1A7-1D62-4547-978E-DA95EE61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29EB22-032A-41BB-94B5-2E230FB2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Calculate 7/8 - 5/12.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99CE4C-C4AA-4DD5-AA7A-C47DA0F1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23914875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43ED4-B009-4B07-B0F7-CB7D39F8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6372F-FDC2-4277-B097-917950CE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19F84-91BD-4973-9E0E-8A88ECCE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18A46-2873-4F91-91B7-B6CF8B77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297C4-0D25-4459-854F-F4872E1B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B9E86-0AE5-4F95-95BC-7AE657F5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6A252-E257-4BE7-BFF7-950D16EE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DF459-6550-49ED-B58A-139993C4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E2EE6-6703-4252-B859-09B510A6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Subtract fractions with different denominators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1C576-C93F-417A-A5A3-1FF8069E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subtract proper fractions with different denominators.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CB242-83F2-4EE1-95C0-AA69C282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6CCA7-82F4-4977-A479-6B84111D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Find a common denominator before combining fractions.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D43AD-9596-43EE-9BBC-9BB9C366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Add or subtract the numerators while keeping the denominator.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7E746B-507A-48F5-97E0-47934471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Simplify and convert the answer when appropriate.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EDB92-4085-4B85-88B3-E189242E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common denominator  |  equivalent fraction  |  improper fraction  |  mixed number  |  sum  |  difference</a:t>
            </a:r>
          </a:p>
        </p:txBody>
      </p:sp>
    </p:spTree>
    <p:extLst>
      <p:ext uri="{BB962C8B-B14F-4D97-AF65-F5344CB8AC3E}">
        <p14:creationId xmlns:p14="http://schemas.microsoft.com/office/powerpoint/2010/main" val="75899449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2FC8EA-770B-4BDA-9DCB-CFA4358C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3BB75-7300-485E-8448-14FA1141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398C3-963E-4C5F-ADAE-E1D02D10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EF779-5F79-4160-BBA1-750649F3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33FB4-5E46-474C-AF90-9CBEA830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447B8-3BA9-42DB-AE3C-4013BA5C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A003F-5668-4B2B-BA4B-92C61285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F9B70-AA25-4BA0-B10F-27D23A15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90C78-7B08-4D6B-92A9-9F635116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Subtract fractions with different denominators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C9F6C-2B8E-4B1E-A003-CA00B06E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7/8 - 5/12.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54B43-EF56-466D-9057-34DE8600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13818-F9B8-48A6-8BFA-0DEA693B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75431-B87A-41EB-847A-6993B417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7/8 - 5/12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227FC-3699-4B57-9C86-45D3746F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AC2EBD-6302-4C8C-AD46-6DD0F61C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C72C3-5806-4EB9-BD64-5DA502B5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Common denominator = 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77899-E0B3-42AD-9E66-9E1F11B9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ED7423-BAFB-4578-B07F-4F4A1C11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3EF82E-ABAB-4432-856E-521C20CA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7/8 = 21/24     5/12 = 10/24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DFEDF-464C-4738-82C5-38FECBD1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9D5431-98F8-4C8E-AD80-73096F3F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E512F4-E4A3-4932-95C2-B1952F22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21/24 - 10/24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1953C1-DCD7-4EBF-93CD-19256C9A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1A10AD-8B24-42A2-972F-5A3E5853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E5B68E-17A6-4DF4-BA43-3C031C2A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11/24</a:t>
            </a:r>
          </a:p>
        </p:txBody>
      </p:sp>
    </p:spTree>
    <p:extLst>
      <p:ext uri="{BB962C8B-B14F-4D97-AF65-F5344CB8AC3E}">
        <p14:creationId xmlns:p14="http://schemas.microsoft.com/office/powerpoint/2010/main" val="107939270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8BDC6-28ED-4A05-B0AA-7455EF1C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120C8-9FF2-4530-A4C6-B3BA6581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D6A5A-9DDF-4E4A-8ED2-FAC50FA4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650F3-A5C8-49E8-8B1E-59AC568C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F6D2F-FB39-417E-94AD-71F6D184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DA512-9E73-4471-9C50-CFABD436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253B1-CB09-46C8-A64B-251BBF33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0A8B5-39BB-49B9-968F-053E41BD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2DCD2-0C63-4102-BFF1-C1F1A924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Subtract fractions with different denominators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CF455-316B-41E7-B03B-E876F631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7CBA5-8B32-42A2-AA74-95CB9695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11/24.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44811-44C1-46C7-9D4B-17CCD9E8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8F96D-341E-4519-A50F-0EA77812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Simplify and convert the answer when appropriate.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05F17-E55F-4301-964F-53AA62BB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91131372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94A0FC-3C4B-42EC-AA0E-DBF5F878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269A8-157B-4376-81E8-9AC5B0BB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4F1DD-F015-44F6-A0F7-1ADBC3DB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97240-7E8C-4DC5-8787-663EB78F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3C5A4-0E28-4868-A5E5-8C89C30D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425F7-7331-49F8-88CB-FDC11671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7FD81-BEF6-4F46-B22C-0E967278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0B6EF-34F0-4FFE-BFFD-FB1BC67B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549F8-5428-409A-83C7-5116BB85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Subtract fractions with different denominators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0AF7C-CD09-4D3E-B33B-CC13D9B5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1/3 + 1 5/6.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3C922-37DC-4974-B445-A867E28C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A4A69-550E-4E50-9F38-CA8D0531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937596-6C6C-4A31-AA7E-23FF8650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24D58-FB45-475C-A340-EC9BED89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7CCA5-C488-42C4-B8A9-C888FBC2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4 1/6.</a:t>
            </a:r>
          </a:p>
        </p:txBody>
      </p:sp>
    </p:spTree>
    <p:extLst>
      <p:ext uri="{BB962C8B-B14F-4D97-AF65-F5344CB8AC3E}">
        <p14:creationId xmlns:p14="http://schemas.microsoft.com/office/powerpoint/2010/main" val="129736652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9F874-D148-42A1-AEFD-8936B004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28A15-E0FD-46F4-90C9-9DF5A7D0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FD90E-6333-43F8-817A-F096818E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A10B1-1A6A-4FA5-85CC-01071379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038E0-1388-4D9C-83A4-D3D7128A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B8286-276D-47F3-954F-8EE0BEF4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C01A9-38F5-42A2-BB9F-F5895835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10DED-F7B2-44B0-B44C-3287DA98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5D6C5-6EE2-4B62-AD03-1711FB3E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Subtract fractions with different denominators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88fc1cdbe42ed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63C5A-A17F-480C-96BD-A59EC4C1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6A854-ECAC-4F43-A378-5B579478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adds or subtracts both the numerators and denominators.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17E3D-17F5-4CC1-87CF-355DF091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1F58E-D824-4F51-842B-AF27AF34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0C9DEA-8B23-4F1D-BE63-128FC696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Use equivalent fractions with a common denominator, then operate on the numerators only.</a:t>
            </a:r>
          </a:p>
        </p:txBody>
      </p:sp>
    </p:spTree>
    <p:extLst>
      <p:ext uri="{BB962C8B-B14F-4D97-AF65-F5344CB8AC3E}">
        <p14:creationId xmlns:p14="http://schemas.microsoft.com/office/powerpoint/2010/main" val="832908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6B5378-9A05-47E8-AAE8-2F3858A8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A7E21-ED02-4A8A-AF07-DBC045D6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2D849-B540-42EC-90EC-3C667911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00B46-BA4D-4DC1-B4CF-30E91654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E4C38-ED5D-43F3-81D0-740547F3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4B68E-DBDB-4641-8203-47D60856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987C7-443B-4883-B35F-B3F2623C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BACEA-E219-4DFB-B89C-579A8DD5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75B57-E224-49E2-82E8-50901CFC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Subtract fractions with different denominators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1A8BE-2494-4644-97DD-F852E00C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D71A8-856F-439C-9BE9-0760CB7B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31A83-BF73-4476-A335-96C0FF7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C10EF-D0CD-4DE7-8F6B-AD588695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1/3 + 1 5/6.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16436-7C75-4700-AA5F-97916C4B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E9E0BD-84D7-4B9E-9D9C-D1372124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40729C-7B31-4D20-8142-52CA1296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0B4A9E-AA0D-4854-9B26-ED70ADF5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5D2AC4-788D-4BE2-B1C4-450596B5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B1CC2C-529E-43F1-9833-D587FCD7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32C284-A9FC-4ADD-BB69-334EEB2D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693132-1ED2-4BAA-9BF0-2DCEE6C2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4 1/6.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4FB409-17E7-44D2-936E-534B29A7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205965300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30949-E9B8-4D2F-9A4A-B4236970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E95A2-EA59-439E-9EB5-36804365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2BB07-33CC-4A3D-93B7-AECC5228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6A767-F4D9-41CF-B212-CCBE0BB9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5EA55-6A30-47F8-8BE2-92AF9F71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A1DCB-9131-4B9A-91EB-08731F68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E139E-C35B-43B3-AF65-C038822C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2EF43-1B52-4353-A340-D9790127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6AB88-544A-40B2-AAAD-3C9EE41D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Subtract fractions with different denominators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D1162-6379-4217-922B-9C165A61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CF16D-B368-4724-805F-7020170A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3C901-887E-4F29-8A22-98E11C1C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F51FA-EE39-4C38-BF5C-0A443A6F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 1/4 - 2 2/3.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22F354-03DC-4BAD-97A1-4826FE33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B308B6-E178-4616-8896-B8B7185B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B7E15-1A81-4DA2-919A-CAF631E6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96243-F8F5-4E44-B50E-8B37F0BF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C7EA7A-1B06-4CA4-AAD4-04447325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EB087B-46A8-4CCA-AB5F-4BA922B3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99E9F1-44A7-431A-BF67-CB3D8E6E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C6B91F-A8D5-42DA-8425-98102192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211852427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1F1033-62CA-4880-9BAA-61457D84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6D4D2-6AC3-46DD-B34E-8E359C00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53A90-B9FA-4AA2-94FA-B83DB736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B0D58-BC6A-4970-AAC8-1D63E34A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52D95-1BBC-4BC3-AF97-B387D107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3DEA5-F30B-4B63-A867-0816BE51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067C8-6B8A-4886-8B9F-180CDA2D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862F7-3452-416F-926F-7619A815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9755F-368A-4049-9FA0-236E53F9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Subtract fractions with different denominators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C7854-7913-4BCF-AD5E-54765309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A jug contains 3 1/2 litres. 1 3/4 litres are used and 2/3 litre is added. How much is in the jug?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755FF-9656-4564-9593-7086FC94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B66C3-2565-418F-ABB3-AF1C392F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18269-1CC7-48A3-B5D3-3B52FBB4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2 5/12 litres.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79796642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F217B4-EDD1-43B0-8522-C7097C02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D16B2-B218-4BE5-8171-6DA8BE9B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63A67-7410-4196-A52A-17701E02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B6C08-602D-4D47-BA56-94D1A936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58DDF-95CE-4F30-AF53-60257BA2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0C43B-51AC-45F9-8282-166CCC0F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FF7BA-94AA-40AB-86B5-A1C756AF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2483C-CC27-4CEB-979E-7782B097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328B6-0329-400C-B700-69DF940A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Subtract fractions with different denominators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04892-7543-4115-9A9B-FECD7C7F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DE06A-BF59-4464-85F9-139A7511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F05E4-9487-496B-8B44-3B7763E8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 1/4 - 2 2/3.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D6CC9-02C2-4A7A-87C0-D121783A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5FEE8-99A6-434F-A003-D4B084D7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A83BC-948F-4634-B628-D1208C24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CDA493-8213-42D4-AE9B-7D1EEF73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2 7/12.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B785DC-805F-4829-A1FD-96B38741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8735D-BC0B-4EBF-8A77-6AE1CA3E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90225644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F55DD-606A-4F46-88EE-2F71A34C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0D050-6F8A-40CB-9182-C3964B62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1E9A8-BFC2-4650-9D2A-FECB0361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FFD56-DD68-48A3-A152-01F271B9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AD605-C262-4331-827B-F03ACD0D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B0A74-69E9-4432-BCF9-C9EF8BEF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B2DB8-B6A9-44FD-BDDB-D0D83496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8DBAA-09D8-4772-ACC7-1177605E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B7E3D-9076-4F4B-8032-D56086D4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Subtract fractions with different denominators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381A8-2720-45FA-9737-FD8BFBA9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7C43F-40E2-4C3B-A990-BE1158E3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C75A2-A5B6-4902-BCB6-9BE573C1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C07E1-B886-4E68-B368-CDCBE9FC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 1/4 - 2 2/3.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FF605-F83B-44E8-9091-BE5D27CE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5549C-2027-4889-860B-13755D89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3E4A5-6485-49C6-910D-8762749B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D50F5-5C4B-4043-B02D-4C11D26F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adds or subtracts both the numerators and denominators.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E20DA-CC80-42A6-8663-950D09E1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02E23D-FF7A-4DB2-957A-D6166BDC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B9EA70-9EF0-4D1F-8AE9-7EA06DAE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185C8F-F671-4197-9060-0259DB1B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87D6C7-FFBF-4E3D-BDDA-4420BA8F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9286903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2026-09-09T22:13:33.0910000Z</dcterms:created>
  <dcterms:modified xsi:type="dcterms:W3CDTF">2026-09-09T22:13:33.0910000Z</dcterms:modified>
</coreProperties>
</file>