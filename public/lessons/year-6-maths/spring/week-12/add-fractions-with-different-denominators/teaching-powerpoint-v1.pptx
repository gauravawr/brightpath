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9e3fca6dc422f" /><Relationship Type="http://schemas.openxmlformats.org/officeDocument/2006/relationships/extended-properties" Target="/docProps/app.xml" Id="R7f754b6886ab4a6f" /><Relationship Type="http://schemas.openxmlformats.org/officeDocument/2006/relationships/officeDocument" Target="/ppt/presentation.xml" Id="R3c00f9c1e15e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323052ad9842b7"/>
  </p:sldMasterIdLst>
  <p:notesMasterIdLst>
    <p:notesMasterId xmlns:r="http://schemas.openxmlformats.org/officeDocument/2006/relationships" r:id="Reace733600b2417e"/>
  </p:notesMasterIdLst>
  <p:sldIdLst>
    <p:sldId xmlns:r="http://schemas.openxmlformats.org/officeDocument/2006/relationships" id="256" r:id="R0b5394d873974862"/>
    <p:sldId xmlns:r="http://schemas.openxmlformats.org/officeDocument/2006/relationships" id="257" r:id="R6182b1c2ac904c24"/>
    <p:sldId xmlns:r="http://schemas.openxmlformats.org/officeDocument/2006/relationships" id="258" r:id="R802d08199bda42eb"/>
    <p:sldId xmlns:r="http://schemas.openxmlformats.org/officeDocument/2006/relationships" id="259" r:id="R7b014045ed1249b7"/>
    <p:sldId xmlns:r="http://schemas.openxmlformats.org/officeDocument/2006/relationships" id="260" r:id="R401eaa35783e4e82"/>
    <p:sldId xmlns:r="http://schemas.openxmlformats.org/officeDocument/2006/relationships" id="261" r:id="Rc12a0fd0a8044d45"/>
    <p:sldId xmlns:r="http://schemas.openxmlformats.org/officeDocument/2006/relationships" id="262" r:id="Rf02660da529a4715"/>
    <p:sldId xmlns:r="http://schemas.openxmlformats.org/officeDocument/2006/relationships" id="263" r:id="Rf74719dc6c4f45a9"/>
    <p:sldId xmlns:r="http://schemas.openxmlformats.org/officeDocument/2006/relationships" id="264" r:id="R317460158cab42b5"/>
    <p:sldId xmlns:r="http://schemas.openxmlformats.org/officeDocument/2006/relationships" id="265" r:id="R53bb0a283de649c0"/>
    <p:sldId xmlns:r="http://schemas.openxmlformats.org/officeDocument/2006/relationships" id="266" r:id="Rb975e3fa990b4867"/>
    <p:sldId xmlns:r="http://schemas.openxmlformats.org/officeDocument/2006/relationships" id="267" r:id="R5e2089975e6740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4a54987a248ef" /><Relationship Type="http://schemas.openxmlformats.org/officeDocument/2006/relationships/slideMaster" Target="/ppt/slideMasters/slideMaster1.xml" Id="Rb5323052ad9842b7" /><Relationship Type="http://schemas.openxmlformats.org/officeDocument/2006/relationships/notesMaster" Target="/ppt/notesMasters/notesMaster1.xml" Id="Reace733600b2417e" /><Relationship Type="http://schemas.openxmlformats.org/officeDocument/2006/relationships/presProps" Target="/ppt/presProps.xml" Id="Re4b4ea82e8494745" /><Relationship Type="http://schemas.openxmlformats.org/officeDocument/2006/relationships/tableStyles" Target="/ppt/tableStyles.xml" Id="Rf17be2e2e323418a" /><Relationship Type="http://schemas.openxmlformats.org/officeDocument/2006/relationships/slide" Target="/ppt/slides/slide1.xml" Id="R0b5394d873974862" /><Relationship Type="http://schemas.openxmlformats.org/officeDocument/2006/relationships/slide" Target="/ppt/slides/slide2.xml" Id="R6182b1c2ac904c24" /><Relationship Type="http://schemas.openxmlformats.org/officeDocument/2006/relationships/slide" Target="/ppt/slides/slide3.xml" Id="R802d08199bda42eb" /><Relationship Type="http://schemas.openxmlformats.org/officeDocument/2006/relationships/slide" Target="/ppt/slides/slide4.xml" Id="R7b014045ed1249b7" /><Relationship Type="http://schemas.openxmlformats.org/officeDocument/2006/relationships/slide" Target="/ppt/slides/slide5.xml" Id="R401eaa35783e4e82" /><Relationship Type="http://schemas.openxmlformats.org/officeDocument/2006/relationships/slide" Target="/ppt/slides/slide6.xml" Id="Rc12a0fd0a8044d45" /><Relationship Type="http://schemas.openxmlformats.org/officeDocument/2006/relationships/slide" Target="/ppt/slides/slide7.xml" Id="Rf02660da529a4715" /><Relationship Type="http://schemas.openxmlformats.org/officeDocument/2006/relationships/slide" Target="/ppt/slides/slide8.xml" Id="Rf74719dc6c4f45a9" /><Relationship Type="http://schemas.openxmlformats.org/officeDocument/2006/relationships/slide" Target="/ppt/slides/slide9.xml" Id="R317460158cab42b5" /><Relationship Type="http://schemas.openxmlformats.org/officeDocument/2006/relationships/slide" Target="/ppt/slides/slide10.xml" Id="R53bb0a283de649c0" /><Relationship Type="http://schemas.openxmlformats.org/officeDocument/2006/relationships/slide" Target="/ppt/slides/slide11.xml" Id="Rb975e3fa990b4867" /><Relationship Type="http://schemas.openxmlformats.org/officeDocument/2006/relationships/slide" Target="/ppt/slides/slide12.xml" Id="R5e2089975e6740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dc13808fe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f580ae7fa4d6c" /><Relationship Type="http://schemas.openxmlformats.org/officeDocument/2006/relationships/notesMaster" Target="/ppt/notesMasters/notesMaster1.xml" Id="R965a3c0c10e144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28a110c644360" /><Relationship Type="http://schemas.openxmlformats.org/officeDocument/2006/relationships/notesMaster" Target="/ppt/notesMasters/notesMaster1.xml" Id="R9c233277c2c1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347a97ec474d5c" /><Relationship Type="http://schemas.openxmlformats.org/officeDocument/2006/relationships/notesMaster" Target="/ppt/notesMasters/notesMaster1.xml" Id="Rb83a78c81ce749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232e3a8994947" /><Relationship Type="http://schemas.openxmlformats.org/officeDocument/2006/relationships/notesMaster" Target="/ppt/notesMasters/notesMaster1.xml" Id="Rac696965f663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f81f9da1464cdb" /><Relationship Type="http://schemas.openxmlformats.org/officeDocument/2006/relationships/notesMaster" Target="/ppt/notesMasters/notesMaster1.xml" Id="R7c46a9752b6941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35b6f2d6af410a" /><Relationship Type="http://schemas.openxmlformats.org/officeDocument/2006/relationships/notesMaster" Target="/ppt/notesMasters/notesMaster1.xml" Id="R35f817d442544a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2d9d69aff344ec" /><Relationship Type="http://schemas.openxmlformats.org/officeDocument/2006/relationships/notesMaster" Target="/ppt/notesMasters/notesMaster1.xml" Id="R48720f809706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fd912420c9415e" /><Relationship Type="http://schemas.openxmlformats.org/officeDocument/2006/relationships/notesMaster" Target="/ppt/notesMasters/notesMaster1.xml" Id="R46cd0374366a49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a4a26a0ce24c61" /><Relationship Type="http://schemas.openxmlformats.org/officeDocument/2006/relationships/notesMaster" Target="/ppt/notesMasters/notesMaster1.xml" Id="Rb12e40c2aabd4f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6d5ad4f8df43ea" /><Relationship Type="http://schemas.openxmlformats.org/officeDocument/2006/relationships/notesMaster" Target="/ppt/notesMasters/notesMaster1.xml" Id="Rfde653da499248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4609620d864507" /><Relationship Type="http://schemas.openxmlformats.org/officeDocument/2006/relationships/notesMaster" Target="/ppt/notesMasters/notesMaster1.xml" Id="R39a4f94ea58f41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57e96b9d2743a1" /><Relationship Type="http://schemas.openxmlformats.org/officeDocument/2006/relationships/notesMaster" Target="/ppt/notesMasters/notesMaster1.xml" Id="R1707f5d6b7d4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bar models,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11/24. | Find a common denominator before combining fractions. |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common denominator, equivalent fraction, improper fraction, mixed number, sum, difference.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 7/12.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11/24.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equivalent fractions with a common denominator, then operate on the numerators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11/24..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 1/6..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 7/12.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 1/6.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 1/6. | Use equivalent fractions with a common denominator, then operate on the numerators only.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c0a7586664b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2680c18ae74faf" /><Relationship Type="http://schemas.openxmlformats.org/officeDocument/2006/relationships/slideLayout" Target="/ppt/slideLayouts/slideLayout1.xml" Id="Rbf6cdfeb64e647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6cdfeb64e647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0cbc7991843f6" /><Relationship Type="http://schemas.openxmlformats.org/officeDocument/2006/relationships/notesSlide" Target="/ppt/notesSlides/notesSlide1.xml" Id="R9fe4cced701c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86dc7fa094c28" /><Relationship Type="http://schemas.openxmlformats.org/officeDocument/2006/relationships/notesSlide" Target="/ppt/notesSlides/notesSlide2.xml" Id="Rd668388cf2f1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f06501e194dad" /><Relationship Type="http://schemas.openxmlformats.org/officeDocument/2006/relationships/notesSlide" Target="/ppt/notesSlides/notesSlide3.xml" Id="Rcf017497d949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97a4aeccd4b09" /><Relationship Type="http://schemas.openxmlformats.org/officeDocument/2006/relationships/notesSlide" Target="/ppt/notesSlides/notesSlide4.xml" Id="Rf40ec8d4dd4c4d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b854144a2432d" /><Relationship Type="http://schemas.openxmlformats.org/officeDocument/2006/relationships/notesSlide" Target="/ppt/notesSlides/notesSlide5.xml" Id="R7bc5580a13874d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cd2a788704caa" /><Relationship Type="http://schemas.openxmlformats.org/officeDocument/2006/relationships/notesSlide" Target="/ppt/notesSlides/notesSlide6.xml" Id="Rc02bfe28eb8842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c92a0b58f4584" /><Relationship Type="http://schemas.openxmlformats.org/officeDocument/2006/relationships/image" Target="/ppt/media/image.png" Id="Ra7c2c06d318e4bb3" /><Relationship Type="http://schemas.openxmlformats.org/officeDocument/2006/relationships/notesSlide" Target="/ppt/notesSlides/notesSlide7.xml" Id="R831ee4d862fe47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7640dd7884e91" /><Relationship Type="http://schemas.openxmlformats.org/officeDocument/2006/relationships/notesSlide" Target="/ppt/notesSlides/notesSlide8.xml" Id="R4a1d4f37f27949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8a0ed681e48e0" /><Relationship Type="http://schemas.openxmlformats.org/officeDocument/2006/relationships/notesSlide" Target="/ppt/notesSlides/notesSlide9.xml" Id="Ra85df10a4a5e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bf454d3924e6a" /><Relationship Type="http://schemas.openxmlformats.org/officeDocument/2006/relationships/notesSlide" Target="/ppt/notesSlides/notesSlide10.xml" Id="Rc36457b9922d43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bc5ed4ce549eb" /><Relationship Type="http://schemas.openxmlformats.org/officeDocument/2006/relationships/notesSlide" Target="/ppt/notesSlides/notesSlide11.xml" Id="R51fda82c1df140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843ebaaf44dd" /><Relationship Type="http://schemas.openxmlformats.org/officeDocument/2006/relationships/notesSlide" Target="/ppt/notesSlides/notesSlide12.xml" Id="R44014d2b622e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73DC-572E-4485-A97E-9990A198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50CD-B2E9-42CD-988C-D2D17223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52CD6-1FB6-42E8-82E7-53B1686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207C-CD47-4673-A211-F76D3EEE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B3FAA-0F92-48A0-BF72-26208CF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5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3BB7F-A87B-427E-A231-5AE3A23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CF63D-8861-44E6-96A7-BBAD9F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3E4D5-B86D-4486-B423-3ED35EE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proper fractions with different denominators.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4FCEB-360F-440F-80A4-0EB821E1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5C52-6996-4961-BB45-12D35B25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6F7E4-0615-4E9D-A0A0-26F38DA2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36934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E6633-2F88-464B-AEC2-686F7FC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E745-F146-4561-A816-D6AB2167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AD186-B9A2-4FF8-9C73-ADC73387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45DAD-D96C-40BE-A379-77685EE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8C5AE-0A77-42D8-8A51-4BC2D83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34A70-62E1-4DE3-A86D-C20C669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1E4BE-4526-4ED4-8584-497496C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66D7B-6C24-4920-A70A-278CA915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29C55-5669-43F7-B2F8-B7C72118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D4DD0-1D8F-4E8C-923D-C63C3054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76727-A133-43C5-86D0-8E6EFD0B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8112D-A9D2-430A-8A26-9A6227EB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4ED33-E97C-4BDD-860C-EA4E3DBB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Add and subtract fractions with related denominators and convert improper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CA561-0C0B-468A-A118-FC5B95C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C6A15-886E-4A26-9EB8-24FBD36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46F32-3F3B-4FEC-90FD-A37BCB3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7EBC2-9F24-4274-9A95-2DDD187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7/8 - 5/12.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3D36C-A96F-4681-9EBD-E05B2A0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965C6-5687-417B-B229-26E33A12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AFD3A-7C79-489E-8DEC-FDD61964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9AFC0-19FC-400D-8BCF-B1D39008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3/4 + 5/6.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DC9D6-9E47-43B3-806C-2458525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198519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D9657-6F92-4308-92B1-E768FCB0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97D15-D15D-44E0-A10B-9B48457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64C8A-BC63-4697-9559-3C6FEF2B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41EA6-C5FB-4B78-837E-DF66C6F1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F8613-4BF5-49F7-8E56-1C4CF31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FD7DA-6035-4128-A8CA-4A37A7AC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197A7-C7D6-4286-904E-13430C0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4DE35-4BBC-4F54-9CAB-86100CB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FE633-50F8-4893-826C-0F6A9975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BD0C0-AB87-48CE-932F-105256B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add proper fractions with different denominators.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A90BE-699A-46E2-B5BC-E15AA7FB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5E76F-3FD9-4240-8321-1914B1C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common denominator before combining fractions.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AC2DC-41E2-4245-8E2B-F334F97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Add or subtract the numerators while keeping the denominator.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61EAF-9128-4552-B886-0EF1BAC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convert the answer when appropriate.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A81E4-3311-4A08-87B6-20890B3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common denominator  |  equivalent fraction  |  improper fraction  |  mixed number  |  sum  |  difference</a:t>
            </a:r>
          </a:p>
        </p:txBody>
      </p:sp>
    </p:spTree>
    <p:extLst>
      <p:ext uri="{BB962C8B-B14F-4D97-AF65-F5344CB8AC3E}">
        <p14:creationId xmlns:p14="http://schemas.microsoft.com/office/powerpoint/2010/main" val="5554404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57DE6-2A24-4907-84FF-F3BEA9FD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D8FE-EF39-4BBA-9CE1-46D9433F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889D8-B254-45B9-A7CB-89F159B4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32A93-999A-4912-A5F4-3871602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D1EAB-F9E9-4DDA-9DEA-7B4288F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707D8-A250-4EF8-938D-6103E3E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4712A-D5A1-4F0E-8258-22AE974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872BF-9FA7-4F74-8B06-168873B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9C33-DB5E-479E-94FE-44F2696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6B890-BE63-4561-914D-3F1B48B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+ 5/6.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844E0-3F76-4162-8E57-6A46F58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2C774-3B81-4093-9581-BAD5306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B6BAE-52A6-4C24-94F2-BEF03D5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3/4 + 5/6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F02E7-C68E-4434-97D0-D577EC83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53470-FDE3-4B1F-B9EA-3E0BE00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88548-EFD3-4612-B27A-BFF8A1EC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Common denominator =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29F82-0F58-4E61-B9C9-BFB907A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19527-CB9E-4596-B058-80144D4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3855A-7081-4235-8BFA-DF07D19E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3/4 = 9/12     5/6 = 10/12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79657-9789-4A74-BC0E-FC15C84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B2740-D779-4217-8D70-52B61BC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CF214-5F36-41F5-87BA-BD508262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9/12 + 10/12 = 19/12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1492F-59F9-46DA-99F0-B1711BA1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9C5EF-B808-441D-B2B8-8F9CCA01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ECCB6-6DDF-4399-BC46-A578501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19/12 = 1 7/12</a:t>
            </a:r>
          </a:p>
        </p:txBody>
      </p:sp>
    </p:spTree>
    <p:extLst>
      <p:ext uri="{BB962C8B-B14F-4D97-AF65-F5344CB8AC3E}">
        <p14:creationId xmlns:p14="http://schemas.microsoft.com/office/powerpoint/2010/main" val="2005895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3E2E1-1AF0-4051-9B67-870B32A3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1BBD7-D9D8-4248-B4B5-F3E50934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A6DFF-C75D-4BB5-860F-09B6B502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E8A6B-CEA0-4E10-9A0F-CBB67B2A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3B61B-6E0D-4035-8C1F-2ED5EA2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DFA5F-89E8-4527-8EF5-A59CD0D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28B4F-AA68-402B-9436-C7B60124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39F8A-0B30-4CEF-9AE5-0C817D1D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80836-3E96-4429-A2C9-A94A3007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A8CD7-A30E-4837-8A9A-167ABA0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F0893-5FB5-4872-9B43-204C335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 7/12.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5CBD3-2BA1-4797-878F-8A46A44A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A23D0-41FC-44E2-B991-576BDF1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convert the answer when appropriate.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9567C-8C16-4FAC-8B18-394161EE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8226888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ACF43-6C6B-458C-8366-E07A6CE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50347-4D05-43FC-BD2A-4B696352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EEF61-B17E-4757-8255-0C2F532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91BE1-14E5-49FB-AEA9-3D96E4A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84DC1-BE35-4F47-ABE2-670591F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86F15-4733-49DA-884F-4E7829D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EB4B1-3C81-46AE-AB50-A14CF0AE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91E04-E0B7-4977-920F-4FDDAC6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3D773-D1C3-4E90-8172-F7116FE5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C48E-6843-46B2-B4FE-90C67DDD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7/8 - 5/12.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F18F9-3404-40FE-8396-3F007686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D3995-0F61-46A3-B767-F020EF9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068C3-5DA1-400E-9F84-B039A8A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02C4F-8D9B-4C80-86AF-AEA11F2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00EA8-B263-4168-8FE3-8857B0B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11/24.</a:t>
            </a:r>
          </a:p>
        </p:txBody>
      </p:sp>
    </p:spTree>
    <p:extLst>
      <p:ext uri="{BB962C8B-B14F-4D97-AF65-F5344CB8AC3E}">
        <p14:creationId xmlns:p14="http://schemas.microsoft.com/office/powerpoint/2010/main" val="16657210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D54A7-07B4-4FEC-B752-B2D3C45D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21AE-81AD-4E72-8BC1-A411B4D3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38EAF-E1CE-4EE8-A972-0470931B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1F658-5E3E-49F0-A435-B4122247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55084-205E-4850-8D0B-3FE77B7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AC4D-5817-4760-8EB0-67F0C44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143E7-511B-4F34-AA16-7C67B1C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1D38E-6C5D-4C70-800C-F6C0FF02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9279E-3EA8-4006-95FB-6B802DC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2c06d318e4bb3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872A3-406F-43DD-9C0B-22D112B5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EC5E0-9349-4F22-9103-27A11F4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or subtracts both the numerators and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3FE6C-2623-49C3-95C2-65E982DE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36963-5BD6-4150-96B7-99813E27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9DD43-13A8-4312-8687-F43FC36B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equivalent fractions with a common denominator, then operate on the numerators only.</a:t>
            </a:r>
          </a:p>
        </p:txBody>
      </p:sp>
    </p:spTree>
    <p:extLst>
      <p:ext uri="{BB962C8B-B14F-4D97-AF65-F5344CB8AC3E}">
        <p14:creationId xmlns:p14="http://schemas.microsoft.com/office/powerpoint/2010/main" val="14877714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C384F-5129-4557-AA02-DDA734F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A7EA-C1A9-4426-9A1C-EB6FC5C4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C0297-8A62-46CF-B8A3-AE90195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533AD-83DB-4BA3-93D4-38A1062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6701A-FD90-409F-B085-C26D2FD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53725-26B3-465B-8AB2-6E14FAC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4E86A-42B9-4A57-AACF-50798922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5424F-5AF2-48BC-99A3-FB8E7AD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6BC2B-0075-4D90-97FF-8E330A5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F330D-27E4-4B89-8572-09682A45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2B508-394F-4BF3-AAF0-32017CE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C8A7-EDA5-4540-9E27-64DFC98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80AA8-4F0F-4CA5-8ED0-F551FDD8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7/8 - 5/12.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35AE5-41A2-47EF-AC71-A2A56FD5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08DD6-40EB-45B6-A869-B92F1BC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8E888-C395-4CD3-94C0-C9CD550C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C8D11-E831-4BE6-8F55-56F6064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F7099-9879-4DEA-BAE1-F9DFA02F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D818C-EF32-46DE-AF1C-660E9C4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E9EE7-19B5-436F-A438-E82A06B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DA85D-711D-4A80-807B-08AD0A4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11/24.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E74E5-9845-4569-9A0C-50222F40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9088777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A7C2A-789A-4B71-BA07-1510D6C2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2E23F-3C66-4A7E-AE2A-8D57BA4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1ACBD-29AB-4607-8E24-48795CDF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B1A51-C044-4603-8F9B-CAD30AE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FEDE-87AA-457F-B659-F9A17AB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D9E5D-209F-4326-8448-900BE95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BCCA9-9097-4EBF-93AD-968F53A3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949F-8430-4C7D-ABC2-AFEF1E1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BAC21-1188-4BC6-A71C-2D45593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AA30E-AAE1-4451-9617-56DEF43E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A61EE-5B1B-4D03-95E3-A7893833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2C8D4-0031-4511-8BC3-AE18BA1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0560E-5964-4324-BCA8-C5BC4E0E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475AC-78C3-4C3A-91DB-B976A9C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3020B-D01D-4225-8CAD-458E56E3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EBB2C-BE4F-4982-A4AB-F1CF76DD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C52D6-B300-4C94-ABA5-C30FCA64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3EB56-BD5B-4BEA-B20A-532E192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A1A1D-CFAD-4BD3-8BEC-99C79E8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5025F-0E7C-4C29-818F-83B25A6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3743B-4147-4B8A-93D9-1A1A24EB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180066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A3DD7-E0B2-4429-926B-F1C67FAB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41F91-ADB6-4E9A-9406-51B6A12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957C9-A807-4B23-8628-2477A53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4F4F0-E82C-4809-8259-08C23D0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B3C5D-2FDB-445D-A89F-3D11C89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D7236-B623-46C0-997D-5D80EEA3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7659-8A3A-4888-9BF0-C285CD1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695C2-359F-496F-9028-0A390C3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76A0B-7170-4814-B966-9CF3BF97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87FC0-F159-43D5-9F7A-67FFC82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5 1/4 - 2 2/3.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59628-25BA-4ACF-B663-9464BDEB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D075B-BC6C-4427-9070-C36968D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6D54E-BC37-4874-B96B-F7DFD676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 7/12.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3485579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0FB93-8AA5-448E-9381-A551F62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0384C-38B9-411E-9B94-C6B0287F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904A7-F942-4466-B84A-A078A24C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25F4F-10C9-4C6A-8045-ED1C5E8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77745-262B-4CFF-BF3D-9D2260B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A8BC1-1A2F-421C-8A25-4B579A8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DD657-10FB-4994-AE32-574EE4B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2C533-10D2-4472-B569-09307246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D90BF-E7F7-458E-A044-AD9D1A8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D7BE3-AD73-46C8-99DD-83133BE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EA97E-65EA-43DF-820B-D9B9ED5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4BA0F-53FD-42C8-BDDB-D124DDF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88F9E-8A54-4E2D-B150-223FCA4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B04A1-8554-42B6-A350-BD99A84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A438A-3EDF-4B76-BD78-FCF72D7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38392-970D-4B37-AF6E-26888EC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 1/6.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8EB78-423D-4736-AE49-89899402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E46C0-1766-4A06-92AD-86CE96E3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3339479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7709B-1F51-4759-856E-765FB3C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1CD15-E9CE-462B-9C92-874B161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7813C-4E49-4E7A-B659-27EC5D2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8A988-93CE-435C-96E0-286C27A9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69DE-BB74-4297-89CD-AE9BD923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27298-0778-4539-9E76-CA52C437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C5EA9-5335-435D-B47A-FE0F4F78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383B6-F2FF-4573-9EDE-BC1AA10E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C8EB4-77FE-46E6-AD0D-76412AB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Add fractions with different denominators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8938A-6C97-4E64-B783-41107BB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C4D27-C690-45AF-A6D8-B68A23C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EED4D-3C52-4C15-800B-F9727C5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1AF5E-FF01-41F2-A5AD-CE02AA1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1/3 + 1 5/6.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55D7E-4645-4F98-A38F-E987681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1081D-126D-4ABA-8DF2-BDAC7C8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C30CC-CC12-4D59-BFA0-A61B46BB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1CA85-5677-4249-8F3B-C369AA1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or subtracts both the numerators and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BC9DC-2F89-4693-9656-CE1234A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B47A4-3E2E-480F-A4FB-F0FF6F9B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19FEC-E49C-480E-8D6C-5B43293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B655F-91C5-4E2B-BAC9-9B04399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DFB-3C3E-437E-AC2F-2BE5E81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649099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2026-09-09T22:13:31.8470000Z</dcterms:created>
  <dcterms:modified xsi:type="dcterms:W3CDTF">2026-09-09T22:13:31.8470000Z</dcterms:modified>
</coreProperties>
</file>