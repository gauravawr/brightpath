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118d1f1f2804cfd" /><Relationship Type="http://schemas.openxmlformats.org/officeDocument/2006/relationships/extended-properties" Target="/docProps/app.xml" Id="Rad32481266b24a03" /><Relationship Type="http://schemas.openxmlformats.org/officeDocument/2006/relationships/officeDocument" Target="/ppt/presentation.xml" Id="Rc38a0d71776d4e2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d577899486d46da"/>
  </p:sldMasterIdLst>
  <p:notesMasterIdLst>
    <p:notesMasterId xmlns:r="http://schemas.openxmlformats.org/officeDocument/2006/relationships" r:id="Ra7705ab3a6974d45"/>
  </p:notesMasterIdLst>
  <p:sldIdLst>
    <p:sldId xmlns:r="http://schemas.openxmlformats.org/officeDocument/2006/relationships" id="256" r:id="Re00ed386a4614f6a"/>
    <p:sldId xmlns:r="http://schemas.openxmlformats.org/officeDocument/2006/relationships" id="257" r:id="R6d2a22f4b3e24ece"/>
    <p:sldId xmlns:r="http://schemas.openxmlformats.org/officeDocument/2006/relationships" id="258" r:id="R76123588b3c14c4b"/>
    <p:sldId xmlns:r="http://schemas.openxmlformats.org/officeDocument/2006/relationships" id="259" r:id="Reaaf55f9a84c4de6"/>
    <p:sldId xmlns:r="http://schemas.openxmlformats.org/officeDocument/2006/relationships" id="260" r:id="R96aca7ad4f164640"/>
    <p:sldId xmlns:r="http://schemas.openxmlformats.org/officeDocument/2006/relationships" id="261" r:id="R37c1a05cc31744f4"/>
    <p:sldId xmlns:r="http://schemas.openxmlformats.org/officeDocument/2006/relationships" id="262" r:id="Rda40b80dc62345bb"/>
    <p:sldId xmlns:r="http://schemas.openxmlformats.org/officeDocument/2006/relationships" id="263" r:id="Ra9cffc7e10ef46f4"/>
    <p:sldId xmlns:r="http://schemas.openxmlformats.org/officeDocument/2006/relationships" id="264" r:id="Re20746c85e014ec7"/>
    <p:sldId xmlns:r="http://schemas.openxmlformats.org/officeDocument/2006/relationships" id="265" r:id="R47b51857b3364bf8"/>
    <p:sldId xmlns:r="http://schemas.openxmlformats.org/officeDocument/2006/relationships" id="266" r:id="R6569715a3fe64f05"/>
    <p:sldId xmlns:r="http://schemas.openxmlformats.org/officeDocument/2006/relationships" id="267" r:id="R4f49d98151d146d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6adaff41fcb4650" /><Relationship Type="http://schemas.openxmlformats.org/officeDocument/2006/relationships/slideMaster" Target="/ppt/slideMasters/slideMaster1.xml" Id="R6d577899486d46da" /><Relationship Type="http://schemas.openxmlformats.org/officeDocument/2006/relationships/notesMaster" Target="/ppt/notesMasters/notesMaster1.xml" Id="Ra7705ab3a6974d45" /><Relationship Type="http://schemas.openxmlformats.org/officeDocument/2006/relationships/presProps" Target="/ppt/presProps.xml" Id="R01260f62c47f4d76" /><Relationship Type="http://schemas.openxmlformats.org/officeDocument/2006/relationships/tableStyles" Target="/ppt/tableStyles.xml" Id="R8343ee211dc24626" /><Relationship Type="http://schemas.openxmlformats.org/officeDocument/2006/relationships/slide" Target="/ppt/slides/slide1.xml" Id="Re00ed386a4614f6a" /><Relationship Type="http://schemas.openxmlformats.org/officeDocument/2006/relationships/slide" Target="/ppt/slides/slide2.xml" Id="R6d2a22f4b3e24ece" /><Relationship Type="http://schemas.openxmlformats.org/officeDocument/2006/relationships/slide" Target="/ppt/slides/slide3.xml" Id="R76123588b3c14c4b" /><Relationship Type="http://schemas.openxmlformats.org/officeDocument/2006/relationships/slide" Target="/ppt/slides/slide4.xml" Id="Reaaf55f9a84c4de6" /><Relationship Type="http://schemas.openxmlformats.org/officeDocument/2006/relationships/slide" Target="/ppt/slides/slide5.xml" Id="R96aca7ad4f164640" /><Relationship Type="http://schemas.openxmlformats.org/officeDocument/2006/relationships/slide" Target="/ppt/slides/slide6.xml" Id="R37c1a05cc31744f4" /><Relationship Type="http://schemas.openxmlformats.org/officeDocument/2006/relationships/slide" Target="/ppt/slides/slide7.xml" Id="Rda40b80dc62345bb" /><Relationship Type="http://schemas.openxmlformats.org/officeDocument/2006/relationships/slide" Target="/ppt/slides/slide8.xml" Id="Ra9cffc7e10ef46f4" /><Relationship Type="http://schemas.openxmlformats.org/officeDocument/2006/relationships/slide" Target="/ppt/slides/slide9.xml" Id="Re20746c85e014ec7" /><Relationship Type="http://schemas.openxmlformats.org/officeDocument/2006/relationships/slide" Target="/ppt/slides/slide10.xml" Id="R47b51857b3364bf8" /><Relationship Type="http://schemas.openxmlformats.org/officeDocument/2006/relationships/slide" Target="/ppt/slides/slide11.xml" Id="R6569715a3fe64f05" /><Relationship Type="http://schemas.openxmlformats.org/officeDocument/2006/relationships/slide" Target="/ppt/slides/slide12.xml" Id="R4f49d98151d146d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1644f2bf0454cb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04581f23c94ead" /><Relationship Type="http://schemas.openxmlformats.org/officeDocument/2006/relationships/notesMaster" Target="/ppt/notesMasters/notesMaster1.xml" Id="R99142c833e9e498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affadb63d934a9c" /><Relationship Type="http://schemas.openxmlformats.org/officeDocument/2006/relationships/notesMaster" Target="/ppt/notesMasters/notesMaster1.xml" Id="R06766dc2494143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b06d9d970364d6c" /><Relationship Type="http://schemas.openxmlformats.org/officeDocument/2006/relationships/notesMaster" Target="/ppt/notesMasters/notesMaster1.xml" Id="Ree36570c650a4db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6f10dda5db64a7c" /><Relationship Type="http://schemas.openxmlformats.org/officeDocument/2006/relationships/notesMaster" Target="/ppt/notesMasters/notesMaster1.xml" Id="R41925bcacff9458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643e6106d32426e" /><Relationship Type="http://schemas.openxmlformats.org/officeDocument/2006/relationships/notesMaster" Target="/ppt/notesMasters/notesMaster1.xml" Id="R673daf4a8415409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7d7418317e74f7a" /><Relationship Type="http://schemas.openxmlformats.org/officeDocument/2006/relationships/notesMaster" Target="/ppt/notesMasters/notesMaster1.xml" Id="Rb94bedfebe554c0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2dbd0fcfa8340d3" /><Relationship Type="http://schemas.openxmlformats.org/officeDocument/2006/relationships/notesMaster" Target="/ppt/notesMasters/notesMaster1.xml" Id="R31d509c695be4c7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46a375f72d7440d" /><Relationship Type="http://schemas.openxmlformats.org/officeDocument/2006/relationships/notesMaster" Target="/ppt/notesMasters/notesMaster1.xml" Id="R968bc3d2f63f436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e947a28977a4736" /><Relationship Type="http://schemas.openxmlformats.org/officeDocument/2006/relationships/notesMaster" Target="/ppt/notesMasters/notesMaster1.xml" Id="R993ecf5a28964a3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901951a59fc4d49" /><Relationship Type="http://schemas.openxmlformats.org/officeDocument/2006/relationships/notesMaster" Target="/ppt/notesMasters/notesMaster1.xml" Id="Rd76d00911efc426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f035bd5244a45a5" /><Relationship Type="http://schemas.openxmlformats.org/officeDocument/2006/relationships/notesMaster" Target="/ppt/notesMasters/notesMaster1.xml" Id="R64322110ea40495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9296dfd2ad04d0c" /><Relationship Type="http://schemas.openxmlformats.org/officeDocument/2006/relationships/notesMaster" Target="/ppt/notesMasters/notesMaster1.xml" Id="Rf8d4cdf7222b464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Fraction strips, multiplication grid, bar models,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11/24. | Find a common denominator before combining fractions. | Use equivalent fractions with a common denominator, then operate on the numerators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common denominator, equivalent fraction, improper fraction, mixed number, sum, difference.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1 7/12.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11/24.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equivalent fractions with a common denominator, then operate on the numerators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11/24..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4 1/6..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2 7/12.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4 1/6.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4 1/6. | Use equivalent fractions with a common denominator, then operate on the numerators only.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b7b0ec0125490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3f9dface00d4d5e" /><Relationship Type="http://schemas.openxmlformats.org/officeDocument/2006/relationships/slideLayout" Target="/ppt/slideLayouts/slideLayout1.xml" Id="Ree45b1b26e764d9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e45b1b26e764d9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2c9e9133b94a0f" /><Relationship Type="http://schemas.openxmlformats.org/officeDocument/2006/relationships/notesSlide" Target="/ppt/notesSlides/notesSlide1.xml" Id="R97ee7504408f496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8c8e1f94ab4be8" /><Relationship Type="http://schemas.openxmlformats.org/officeDocument/2006/relationships/notesSlide" Target="/ppt/notesSlides/notesSlide2.xml" Id="Rb10fb63a338d4f9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83a7998ce54609" /><Relationship Type="http://schemas.openxmlformats.org/officeDocument/2006/relationships/notesSlide" Target="/ppt/notesSlides/notesSlide3.xml" Id="R82746bcacad7473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77ed5e0b8443ee" /><Relationship Type="http://schemas.openxmlformats.org/officeDocument/2006/relationships/notesSlide" Target="/ppt/notesSlides/notesSlide4.xml" Id="R00973b56381a434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92c5ded9eb4a19" /><Relationship Type="http://schemas.openxmlformats.org/officeDocument/2006/relationships/notesSlide" Target="/ppt/notesSlides/notesSlide5.xml" Id="R774ccddbf6fd40e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c27cef98594374" /><Relationship Type="http://schemas.openxmlformats.org/officeDocument/2006/relationships/notesSlide" Target="/ppt/notesSlides/notesSlide6.xml" Id="R7e13c24ef65c498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33cda8af51492b" /><Relationship Type="http://schemas.openxmlformats.org/officeDocument/2006/relationships/image" Target="/ppt/media/image.png" Id="Rce3e74c7927c4982" /><Relationship Type="http://schemas.openxmlformats.org/officeDocument/2006/relationships/notesSlide" Target="/ppt/notesSlides/notesSlide7.xml" Id="R1d9f857be187444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ba9a222cd6410e" /><Relationship Type="http://schemas.openxmlformats.org/officeDocument/2006/relationships/notesSlide" Target="/ppt/notesSlides/notesSlide8.xml" Id="R61a0dabeb1c74d9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98ef30858d4df8" /><Relationship Type="http://schemas.openxmlformats.org/officeDocument/2006/relationships/notesSlide" Target="/ppt/notesSlides/notesSlide9.xml" Id="Rcdd1741c2fd2402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0261caabd54de9" /><Relationship Type="http://schemas.openxmlformats.org/officeDocument/2006/relationships/notesSlide" Target="/ppt/notesSlides/notesSlide10.xml" Id="R6e28094dae84402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86437e5ab843e4" /><Relationship Type="http://schemas.openxmlformats.org/officeDocument/2006/relationships/notesSlide" Target="/ppt/notesSlides/notesSlide11.xml" Id="R21b98003ac4f48a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bdfa2ddfbf4674" /><Relationship Type="http://schemas.openxmlformats.org/officeDocument/2006/relationships/notesSlide" Target="/ppt/notesSlides/notesSlide12.xml" Id="R0d0ee49c12cc422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085F0F-B156-4288-B4B8-628B1FE8D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8ABAAA-4876-4205-B05B-3DF9E3A20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48150D-74C5-432A-A284-CACBD2BAD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C050DA-1D65-440A-B3C3-A7B8CC11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72959C-8245-406C-AF22-BE572D213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258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Add fractions with different denominators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0064B3-A368-404E-BC39-3117408FE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869CAD-6CD7-414F-9284-6B525497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9156DD-97C8-4207-9CA5-7DF81AB1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add proper fractions with different denominators.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1F7CD3-3BD8-412B-AEFC-A326284E8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CA7E93-1528-4E9A-8A53-4C60EB603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Fraction strips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3385B0-441A-4CFB-BC4E-A8CAE3193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9295110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4E14D0-8879-4D39-A797-D71B4853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28A964-6451-47E3-8E8C-2FE90C50F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E71FD9-F1AB-4817-A7AD-BE77D358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B0857E-983F-479D-BFDE-5358D2B11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4C8540-6A5D-457E-A9F2-A43C9F185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F2843D-7B77-43E2-A546-02B2C444B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936378-49FA-438F-86D7-A0D93573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5752B3-B456-4A8B-A0A2-7A1A3C8AD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313830-2197-4688-95D9-3DE24AE5B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fractions with different denominators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110F8F-ED0E-4514-867F-EF4BB782B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95FDE4-1D3F-4267-BF81-BA0046D4B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4310F0-4B0A-492B-81B2-7B286B81C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EC4990-21EE-48B8-BE30-4217F5B57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Add and subtract fractions with related denominators and convert improper fractions and mixed numbers.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43C50F-65D4-4E28-8008-34ADC378A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AA074D-ED32-4030-B095-3E329B912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FFB19C-E82E-4F94-ACC6-4556F4690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910975-9087-4D89-884E-69E1F0B1A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7/8 - 5/12.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57CE34-4B30-4C6E-B121-E323FFE43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19F053-1316-48E7-897C-A3179B67C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A6D659-5877-49DF-976B-3831A3B44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0801E0-7E32-40CA-A709-CF11C49E5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3/4 + 5/6.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325324-2E7D-4053-961A-CB45CCE8B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4235044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A495F1-A08E-427A-A295-15F44F6ED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46804A-CE12-4E53-9C29-CE7B1982A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B9A44B-F4A9-4FC6-AF69-49FFC371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46427E-36BD-4B78-9E19-F3D3A714D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857E03-BFD8-4D5D-A8AF-1E5C1EC2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81439A-D49F-45B7-A7BF-61C41EEB3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FA14F8-F1F1-46B2-8B88-01B46B2C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DA7289-061A-499C-8B31-BC72F465E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E4AD50-E98F-4CA4-A61F-8B05B9B92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fractions with different denominators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A1B9FC-0ACA-4F36-90F6-6EE75105B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add proper fractions with different denominators.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81BD23-E5D0-456F-94F7-75CC76E7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5D7B76-4283-4717-93D1-7117E7C9E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Find a common denominator before combining fractions.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AAA31D-0B06-43B8-82C1-A4288B70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Add or subtract the numerators while keeping the denominator.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9040D5-70BE-4BB0-AACE-EF9E3542A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and convert the answer when appropriate.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E205F8-16BF-4002-B85B-5BA53C6B9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common denominator  |  equivalent fraction  |  improper fraction  |  mixed number  |  sum  |  difference</a:t>
            </a:r>
          </a:p>
        </p:txBody>
      </p:sp>
    </p:spTree>
    <p:extLst>
      <p:ext uri="{BB962C8B-B14F-4D97-AF65-F5344CB8AC3E}">
        <p14:creationId xmlns:p14="http://schemas.microsoft.com/office/powerpoint/2010/main" val="204152579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7496CE-783A-4A37-8937-2A062D7E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F528AA-B718-4FF8-8524-DC97D8D4B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D493A3-F112-48DF-80B2-0C4024A9D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CC1870-511C-4BF2-9742-543CEED85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0E49F8-4266-4391-9EEA-89687DEE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7DC42A-8E8B-4CEF-8EEB-16E25ED0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9D19E7-994B-4461-A859-74DECC0D1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82A5C4-19F6-488E-9C65-06BFC28C3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D2CDCC-DB3A-4CBC-A06F-70A9EFDAC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fractions with different denominators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5850B7-E51E-47A4-B7C6-86ED0987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3/4 + 5/6.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928A7F-0067-4928-B624-76B6E600B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A09859-4A0F-43C2-B86F-241C200C8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5B5F69-5C66-4FB8-8FFC-EC48E51AE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Find a common denominator before combining fractions.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05B3CC-A83B-45E6-8759-1476EFA5F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01DDB8-6BA0-483A-8E7B-E04E226F3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D94F2B-C120-412F-82CF-FE04FD28C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Add or subtract the numerators while keeping the denominator.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8B1A9D-5603-44D7-A457-3430302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73F60E-694D-4E65-8F47-4C86A79BB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80866A-416A-448A-9066-72BCB2CEC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1 7/12.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7F9FA0-E840-48A4-97FC-647C2620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23ACCB-C64B-4073-AA77-A6EA7EAE8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E20AFA-FCD2-44DB-AE0F-1603E1356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Simplify and convert the answer when appropriate.</a:t>
            </a:r>
          </a:p>
        </p:txBody>
      </p:sp>
    </p:spTree>
    <p:extLst>
      <p:ext uri="{BB962C8B-B14F-4D97-AF65-F5344CB8AC3E}">
        <p14:creationId xmlns:p14="http://schemas.microsoft.com/office/powerpoint/2010/main" val="93975518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EE45D3-5D26-4EEB-A9E5-2D81FFA52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B352DC-D5B0-4634-8DD9-ED86D992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ABF54B-8755-4C6B-A131-385653873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79DF72-D1E7-4572-B5FB-0EE19547C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A43168-5F21-46F0-ADAC-3727AE022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399DEA-F415-4A17-8C61-727E30B1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D0CA29-A57B-4F49-8655-EBF681449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3D5347-F35A-4C33-B215-7D2E416D2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028A71-6BD3-48DD-A7AF-C1BF1F2D3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fractions with different denominators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ACD960-83C0-49D1-9D9A-44EA0F45E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140EC6-F1AB-43B3-B899-0B68FD88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 7/12.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521111-3C83-4F25-91A2-1ED880585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409FF9-1E49-4189-8D71-F4695B904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and convert the answer when appropriate.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AED930-9400-454E-8A92-12182A5D1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3415287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76D769-8B50-4347-978B-ABD0F27A0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D02298-AAED-4C8F-B7F0-1E6C099E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4016ED-DE74-4C0C-97AE-5451D20EC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2483F9-1987-43FE-8096-187F909AD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2BAB9B-50CC-4EAB-9CB1-55BA5EF8C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278308-01F8-4AF2-A085-C6F808B7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585CD3-411F-4327-AC39-E52560DEC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CCBF8C-2F28-4F7B-B65C-DB8EB7752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C94B19-125D-4614-BC8F-7F5F3F51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fractions with different denominators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D319D2-E7CC-461E-A6C3-DC969C05D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7/8 - 5/12.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8A52BE-41F4-44A1-B48B-A2096727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62BF95-A8AD-4D5D-97DA-52C20AAA9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772624-BBD0-4AAB-9265-FC0F95408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F1EE28-3DB8-485B-BF73-11563CF91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392D73-6B48-4A73-B47D-2ADB329A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11/24.</a:t>
            </a:r>
          </a:p>
        </p:txBody>
      </p:sp>
    </p:spTree>
    <p:extLst>
      <p:ext uri="{BB962C8B-B14F-4D97-AF65-F5344CB8AC3E}">
        <p14:creationId xmlns:p14="http://schemas.microsoft.com/office/powerpoint/2010/main" val="116397179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37F83F-CF73-44B5-87F4-94A7BC72D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E72B2F-C658-492D-9C6C-973CBA345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1B1C1F-507D-404B-AA3A-319D0573F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11A88D-64F8-4F75-A8AA-8B8E17FE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630B86-F533-4ABA-A0F2-EF1C391D3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C1B193-1C5D-4634-949C-A2CB8FE6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5E438B-28D9-4592-8C65-FFB55BC19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AD36AA-5BBD-4FD1-9C21-C3F18FD11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60AF68-605B-4B01-AD6F-6BAEC3CA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fractions with different denominators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3e74c7927c4982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F9B419-03D4-4781-84D3-7702389EF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9AFDF3-A833-4998-A2D2-E49A7BE9D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adds or subtracts both the numerators and denominators.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A4FDD1-A075-41A9-9788-E01A957D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75F660-FF86-4AC6-B798-D077AE61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2842F7-6D4E-45EF-8071-E1DC4751C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equivalent fractions with a common denominator, then operate on the numerators only.</a:t>
            </a:r>
          </a:p>
        </p:txBody>
      </p:sp>
    </p:spTree>
    <p:extLst>
      <p:ext uri="{BB962C8B-B14F-4D97-AF65-F5344CB8AC3E}">
        <p14:creationId xmlns:p14="http://schemas.microsoft.com/office/powerpoint/2010/main" val="119304093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D96525-685A-44D0-B865-A818317FD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DEE65A-6F71-47F8-BA7D-153262E8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B9C0A8-500A-47B5-A3C0-70D755D14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2321FC-1867-4DDF-B340-4E8C72B7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3026AC-3CEA-4B13-B1C7-A54256D5A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60FB3E-5A26-404F-8858-2DAD1B716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C01A82-8184-401B-8915-35BF1077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2AC3BE-9A84-41C3-9615-56AB196F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F403B1-E900-4EDA-B03E-D8E2C5CD0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fractions with different denominators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3225DA-E831-43E7-8F9C-21BCE286C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29B9E6-1AA7-4B80-A252-EF87203D9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A43B6B-E847-48D3-B724-B441A2602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BF603E-1513-4C5F-94F3-99A8769B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7/8 - 5/12.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3573A8-BA5D-4D08-8CBC-DEDFC779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B46B89-B434-43F0-8C72-3F3D822A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6C3DE6-F121-4DDA-8ABA-564BA78D3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7EDBFC-444B-411F-8F79-CF435B11B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0D37E5-5EC4-468A-BBF9-E5CA176A7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55973A-DDBD-44ED-95AB-7EB18FFEB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2163A9-2584-41C0-B73A-0E1893A34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DB3543-578E-4073-85A5-3DF3C1961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11/24.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D73F4F-7109-4AC3-8BD6-202B31008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3627673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8F0D19-C5A1-45B1-BD95-9F9685652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777835-B908-46F2-9196-0D33F614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DA1BFF-769B-46DF-A89D-9A0163061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4B1963-4BDA-4F7E-AB3A-E98628EE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A2E6C7-3875-40C4-9101-BFADE544A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2BF82C-AFF2-4E0A-A5C6-B197F8502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53DCA7-D8F7-4FA1-BF59-0FF75B82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D10A2E-4F25-455A-ACF9-15EA1D208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16C82D-EC8E-4B35-8E4F-48DA3F9FD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fractions with different denominators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0B583A-A624-4060-8F5F-1553A9A95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01C563-6ED2-451A-B7C6-EE214B871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FBF8FB-8EBF-4EFE-ACA7-EFDC14626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7416A1-4F5F-45D1-B65A-379B811A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1/3 + 1 5/6.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C61386-0C1C-40AA-8FEB-17A854844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A24A52-E77B-4E6D-BD69-04B2E7CB5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025DF1-3DB8-42DD-AE5A-112181737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13A42F-A326-4B4E-8F36-0AEEEDD0A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4A7A18-DA4E-41F0-B6BC-F2EE6478D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5B01F3-6D32-46B2-B07E-0189E3E57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FE28C5-7FA6-41BC-9145-E6558CEA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90FDC3-29DD-493F-B046-6AB9DF9EB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76018927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896A41-7EBA-4CB9-9D03-88B2209C1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0B0E3E-93BD-4C6C-971C-329C493C3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D97013-BE2A-48C3-8245-4F0A5BA9B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EDFEBD-93AF-4285-A427-802C76605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2EEC62-C72E-4564-A836-447FFBEF3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20BA68-471F-4978-B138-F0E1A47D9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702A0E-E866-44DF-AFD4-D448B4691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28F01E-8468-4E80-8F36-D94BF8A15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5CF66C-DE2D-4061-8DD1-D967DDFD0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fractions with different denominators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B6FFF4-C12E-4D4F-BB10-B6E9C6DE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Calculate 5 1/4 - 2 2/3.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C7F3E4-81D6-4E2A-BA74-C702EDC29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A05988-2EF0-4DB4-A4DC-454CAE5FA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BF2CA1-B498-402D-91FC-F57005A4E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2 7/12.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25327443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108C28-E34B-47EE-9AC4-967FE5942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37295A-06C9-49AF-9235-AA69EA54A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CAEE5B-9826-4405-9531-A01B81BBE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CF1F00-6538-4425-8104-4C962A77E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EB8B9A-91AC-43D1-A8E3-6A70A604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3B3A6F-D2A7-4F1D-84EE-3925B2F13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BCD143-49FE-44ED-B18E-8A88C94E0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C30006-3DE8-4C70-8047-3D57BF1FB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F80D25-01BC-4772-85E7-33FDE718E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fractions with different denominators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37E1FF-260E-4980-8335-8083DFFE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D8D679-D7BB-4236-8584-D07D0EF2F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70976B-25B6-40E5-AE59-513B54CD0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1/3 + 1 5/6.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E8B424-4AFF-42B2-BFBF-A3D514F47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C62F6B-3425-4E68-904A-31A82126B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4400D5-23B7-4FA2-8752-8C3147302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79FF7C-CB32-44EB-8287-FC2D3042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 1/6.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8B4D11-188C-482E-B8F6-92CA775F2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A309B3-2A04-4B5E-9608-0DF83F94D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87360220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0D0666-881F-4D69-A605-7A0546FF2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9CEFDB-9D0D-4242-8B07-86394FE2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961B82-0049-4542-8E66-114B6EA2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B1AAC2-4C5B-46AC-AD36-05EBC7A34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BEE813-B82B-4DBD-92A7-9831F7581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F10C24-A11A-4677-91CD-B710CA35B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6F4419-A9CB-43EE-8FBA-ABE499A46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0E7060-F971-4679-B76D-B27B2581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450262-2851-4CD9-B46B-D7F358F1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fractions with different denominators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0272E4-5543-4661-9CBD-518EA9CD9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884E0C-B55D-4273-84D2-3AA71B692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A1D7CF-24B6-4C51-9C2F-B45A44E85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096394-95A1-4E7B-A11F-CE4F1324D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1/3 + 1 5/6.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A9FC09-07EE-40AA-B641-0A53220AD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34FB53-440E-4E10-8B92-E663C3CF4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7AFE14-46AB-41D3-BADF-D5BA09C14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E3DA39-C1A4-4B51-BCF3-A71F8E5E8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adds or subtracts both the numerators and denominators.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01168F-F8FE-41EA-B06B-AF617BA6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B16439-EDBD-4B89-BC0F-05726D426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729B41-9DDE-48AB-A168-7A0EBBC2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40CE78-E020-40FF-86F5-7B5EA883E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D1A236-1B71-43D8-9D23-D50813624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61358656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2026-09-09T20:46:31.4100000Z</dcterms:created>
  <dcterms:modified xsi:type="dcterms:W3CDTF">2026-09-09T20:46:31.4100000Z</dcterms:modified>
</coreProperties>
</file>