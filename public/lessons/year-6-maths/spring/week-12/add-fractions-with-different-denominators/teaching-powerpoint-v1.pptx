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5240000" cy="85725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Add fractions with different denominators. Introduce the mathematical idea using the first worked example. The lesson can be placed anywhere in the teaching sequence.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I do.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I do.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You do. Pause before clicking. Let pupils try independently, then reveal and discuss every step. Convert each mixed number into equal fractional parts before calculating.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You do. Pause before clicking. Let pupils try independently, then reveal and discuss every step. Use equal-sized parts for addition or subtraction. For multiplication, partition in both directions. For division by a whole number, split each part into that many equal pieces.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You do. Pause before clicking. Let pupils try independently, then reveal and discuss every step. These are the existing expected-level worksheet questions, in their original order. Do not advance to the answer slide until pupils have had time to finish.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Add fractions with different denominators. Answers. Answers to the preceding complete activity question set, in matching order. Accept mathematically valid alternatives for open questions.</a:t>
            </a:r>
          </a:p>
          <a:p>
            <a:r>
              <a:t>All moving objects are editable. Each click advances a mathematical step. The final two slides reproduce the existing expected-level activity questions and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bject-1">
            <a:extLst>
              <a:ext uri="{FF2B5EF4-FFF2-40B4-BE49-F238E27FC236}">
                <a16:creationId xmlns:a16="http://schemas.microsoft.com/office/drawing/2014/main" id="{A1F595CE-48B2-4C76-A03D-C22788D6932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15478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Add fractions with different denominators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3EC8EBA-59D2-4516-B0BE-7F3F87F47192}"/>
              </a:ext>
            </a:extLst>
          </p:cNvPr>
          <p:cNvSpPr>
            <a:spLocks noGrp="1"/>
          </p:cNvSpPr>
          <p:nvPr/>
        </p:nvSpPr>
        <p:spPr>
          <a:xfrm>
            <a:off x="654844" y="2024063"/>
            <a:ext cx="13930313" cy="101203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Watch the model. Try the next question. Explain what changes.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A1D920AC-7F36-4BAD-849B-765BB40C2AB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8A0ADADF-4759-4DB7-AF31-042EC50C280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39E17CF-C79A-40F7-8F7B-AB8BEE90517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4F15BA70-3DB2-43E5-8899-97BF688FD0DA}"/>
              </a:ext>
            </a:extLst>
          </p:cNvPr>
          <p:cNvSpPr>
            <a:spLocks noGrp="1"/>
          </p:cNvSpPr>
          <p:nvPr/>
        </p:nvSpPr>
        <p:spPr>
          <a:xfrm>
            <a:off x="1190625" y="3631406"/>
            <a:ext cx="12858750" cy="2143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To add proper fractions with different denominators.</a:t>
            </a:r>
          </a:p>
        </p:txBody>
      </p:sp>
    </p:spTree>
    <p:extLst>
      <p:ext uri="{BB962C8B-B14F-4D97-AF65-F5344CB8AC3E}">
        <p14:creationId xmlns:p14="http://schemas.microsoft.com/office/powerpoint/2010/main" val="1012053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object-1">
            <a:extLst>
              <a:ext uri="{FF2B5EF4-FFF2-40B4-BE49-F238E27FC236}">
                <a16:creationId xmlns:a16="http://schemas.microsoft.com/office/drawing/2014/main" id="{0BC2CB48-B629-4D01-9CDD-B5754DD631AD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7C12F043-8800-4B4C-B70C-DAE6B1213177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22522F1F-7260-4F93-8024-F7FCD8AB77D9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2FC0C1A-A42A-48C8-870B-66A9185585AC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ECA9250F-0459-481B-85A0-07F502198E84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32A3F4A8-4158-4961-B7DE-C373B4757B19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44D8878-4C24-4911-AD61-C0F6970B4033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9463512-5821-4126-BB9B-C2FCA0FA9108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E7124CE-4084-4E9C-AC55-7CF9A555592F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D3D11462-DA8A-4F38-8643-029AD5A1D960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4DC1A84-9670-4288-B178-E78CB30A9BC8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4DC460A-CD88-45CD-A86A-5A7DAA099A6F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95E31C7A-088C-42FF-9C3B-8F3EA9C76A29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FE0563B4-03CB-443F-9902-94B0A04B4CAF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B3C90C37-F05B-4729-ABDE-D8C8516AF5C2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6E8E4DC-F967-4938-88C5-3C9BBFA0F1CE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75BEE13A-7318-49CF-A733-EE00B71E40A1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628F92F-FFEA-4BB7-A422-02E8A92E82B0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B8691D3C-6BE0-45B4-A3AA-2462C042BE6A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96F7E96-4043-4676-A1D1-E4284681820F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FBE2C95-D7B2-486A-9EEB-FF76690CAF0D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ED84F111-AEFE-45D6-A108-442D35899675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BEFDCE30-4DA0-46B8-85A5-F3C373A4DCEB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2EC2989-E304-4AE0-BF98-F24B8A38C0DC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6FF939E-E029-4B0D-B31C-D91A0C9C7DB8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DB3E5E54-DBF9-4A4E-BA7B-A04E27E58F0C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967F4925-8DE7-4185-B3EC-FA918FF3EE21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30B619D2-2952-4F95-A1E8-A5A712555793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A028A2E8-54E7-451E-A7A3-AAF7E7EBAAFF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D4664E8C-36F3-43A6-B94F-6850DF647048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DFC7135E-A0B1-40AA-B4E3-AA0427486B65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D7BFFA02-E5E4-4B13-9F2D-CF220450155B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E6A74FE5-6896-4037-938C-3F55A2804CCA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40E2CA34-BCDF-4831-912F-BEC61F29F02B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13D9CA1C-694E-4295-B8BC-8F3CDFD9A9CE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2A8676FA-9C6E-42BF-BC91-C534F3DE2751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1FB90694-5D6A-4BB4-8D57-84593CBA0972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658DDACD-4AE6-4BCA-A15C-84E9E836492C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2F8B828E-0B4E-41DB-A472-DB8B456E6652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5BE47F4E-E8E2-40A4-B884-E0156CD2A1FB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2707DE07-BAF8-407F-A7D5-714497CEAA29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952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FDB1E691-99A5-4058-9127-45C16B738734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468A5348-F15A-4752-B0B9-D07CB4A3A2B1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952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AFAB896B-DA9D-4CB9-B7F4-6D09D94E0BA2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1143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FA8CD460-D8EE-4730-8747-242B0C99D23C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1143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F5884E2F-2982-4ABC-A0D2-1679585C95E3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9 + 10 = 19; the denominator stays 12.</a:t>
            </a:r>
          </a:p>
        </p:txBody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08610451-5764-42B7-BA23-B5F656BE8A27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1 7/12</a:t>
            </a:r>
          </a:p>
        </p:txBody>
      </p:sp>
    </p:spTree>
    <p:extLst>
      <p:ext uri="{BB962C8B-B14F-4D97-AF65-F5344CB8AC3E}">
        <p14:creationId xmlns:p14="http://schemas.microsoft.com/office/powerpoint/2010/main" val="34259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7" grpId="0"/>
      <p:bldP spid="19" grpId="0"/>
      <p:bldP spid="46" grpId="0"/>
      <p:bldP spid="4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AA0F3286-6988-44BD-AD37-8A7FA524F21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6DEE05F4-BA09-4382-8C4B-B21B263A462D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32D0D047-5645-4135-8719-DB5C7AACA4A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3/4 + 5/6.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D54C9725-EBA9-40C0-808A-A12A9AE49D4A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CA3EDB3C-CA21-47F9-A3D0-D3ADD0C6184A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AEB8F2C7-794C-4A8E-93F2-C05F839A0DB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8B659C57-0EDF-4187-B398-09C809F53C15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 3/4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E70093D0-AD4E-4F89-9F9D-A85EAC387286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1 × 4 + 3 = 7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699749A4-F599-4AF6-A93B-CBFAA8FB5A7C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173A8B26-6874-405E-8335-3B4C043BA681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4FB3FD5F-B152-415A-BEAD-5BD51FF7C891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F3583289-60B4-4DC0-86C4-F5D41510392E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0433546-4E5B-467B-9237-8FF84696CB14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6 + 5 = 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0074A11-EDFF-4B4A-BE91-7060EA06F0DD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267864C2-FA7B-4F44-821E-5779337E41ED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94B2B768-53F2-406A-BD05-E8AD5ED6DCBE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41644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object-1">
            <a:extLst>
              <a:ext uri="{FF2B5EF4-FFF2-40B4-BE49-F238E27FC236}">
                <a16:creationId xmlns:a16="http://schemas.microsoft.com/office/drawing/2014/main" id="{94A7AA97-1103-466D-9D2B-0317956B6E6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64B6226-225E-44A7-915F-0A2137BDC710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899DCFC-6D65-4F8F-8E56-DFEEE2E2B0FE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1 3/4 + 5/6.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0B85DC8-2EF5-4987-B025-526A502A4185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81C2ACF0-987C-4684-B4A8-ACAC3DE15E7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F7BB4DC0-3C29-4440-996E-665151C5808F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078F9B28-3F3D-4B85-9F83-3A3CFCB5B8F2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96F3807-2C79-4056-BC4F-448479AD2C3D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2E7DAE2E-17F1-46F6-ABD6-1E7C922B52BE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55ADD1F7-D6D7-4DC9-B7A0-D18D765D92E9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2DA30900-E073-49CC-A894-F94F7B003C4F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45D22651-9CFE-4618-9E3B-32870145BB62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FB09210C-C632-47E5-99CE-9481B938643C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8C33F386-0EEA-43FE-8557-C65F201D6091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E920BD26-EAFE-4417-BB9F-6BF4233E7AE3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C982E7E6-67E6-416B-A0F2-CD48A79FEC11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FB0871A2-CC42-48D0-A8C4-F9227F8B0E0D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ACA5D9B9-A666-4062-A6A5-AACC65070363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1ACBA025-6DB8-44C6-A40E-2A385F9EB21D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DA26B584-F700-4217-ACE3-F0FE4FCB94AC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7761D92-336F-4444-ABDA-963E890C3A10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685EF65E-7F04-41BA-A3A2-0984EB42FAC3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A3925EA3-9D60-4041-9744-83E753C4A124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C36B6884-C123-473B-B728-794748B75DA4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147F3EAF-2F48-43CD-B3DA-76188A389AC2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E86304D7-D2EA-4551-AF72-4F100AFAAB20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C271305D-1286-455A-8BFC-DCD06382621D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704DA99E-1F3C-4649-8F1A-87BA52618532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60355ECB-50CA-4577-AF3A-314AA6FFF2C9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6D5E20BD-3068-488D-B307-E830D0427843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CD0F31B0-DEFC-4F1E-B47E-83898CD96798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A8F5AC43-EE92-4D51-9BC9-045AA40D063C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538A7CD3-BD99-42FD-9530-3CB2836604BF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34D8A8CB-E451-43A2-96DF-487990532A7C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0ECEBCD4-3A51-435E-A3B3-7110A593E036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AFDD8CC8-6D95-4C6A-ABB3-DB7F3FFBC18F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99FD4986-5DAD-4E76-952E-4F04BB64C488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A919DD1A-ADE5-4321-BE7A-BAD10305DC0A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361B403F-48AD-4DD7-8494-BF079D655CE2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1AAE1D31-0D5F-4EE0-B929-C29627ACBC5E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906775A-428D-4786-95AF-1AB8647819BA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FDEA3A93-64BF-460D-AA10-EC1AD3D2456C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3AE231BF-F421-4B0B-A3C8-55E1B6A8FCB1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55070128-BAF0-4A5A-B8CA-6827CD338E3D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94AC0BDF-F996-4C96-A634-8341A84A769C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2B6FCAC7-C878-4A27-9D0F-D0071CF55A0F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6274A6DB-AF6C-4AF9-BDF9-D2DA25E6CE24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3410707C-9D71-416F-A81F-5D5CA211AEC8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E7A47830-D640-4106-9916-E07D53522428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63AEB2FD-300E-47E6-B0CA-566ACAB99AD0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51346D83-43B0-48A0-A921-D6758EFC303D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54E3250A-9892-4669-8E5C-65FC6E38A75F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BB15E65B-53E6-4C28-B457-0922B36EDA56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6ED0139F-2992-4269-A0CE-637939F75796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47625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476A89A8-3AB8-4E10-8AB0-ADB715B145C8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E1C09CE2-7CF6-415C-B4DB-7AEEF6B94E11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1DF8918B-33FC-418C-8637-652813FF7292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70071C42-76A3-475E-B676-546D06B147EC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4EE3618A-4A6A-4D7F-BCB4-094D4E4627E1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F8035B08-A8AF-48B1-B944-208A6830042E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D28D06CE-C7E2-45AF-8E35-BEB8C98AC3A5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58BA94B4-D003-485A-8F0A-F9119129ACC5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BA231E12-A439-433C-A492-353569D1E7F5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EB10DA5C-8C9B-40F5-A7EB-053B3B767491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87444662-A962-43A1-B34E-8816322B2E11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39E6196B-B169-4384-8231-268D9E19F3B6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F09296ED-FF52-4A38-8789-6B6A671E2F9B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63023B8C-5458-4ACC-99D3-0DA9CAD7AF8A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47625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25FED049-330C-4B93-9C16-AE0717776934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A771009F-C222-4C84-9148-96A39208B572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AE1059F1-CD5F-44CE-B2F5-57175C6E463B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79C6AC89-DA35-430E-8A3D-E8B65589DD78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5715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D6DA18DF-9B53-4E7B-B761-1F2D6C12E98B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21 + 10 = 31; the denominator stays 12.</a:t>
            </a:r>
          </a:p>
        </p:txBody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FBEFD29E-491A-4D8C-A25B-28F995409041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2 7/12</a:t>
            </a:r>
          </a:p>
        </p:txBody>
      </p:sp>
    </p:spTree>
    <p:extLst>
      <p:ext uri="{BB962C8B-B14F-4D97-AF65-F5344CB8AC3E}">
        <p14:creationId xmlns:p14="http://schemas.microsoft.com/office/powerpoint/2010/main" val="6942836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1" fill="hold">
                      <p:stCondLst>
                        <p:cond delay="indefinite"/>
                      </p:stCondLst>
                      <p:childTnLst>
                        <p:par>
                          <p:cTn id="132" fill="hold">
                            <p:stCondLst>
                              <p:cond delay="0"/>
                            </p:stCondLst>
                            <p:childTnLst>
                              <p:par>
                                <p:cTn id="1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7" grpId="0"/>
      <p:bldP spid="18" grpId="0"/>
      <p:bldP spid="20" grpId="0"/>
      <p:bldP spid="73" grpId="0"/>
      <p:bldP spid="7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-1">
            <a:extLst>
              <a:ext uri="{FF2B5EF4-FFF2-40B4-BE49-F238E27FC236}">
                <a16:creationId xmlns:a16="http://schemas.microsoft.com/office/drawing/2014/main" id="{044F6C2F-A499-48CE-9B1F-B7D0B61414A4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E8C8F19-9EBC-4278-9189-604CA71FD7CD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3/4 + 5/6.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0BBE9CC-8785-426A-935C-CE7C30D3BF07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C165E9B8-87A1-4431-8B01-3BF7B5F5DB7B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31B1FD6B-4C69-4B97-A7D3-6B1B047D3A4A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9C136611-2811-4CB4-BC7B-A4C4367B7F24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 3/4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853EC6E-CFA2-4ABD-8743-166585DDFB38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2 × 4 + 3 = 11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78ECE338-3D31-4187-BEF6-28F6C3EB5D11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CD837D21-46D9-4BB4-BE08-D7A38A49CD78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0B38AA2-6D65-45A2-B815-26F2BFC54AFC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F7AA307-6AC8-4296-9D16-72DE540533D8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5/6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D5020E4-1936-4BF1-A9CE-CBC55BD57CE6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6 + 5 = 5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438C53AD-17F2-4634-AF6D-14616D8EDC04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01FE020-7AF6-4C7A-B700-C77B15E63E37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09AA8D4A-5E69-47DD-8327-65396AE42D2F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7307014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  <p:bldP spid="10" grpId="0"/>
      <p:bldP spid="12" grpId="0"/>
      <p:bldP spid="13" grpId="0"/>
      <p:bldP spid="1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object-1">
            <a:extLst>
              <a:ext uri="{FF2B5EF4-FFF2-40B4-BE49-F238E27FC236}">
                <a16:creationId xmlns:a16="http://schemas.microsoft.com/office/drawing/2014/main" id="{52338660-C681-463A-951C-2299A25F6299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A59E6AD5-4CA6-4BE5-B1A6-0602A27E4B0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3/4 + 5/6.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9BACCFB2-E1D7-4765-BAA3-B2E454B4C46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FE676F78-4C9D-47B3-836B-A8B05114258D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0B47BFDC-734D-4B4C-91E0-98A8B6EFB013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6CA3BC39-7802-437D-A737-8FE55CB473A6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FAE8BFCE-2CFE-4CFB-9443-0863060C3763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9C359058-768E-450B-8583-0567D5F7B262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C3C51DA-F2B7-49EF-904B-252C51486059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74BD7A44-FE78-483C-9D94-35D2E9467438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5DC1D33-392F-438B-8DFE-FB2787376660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D13EFD9-B631-4D5F-857E-FA9F717755E9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7C1870BB-F32D-4BEA-B452-3614691AA6BB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224E1C45-ADFC-4E83-AD7A-3261B827E133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5EC0CD4-31CE-466B-A8B5-0C0D7468D094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DCCC2F92-2E56-4557-984B-1CEFC878D7C0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8945C984-E4AC-4F1B-BC7B-CF803755568B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2BC583A-039E-4653-958F-E9AF4972FBEB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ADD3588-43B6-41A8-9816-018657AF894B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FC98579-AD5E-4813-A0F4-B9906B4DBE3E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AA21922B-EF19-4C7B-8715-3E41719587DD}"/>
              </a:ext>
            </a:extLst>
          </p:cNvPr>
          <p:cNvSpPr>
            <a:spLocks noGrp="1"/>
          </p:cNvSpPr>
          <p:nvPr/>
        </p:nvSpPr>
        <p:spPr>
          <a:xfrm>
            <a:off x="180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36180480-8359-4DBE-8265-52ED6537FAE1}"/>
              </a:ext>
            </a:extLst>
          </p:cNvPr>
          <p:cNvSpPr>
            <a:spLocks noGrp="1"/>
          </p:cNvSpPr>
          <p:nvPr/>
        </p:nvSpPr>
        <p:spPr>
          <a:xfrm>
            <a:off x="212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2E47294F-35CE-433F-AA0F-618B9ED36945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289B1407-77A2-41BB-8FB6-C4B0A6FE936F}"/>
              </a:ext>
            </a:extLst>
          </p:cNvPr>
          <p:cNvSpPr>
            <a:spLocks noGrp="1"/>
          </p:cNvSpPr>
          <p:nvPr/>
        </p:nvSpPr>
        <p:spPr>
          <a:xfrm>
            <a:off x="275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BAEF5B46-665C-4C01-9184-80F79167D250}"/>
              </a:ext>
            </a:extLst>
          </p:cNvPr>
          <p:cNvSpPr>
            <a:spLocks noGrp="1"/>
          </p:cNvSpPr>
          <p:nvPr/>
        </p:nvSpPr>
        <p:spPr>
          <a:xfrm>
            <a:off x="307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9CA13F18-8947-4014-B250-13C462D4F4FC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2857E031-1E53-4400-A154-33029E56E4CD}"/>
              </a:ext>
            </a:extLst>
          </p:cNvPr>
          <p:cNvSpPr>
            <a:spLocks noGrp="1"/>
          </p:cNvSpPr>
          <p:nvPr/>
        </p:nvSpPr>
        <p:spPr>
          <a:xfrm>
            <a:off x="371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6639A3BD-1574-45FD-9F5C-E922985E51E0}"/>
              </a:ext>
            </a:extLst>
          </p:cNvPr>
          <p:cNvSpPr>
            <a:spLocks noGrp="1"/>
          </p:cNvSpPr>
          <p:nvPr/>
        </p:nvSpPr>
        <p:spPr>
          <a:xfrm>
            <a:off x="402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6C7C4824-03E9-4B70-9C4B-FFD409CF67DA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25A20A46-13F5-4396-B89B-7D7B552F8D73}"/>
              </a:ext>
            </a:extLst>
          </p:cNvPr>
          <p:cNvSpPr>
            <a:spLocks noGrp="1"/>
          </p:cNvSpPr>
          <p:nvPr/>
        </p:nvSpPr>
        <p:spPr>
          <a:xfrm>
            <a:off x="466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BACDFFA5-353B-4AC4-ACFF-50D6D8CD27A2}"/>
              </a:ext>
            </a:extLst>
          </p:cNvPr>
          <p:cNvSpPr>
            <a:spLocks noGrp="1"/>
          </p:cNvSpPr>
          <p:nvPr/>
        </p:nvSpPr>
        <p:spPr>
          <a:xfrm>
            <a:off x="498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B200C75A-E382-48D0-8A92-BD9283F2BCFF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25259979-D5B6-45EE-82DF-EF50A0E0BE4E}"/>
              </a:ext>
            </a:extLst>
          </p:cNvPr>
          <p:cNvSpPr>
            <a:spLocks noGrp="1"/>
          </p:cNvSpPr>
          <p:nvPr/>
        </p:nvSpPr>
        <p:spPr>
          <a:xfrm>
            <a:off x="561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75DAE401-A8D8-453E-B55D-04EEBC5A39E5}"/>
              </a:ext>
            </a:extLst>
          </p:cNvPr>
          <p:cNvSpPr>
            <a:spLocks noGrp="1"/>
          </p:cNvSpPr>
          <p:nvPr/>
        </p:nvSpPr>
        <p:spPr>
          <a:xfrm>
            <a:off x="593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E5D13F16-A40B-4C45-BB3C-05B0735076A5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1C810184-259B-41F7-BB8F-0C5475D37C59}"/>
              </a:ext>
            </a:extLst>
          </p:cNvPr>
          <p:cNvSpPr>
            <a:spLocks noGrp="1"/>
          </p:cNvSpPr>
          <p:nvPr/>
        </p:nvSpPr>
        <p:spPr>
          <a:xfrm>
            <a:off x="656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1A99633D-175F-4C55-9644-C8F51E68AD56}"/>
              </a:ext>
            </a:extLst>
          </p:cNvPr>
          <p:cNvSpPr>
            <a:spLocks noGrp="1"/>
          </p:cNvSpPr>
          <p:nvPr/>
        </p:nvSpPr>
        <p:spPr>
          <a:xfrm>
            <a:off x="688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F37F9182-B7F6-476C-9054-C2653E0369E1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DD19B300-411B-456A-8518-ECA1052E17CA}"/>
              </a:ext>
            </a:extLst>
          </p:cNvPr>
          <p:cNvSpPr>
            <a:spLocks noGrp="1"/>
          </p:cNvSpPr>
          <p:nvPr/>
        </p:nvSpPr>
        <p:spPr>
          <a:xfrm>
            <a:off x="752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91A1EF40-623B-426F-BEA3-274705079251}"/>
              </a:ext>
            </a:extLst>
          </p:cNvPr>
          <p:cNvSpPr>
            <a:spLocks noGrp="1"/>
          </p:cNvSpPr>
          <p:nvPr/>
        </p:nvSpPr>
        <p:spPr>
          <a:xfrm>
            <a:off x="783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D0AC3F9F-2C16-4AAB-B0E1-632D3540A63E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702CC427-31D8-4266-B8CD-2CAD75E75F4B}"/>
              </a:ext>
            </a:extLst>
          </p:cNvPr>
          <p:cNvSpPr>
            <a:spLocks noGrp="1"/>
          </p:cNvSpPr>
          <p:nvPr/>
        </p:nvSpPr>
        <p:spPr>
          <a:xfrm>
            <a:off x="847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3E2F9517-1B4A-4115-9A18-2F6142A69FE5}"/>
              </a:ext>
            </a:extLst>
          </p:cNvPr>
          <p:cNvSpPr>
            <a:spLocks noGrp="1"/>
          </p:cNvSpPr>
          <p:nvPr/>
        </p:nvSpPr>
        <p:spPr>
          <a:xfrm>
            <a:off x="879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242C08F6-D0E9-4C60-A991-215E837E016F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346D1D43-08B9-4420-888D-F9CFB5B060B1}"/>
              </a:ext>
            </a:extLst>
          </p:cNvPr>
          <p:cNvSpPr>
            <a:spLocks noGrp="1"/>
          </p:cNvSpPr>
          <p:nvPr/>
        </p:nvSpPr>
        <p:spPr>
          <a:xfrm>
            <a:off x="942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07B119D8-3BB1-446E-922C-464E0DE1BFF2}"/>
              </a:ext>
            </a:extLst>
          </p:cNvPr>
          <p:cNvSpPr>
            <a:spLocks noGrp="1"/>
          </p:cNvSpPr>
          <p:nvPr/>
        </p:nvSpPr>
        <p:spPr>
          <a:xfrm>
            <a:off x="974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292E774E-91BA-46C6-8E1D-B84B0D418E67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AA2C2BC5-CD95-44BA-AE4B-CD7BD074EA9B}"/>
              </a:ext>
            </a:extLst>
          </p:cNvPr>
          <p:cNvSpPr>
            <a:spLocks noGrp="1"/>
          </p:cNvSpPr>
          <p:nvPr/>
        </p:nvSpPr>
        <p:spPr>
          <a:xfrm>
            <a:off x="1037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EA8139F7-03F1-4A6B-AA85-DA0AB01699D9}"/>
              </a:ext>
            </a:extLst>
          </p:cNvPr>
          <p:cNvSpPr>
            <a:spLocks noGrp="1"/>
          </p:cNvSpPr>
          <p:nvPr/>
        </p:nvSpPr>
        <p:spPr>
          <a:xfrm>
            <a:off x="10695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8FA178B5-E3D2-43E2-8629-74E7C81E0E74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FCC7BE34-5DC1-4D6B-A1CF-2BEC6E3A6C71}"/>
              </a:ext>
            </a:extLst>
          </p:cNvPr>
          <p:cNvSpPr>
            <a:spLocks noGrp="1"/>
          </p:cNvSpPr>
          <p:nvPr/>
        </p:nvSpPr>
        <p:spPr>
          <a:xfrm>
            <a:off x="113307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E5EBED9C-4F12-4E35-9210-0C5B63C005EC}"/>
              </a:ext>
            </a:extLst>
          </p:cNvPr>
          <p:cNvSpPr>
            <a:spLocks noGrp="1"/>
          </p:cNvSpPr>
          <p:nvPr/>
        </p:nvSpPr>
        <p:spPr>
          <a:xfrm>
            <a:off x="11648281" y="5310188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F4BA1A39-AEFE-4516-8026-8FC1D7EA888B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BC70413B-22BD-4863-977F-37AC9ADECB63}"/>
              </a:ext>
            </a:extLst>
          </p:cNvPr>
          <p:cNvSpPr>
            <a:spLocks noGrp="1"/>
          </p:cNvSpPr>
          <p:nvPr/>
        </p:nvSpPr>
        <p:spPr>
          <a:xfrm>
            <a:off x="122832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BEC4B1B0-2DD8-4526-B21A-6E256C1EF427}"/>
              </a:ext>
            </a:extLst>
          </p:cNvPr>
          <p:cNvSpPr>
            <a:spLocks noGrp="1"/>
          </p:cNvSpPr>
          <p:nvPr/>
        </p:nvSpPr>
        <p:spPr>
          <a:xfrm>
            <a:off x="12600781" y="5310188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23797143-4F7C-4EB0-8C2C-73CB01E42134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07B7085C-73C0-40DC-A507-5AD49EBFDEC1}"/>
              </a:ext>
            </a:extLst>
          </p:cNvPr>
          <p:cNvSpPr>
            <a:spLocks noGrp="1"/>
          </p:cNvSpPr>
          <p:nvPr/>
        </p:nvSpPr>
        <p:spPr>
          <a:xfrm>
            <a:off x="1805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0E117236-F5BC-423A-8166-A4AE24CEDB5A}"/>
              </a:ext>
            </a:extLst>
          </p:cNvPr>
          <p:cNvSpPr>
            <a:spLocks noGrp="1"/>
          </p:cNvSpPr>
          <p:nvPr/>
        </p:nvSpPr>
        <p:spPr>
          <a:xfrm>
            <a:off x="2123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15549E60-275D-418B-BF77-8B190B46B0E4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00D71081-E3BA-47B0-9F2C-0731B49905F9}"/>
              </a:ext>
            </a:extLst>
          </p:cNvPr>
          <p:cNvSpPr>
            <a:spLocks noGrp="1"/>
          </p:cNvSpPr>
          <p:nvPr/>
        </p:nvSpPr>
        <p:spPr>
          <a:xfrm>
            <a:off x="2758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4E4D98C0-AA45-4EE9-BED8-56B5B64F883E}"/>
              </a:ext>
            </a:extLst>
          </p:cNvPr>
          <p:cNvSpPr>
            <a:spLocks noGrp="1"/>
          </p:cNvSpPr>
          <p:nvPr/>
        </p:nvSpPr>
        <p:spPr>
          <a:xfrm>
            <a:off x="3075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4E9AD314-5C70-4B19-BB43-89B077A654A6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FCB8101C-A0D6-4182-AF3E-6F297D47662F}"/>
              </a:ext>
            </a:extLst>
          </p:cNvPr>
          <p:cNvSpPr>
            <a:spLocks noGrp="1"/>
          </p:cNvSpPr>
          <p:nvPr/>
        </p:nvSpPr>
        <p:spPr>
          <a:xfrm>
            <a:off x="3710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1B7D114C-521D-477C-ACDD-45EE1F5E79B4}"/>
              </a:ext>
            </a:extLst>
          </p:cNvPr>
          <p:cNvSpPr>
            <a:spLocks noGrp="1"/>
          </p:cNvSpPr>
          <p:nvPr/>
        </p:nvSpPr>
        <p:spPr>
          <a:xfrm>
            <a:off x="40282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1D56A039-59D9-40C6-B7CE-965C2382CD71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317500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77CBE5C3-3924-48CE-A21C-7A4F9D84BA81}"/>
              </a:ext>
            </a:extLst>
          </p:cNvPr>
          <p:cNvSpPr>
            <a:spLocks noGrp="1"/>
          </p:cNvSpPr>
          <p:nvPr/>
        </p:nvSpPr>
        <p:spPr>
          <a:xfrm>
            <a:off x="466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D2B98754-0530-456B-B572-A389105020F3}"/>
              </a:ext>
            </a:extLst>
          </p:cNvPr>
          <p:cNvSpPr>
            <a:spLocks noGrp="1"/>
          </p:cNvSpPr>
          <p:nvPr/>
        </p:nvSpPr>
        <p:spPr>
          <a:xfrm>
            <a:off x="498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E65D3774-04EC-45E8-A54B-C01C9D87F365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00C29DC5-3196-4C1E-A4BA-656C5BA73C09}"/>
              </a:ext>
            </a:extLst>
          </p:cNvPr>
          <p:cNvSpPr>
            <a:spLocks noGrp="1"/>
          </p:cNvSpPr>
          <p:nvPr/>
        </p:nvSpPr>
        <p:spPr>
          <a:xfrm>
            <a:off x="561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DA352145-6680-4AE6-91BC-05B713FE6974}"/>
              </a:ext>
            </a:extLst>
          </p:cNvPr>
          <p:cNvSpPr>
            <a:spLocks noGrp="1"/>
          </p:cNvSpPr>
          <p:nvPr/>
        </p:nvSpPr>
        <p:spPr>
          <a:xfrm>
            <a:off x="593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4455E579-CB76-42D9-8999-C6B2F4265F31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837AA0EE-BECA-4DD9-8918-3247AC30E49A}"/>
              </a:ext>
            </a:extLst>
          </p:cNvPr>
          <p:cNvSpPr>
            <a:spLocks noGrp="1"/>
          </p:cNvSpPr>
          <p:nvPr/>
        </p:nvSpPr>
        <p:spPr>
          <a:xfrm>
            <a:off x="656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A2598FBA-80FD-4173-AEFB-557686E2B949}"/>
              </a:ext>
            </a:extLst>
          </p:cNvPr>
          <p:cNvSpPr>
            <a:spLocks noGrp="1"/>
          </p:cNvSpPr>
          <p:nvPr/>
        </p:nvSpPr>
        <p:spPr>
          <a:xfrm>
            <a:off x="688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0DB2FE06-9E74-4D2A-9777-C2D27B42F0A1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67C9DF62-3BA4-49A2-9651-E551F3BB1608}"/>
              </a:ext>
            </a:extLst>
          </p:cNvPr>
          <p:cNvSpPr>
            <a:spLocks noGrp="1"/>
          </p:cNvSpPr>
          <p:nvPr/>
        </p:nvSpPr>
        <p:spPr>
          <a:xfrm>
            <a:off x="752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F87A2A73-8D45-4643-9210-16E123D39A2E}"/>
              </a:ext>
            </a:extLst>
          </p:cNvPr>
          <p:cNvSpPr>
            <a:spLocks noGrp="1"/>
          </p:cNvSpPr>
          <p:nvPr/>
        </p:nvSpPr>
        <p:spPr>
          <a:xfrm>
            <a:off x="783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EA286E35-BF05-445F-B209-CE3B67E0B347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F44EAC24-A7E4-44F9-BA66-97399FFCF128}"/>
              </a:ext>
            </a:extLst>
          </p:cNvPr>
          <p:cNvSpPr>
            <a:spLocks noGrp="1"/>
          </p:cNvSpPr>
          <p:nvPr/>
        </p:nvSpPr>
        <p:spPr>
          <a:xfrm>
            <a:off x="847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EF5D4FCF-D4DA-48FC-980A-D4B8E0B23523}"/>
              </a:ext>
            </a:extLst>
          </p:cNvPr>
          <p:cNvSpPr>
            <a:spLocks noGrp="1"/>
          </p:cNvSpPr>
          <p:nvPr/>
        </p:nvSpPr>
        <p:spPr>
          <a:xfrm>
            <a:off x="879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73F171D3-9F81-40B7-8A4D-F71200BF5744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9B7FDF1D-1428-425A-8D72-E3FCFFD2A817}"/>
              </a:ext>
            </a:extLst>
          </p:cNvPr>
          <p:cNvSpPr>
            <a:spLocks noGrp="1"/>
          </p:cNvSpPr>
          <p:nvPr/>
        </p:nvSpPr>
        <p:spPr>
          <a:xfrm>
            <a:off x="942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A17AF241-987E-4073-8FF2-579379A1C85E}"/>
              </a:ext>
            </a:extLst>
          </p:cNvPr>
          <p:cNvSpPr>
            <a:spLocks noGrp="1"/>
          </p:cNvSpPr>
          <p:nvPr/>
        </p:nvSpPr>
        <p:spPr>
          <a:xfrm>
            <a:off x="974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084B2DEE-3ACE-4A68-9ACD-731244C935A7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FDBB96B8-CA1F-4179-8E8C-F1F6E6FE2DC6}"/>
              </a:ext>
            </a:extLst>
          </p:cNvPr>
          <p:cNvSpPr>
            <a:spLocks noGrp="1"/>
          </p:cNvSpPr>
          <p:nvPr/>
        </p:nvSpPr>
        <p:spPr>
          <a:xfrm>
            <a:off x="1037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16ACD3B6-6B60-4F32-8321-2E221B90186D}"/>
              </a:ext>
            </a:extLst>
          </p:cNvPr>
          <p:cNvSpPr>
            <a:spLocks noGrp="1"/>
          </p:cNvSpPr>
          <p:nvPr/>
        </p:nvSpPr>
        <p:spPr>
          <a:xfrm>
            <a:off x="1069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93873C1C-22F3-40E9-8547-8FEFAD16F464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4CCDF972-6E67-47AC-A63D-80BDC84CA855}"/>
              </a:ext>
            </a:extLst>
          </p:cNvPr>
          <p:cNvSpPr>
            <a:spLocks noGrp="1"/>
          </p:cNvSpPr>
          <p:nvPr/>
        </p:nvSpPr>
        <p:spPr>
          <a:xfrm>
            <a:off x="1133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3B01775D-BBA2-423D-8166-D9796FA8371F}"/>
              </a:ext>
            </a:extLst>
          </p:cNvPr>
          <p:cNvSpPr>
            <a:spLocks noGrp="1"/>
          </p:cNvSpPr>
          <p:nvPr/>
        </p:nvSpPr>
        <p:spPr>
          <a:xfrm>
            <a:off x="11648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EAA8C942-6CC9-42D7-B1BA-13111B82F7E9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CB74778A-5FC8-4ED2-AF04-C1BDC361768B}"/>
              </a:ext>
            </a:extLst>
          </p:cNvPr>
          <p:cNvSpPr>
            <a:spLocks noGrp="1"/>
          </p:cNvSpPr>
          <p:nvPr/>
        </p:nvSpPr>
        <p:spPr>
          <a:xfrm>
            <a:off x="122832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71BCEDB8-E278-45A8-A1CC-0A3B72C63367}"/>
              </a:ext>
            </a:extLst>
          </p:cNvPr>
          <p:cNvSpPr>
            <a:spLocks noGrp="1"/>
          </p:cNvSpPr>
          <p:nvPr/>
        </p:nvSpPr>
        <p:spPr>
          <a:xfrm>
            <a:off x="12600781" y="5988844"/>
            <a:ext cx="317500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80853D94-A6EF-49D6-8520-AFCE5324821C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BBBB44E4-8C73-48AC-B26C-E839E842F614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1564E971-6397-452A-B323-3B4A143F0D54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87C143B6-70BB-4A71-B6F2-D6DE795AD8FC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C1DD38B1-0D79-4B90-A818-648E401C4B3C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A5C4236E-723E-4229-9423-8B315F669934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38100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E7F6F5F8-282A-4719-BAB1-ACC97804F0C1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33 + 10 = 43; the denominator stays 12.</a:t>
            </a:r>
          </a:p>
        </p:txBody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CC4F948A-6489-4951-AFCD-5EDF9D653856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3 7/12</a:t>
            </a:r>
          </a:p>
        </p:txBody>
      </p:sp>
    </p:spTree>
    <p:extLst>
      <p:ext uri="{BB962C8B-B14F-4D97-AF65-F5344CB8AC3E}">
        <p14:creationId xmlns:p14="http://schemas.microsoft.com/office/powerpoint/2010/main" val="769789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9" fill="hold">
                      <p:stCondLst>
                        <p:cond delay="indefinite"/>
                      </p:stCondLst>
                      <p:childTnLst>
                        <p:par>
                          <p:cTn id="180" fill="hold">
                            <p:stCondLst>
                              <p:cond delay="0"/>
                            </p:stCondLst>
                            <p:childTnLst>
                              <p:par>
                                <p:cTn id="1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3" fill="hold">
                      <p:stCondLst>
                        <p:cond delay="indefinite"/>
                      </p:stCondLst>
                      <p:childTnLst>
                        <p:par>
                          <p:cTn id="184" fill="hold">
                            <p:stCondLst>
                              <p:cond delay="0"/>
                            </p:stCondLst>
                            <p:childTnLst>
                              <p:par>
                                <p:cTn id="1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5" grpId="0"/>
      <p:bldP spid="16" grpId="0"/>
      <p:bldP spid="17" grpId="0"/>
      <p:bldP spid="19" grpId="0"/>
      <p:bldP spid="98" grpId="0"/>
      <p:bldP spid="9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object-1">
            <a:extLst>
              <a:ext uri="{FF2B5EF4-FFF2-40B4-BE49-F238E27FC236}">
                <a16:creationId xmlns:a16="http://schemas.microsoft.com/office/drawing/2014/main" id="{15D0FA23-4B19-4449-ABD8-E7BE38769B4E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E5BDA95B-FD7A-4B21-8344-550EED712A88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FB011EDC-2B62-4A93-B138-BCCC0A4E270B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3/4 + 5/6.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EB099D50-2900-419E-9745-BEACC7E2D001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489F9DA5-52B4-4B0D-ACA2-CEA5519A7E79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2AC9F0ED-5527-41F5-9D8B-CA853D17DA9B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308BA7B4-A863-470F-80B8-4DE277A958E9}"/>
              </a:ext>
            </a:extLst>
          </p:cNvPr>
          <p:cNvSpPr>
            <a:spLocks noGrp="1"/>
          </p:cNvSpPr>
          <p:nvPr/>
        </p:nvSpPr>
        <p:spPr>
          <a:xfrm>
            <a:off x="1012031" y="2917031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 3/4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6EA139B9-FA65-43D0-8335-AEE044BA1ABD}"/>
              </a:ext>
            </a:extLst>
          </p:cNvPr>
          <p:cNvSpPr>
            <a:spLocks noGrp="1"/>
          </p:cNvSpPr>
          <p:nvPr/>
        </p:nvSpPr>
        <p:spPr>
          <a:xfrm>
            <a:off x="4167188" y="2917031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3 × 4 + 3 = 15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1D2E799-A9BA-439C-8A91-1CE7FA4CE882}"/>
              </a:ext>
            </a:extLst>
          </p:cNvPr>
          <p:cNvSpPr>
            <a:spLocks noGrp="1"/>
          </p:cNvSpPr>
          <p:nvPr/>
        </p:nvSpPr>
        <p:spPr>
          <a:xfrm>
            <a:off x="12858750" y="26193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3F64A98-B5FE-4524-9836-0573109D3290}"/>
              </a:ext>
            </a:extLst>
          </p:cNvPr>
          <p:cNvSpPr>
            <a:spLocks noGrp="1"/>
          </p:cNvSpPr>
          <p:nvPr/>
        </p:nvSpPr>
        <p:spPr>
          <a:xfrm>
            <a:off x="12858750" y="3476625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927D98DF-DBF3-44D4-BE0A-B009E7C33BFB}"/>
              </a:ext>
            </a:extLst>
          </p:cNvPr>
          <p:cNvSpPr>
            <a:spLocks noGrp="1"/>
          </p:cNvSpPr>
          <p:nvPr/>
        </p:nvSpPr>
        <p:spPr>
          <a:xfrm>
            <a:off x="12858750" y="3571875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778B5394-F771-464B-AFF6-940A7C35A019}"/>
              </a:ext>
            </a:extLst>
          </p:cNvPr>
          <p:cNvSpPr>
            <a:spLocks noGrp="1"/>
          </p:cNvSpPr>
          <p:nvPr/>
        </p:nvSpPr>
        <p:spPr>
          <a:xfrm>
            <a:off x="1012031" y="5000625"/>
            <a:ext cx="261937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750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750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5/6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7530463-F084-47E2-83EB-C8D1F5258E56}"/>
              </a:ext>
            </a:extLst>
          </p:cNvPr>
          <p:cNvSpPr>
            <a:spLocks noGrp="1"/>
          </p:cNvSpPr>
          <p:nvPr/>
        </p:nvSpPr>
        <p:spPr>
          <a:xfrm>
            <a:off x="4167188" y="5000625"/>
            <a:ext cx="8691563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3188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3188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0 × 6 + 5 = 5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31F2DF76-7A5F-4386-B8A1-8476D2ECDED7}"/>
              </a:ext>
            </a:extLst>
          </p:cNvPr>
          <p:cNvSpPr>
            <a:spLocks noGrp="1"/>
          </p:cNvSpPr>
          <p:nvPr/>
        </p:nvSpPr>
        <p:spPr>
          <a:xfrm>
            <a:off x="12858750" y="47029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F7BA012A-DF6A-47FB-9F65-F0D2C4A3E5C5}"/>
              </a:ext>
            </a:extLst>
          </p:cNvPr>
          <p:cNvSpPr>
            <a:spLocks noGrp="1"/>
          </p:cNvSpPr>
          <p:nvPr/>
        </p:nvSpPr>
        <p:spPr>
          <a:xfrm>
            <a:off x="12858750" y="5560219"/>
            <a:ext cx="1190625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BF5278DF-DC9C-4159-8EB4-1B4156B66EBC}"/>
              </a:ext>
            </a:extLst>
          </p:cNvPr>
          <p:cNvSpPr>
            <a:spLocks noGrp="1"/>
          </p:cNvSpPr>
          <p:nvPr/>
        </p:nvSpPr>
        <p:spPr>
          <a:xfrm>
            <a:off x="12858750" y="5655469"/>
            <a:ext cx="1190625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33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33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002022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1" grpId="0"/>
      <p:bldP spid="13" grpId="0"/>
      <p:bldP spid="14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object-1">
            <a:extLst>
              <a:ext uri="{FF2B5EF4-FFF2-40B4-BE49-F238E27FC236}">
                <a16:creationId xmlns:a16="http://schemas.microsoft.com/office/drawing/2014/main" id="{35277361-D619-4231-A00F-00864DB9B55B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9BC41B38-2560-4CEE-8FA1-F164D72692A3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8D236FE9-6AF6-4F6D-A6EA-E4B7E2711049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 3/4 + 5/6.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30C96C77-E270-43A3-B23E-94DFC6B3E4A8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F98CF9F-687D-4C57-9577-56AFF990EC37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EADF042C-181E-417F-8CE3-130906E46862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BE5BF8A9-D61F-4703-8808-CA7D800AA1F7}"/>
              </a:ext>
            </a:extLst>
          </p:cNvPr>
          <p:cNvSpPr>
            <a:spLocks noGrp="1"/>
          </p:cNvSpPr>
          <p:nvPr/>
        </p:nvSpPr>
        <p:spPr>
          <a:xfrm>
            <a:off x="107156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D8F848FA-9352-47F6-844B-90FC3E220BE8}"/>
              </a:ext>
            </a:extLst>
          </p:cNvPr>
          <p:cNvSpPr>
            <a:spLocks noGrp="1"/>
          </p:cNvSpPr>
          <p:nvPr/>
        </p:nvSpPr>
        <p:spPr>
          <a:xfrm>
            <a:off x="107156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9644971F-78D3-475A-9CB4-843B1FD779BC}"/>
              </a:ext>
            </a:extLst>
          </p:cNvPr>
          <p:cNvSpPr>
            <a:spLocks noGrp="1"/>
          </p:cNvSpPr>
          <p:nvPr/>
        </p:nvSpPr>
        <p:spPr>
          <a:xfrm>
            <a:off x="107156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A1B54B62-4D7E-41C8-B65E-8423329B3C94}"/>
              </a:ext>
            </a:extLst>
          </p:cNvPr>
          <p:cNvSpPr>
            <a:spLocks noGrp="1"/>
          </p:cNvSpPr>
          <p:nvPr/>
        </p:nvSpPr>
        <p:spPr>
          <a:xfrm>
            <a:off x="3095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89C06F65-A53D-4E9F-9070-F6AE3A778D63}"/>
              </a:ext>
            </a:extLst>
          </p:cNvPr>
          <p:cNvSpPr>
            <a:spLocks noGrp="1"/>
          </p:cNvSpPr>
          <p:nvPr/>
        </p:nvSpPr>
        <p:spPr>
          <a:xfrm>
            <a:off x="434578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5A0A1601-48AE-4A2F-A524-09A1BD55A331}"/>
              </a:ext>
            </a:extLst>
          </p:cNvPr>
          <p:cNvSpPr>
            <a:spLocks noGrp="1"/>
          </p:cNvSpPr>
          <p:nvPr/>
        </p:nvSpPr>
        <p:spPr>
          <a:xfrm>
            <a:off x="434578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6296BABA-FF04-42C0-88EC-FFB0ECF4C30E}"/>
              </a:ext>
            </a:extLst>
          </p:cNvPr>
          <p:cNvSpPr>
            <a:spLocks noGrp="1"/>
          </p:cNvSpPr>
          <p:nvPr/>
        </p:nvSpPr>
        <p:spPr>
          <a:xfrm>
            <a:off x="434578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6A1B9030-82DD-46CB-8FAE-DF20934FB8DA}"/>
              </a:ext>
            </a:extLst>
          </p:cNvPr>
          <p:cNvSpPr>
            <a:spLocks noGrp="1"/>
          </p:cNvSpPr>
          <p:nvPr/>
        </p:nvSpPr>
        <p:spPr>
          <a:xfrm>
            <a:off x="7679531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5C2A193D-4DBF-46A9-AB09-0BD6C427ACD3}"/>
              </a:ext>
            </a:extLst>
          </p:cNvPr>
          <p:cNvSpPr>
            <a:spLocks noGrp="1"/>
          </p:cNvSpPr>
          <p:nvPr/>
        </p:nvSpPr>
        <p:spPr>
          <a:xfrm>
            <a:off x="7679531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A885054F-67B9-4567-B699-488D57FE8702}"/>
              </a:ext>
            </a:extLst>
          </p:cNvPr>
          <p:cNvSpPr>
            <a:spLocks noGrp="1"/>
          </p:cNvSpPr>
          <p:nvPr/>
        </p:nvSpPr>
        <p:spPr>
          <a:xfrm>
            <a:off x="7679531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BE2A377A-58F7-410A-AA43-9D4782194866}"/>
              </a:ext>
            </a:extLst>
          </p:cNvPr>
          <p:cNvSpPr>
            <a:spLocks noGrp="1"/>
          </p:cNvSpPr>
          <p:nvPr/>
        </p:nvSpPr>
        <p:spPr>
          <a:xfrm>
            <a:off x="9572625" y="3500438"/>
            <a:ext cx="773906" cy="773906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5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45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+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8698532F-4AC1-4BE2-A1C9-60DDA912AA51}"/>
              </a:ext>
            </a:extLst>
          </p:cNvPr>
          <p:cNvSpPr>
            <a:spLocks noGrp="1"/>
          </p:cNvSpPr>
          <p:nvPr/>
        </p:nvSpPr>
        <p:spPr>
          <a:xfrm>
            <a:off x="11072813" y="29765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ED530F46-4E28-40F3-964B-6021A3C1603C}"/>
              </a:ext>
            </a:extLst>
          </p:cNvPr>
          <p:cNvSpPr>
            <a:spLocks noGrp="1"/>
          </p:cNvSpPr>
          <p:nvPr/>
        </p:nvSpPr>
        <p:spPr>
          <a:xfrm>
            <a:off x="11072813" y="3833813"/>
            <a:ext cx="1369219" cy="35719"/>
          </a:xfrm>
          <a:prstGeom prst="rect">
            <a:avLst/>
          </a:prstGeom>
          <a:solidFill>
            <a:srgbClr val="1D4ED8"/>
          </a:solidFill>
          <a:ln w="0">
            <a:noFill/>
          </a:ln>
        </p:spPr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FDDF0C0C-8104-4949-A776-B3F022378913}"/>
              </a:ext>
            </a:extLst>
          </p:cNvPr>
          <p:cNvSpPr>
            <a:spLocks noGrp="1"/>
          </p:cNvSpPr>
          <p:nvPr/>
        </p:nvSpPr>
        <p:spPr>
          <a:xfrm>
            <a:off x="11072813" y="3929063"/>
            <a:ext cx="1369219" cy="83343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4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53EFA4A4-2114-4723-BF2B-7B1480431EA4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D62728B5-A8CB-477E-802E-4A105C157508}"/>
              </a:ext>
            </a:extLst>
          </p:cNvPr>
          <p:cNvSpPr>
            <a:spLocks noGrp="1"/>
          </p:cNvSpPr>
          <p:nvPr/>
        </p:nvSpPr>
        <p:spPr>
          <a:xfrm>
            <a:off x="172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32F54D0B-3727-4706-8847-6F73327C3AB4}"/>
              </a:ext>
            </a:extLst>
          </p:cNvPr>
          <p:cNvSpPr>
            <a:spLocks noGrp="1"/>
          </p:cNvSpPr>
          <p:nvPr/>
        </p:nvSpPr>
        <p:spPr>
          <a:xfrm>
            <a:off x="196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9D8F7ACE-D693-4EA6-99EE-5BE445010267}"/>
              </a:ext>
            </a:extLst>
          </p:cNvPr>
          <p:cNvSpPr>
            <a:spLocks noGrp="1"/>
          </p:cNvSpPr>
          <p:nvPr/>
        </p:nvSpPr>
        <p:spPr>
          <a:xfrm>
            <a:off x="220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7CFC4D35-138A-4038-91AD-39B228728A59}"/>
              </a:ext>
            </a:extLst>
          </p:cNvPr>
          <p:cNvSpPr>
            <a:spLocks noGrp="1"/>
          </p:cNvSpPr>
          <p:nvPr/>
        </p:nvSpPr>
        <p:spPr>
          <a:xfrm>
            <a:off x="244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F2790C91-1724-40DB-8F11-0EDACDE01E17}"/>
              </a:ext>
            </a:extLst>
          </p:cNvPr>
          <p:cNvSpPr>
            <a:spLocks noGrp="1"/>
          </p:cNvSpPr>
          <p:nvPr/>
        </p:nvSpPr>
        <p:spPr>
          <a:xfrm>
            <a:off x="267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7" name="object-27">
            <a:extLst>
              <a:ext uri="{FF2B5EF4-FFF2-40B4-BE49-F238E27FC236}">
                <a16:creationId xmlns:a16="http://schemas.microsoft.com/office/drawing/2014/main" id="{CD6B6797-7F4F-47C2-A858-BAD92554893D}"/>
              </a:ext>
            </a:extLst>
          </p:cNvPr>
          <p:cNvSpPr>
            <a:spLocks noGrp="1"/>
          </p:cNvSpPr>
          <p:nvPr/>
        </p:nvSpPr>
        <p:spPr>
          <a:xfrm>
            <a:off x="291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8" name="object-28">
            <a:extLst>
              <a:ext uri="{FF2B5EF4-FFF2-40B4-BE49-F238E27FC236}">
                <a16:creationId xmlns:a16="http://schemas.microsoft.com/office/drawing/2014/main" id="{2F4728F8-5E58-4588-BD35-591DD37684E4}"/>
              </a:ext>
            </a:extLst>
          </p:cNvPr>
          <p:cNvSpPr>
            <a:spLocks noGrp="1"/>
          </p:cNvSpPr>
          <p:nvPr/>
        </p:nvSpPr>
        <p:spPr>
          <a:xfrm>
            <a:off x="315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29" name="object-29">
            <a:extLst>
              <a:ext uri="{FF2B5EF4-FFF2-40B4-BE49-F238E27FC236}">
                <a16:creationId xmlns:a16="http://schemas.microsoft.com/office/drawing/2014/main" id="{D479AB59-64E6-450E-A28B-6EA1A6642890}"/>
              </a:ext>
            </a:extLst>
          </p:cNvPr>
          <p:cNvSpPr>
            <a:spLocks noGrp="1"/>
          </p:cNvSpPr>
          <p:nvPr/>
        </p:nvSpPr>
        <p:spPr>
          <a:xfrm>
            <a:off x="339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0" name="object-30">
            <a:extLst>
              <a:ext uri="{FF2B5EF4-FFF2-40B4-BE49-F238E27FC236}">
                <a16:creationId xmlns:a16="http://schemas.microsoft.com/office/drawing/2014/main" id="{71C420CA-5167-4148-A92C-C0C370E4443E}"/>
              </a:ext>
            </a:extLst>
          </p:cNvPr>
          <p:cNvSpPr>
            <a:spLocks noGrp="1"/>
          </p:cNvSpPr>
          <p:nvPr/>
        </p:nvSpPr>
        <p:spPr>
          <a:xfrm>
            <a:off x="363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1" name="object-31">
            <a:extLst>
              <a:ext uri="{FF2B5EF4-FFF2-40B4-BE49-F238E27FC236}">
                <a16:creationId xmlns:a16="http://schemas.microsoft.com/office/drawing/2014/main" id="{67B930A3-0C86-473A-9DDE-2059BA7407EF}"/>
              </a:ext>
            </a:extLst>
          </p:cNvPr>
          <p:cNvSpPr>
            <a:spLocks noGrp="1"/>
          </p:cNvSpPr>
          <p:nvPr/>
        </p:nvSpPr>
        <p:spPr>
          <a:xfrm>
            <a:off x="386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2" name="object-32">
            <a:extLst>
              <a:ext uri="{FF2B5EF4-FFF2-40B4-BE49-F238E27FC236}">
                <a16:creationId xmlns:a16="http://schemas.microsoft.com/office/drawing/2014/main" id="{86DF7511-6678-4E2C-B622-261D1EC64C0F}"/>
              </a:ext>
            </a:extLst>
          </p:cNvPr>
          <p:cNvSpPr>
            <a:spLocks noGrp="1"/>
          </p:cNvSpPr>
          <p:nvPr/>
        </p:nvSpPr>
        <p:spPr>
          <a:xfrm>
            <a:off x="410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3" name="object-33">
            <a:extLst>
              <a:ext uri="{FF2B5EF4-FFF2-40B4-BE49-F238E27FC236}">
                <a16:creationId xmlns:a16="http://schemas.microsoft.com/office/drawing/2014/main" id="{C8D2648E-6385-4B54-9968-DA36FA31D06F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4" name="object-34">
            <a:extLst>
              <a:ext uri="{FF2B5EF4-FFF2-40B4-BE49-F238E27FC236}">
                <a16:creationId xmlns:a16="http://schemas.microsoft.com/office/drawing/2014/main" id="{0E090219-DA85-4E70-AA4F-6B0399C780C7}"/>
              </a:ext>
            </a:extLst>
          </p:cNvPr>
          <p:cNvSpPr>
            <a:spLocks noGrp="1"/>
          </p:cNvSpPr>
          <p:nvPr/>
        </p:nvSpPr>
        <p:spPr>
          <a:xfrm>
            <a:off x="4583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5" name="object-35">
            <a:extLst>
              <a:ext uri="{FF2B5EF4-FFF2-40B4-BE49-F238E27FC236}">
                <a16:creationId xmlns:a16="http://schemas.microsoft.com/office/drawing/2014/main" id="{ED15DF7D-9414-452E-A124-CBFFCFE3A872}"/>
              </a:ext>
            </a:extLst>
          </p:cNvPr>
          <p:cNvSpPr>
            <a:spLocks noGrp="1"/>
          </p:cNvSpPr>
          <p:nvPr/>
        </p:nvSpPr>
        <p:spPr>
          <a:xfrm>
            <a:off x="4822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6" name="object-36">
            <a:extLst>
              <a:ext uri="{FF2B5EF4-FFF2-40B4-BE49-F238E27FC236}">
                <a16:creationId xmlns:a16="http://schemas.microsoft.com/office/drawing/2014/main" id="{988A707E-5B67-4B48-BCCF-5E3F23BF04C2}"/>
              </a:ext>
            </a:extLst>
          </p:cNvPr>
          <p:cNvSpPr>
            <a:spLocks noGrp="1"/>
          </p:cNvSpPr>
          <p:nvPr/>
        </p:nvSpPr>
        <p:spPr>
          <a:xfrm>
            <a:off x="5060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7" name="object-37">
            <a:extLst>
              <a:ext uri="{FF2B5EF4-FFF2-40B4-BE49-F238E27FC236}">
                <a16:creationId xmlns:a16="http://schemas.microsoft.com/office/drawing/2014/main" id="{BE060F04-C977-4D70-A766-F1E6C9F52440}"/>
              </a:ext>
            </a:extLst>
          </p:cNvPr>
          <p:cNvSpPr>
            <a:spLocks noGrp="1"/>
          </p:cNvSpPr>
          <p:nvPr/>
        </p:nvSpPr>
        <p:spPr>
          <a:xfrm>
            <a:off x="529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8" name="object-38">
            <a:extLst>
              <a:ext uri="{FF2B5EF4-FFF2-40B4-BE49-F238E27FC236}">
                <a16:creationId xmlns:a16="http://schemas.microsoft.com/office/drawing/2014/main" id="{5089F4F7-2BAD-4367-8D12-252F2417C524}"/>
              </a:ext>
            </a:extLst>
          </p:cNvPr>
          <p:cNvSpPr>
            <a:spLocks noGrp="1"/>
          </p:cNvSpPr>
          <p:nvPr/>
        </p:nvSpPr>
        <p:spPr>
          <a:xfrm>
            <a:off x="553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39" name="object-39">
            <a:extLst>
              <a:ext uri="{FF2B5EF4-FFF2-40B4-BE49-F238E27FC236}">
                <a16:creationId xmlns:a16="http://schemas.microsoft.com/office/drawing/2014/main" id="{B55F641C-7732-423A-8FBF-336E470D03C1}"/>
              </a:ext>
            </a:extLst>
          </p:cNvPr>
          <p:cNvSpPr>
            <a:spLocks noGrp="1"/>
          </p:cNvSpPr>
          <p:nvPr/>
        </p:nvSpPr>
        <p:spPr>
          <a:xfrm>
            <a:off x="577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0" name="object-40">
            <a:extLst>
              <a:ext uri="{FF2B5EF4-FFF2-40B4-BE49-F238E27FC236}">
                <a16:creationId xmlns:a16="http://schemas.microsoft.com/office/drawing/2014/main" id="{EF62984F-7CB0-4395-927E-412CF0422069}"/>
              </a:ext>
            </a:extLst>
          </p:cNvPr>
          <p:cNvSpPr>
            <a:spLocks noGrp="1"/>
          </p:cNvSpPr>
          <p:nvPr/>
        </p:nvSpPr>
        <p:spPr>
          <a:xfrm>
            <a:off x="601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1" name="object-41">
            <a:extLst>
              <a:ext uri="{FF2B5EF4-FFF2-40B4-BE49-F238E27FC236}">
                <a16:creationId xmlns:a16="http://schemas.microsoft.com/office/drawing/2014/main" id="{10042FE2-8FB4-4CAC-939E-A3EFB8A4D871}"/>
              </a:ext>
            </a:extLst>
          </p:cNvPr>
          <p:cNvSpPr>
            <a:spLocks noGrp="1"/>
          </p:cNvSpPr>
          <p:nvPr/>
        </p:nvSpPr>
        <p:spPr>
          <a:xfrm>
            <a:off x="625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2" name="object-42">
            <a:extLst>
              <a:ext uri="{FF2B5EF4-FFF2-40B4-BE49-F238E27FC236}">
                <a16:creationId xmlns:a16="http://schemas.microsoft.com/office/drawing/2014/main" id="{03E63017-0CC3-4D14-8F82-B31757C3BCE4}"/>
              </a:ext>
            </a:extLst>
          </p:cNvPr>
          <p:cNvSpPr>
            <a:spLocks noGrp="1"/>
          </p:cNvSpPr>
          <p:nvPr/>
        </p:nvSpPr>
        <p:spPr>
          <a:xfrm>
            <a:off x="648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3" name="object-43">
            <a:extLst>
              <a:ext uri="{FF2B5EF4-FFF2-40B4-BE49-F238E27FC236}">
                <a16:creationId xmlns:a16="http://schemas.microsoft.com/office/drawing/2014/main" id="{AFBEE2A7-C3C1-4723-9827-DB75CCAB8F98}"/>
              </a:ext>
            </a:extLst>
          </p:cNvPr>
          <p:cNvSpPr>
            <a:spLocks noGrp="1"/>
          </p:cNvSpPr>
          <p:nvPr/>
        </p:nvSpPr>
        <p:spPr>
          <a:xfrm>
            <a:off x="672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4" name="object-44">
            <a:extLst>
              <a:ext uri="{FF2B5EF4-FFF2-40B4-BE49-F238E27FC236}">
                <a16:creationId xmlns:a16="http://schemas.microsoft.com/office/drawing/2014/main" id="{2006F44B-A22A-4BCE-A3C1-69B86760044B}"/>
              </a:ext>
            </a:extLst>
          </p:cNvPr>
          <p:cNvSpPr>
            <a:spLocks noGrp="1"/>
          </p:cNvSpPr>
          <p:nvPr/>
        </p:nvSpPr>
        <p:spPr>
          <a:xfrm>
            <a:off x="696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5" name="object-45">
            <a:extLst>
              <a:ext uri="{FF2B5EF4-FFF2-40B4-BE49-F238E27FC236}">
                <a16:creationId xmlns:a16="http://schemas.microsoft.com/office/drawing/2014/main" id="{EB3BF536-8CCE-4075-B170-3A1F52982FB0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6" name="object-46">
            <a:extLst>
              <a:ext uri="{FF2B5EF4-FFF2-40B4-BE49-F238E27FC236}">
                <a16:creationId xmlns:a16="http://schemas.microsoft.com/office/drawing/2014/main" id="{6B23D4FB-7B2E-446D-814A-9DDCD14A35DE}"/>
              </a:ext>
            </a:extLst>
          </p:cNvPr>
          <p:cNvSpPr>
            <a:spLocks noGrp="1"/>
          </p:cNvSpPr>
          <p:nvPr/>
        </p:nvSpPr>
        <p:spPr>
          <a:xfrm>
            <a:off x="744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7" name="object-47">
            <a:extLst>
              <a:ext uri="{FF2B5EF4-FFF2-40B4-BE49-F238E27FC236}">
                <a16:creationId xmlns:a16="http://schemas.microsoft.com/office/drawing/2014/main" id="{BB1B4B1C-3028-4500-9A8F-65FE5664150B}"/>
              </a:ext>
            </a:extLst>
          </p:cNvPr>
          <p:cNvSpPr>
            <a:spLocks noGrp="1"/>
          </p:cNvSpPr>
          <p:nvPr/>
        </p:nvSpPr>
        <p:spPr>
          <a:xfrm>
            <a:off x="767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8" name="object-48">
            <a:extLst>
              <a:ext uri="{FF2B5EF4-FFF2-40B4-BE49-F238E27FC236}">
                <a16:creationId xmlns:a16="http://schemas.microsoft.com/office/drawing/2014/main" id="{79A70730-C45F-4524-B4D0-76AAD2EFB909}"/>
              </a:ext>
            </a:extLst>
          </p:cNvPr>
          <p:cNvSpPr>
            <a:spLocks noGrp="1"/>
          </p:cNvSpPr>
          <p:nvPr/>
        </p:nvSpPr>
        <p:spPr>
          <a:xfrm>
            <a:off x="791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49" name="object-49">
            <a:extLst>
              <a:ext uri="{FF2B5EF4-FFF2-40B4-BE49-F238E27FC236}">
                <a16:creationId xmlns:a16="http://schemas.microsoft.com/office/drawing/2014/main" id="{E6B6BD81-396B-4D25-8B6E-0CF3F03DF80C}"/>
              </a:ext>
            </a:extLst>
          </p:cNvPr>
          <p:cNvSpPr>
            <a:spLocks noGrp="1"/>
          </p:cNvSpPr>
          <p:nvPr/>
        </p:nvSpPr>
        <p:spPr>
          <a:xfrm>
            <a:off x="815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0" name="object-50">
            <a:extLst>
              <a:ext uri="{FF2B5EF4-FFF2-40B4-BE49-F238E27FC236}">
                <a16:creationId xmlns:a16="http://schemas.microsoft.com/office/drawing/2014/main" id="{EBA7188B-04CF-45FD-A09E-E65EA845DA32}"/>
              </a:ext>
            </a:extLst>
          </p:cNvPr>
          <p:cNvSpPr>
            <a:spLocks noGrp="1"/>
          </p:cNvSpPr>
          <p:nvPr/>
        </p:nvSpPr>
        <p:spPr>
          <a:xfrm>
            <a:off x="8393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1" name="object-51">
            <a:extLst>
              <a:ext uri="{FF2B5EF4-FFF2-40B4-BE49-F238E27FC236}">
                <a16:creationId xmlns:a16="http://schemas.microsoft.com/office/drawing/2014/main" id="{BFB03742-7073-40B2-86E4-86B7488716D0}"/>
              </a:ext>
            </a:extLst>
          </p:cNvPr>
          <p:cNvSpPr>
            <a:spLocks noGrp="1"/>
          </p:cNvSpPr>
          <p:nvPr/>
        </p:nvSpPr>
        <p:spPr>
          <a:xfrm>
            <a:off x="8632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2" name="object-52">
            <a:extLst>
              <a:ext uri="{FF2B5EF4-FFF2-40B4-BE49-F238E27FC236}">
                <a16:creationId xmlns:a16="http://schemas.microsoft.com/office/drawing/2014/main" id="{BBF2E168-1687-4E63-B00F-90F96A0FBA08}"/>
              </a:ext>
            </a:extLst>
          </p:cNvPr>
          <p:cNvSpPr>
            <a:spLocks noGrp="1"/>
          </p:cNvSpPr>
          <p:nvPr/>
        </p:nvSpPr>
        <p:spPr>
          <a:xfrm>
            <a:off x="8870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3" name="object-53">
            <a:extLst>
              <a:ext uri="{FF2B5EF4-FFF2-40B4-BE49-F238E27FC236}">
                <a16:creationId xmlns:a16="http://schemas.microsoft.com/office/drawing/2014/main" id="{0F9FC447-94FC-4C4A-98C2-C11F3A2DC326}"/>
              </a:ext>
            </a:extLst>
          </p:cNvPr>
          <p:cNvSpPr>
            <a:spLocks noGrp="1"/>
          </p:cNvSpPr>
          <p:nvPr/>
        </p:nvSpPr>
        <p:spPr>
          <a:xfrm>
            <a:off x="9108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4" name="object-54">
            <a:extLst>
              <a:ext uri="{FF2B5EF4-FFF2-40B4-BE49-F238E27FC236}">
                <a16:creationId xmlns:a16="http://schemas.microsoft.com/office/drawing/2014/main" id="{DE3F136C-EB45-4FA9-A6B8-ABE8F925B0A2}"/>
              </a:ext>
            </a:extLst>
          </p:cNvPr>
          <p:cNvSpPr>
            <a:spLocks noGrp="1"/>
          </p:cNvSpPr>
          <p:nvPr/>
        </p:nvSpPr>
        <p:spPr>
          <a:xfrm>
            <a:off x="9346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5" name="object-55">
            <a:extLst>
              <a:ext uri="{FF2B5EF4-FFF2-40B4-BE49-F238E27FC236}">
                <a16:creationId xmlns:a16="http://schemas.microsoft.com/office/drawing/2014/main" id="{A2B25BDA-B670-4136-93F3-D49D09B870E8}"/>
              </a:ext>
            </a:extLst>
          </p:cNvPr>
          <p:cNvSpPr>
            <a:spLocks noGrp="1"/>
          </p:cNvSpPr>
          <p:nvPr/>
        </p:nvSpPr>
        <p:spPr>
          <a:xfrm>
            <a:off x="9584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6" name="object-56">
            <a:extLst>
              <a:ext uri="{FF2B5EF4-FFF2-40B4-BE49-F238E27FC236}">
                <a16:creationId xmlns:a16="http://schemas.microsoft.com/office/drawing/2014/main" id="{C8B5B719-0721-4CF7-844F-B538B7E66578}"/>
              </a:ext>
            </a:extLst>
          </p:cNvPr>
          <p:cNvSpPr>
            <a:spLocks noGrp="1"/>
          </p:cNvSpPr>
          <p:nvPr/>
        </p:nvSpPr>
        <p:spPr>
          <a:xfrm>
            <a:off x="9822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7" name="object-57">
            <a:extLst>
              <a:ext uri="{FF2B5EF4-FFF2-40B4-BE49-F238E27FC236}">
                <a16:creationId xmlns:a16="http://schemas.microsoft.com/office/drawing/2014/main" id="{401597F9-C6D4-4D17-8A0D-6E3D272847EF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8" name="object-58">
            <a:extLst>
              <a:ext uri="{FF2B5EF4-FFF2-40B4-BE49-F238E27FC236}">
                <a16:creationId xmlns:a16="http://schemas.microsoft.com/office/drawing/2014/main" id="{0D935BD8-7491-4056-A09A-6D3FA2747CD4}"/>
              </a:ext>
            </a:extLst>
          </p:cNvPr>
          <p:cNvSpPr>
            <a:spLocks noGrp="1"/>
          </p:cNvSpPr>
          <p:nvPr/>
        </p:nvSpPr>
        <p:spPr>
          <a:xfrm>
            <a:off x="102989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59" name="object-59">
            <a:extLst>
              <a:ext uri="{FF2B5EF4-FFF2-40B4-BE49-F238E27FC236}">
                <a16:creationId xmlns:a16="http://schemas.microsoft.com/office/drawing/2014/main" id="{D003AC69-60CD-42CD-833F-458B04FABAC1}"/>
              </a:ext>
            </a:extLst>
          </p:cNvPr>
          <p:cNvSpPr>
            <a:spLocks noGrp="1"/>
          </p:cNvSpPr>
          <p:nvPr/>
        </p:nvSpPr>
        <p:spPr>
          <a:xfrm>
            <a:off x="105370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0" name="object-60">
            <a:extLst>
              <a:ext uri="{FF2B5EF4-FFF2-40B4-BE49-F238E27FC236}">
                <a16:creationId xmlns:a16="http://schemas.microsoft.com/office/drawing/2014/main" id="{216AEF8D-EE78-4323-A0E4-35CA1D2935C0}"/>
              </a:ext>
            </a:extLst>
          </p:cNvPr>
          <p:cNvSpPr>
            <a:spLocks noGrp="1"/>
          </p:cNvSpPr>
          <p:nvPr/>
        </p:nvSpPr>
        <p:spPr>
          <a:xfrm>
            <a:off x="107751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1" name="object-61">
            <a:extLst>
              <a:ext uri="{FF2B5EF4-FFF2-40B4-BE49-F238E27FC236}">
                <a16:creationId xmlns:a16="http://schemas.microsoft.com/office/drawing/2014/main" id="{4942A809-3DD2-43F1-88DE-218AE192F181}"/>
              </a:ext>
            </a:extLst>
          </p:cNvPr>
          <p:cNvSpPr>
            <a:spLocks noGrp="1"/>
          </p:cNvSpPr>
          <p:nvPr/>
        </p:nvSpPr>
        <p:spPr>
          <a:xfrm>
            <a:off x="110132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2" name="object-62">
            <a:extLst>
              <a:ext uri="{FF2B5EF4-FFF2-40B4-BE49-F238E27FC236}">
                <a16:creationId xmlns:a16="http://schemas.microsoft.com/office/drawing/2014/main" id="{FECE8A19-F354-4F0C-8824-0E8528B2605C}"/>
              </a:ext>
            </a:extLst>
          </p:cNvPr>
          <p:cNvSpPr>
            <a:spLocks noGrp="1"/>
          </p:cNvSpPr>
          <p:nvPr/>
        </p:nvSpPr>
        <p:spPr>
          <a:xfrm>
            <a:off x="1125140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3" name="object-63">
            <a:extLst>
              <a:ext uri="{FF2B5EF4-FFF2-40B4-BE49-F238E27FC236}">
                <a16:creationId xmlns:a16="http://schemas.microsoft.com/office/drawing/2014/main" id="{E22CC9E3-8200-4455-8B8B-D5FCE03D6759}"/>
              </a:ext>
            </a:extLst>
          </p:cNvPr>
          <p:cNvSpPr>
            <a:spLocks noGrp="1"/>
          </p:cNvSpPr>
          <p:nvPr/>
        </p:nvSpPr>
        <p:spPr>
          <a:xfrm>
            <a:off x="1148953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4" name="object-64">
            <a:extLst>
              <a:ext uri="{FF2B5EF4-FFF2-40B4-BE49-F238E27FC236}">
                <a16:creationId xmlns:a16="http://schemas.microsoft.com/office/drawing/2014/main" id="{AA49A4AD-E03D-44D6-AC95-02C54192B973}"/>
              </a:ext>
            </a:extLst>
          </p:cNvPr>
          <p:cNvSpPr>
            <a:spLocks noGrp="1"/>
          </p:cNvSpPr>
          <p:nvPr/>
        </p:nvSpPr>
        <p:spPr>
          <a:xfrm>
            <a:off x="11727656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5" name="object-65">
            <a:extLst>
              <a:ext uri="{FF2B5EF4-FFF2-40B4-BE49-F238E27FC236}">
                <a16:creationId xmlns:a16="http://schemas.microsoft.com/office/drawing/2014/main" id="{E31942BF-CA55-4130-9468-1D3D34D13C91}"/>
              </a:ext>
            </a:extLst>
          </p:cNvPr>
          <p:cNvSpPr>
            <a:spLocks noGrp="1"/>
          </p:cNvSpPr>
          <p:nvPr/>
        </p:nvSpPr>
        <p:spPr>
          <a:xfrm>
            <a:off x="11965781" y="5310188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66" name="object-66">
            <a:extLst>
              <a:ext uri="{FF2B5EF4-FFF2-40B4-BE49-F238E27FC236}">
                <a16:creationId xmlns:a16="http://schemas.microsoft.com/office/drawing/2014/main" id="{FCDB8764-B5DC-46BB-A039-B6E263E63D3E}"/>
              </a:ext>
            </a:extLst>
          </p:cNvPr>
          <p:cNvSpPr>
            <a:spLocks noGrp="1"/>
          </p:cNvSpPr>
          <p:nvPr/>
        </p:nvSpPr>
        <p:spPr>
          <a:xfrm>
            <a:off x="12203906" y="5310188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7" name="object-67">
            <a:extLst>
              <a:ext uri="{FF2B5EF4-FFF2-40B4-BE49-F238E27FC236}">
                <a16:creationId xmlns:a16="http://schemas.microsoft.com/office/drawing/2014/main" id="{7C7D1A6F-A7DF-4344-BD23-1023F474B666}"/>
              </a:ext>
            </a:extLst>
          </p:cNvPr>
          <p:cNvSpPr>
            <a:spLocks noGrp="1"/>
          </p:cNvSpPr>
          <p:nvPr/>
        </p:nvSpPr>
        <p:spPr>
          <a:xfrm>
            <a:off x="12442031" y="5310188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8" name="object-68">
            <a:extLst>
              <a:ext uri="{FF2B5EF4-FFF2-40B4-BE49-F238E27FC236}">
                <a16:creationId xmlns:a16="http://schemas.microsoft.com/office/drawing/2014/main" id="{899DB8EB-2927-412F-B738-F91E16BEB9CA}"/>
              </a:ext>
            </a:extLst>
          </p:cNvPr>
          <p:cNvSpPr>
            <a:spLocks noGrp="1"/>
          </p:cNvSpPr>
          <p:nvPr/>
        </p:nvSpPr>
        <p:spPr>
          <a:xfrm>
            <a:off x="12680156" y="5310188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69" name="object-69">
            <a:extLst>
              <a:ext uri="{FF2B5EF4-FFF2-40B4-BE49-F238E27FC236}">
                <a16:creationId xmlns:a16="http://schemas.microsoft.com/office/drawing/2014/main" id="{CAFFD64C-9DB4-4C01-85D2-C783B06C3232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0" name="object-70">
            <a:extLst>
              <a:ext uri="{FF2B5EF4-FFF2-40B4-BE49-F238E27FC236}">
                <a16:creationId xmlns:a16="http://schemas.microsoft.com/office/drawing/2014/main" id="{997BD906-4A4A-441A-AD50-178B542DF70E}"/>
              </a:ext>
            </a:extLst>
          </p:cNvPr>
          <p:cNvSpPr>
            <a:spLocks noGrp="1"/>
          </p:cNvSpPr>
          <p:nvPr/>
        </p:nvSpPr>
        <p:spPr>
          <a:xfrm>
            <a:off x="172640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1" name="object-71">
            <a:extLst>
              <a:ext uri="{FF2B5EF4-FFF2-40B4-BE49-F238E27FC236}">
                <a16:creationId xmlns:a16="http://schemas.microsoft.com/office/drawing/2014/main" id="{95D904E5-2571-4E5B-B2AE-7E7CDCA56E95}"/>
              </a:ext>
            </a:extLst>
          </p:cNvPr>
          <p:cNvSpPr>
            <a:spLocks noGrp="1"/>
          </p:cNvSpPr>
          <p:nvPr/>
        </p:nvSpPr>
        <p:spPr>
          <a:xfrm>
            <a:off x="196453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2" name="object-72">
            <a:extLst>
              <a:ext uri="{FF2B5EF4-FFF2-40B4-BE49-F238E27FC236}">
                <a16:creationId xmlns:a16="http://schemas.microsoft.com/office/drawing/2014/main" id="{FB848C05-42BD-4C27-B604-52250DCE4A3D}"/>
              </a:ext>
            </a:extLst>
          </p:cNvPr>
          <p:cNvSpPr>
            <a:spLocks noGrp="1"/>
          </p:cNvSpPr>
          <p:nvPr/>
        </p:nvSpPr>
        <p:spPr>
          <a:xfrm>
            <a:off x="220265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3" name="object-73">
            <a:extLst>
              <a:ext uri="{FF2B5EF4-FFF2-40B4-BE49-F238E27FC236}">
                <a16:creationId xmlns:a16="http://schemas.microsoft.com/office/drawing/2014/main" id="{C67034C2-37DB-4DD9-A309-73C574645214}"/>
              </a:ext>
            </a:extLst>
          </p:cNvPr>
          <p:cNvSpPr>
            <a:spLocks noGrp="1"/>
          </p:cNvSpPr>
          <p:nvPr/>
        </p:nvSpPr>
        <p:spPr>
          <a:xfrm>
            <a:off x="244078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4" name="object-74">
            <a:extLst>
              <a:ext uri="{FF2B5EF4-FFF2-40B4-BE49-F238E27FC236}">
                <a16:creationId xmlns:a16="http://schemas.microsoft.com/office/drawing/2014/main" id="{BD45A634-09EB-4B39-A0E4-0DFD6FD7A8AB}"/>
              </a:ext>
            </a:extLst>
          </p:cNvPr>
          <p:cNvSpPr>
            <a:spLocks noGrp="1"/>
          </p:cNvSpPr>
          <p:nvPr/>
        </p:nvSpPr>
        <p:spPr>
          <a:xfrm>
            <a:off x="267890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5" name="object-75">
            <a:extLst>
              <a:ext uri="{FF2B5EF4-FFF2-40B4-BE49-F238E27FC236}">
                <a16:creationId xmlns:a16="http://schemas.microsoft.com/office/drawing/2014/main" id="{9478A646-60E2-4E5D-97F2-67C82A19793E}"/>
              </a:ext>
            </a:extLst>
          </p:cNvPr>
          <p:cNvSpPr>
            <a:spLocks noGrp="1"/>
          </p:cNvSpPr>
          <p:nvPr/>
        </p:nvSpPr>
        <p:spPr>
          <a:xfrm>
            <a:off x="291703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6" name="object-76">
            <a:extLst>
              <a:ext uri="{FF2B5EF4-FFF2-40B4-BE49-F238E27FC236}">
                <a16:creationId xmlns:a16="http://schemas.microsoft.com/office/drawing/2014/main" id="{DC87D6FC-EAF8-41EF-8080-24E65AF2A14A}"/>
              </a:ext>
            </a:extLst>
          </p:cNvPr>
          <p:cNvSpPr>
            <a:spLocks noGrp="1"/>
          </p:cNvSpPr>
          <p:nvPr/>
        </p:nvSpPr>
        <p:spPr>
          <a:xfrm>
            <a:off x="315515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7" name="object-77">
            <a:extLst>
              <a:ext uri="{FF2B5EF4-FFF2-40B4-BE49-F238E27FC236}">
                <a16:creationId xmlns:a16="http://schemas.microsoft.com/office/drawing/2014/main" id="{23992019-BAFE-4A7F-993C-5041255E5A47}"/>
              </a:ext>
            </a:extLst>
          </p:cNvPr>
          <p:cNvSpPr>
            <a:spLocks noGrp="1"/>
          </p:cNvSpPr>
          <p:nvPr/>
        </p:nvSpPr>
        <p:spPr>
          <a:xfrm>
            <a:off x="3393281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8" name="object-78">
            <a:extLst>
              <a:ext uri="{FF2B5EF4-FFF2-40B4-BE49-F238E27FC236}">
                <a16:creationId xmlns:a16="http://schemas.microsoft.com/office/drawing/2014/main" id="{DA9D55C5-EE13-4FB5-B735-53D2E70C9798}"/>
              </a:ext>
            </a:extLst>
          </p:cNvPr>
          <p:cNvSpPr>
            <a:spLocks noGrp="1"/>
          </p:cNvSpPr>
          <p:nvPr/>
        </p:nvSpPr>
        <p:spPr>
          <a:xfrm>
            <a:off x="3631406" y="5988844"/>
            <a:ext cx="238125" cy="440531"/>
          </a:xfrm>
          <a:prstGeom prst="rect">
            <a:avLst/>
          </a:prstGeom>
          <a:solidFill>
            <a:srgbClr val="1D4ED8"/>
          </a:solidFill>
          <a:ln w="13097">
            <a:solidFill>
              <a:srgbClr val="172B4D"/>
            </a:solidFill>
          </a:ln>
        </p:spPr>
      </p:sp>
      <p:sp>
        <p:nvSpPr>
          <p:cNvPr id="79" name="object-79">
            <a:extLst>
              <a:ext uri="{FF2B5EF4-FFF2-40B4-BE49-F238E27FC236}">
                <a16:creationId xmlns:a16="http://schemas.microsoft.com/office/drawing/2014/main" id="{B162E6BD-F0C6-41EC-B2DB-D7701D3B5FFD}"/>
              </a:ext>
            </a:extLst>
          </p:cNvPr>
          <p:cNvSpPr>
            <a:spLocks noGrp="1"/>
          </p:cNvSpPr>
          <p:nvPr/>
        </p:nvSpPr>
        <p:spPr>
          <a:xfrm>
            <a:off x="386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0" name="object-80">
            <a:extLst>
              <a:ext uri="{FF2B5EF4-FFF2-40B4-BE49-F238E27FC236}">
                <a16:creationId xmlns:a16="http://schemas.microsoft.com/office/drawing/2014/main" id="{E453A96C-3AE6-469B-ACBE-C0C87918F9AD}"/>
              </a:ext>
            </a:extLst>
          </p:cNvPr>
          <p:cNvSpPr>
            <a:spLocks noGrp="1"/>
          </p:cNvSpPr>
          <p:nvPr/>
        </p:nvSpPr>
        <p:spPr>
          <a:xfrm>
            <a:off x="410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1" name="object-81">
            <a:extLst>
              <a:ext uri="{FF2B5EF4-FFF2-40B4-BE49-F238E27FC236}">
                <a16:creationId xmlns:a16="http://schemas.microsoft.com/office/drawing/2014/main" id="{709842FF-2D88-4168-90C7-8B15A2AFB383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2" name="object-82">
            <a:extLst>
              <a:ext uri="{FF2B5EF4-FFF2-40B4-BE49-F238E27FC236}">
                <a16:creationId xmlns:a16="http://schemas.microsoft.com/office/drawing/2014/main" id="{CED597A5-8298-4566-A014-63D47A74D960}"/>
              </a:ext>
            </a:extLst>
          </p:cNvPr>
          <p:cNvSpPr>
            <a:spLocks noGrp="1"/>
          </p:cNvSpPr>
          <p:nvPr/>
        </p:nvSpPr>
        <p:spPr>
          <a:xfrm>
            <a:off x="458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3" name="object-83">
            <a:extLst>
              <a:ext uri="{FF2B5EF4-FFF2-40B4-BE49-F238E27FC236}">
                <a16:creationId xmlns:a16="http://schemas.microsoft.com/office/drawing/2014/main" id="{4CB6642B-6EF8-426D-BFFB-781C1603A465}"/>
              </a:ext>
            </a:extLst>
          </p:cNvPr>
          <p:cNvSpPr>
            <a:spLocks noGrp="1"/>
          </p:cNvSpPr>
          <p:nvPr/>
        </p:nvSpPr>
        <p:spPr>
          <a:xfrm>
            <a:off x="482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4" name="object-84">
            <a:extLst>
              <a:ext uri="{FF2B5EF4-FFF2-40B4-BE49-F238E27FC236}">
                <a16:creationId xmlns:a16="http://schemas.microsoft.com/office/drawing/2014/main" id="{5449ECB9-9604-487F-AB53-169D990BD310}"/>
              </a:ext>
            </a:extLst>
          </p:cNvPr>
          <p:cNvSpPr>
            <a:spLocks noGrp="1"/>
          </p:cNvSpPr>
          <p:nvPr/>
        </p:nvSpPr>
        <p:spPr>
          <a:xfrm>
            <a:off x="506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5" name="object-85">
            <a:extLst>
              <a:ext uri="{FF2B5EF4-FFF2-40B4-BE49-F238E27FC236}">
                <a16:creationId xmlns:a16="http://schemas.microsoft.com/office/drawing/2014/main" id="{3FF19814-3428-4B62-AC3C-930F2CF4E5C6}"/>
              </a:ext>
            </a:extLst>
          </p:cNvPr>
          <p:cNvSpPr>
            <a:spLocks noGrp="1"/>
          </p:cNvSpPr>
          <p:nvPr/>
        </p:nvSpPr>
        <p:spPr>
          <a:xfrm>
            <a:off x="5298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6" name="object-86">
            <a:extLst>
              <a:ext uri="{FF2B5EF4-FFF2-40B4-BE49-F238E27FC236}">
                <a16:creationId xmlns:a16="http://schemas.microsoft.com/office/drawing/2014/main" id="{DE53DDDB-A8EC-425B-8448-A043B1149A9B}"/>
              </a:ext>
            </a:extLst>
          </p:cNvPr>
          <p:cNvSpPr>
            <a:spLocks noGrp="1"/>
          </p:cNvSpPr>
          <p:nvPr/>
        </p:nvSpPr>
        <p:spPr>
          <a:xfrm>
            <a:off x="5536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7" name="object-87">
            <a:extLst>
              <a:ext uri="{FF2B5EF4-FFF2-40B4-BE49-F238E27FC236}">
                <a16:creationId xmlns:a16="http://schemas.microsoft.com/office/drawing/2014/main" id="{66EFA137-653A-4FFB-A2D0-3CD83562BBA9}"/>
              </a:ext>
            </a:extLst>
          </p:cNvPr>
          <p:cNvSpPr>
            <a:spLocks noGrp="1"/>
          </p:cNvSpPr>
          <p:nvPr/>
        </p:nvSpPr>
        <p:spPr>
          <a:xfrm>
            <a:off x="5774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8" name="object-88">
            <a:extLst>
              <a:ext uri="{FF2B5EF4-FFF2-40B4-BE49-F238E27FC236}">
                <a16:creationId xmlns:a16="http://schemas.microsoft.com/office/drawing/2014/main" id="{8FB546E4-BD20-4D6F-AF3A-D052597944D9}"/>
              </a:ext>
            </a:extLst>
          </p:cNvPr>
          <p:cNvSpPr>
            <a:spLocks noGrp="1"/>
          </p:cNvSpPr>
          <p:nvPr/>
        </p:nvSpPr>
        <p:spPr>
          <a:xfrm>
            <a:off x="6012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89" name="object-89">
            <a:extLst>
              <a:ext uri="{FF2B5EF4-FFF2-40B4-BE49-F238E27FC236}">
                <a16:creationId xmlns:a16="http://schemas.microsoft.com/office/drawing/2014/main" id="{8F1DE830-C75A-4BA3-92A8-687FD648902F}"/>
              </a:ext>
            </a:extLst>
          </p:cNvPr>
          <p:cNvSpPr>
            <a:spLocks noGrp="1"/>
          </p:cNvSpPr>
          <p:nvPr/>
        </p:nvSpPr>
        <p:spPr>
          <a:xfrm>
            <a:off x="6250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0" name="object-90">
            <a:extLst>
              <a:ext uri="{FF2B5EF4-FFF2-40B4-BE49-F238E27FC236}">
                <a16:creationId xmlns:a16="http://schemas.microsoft.com/office/drawing/2014/main" id="{F7EE2441-5733-444E-A748-AC6669953F34}"/>
              </a:ext>
            </a:extLst>
          </p:cNvPr>
          <p:cNvSpPr>
            <a:spLocks noGrp="1"/>
          </p:cNvSpPr>
          <p:nvPr/>
        </p:nvSpPr>
        <p:spPr>
          <a:xfrm>
            <a:off x="6488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1" name="object-91">
            <a:extLst>
              <a:ext uri="{FF2B5EF4-FFF2-40B4-BE49-F238E27FC236}">
                <a16:creationId xmlns:a16="http://schemas.microsoft.com/office/drawing/2014/main" id="{3631A3D2-E338-4EAD-8C6B-7B6F71F159CF}"/>
              </a:ext>
            </a:extLst>
          </p:cNvPr>
          <p:cNvSpPr>
            <a:spLocks noGrp="1"/>
          </p:cNvSpPr>
          <p:nvPr/>
        </p:nvSpPr>
        <p:spPr>
          <a:xfrm>
            <a:off x="6727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2" name="object-92">
            <a:extLst>
              <a:ext uri="{FF2B5EF4-FFF2-40B4-BE49-F238E27FC236}">
                <a16:creationId xmlns:a16="http://schemas.microsoft.com/office/drawing/2014/main" id="{E8304017-F767-4513-845A-67AE75BD3D9A}"/>
              </a:ext>
            </a:extLst>
          </p:cNvPr>
          <p:cNvSpPr>
            <a:spLocks noGrp="1"/>
          </p:cNvSpPr>
          <p:nvPr/>
        </p:nvSpPr>
        <p:spPr>
          <a:xfrm>
            <a:off x="6965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3" name="object-93">
            <a:extLst>
              <a:ext uri="{FF2B5EF4-FFF2-40B4-BE49-F238E27FC236}">
                <a16:creationId xmlns:a16="http://schemas.microsoft.com/office/drawing/2014/main" id="{A6E10E88-6F96-4E1C-A968-30BAD7D193AD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4" name="object-94">
            <a:extLst>
              <a:ext uri="{FF2B5EF4-FFF2-40B4-BE49-F238E27FC236}">
                <a16:creationId xmlns:a16="http://schemas.microsoft.com/office/drawing/2014/main" id="{3CE83BDF-A35F-40BD-8409-93837853940A}"/>
              </a:ext>
            </a:extLst>
          </p:cNvPr>
          <p:cNvSpPr>
            <a:spLocks noGrp="1"/>
          </p:cNvSpPr>
          <p:nvPr/>
        </p:nvSpPr>
        <p:spPr>
          <a:xfrm>
            <a:off x="7441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5" name="object-95">
            <a:extLst>
              <a:ext uri="{FF2B5EF4-FFF2-40B4-BE49-F238E27FC236}">
                <a16:creationId xmlns:a16="http://schemas.microsoft.com/office/drawing/2014/main" id="{82D77708-F678-4385-B1D5-99307907F26A}"/>
              </a:ext>
            </a:extLst>
          </p:cNvPr>
          <p:cNvSpPr>
            <a:spLocks noGrp="1"/>
          </p:cNvSpPr>
          <p:nvPr/>
        </p:nvSpPr>
        <p:spPr>
          <a:xfrm>
            <a:off x="767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6" name="object-96">
            <a:extLst>
              <a:ext uri="{FF2B5EF4-FFF2-40B4-BE49-F238E27FC236}">
                <a16:creationId xmlns:a16="http://schemas.microsoft.com/office/drawing/2014/main" id="{A471042F-DE9E-492F-9548-CF8DEEC7AE39}"/>
              </a:ext>
            </a:extLst>
          </p:cNvPr>
          <p:cNvSpPr>
            <a:spLocks noGrp="1"/>
          </p:cNvSpPr>
          <p:nvPr/>
        </p:nvSpPr>
        <p:spPr>
          <a:xfrm>
            <a:off x="791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7" name="object-97">
            <a:extLst>
              <a:ext uri="{FF2B5EF4-FFF2-40B4-BE49-F238E27FC236}">
                <a16:creationId xmlns:a16="http://schemas.microsoft.com/office/drawing/2014/main" id="{1F64CF82-6FBD-4491-9A93-F156FCFBAFD0}"/>
              </a:ext>
            </a:extLst>
          </p:cNvPr>
          <p:cNvSpPr>
            <a:spLocks noGrp="1"/>
          </p:cNvSpPr>
          <p:nvPr/>
        </p:nvSpPr>
        <p:spPr>
          <a:xfrm>
            <a:off x="815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8" name="object-98">
            <a:extLst>
              <a:ext uri="{FF2B5EF4-FFF2-40B4-BE49-F238E27FC236}">
                <a16:creationId xmlns:a16="http://schemas.microsoft.com/office/drawing/2014/main" id="{5A5F7B2B-BE6C-457A-9A6D-2CBD017A8AB6}"/>
              </a:ext>
            </a:extLst>
          </p:cNvPr>
          <p:cNvSpPr>
            <a:spLocks noGrp="1"/>
          </p:cNvSpPr>
          <p:nvPr/>
        </p:nvSpPr>
        <p:spPr>
          <a:xfrm>
            <a:off x="839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99" name="object-99">
            <a:extLst>
              <a:ext uri="{FF2B5EF4-FFF2-40B4-BE49-F238E27FC236}">
                <a16:creationId xmlns:a16="http://schemas.microsoft.com/office/drawing/2014/main" id="{E4F1C9CC-39E3-49FE-A4C8-50D67FB519A5}"/>
              </a:ext>
            </a:extLst>
          </p:cNvPr>
          <p:cNvSpPr>
            <a:spLocks noGrp="1"/>
          </p:cNvSpPr>
          <p:nvPr/>
        </p:nvSpPr>
        <p:spPr>
          <a:xfrm>
            <a:off x="863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0" name="object-100">
            <a:extLst>
              <a:ext uri="{FF2B5EF4-FFF2-40B4-BE49-F238E27FC236}">
                <a16:creationId xmlns:a16="http://schemas.microsoft.com/office/drawing/2014/main" id="{9BEB8369-F50F-4C7D-A551-8DCC4DCF7A43}"/>
              </a:ext>
            </a:extLst>
          </p:cNvPr>
          <p:cNvSpPr>
            <a:spLocks noGrp="1"/>
          </p:cNvSpPr>
          <p:nvPr/>
        </p:nvSpPr>
        <p:spPr>
          <a:xfrm>
            <a:off x="887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1" name="object-101">
            <a:extLst>
              <a:ext uri="{FF2B5EF4-FFF2-40B4-BE49-F238E27FC236}">
                <a16:creationId xmlns:a16="http://schemas.microsoft.com/office/drawing/2014/main" id="{62FBF572-EDDE-4B5A-9203-17D4A5B99380}"/>
              </a:ext>
            </a:extLst>
          </p:cNvPr>
          <p:cNvSpPr>
            <a:spLocks noGrp="1"/>
          </p:cNvSpPr>
          <p:nvPr/>
        </p:nvSpPr>
        <p:spPr>
          <a:xfrm>
            <a:off x="9108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2" name="object-102">
            <a:extLst>
              <a:ext uri="{FF2B5EF4-FFF2-40B4-BE49-F238E27FC236}">
                <a16:creationId xmlns:a16="http://schemas.microsoft.com/office/drawing/2014/main" id="{A0AD6E52-5BE1-49CB-8E42-3EA19CD122D7}"/>
              </a:ext>
            </a:extLst>
          </p:cNvPr>
          <p:cNvSpPr>
            <a:spLocks noGrp="1"/>
          </p:cNvSpPr>
          <p:nvPr/>
        </p:nvSpPr>
        <p:spPr>
          <a:xfrm>
            <a:off x="9346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3" name="object-103">
            <a:extLst>
              <a:ext uri="{FF2B5EF4-FFF2-40B4-BE49-F238E27FC236}">
                <a16:creationId xmlns:a16="http://schemas.microsoft.com/office/drawing/2014/main" id="{3B7A4973-7565-441C-B448-5662DA968A5A}"/>
              </a:ext>
            </a:extLst>
          </p:cNvPr>
          <p:cNvSpPr>
            <a:spLocks noGrp="1"/>
          </p:cNvSpPr>
          <p:nvPr/>
        </p:nvSpPr>
        <p:spPr>
          <a:xfrm>
            <a:off x="9584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4" name="object-104">
            <a:extLst>
              <a:ext uri="{FF2B5EF4-FFF2-40B4-BE49-F238E27FC236}">
                <a16:creationId xmlns:a16="http://schemas.microsoft.com/office/drawing/2014/main" id="{17573838-7C10-44F0-91F8-A1B5FE589CE6}"/>
              </a:ext>
            </a:extLst>
          </p:cNvPr>
          <p:cNvSpPr>
            <a:spLocks noGrp="1"/>
          </p:cNvSpPr>
          <p:nvPr/>
        </p:nvSpPr>
        <p:spPr>
          <a:xfrm>
            <a:off x="9822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5" name="object-105">
            <a:extLst>
              <a:ext uri="{FF2B5EF4-FFF2-40B4-BE49-F238E27FC236}">
                <a16:creationId xmlns:a16="http://schemas.microsoft.com/office/drawing/2014/main" id="{4A3EA523-654C-46D8-A54E-5C6980A18C91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6" name="object-106">
            <a:extLst>
              <a:ext uri="{FF2B5EF4-FFF2-40B4-BE49-F238E27FC236}">
                <a16:creationId xmlns:a16="http://schemas.microsoft.com/office/drawing/2014/main" id="{B3C10562-772A-494D-8BA7-4EB535EDE53E}"/>
              </a:ext>
            </a:extLst>
          </p:cNvPr>
          <p:cNvSpPr>
            <a:spLocks noGrp="1"/>
          </p:cNvSpPr>
          <p:nvPr/>
        </p:nvSpPr>
        <p:spPr>
          <a:xfrm>
            <a:off x="10298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7" name="object-107">
            <a:extLst>
              <a:ext uri="{FF2B5EF4-FFF2-40B4-BE49-F238E27FC236}">
                <a16:creationId xmlns:a16="http://schemas.microsoft.com/office/drawing/2014/main" id="{D449EC06-DE45-4E17-BBB0-4F7759D7F0F3}"/>
              </a:ext>
            </a:extLst>
          </p:cNvPr>
          <p:cNvSpPr>
            <a:spLocks noGrp="1"/>
          </p:cNvSpPr>
          <p:nvPr/>
        </p:nvSpPr>
        <p:spPr>
          <a:xfrm>
            <a:off x="10537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8" name="object-108">
            <a:extLst>
              <a:ext uri="{FF2B5EF4-FFF2-40B4-BE49-F238E27FC236}">
                <a16:creationId xmlns:a16="http://schemas.microsoft.com/office/drawing/2014/main" id="{4205A83C-6528-4A66-8168-B86D38BEB223}"/>
              </a:ext>
            </a:extLst>
          </p:cNvPr>
          <p:cNvSpPr>
            <a:spLocks noGrp="1"/>
          </p:cNvSpPr>
          <p:nvPr/>
        </p:nvSpPr>
        <p:spPr>
          <a:xfrm>
            <a:off x="10775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09" name="object-109">
            <a:extLst>
              <a:ext uri="{FF2B5EF4-FFF2-40B4-BE49-F238E27FC236}">
                <a16:creationId xmlns:a16="http://schemas.microsoft.com/office/drawing/2014/main" id="{FDECF357-D720-4952-A1F6-63C26A1EBA45}"/>
              </a:ext>
            </a:extLst>
          </p:cNvPr>
          <p:cNvSpPr>
            <a:spLocks noGrp="1"/>
          </p:cNvSpPr>
          <p:nvPr/>
        </p:nvSpPr>
        <p:spPr>
          <a:xfrm>
            <a:off x="110132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0" name="object-110">
            <a:extLst>
              <a:ext uri="{FF2B5EF4-FFF2-40B4-BE49-F238E27FC236}">
                <a16:creationId xmlns:a16="http://schemas.microsoft.com/office/drawing/2014/main" id="{2468AAF7-DE91-4B6D-BECA-687B2129B5C2}"/>
              </a:ext>
            </a:extLst>
          </p:cNvPr>
          <p:cNvSpPr>
            <a:spLocks noGrp="1"/>
          </p:cNvSpPr>
          <p:nvPr/>
        </p:nvSpPr>
        <p:spPr>
          <a:xfrm>
            <a:off x="112514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1" name="object-111">
            <a:extLst>
              <a:ext uri="{FF2B5EF4-FFF2-40B4-BE49-F238E27FC236}">
                <a16:creationId xmlns:a16="http://schemas.microsoft.com/office/drawing/2014/main" id="{D66A20AD-07E1-495F-838D-5B6EBED41775}"/>
              </a:ext>
            </a:extLst>
          </p:cNvPr>
          <p:cNvSpPr>
            <a:spLocks noGrp="1"/>
          </p:cNvSpPr>
          <p:nvPr/>
        </p:nvSpPr>
        <p:spPr>
          <a:xfrm>
            <a:off x="114895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2" name="object-112">
            <a:extLst>
              <a:ext uri="{FF2B5EF4-FFF2-40B4-BE49-F238E27FC236}">
                <a16:creationId xmlns:a16="http://schemas.microsoft.com/office/drawing/2014/main" id="{F9A0E0E9-3ACC-4A3B-83F5-EF69FF2F3303}"/>
              </a:ext>
            </a:extLst>
          </p:cNvPr>
          <p:cNvSpPr>
            <a:spLocks noGrp="1"/>
          </p:cNvSpPr>
          <p:nvPr/>
        </p:nvSpPr>
        <p:spPr>
          <a:xfrm>
            <a:off x="117276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3" name="object-113">
            <a:extLst>
              <a:ext uri="{FF2B5EF4-FFF2-40B4-BE49-F238E27FC236}">
                <a16:creationId xmlns:a16="http://schemas.microsoft.com/office/drawing/2014/main" id="{DB871CB2-AD1E-491A-BA92-B29122137FE4}"/>
              </a:ext>
            </a:extLst>
          </p:cNvPr>
          <p:cNvSpPr>
            <a:spLocks noGrp="1"/>
          </p:cNvSpPr>
          <p:nvPr/>
        </p:nvSpPr>
        <p:spPr>
          <a:xfrm>
            <a:off x="1196578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4" name="object-114">
            <a:extLst>
              <a:ext uri="{FF2B5EF4-FFF2-40B4-BE49-F238E27FC236}">
                <a16:creationId xmlns:a16="http://schemas.microsoft.com/office/drawing/2014/main" id="{8A0B5AF3-6BE9-4C56-9ED8-74892EA60834}"/>
              </a:ext>
            </a:extLst>
          </p:cNvPr>
          <p:cNvSpPr>
            <a:spLocks noGrp="1"/>
          </p:cNvSpPr>
          <p:nvPr/>
        </p:nvSpPr>
        <p:spPr>
          <a:xfrm>
            <a:off x="1220390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5" name="object-115">
            <a:extLst>
              <a:ext uri="{FF2B5EF4-FFF2-40B4-BE49-F238E27FC236}">
                <a16:creationId xmlns:a16="http://schemas.microsoft.com/office/drawing/2014/main" id="{6491047A-DABC-49D0-B6B8-CDAECA077EC7}"/>
              </a:ext>
            </a:extLst>
          </p:cNvPr>
          <p:cNvSpPr>
            <a:spLocks noGrp="1"/>
          </p:cNvSpPr>
          <p:nvPr/>
        </p:nvSpPr>
        <p:spPr>
          <a:xfrm>
            <a:off x="12442031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6" name="object-116">
            <a:extLst>
              <a:ext uri="{FF2B5EF4-FFF2-40B4-BE49-F238E27FC236}">
                <a16:creationId xmlns:a16="http://schemas.microsoft.com/office/drawing/2014/main" id="{70485BAF-5B07-436C-BA6A-7FCF51454D3A}"/>
              </a:ext>
            </a:extLst>
          </p:cNvPr>
          <p:cNvSpPr>
            <a:spLocks noGrp="1"/>
          </p:cNvSpPr>
          <p:nvPr/>
        </p:nvSpPr>
        <p:spPr>
          <a:xfrm>
            <a:off x="12680156" y="5988844"/>
            <a:ext cx="238125" cy="440531"/>
          </a:xfrm>
          <a:prstGeom prst="rect">
            <a:avLst/>
          </a:prstGeom>
          <a:solidFill>
            <a:srgbClr val="FFFFFF"/>
          </a:solidFill>
          <a:ln w="13097">
            <a:solidFill>
              <a:srgbClr val="172B4D"/>
            </a:solidFill>
          </a:ln>
        </p:spPr>
      </p:sp>
      <p:sp>
        <p:nvSpPr>
          <p:cNvPr id="117" name="object-117">
            <a:extLst>
              <a:ext uri="{FF2B5EF4-FFF2-40B4-BE49-F238E27FC236}">
                <a16:creationId xmlns:a16="http://schemas.microsoft.com/office/drawing/2014/main" id="{2DD31B43-B310-4E3F-89F9-4B6D25DD479F}"/>
              </a:ext>
            </a:extLst>
          </p:cNvPr>
          <p:cNvSpPr>
            <a:spLocks noGrp="1"/>
          </p:cNvSpPr>
          <p:nvPr/>
        </p:nvSpPr>
        <p:spPr>
          <a:xfrm>
            <a:off x="14882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18" name="object-118">
            <a:extLst>
              <a:ext uri="{FF2B5EF4-FFF2-40B4-BE49-F238E27FC236}">
                <a16:creationId xmlns:a16="http://schemas.microsoft.com/office/drawing/2014/main" id="{D7F9831A-E604-4582-811D-1C506536117F}"/>
              </a:ext>
            </a:extLst>
          </p:cNvPr>
          <p:cNvSpPr>
            <a:spLocks noGrp="1"/>
          </p:cNvSpPr>
          <p:nvPr/>
        </p:nvSpPr>
        <p:spPr>
          <a:xfrm>
            <a:off x="14882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19" name="object-119">
            <a:extLst>
              <a:ext uri="{FF2B5EF4-FFF2-40B4-BE49-F238E27FC236}">
                <a16:creationId xmlns:a16="http://schemas.microsoft.com/office/drawing/2014/main" id="{F8FE85DA-A314-4091-B13C-A1AD80F08248}"/>
              </a:ext>
            </a:extLst>
          </p:cNvPr>
          <p:cNvSpPr>
            <a:spLocks noGrp="1"/>
          </p:cNvSpPr>
          <p:nvPr/>
        </p:nvSpPr>
        <p:spPr>
          <a:xfrm>
            <a:off x="43457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0" name="object-120">
            <a:extLst>
              <a:ext uri="{FF2B5EF4-FFF2-40B4-BE49-F238E27FC236}">
                <a16:creationId xmlns:a16="http://schemas.microsoft.com/office/drawing/2014/main" id="{E1196982-9A36-4D35-B17F-388E64599546}"/>
              </a:ext>
            </a:extLst>
          </p:cNvPr>
          <p:cNvSpPr>
            <a:spLocks noGrp="1"/>
          </p:cNvSpPr>
          <p:nvPr/>
        </p:nvSpPr>
        <p:spPr>
          <a:xfrm>
            <a:off x="43457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1" name="object-121">
            <a:extLst>
              <a:ext uri="{FF2B5EF4-FFF2-40B4-BE49-F238E27FC236}">
                <a16:creationId xmlns:a16="http://schemas.microsoft.com/office/drawing/2014/main" id="{007D9732-80CB-44C2-BEB1-7E50DD4E92DF}"/>
              </a:ext>
            </a:extLst>
          </p:cNvPr>
          <p:cNvSpPr>
            <a:spLocks noGrp="1"/>
          </p:cNvSpPr>
          <p:nvPr/>
        </p:nvSpPr>
        <p:spPr>
          <a:xfrm>
            <a:off x="72032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2" name="object-122">
            <a:extLst>
              <a:ext uri="{FF2B5EF4-FFF2-40B4-BE49-F238E27FC236}">
                <a16:creationId xmlns:a16="http://schemas.microsoft.com/office/drawing/2014/main" id="{AEB5AC35-38F7-4594-A4AD-A449701477C8}"/>
              </a:ext>
            </a:extLst>
          </p:cNvPr>
          <p:cNvSpPr>
            <a:spLocks noGrp="1"/>
          </p:cNvSpPr>
          <p:nvPr/>
        </p:nvSpPr>
        <p:spPr>
          <a:xfrm>
            <a:off x="72032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3" name="object-123">
            <a:extLst>
              <a:ext uri="{FF2B5EF4-FFF2-40B4-BE49-F238E27FC236}">
                <a16:creationId xmlns:a16="http://schemas.microsoft.com/office/drawing/2014/main" id="{8C2434A3-433D-4269-84A7-BADA193F221B}"/>
              </a:ext>
            </a:extLst>
          </p:cNvPr>
          <p:cNvSpPr>
            <a:spLocks noGrp="1"/>
          </p:cNvSpPr>
          <p:nvPr/>
        </p:nvSpPr>
        <p:spPr>
          <a:xfrm>
            <a:off x="10060781" y="5310188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4" name="object-124">
            <a:extLst>
              <a:ext uri="{FF2B5EF4-FFF2-40B4-BE49-F238E27FC236}">
                <a16:creationId xmlns:a16="http://schemas.microsoft.com/office/drawing/2014/main" id="{8F862188-DAAD-4178-BEC5-5DE433EE8718}"/>
              </a:ext>
            </a:extLst>
          </p:cNvPr>
          <p:cNvSpPr>
            <a:spLocks noGrp="1"/>
          </p:cNvSpPr>
          <p:nvPr/>
        </p:nvSpPr>
        <p:spPr>
          <a:xfrm>
            <a:off x="10060781" y="5988844"/>
            <a:ext cx="2857500" cy="440531"/>
          </a:xfrm>
          <a:prstGeom prst="rect">
            <a:avLst/>
          </a:prstGeom>
          <a:noFill/>
          <a:ln w="29766">
            <a:solidFill>
              <a:srgbClr val="172B4D"/>
            </a:solidFill>
          </a:ln>
        </p:spPr>
      </p:sp>
      <p:sp>
        <p:nvSpPr>
          <p:cNvPr id="125" name="object-125">
            <a:extLst>
              <a:ext uri="{FF2B5EF4-FFF2-40B4-BE49-F238E27FC236}">
                <a16:creationId xmlns:a16="http://schemas.microsoft.com/office/drawing/2014/main" id="{E6E6BD1C-191D-421F-8354-400D9A16580D}"/>
              </a:ext>
            </a:extLst>
          </p:cNvPr>
          <p:cNvSpPr>
            <a:spLocks noGrp="1"/>
          </p:cNvSpPr>
          <p:nvPr/>
        </p:nvSpPr>
        <p:spPr>
          <a:xfrm>
            <a:off x="952500" y="6607969"/>
            <a:ext cx="13335000" cy="535781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531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531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45 + 10 = 55; the denominator stays 12.</a:t>
            </a:r>
          </a:p>
        </p:txBody>
      </p:sp>
      <p:sp>
        <p:nvSpPr>
          <p:cNvPr id="126" name="object-126">
            <a:extLst>
              <a:ext uri="{FF2B5EF4-FFF2-40B4-BE49-F238E27FC236}">
                <a16:creationId xmlns:a16="http://schemas.microsoft.com/office/drawing/2014/main" id="{BB1FDABF-5914-48A5-98F8-DF3AD597B5F8}"/>
              </a:ext>
            </a:extLst>
          </p:cNvPr>
          <p:cNvSpPr>
            <a:spLocks noGrp="1"/>
          </p:cNvSpPr>
          <p:nvPr/>
        </p:nvSpPr>
        <p:spPr>
          <a:xfrm>
            <a:off x="892969" y="7262813"/>
            <a:ext cx="13454063" cy="7381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ctr">
              <a:defRPr sz="2813" b="1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2813" b="1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Answer: 4 7/12</a:t>
            </a:r>
          </a:p>
        </p:txBody>
      </p:sp>
    </p:spTree>
    <p:extLst>
      <p:ext uri="{BB962C8B-B14F-4D97-AF65-F5344CB8AC3E}">
        <p14:creationId xmlns:p14="http://schemas.microsoft.com/office/powerpoint/2010/main" val="15640654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7" fill="hold">
                      <p:stCondLst>
                        <p:cond delay="indefinite"/>
                      </p:stCondLst>
                      <p:childTnLst>
                        <p:par>
                          <p:cTn id="118" fill="hold">
                            <p:stCondLst>
                              <p:cond delay="0"/>
                            </p:stCondLst>
                            <p:childTnLst>
                              <p:par>
                                <p:cTn id="1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1" fill="hold">
                      <p:stCondLst>
                        <p:cond delay="indefinite"/>
                      </p:stCondLst>
                      <p:childTnLst>
                        <p:par>
                          <p:cTn id="232" fill="hold">
                            <p:stCondLst>
                              <p:cond delay="0"/>
                            </p:stCondLst>
                            <p:childTnLst>
                              <p:par>
                                <p:cTn id="2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5" fill="hold">
                      <p:stCondLst>
                        <p:cond delay="indefinite"/>
                      </p:stCondLst>
                      <p:childTnLst>
                        <p:par>
                          <p:cTn id="236" fill="hold">
                            <p:stCondLst>
                              <p:cond delay="0"/>
                            </p:stCondLst>
                            <p:childTnLst>
                              <p:par>
                                <p:cTn id="2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6" grpId="0"/>
      <p:bldP spid="17" grpId="0"/>
      <p:bldP spid="18" grpId="0"/>
      <p:bldP spid="20" grpId="0"/>
      <p:bldP spid="125" grpId="0"/>
      <p:bldP spid="12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object-1">
            <a:extLst>
              <a:ext uri="{FF2B5EF4-FFF2-40B4-BE49-F238E27FC236}">
                <a16:creationId xmlns:a16="http://schemas.microsoft.com/office/drawing/2014/main" id="{7AF23CA0-8860-40B8-B2D3-53D3D655098C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DBCD4548-8F01-409F-A376-F9FE4750D6CB}"/>
              </a:ext>
            </a:extLst>
          </p:cNvPr>
          <p:cNvSpPr>
            <a:spLocks noGrp="1"/>
          </p:cNvSpPr>
          <p:nvPr/>
        </p:nvSpPr>
        <p:spPr>
          <a:xfrm>
            <a:off x="11430000" y="476250"/>
            <a:ext cx="3155156" cy="547688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2625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2625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You try.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CFFB02DF-E8DC-4FE9-9571-C66E8E3446C3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Try these questions.</a:t>
            </a:r>
          </a:p>
        </p:txBody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0DAFB12C-05DE-4314-9F9A-07EFB61F69A4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978B5D54-C653-4875-B62E-C8C920631506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062B4342-1E1B-4BFE-98A7-63E0E157F069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7985724D-8D5E-453E-BD89-D10DA398F01A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4A5B22C6-6F9A-4BFD-92A3-F88E8CA85144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3/4 + 5/6.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EBF392B8-A776-41EB-8B35-D064A160BE54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99521D6B-1BA3-44D3-A1CA-4512EEF8A564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7/8 - 5/12.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07E22911-DBEE-47E7-B06B-643C2782D6D3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3321BA27-0829-4FD8-BE34-76105A85521A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Calculate 2 1/3 + 1 5/6.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0DB8A4C4-1CAD-4A8F-B683-CFF30D5C2667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5A9F3909-5426-4BA2-83C7-04933AC17448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Solve this independently and show every stage: Calculate 3/4 + 5/6.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1EE89B50-BA33-41D8-96DF-4F7E5A81156E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57828C5A-6FDD-402F-B0B9-2BFA6F07CA8E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Use a second method or representation for: Calculate 7/8 - 5/12.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D7574729-59AB-459B-AC02-F62A1A664C02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FF649F0C-4613-4D31-87D5-138B61301C83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this result using an inverse, estimate or known fact: Calculate 2 1/3 + 1 5/6.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98C102C3-7FA3-42A2-B58F-1DC4781FF30E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CD92BA0E-711C-4569-8C93-9CC09AB8C751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Prove or explain your reasoning: Calculate 5 1/4 - 2 2/3.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7A6ACDA9-A8FB-465D-9DD5-E19754F2669D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7A81799D-05E7-436D-AC19-687343E7ADDF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Identify and correct this misconception: Miro adds or subtracts both the numerators and denominators.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0BE9FD1F-2559-494D-8E9C-8A103AAFF29C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31AD7FC8-4615-4E21-BB5D-44AB4F832B9C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 complete sentence explaining how you checked one answer.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4667FF6F-A864-4A5E-B246-E9F770931256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6" name="object-26">
            <a:extLst>
              <a:ext uri="{FF2B5EF4-FFF2-40B4-BE49-F238E27FC236}">
                <a16:creationId xmlns:a16="http://schemas.microsoft.com/office/drawing/2014/main" id="{456A3197-36C2-40DC-86B4-FD551F0A1C3B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72B4D"/>
                </a:solidFill>
                <a:latin typeface="Arial"/>
                <a:ea typeface="Arial"/>
                <a:cs typeface="Arial"/>
              </a:rPr>
              <a:t>Write and solve a similar question to: Calculate 2 1/3 + 1 5/6.</a:t>
            </a:r>
          </a:p>
        </p:txBody>
      </p:sp>
    </p:spTree>
    <p:extLst>
      <p:ext uri="{BB962C8B-B14F-4D97-AF65-F5344CB8AC3E}">
        <p14:creationId xmlns:p14="http://schemas.microsoft.com/office/powerpoint/2010/main" val="11830756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object-1">
            <a:extLst>
              <a:ext uri="{FF2B5EF4-FFF2-40B4-BE49-F238E27FC236}">
                <a16:creationId xmlns:a16="http://schemas.microsoft.com/office/drawing/2014/main" id="{497FF5DD-8F3B-4F79-A915-0F74E5FABE61}"/>
              </a:ext>
            </a:extLst>
          </p:cNvPr>
          <p:cNvSpPr>
            <a:spLocks noGrp="1"/>
          </p:cNvSpPr>
          <p:nvPr/>
        </p:nvSpPr>
        <p:spPr>
          <a:xfrm>
            <a:off x="654844" y="357188"/>
            <a:ext cx="13930313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412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412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Answers</a:t>
            </a:r>
          </a:p>
        </p:txBody>
      </p:sp>
      <p:sp>
        <p:nvSpPr>
          <p:cNvPr id="2" name="object-2">
            <a:extLst>
              <a:ext uri="{FF2B5EF4-FFF2-40B4-BE49-F238E27FC236}">
                <a16:creationId xmlns:a16="http://schemas.microsoft.com/office/drawing/2014/main" id="{51453836-4748-4808-9036-D6CE3EE35252}"/>
              </a:ext>
            </a:extLst>
          </p:cNvPr>
          <p:cNvSpPr>
            <a:spLocks noGrp="1"/>
          </p:cNvSpPr>
          <p:nvPr/>
        </p:nvSpPr>
        <p:spPr>
          <a:xfrm>
            <a:off x="654844" y="1250156"/>
            <a:ext cx="13930313" cy="1190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2625" b="1">
                <a:solidFill>
                  <a:srgbClr val="172B4D"/>
                </a:solidFill>
                <a:latin typeface="Arial"/>
                <a:ea typeface="Arial"/>
                <a:cs typeface="Arial"/>
              </a:defRPr>
            </a:pPr>
            <a:r>
              <a:rPr sz="2625" b="1">
                <a:solidFill>
                  <a:srgbClr val="172B4D"/>
                </a:solidFill>
                <a:latin typeface="Arial"/>
                <a:ea typeface="Arial"/>
                <a:cs typeface="Arial"/>
              </a:rPr>
              <a:t>Check your answers. Explain any corrections.</a:t>
            </a:r>
          </a:p>
        </p:txBody>
      </p:sp>
      <p:sp>
        <p:nvSpPr>
          <p:cNvPr id="3" name="object-3">
            <a:extLst>
              <a:ext uri="{FF2B5EF4-FFF2-40B4-BE49-F238E27FC236}">
                <a16:creationId xmlns:a16="http://schemas.microsoft.com/office/drawing/2014/main" id="{4DBF612E-9810-4FB5-9481-7791156A57C3}"/>
              </a:ext>
            </a:extLst>
          </p:cNvPr>
          <p:cNvSpPr>
            <a:spLocks noGrp="1"/>
          </p:cNvSpPr>
          <p:nvPr/>
        </p:nvSpPr>
        <p:spPr>
          <a:xfrm>
            <a:off x="654844" y="8012906"/>
            <a:ext cx="13930313" cy="11906"/>
          </a:xfrm>
          <a:prstGeom prst="rect">
            <a:avLst/>
          </a:prstGeom>
          <a:solidFill>
            <a:srgbClr val="BCD0EA"/>
          </a:solidFill>
          <a:ln w="0">
            <a:noFill/>
          </a:ln>
        </p:spPr>
      </p:sp>
      <p:sp>
        <p:nvSpPr>
          <p:cNvPr id="4" name="object-4">
            <a:extLst>
              <a:ext uri="{FF2B5EF4-FFF2-40B4-BE49-F238E27FC236}">
                <a16:creationId xmlns:a16="http://schemas.microsoft.com/office/drawing/2014/main" id="{A95B4A1A-42F4-4340-811C-F898E0933C75}"/>
              </a:ext>
            </a:extLst>
          </p:cNvPr>
          <p:cNvSpPr>
            <a:spLocks noGrp="1"/>
          </p:cNvSpPr>
          <p:nvPr/>
        </p:nvSpPr>
        <p:spPr>
          <a:xfrm>
            <a:off x="654844" y="8120063"/>
            <a:ext cx="12977813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BrightPath · Add fractions with different denominators</a:t>
            </a:r>
          </a:p>
        </p:txBody>
      </p:sp>
      <p:sp>
        <p:nvSpPr>
          <p:cNvPr id="5" name="object-5">
            <a:extLst>
              <a:ext uri="{FF2B5EF4-FFF2-40B4-BE49-F238E27FC236}">
                <a16:creationId xmlns:a16="http://schemas.microsoft.com/office/drawing/2014/main" id="{2EBF5E43-14F5-43B0-8312-024CF4E898F1}"/>
              </a:ext>
            </a:extLst>
          </p:cNvPr>
          <p:cNvSpPr>
            <a:spLocks noGrp="1"/>
          </p:cNvSpPr>
          <p:nvPr/>
        </p:nvSpPr>
        <p:spPr>
          <a:xfrm>
            <a:off x="13811250" y="8120063"/>
            <a:ext cx="773906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r">
              <a:defRPr sz="1219" b="0">
                <a:solidFill>
                  <a:srgbClr val="52647A"/>
                </a:solidFill>
                <a:latin typeface="Arial"/>
                <a:ea typeface="Arial"/>
                <a:cs typeface="Arial"/>
              </a:defRPr>
            </a:pPr>
            <a:r>
              <a:rPr sz="1219" b="0">
                <a:solidFill>
                  <a:srgbClr val="52647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object-6">
            <a:extLst>
              <a:ext uri="{FF2B5EF4-FFF2-40B4-BE49-F238E27FC236}">
                <a16:creationId xmlns:a16="http://schemas.microsoft.com/office/drawing/2014/main" id="{BDFDBA08-E870-4447-A668-8357657C45F0}"/>
              </a:ext>
            </a:extLst>
          </p:cNvPr>
          <p:cNvSpPr>
            <a:spLocks noGrp="1"/>
          </p:cNvSpPr>
          <p:nvPr/>
        </p:nvSpPr>
        <p:spPr>
          <a:xfrm>
            <a:off x="773906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1.</a:t>
            </a:r>
          </a:p>
        </p:txBody>
      </p:sp>
      <p:sp>
        <p:nvSpPr>
          <p:cNvPr id="7" name="object-7">
            <a:extLst>
              <a:ext uri="{FF2B5EF4-FFF2-40B4-BE49-F238E27FC236}">
                <a16:creationId xmlns:a16="http://schemas.microsoft.com/office/drawing/2014/main" id="{16E78448-7013-4C9A-953E-173FAEECB296}"/>
              </a:ext>
            </a:extLst>
          </p:cNvPr>
          <p:cNvSpPr>
            <a:spLocks noGrp="1"/>
          </p:cNvSpPr>
          <p:nvPr/>
        </p:nvSpPr>
        <p:spPr>
          <a:xfrm>
            <a:off x="1464469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7/12.</a:t>
            </a:r>
          </a:p>
        </p:txBody>
      </p:sp>
      <p:sp>
        <p:nvSpPr>
          <p:cNvPr id="8" name="object-8">
            <a:extLst>
              <a:ext uri="{FF2B5EF4-FFF2-40B4-BE49-F238E27FC236}">
                <a16:creationId xmlns:a16="http://schemas.microsoft.com/office/drawing/2014/main" id="{5B447C12-818C-4FC4-BC03-FE621EF8E1FF}"/>
              </a:ext>
            </a:extLst>
          </p:cNvPr>
          <p:cNvSpPr>
            <a:spLocks noGrp="1"/>
          </p:cNvSpPr>
          <p:nvPr/>
        </p:nvSpPr>
        <p:spPr>
          <a:xfrm>
            <a:off x="773906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2.</a:t>
            </a:r>
          </a:p>
        </p:txBody>
      </p:sp>
      <p:sp>
        <p:nvSpPr>
          <p:cNvPr id="9" name="object-9">
            <a:extLst>
              <a:ext uri="{FF2B5EF4-FFF2-40B4-BE49-F238E27FC236}">
                <a16:creationId xmlns:a16="http://schemas.microsoft.com/office/drawing/2014/main" id="{48E26660-D622-4CAC-94DE-C7F7C8FE0D00}"/>
              </a:ext>
            </a:extLst>
          </p:cNvPr>
          <p:cNvSpPr>
            <a:spLocks noGrp="1"/>
          </p:cNvSpPr>
          <p:nvPr/>
        </p:nvSpPr>
        <p:spPr>
          <a:xfrm>
            <a:off x="1464469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11/24.</a:t>
            </a:r>
          </a:p>
        </p:txBody>
      </p:sp>
      <p:sp>
        <p:nvSpPr>
          <p:cNvPr id="10" name="object-10">
            <a:extLst>
              <a:ext uri="{FF2B5EF4-FFF2-40B4-BE49-F238E27FC236}">
                <a16:creationId xmlns:a16="http://schemas.microsoft.com/office/drawing/2014/main" id="{B7E47B2D-40A7-4710-BBD1-887281461FE7}"/>
              </a:ext>
            </a:extLst>
          </p:cNvPr>
          <p:cNvSpPr>
            <a:spLocks noGrp="1"/>
          </p:cNvSpPr>
          <p:nvPr/>
        </p:nvSpPr>
        <p:spPr>
          <a:xfrm>
            <a:off x="773906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3.</a:t>
            </a:r>
          </a:p>
        </p:txBody>
      </p:sp>
      <p:sp>
        <p:nvSpPr>
          <p:cNvPr id="11" name="object-11">
            <a:extLst>
              <a:ext uri="{FF2B5EF4-FFF2-40B4-BE49-F238E27FC236}">
                <a16:creationId xmlns:a16="http://schemas.microsoft.com/office/drawing/2014/main" id="{C7A6E08E-71EF-49A8-B483-0FB8B372B55C}"/>
              </a:ext>
            </a:extLst>
          </p:cNvPr>
          <p:cNvSpPr>
            <a:spLocks noGrp="1"/>
          </p:cNvSpPr>
          <p:nvPr/>
        </p:nvSpPr>
        <p:spPr>
          <a:xfrm>
            <a:off x="1464469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4 1/6.</a:t>
            </a:r>
          </a:p>
        </p:txBody>
      </p:sp>
      <p:sp>
        <p:nvSpPr>
          <p:cNvPr id="12" name="object-12">
            <a:extLst>
              <a:ext uri="{FF2B5EF4-FFF2-40B4-BE49-F238E27FC236}">
                <a16:creationId xmlns:a16="http://schemas.microsoft.com/office/drawing/2014/main" id="{AA00AD1A-CE87-4B69-A3D6-FBF93F09A79F}"/>
              </a:ext>
            </a:extLst>
          </p:cNvPr>
          <p:cNvSpPr>
            <a:spLocks noGrp="1"/>
          </p:cNvSpPr>
          <p:nvPr/>
        </p:nvSpPr>
        <p:spPr>
          <a:xfrm>
            <a:off x="773906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4.</a:t>
            </a:r>
          </a:p>
        </p:txBody>
      </p:sp>
      <p:sp>
        <p:nvSpPr>
          <p:cNvPr id="13" name="object-13">
            <a:extLst>
              <a:ext uri="{FF2B5EF4-FFF2-40B4-BE49-F238E27FC236}">
                <a16:creationId xmlns:a16="http://schemas.microsoft.com/office/drawing/2014/main" id="{B731AA57-EB0B-498A-8268-AADA97DA6421}"/>
              </a:ext>
            </a:extLst>
          </p:cNvPr>
          <p:cNvSpPr>
            <a:spLocks noGrp="1"/>
          </p:cNvSpPr>
          <p:nvPr/>
        </p:nvSpPr>
        <p:spPr>
          <a:xfrm>
            <a:off x="1464469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1 7/12.</a:t>
            </a:r>
          </a:p>
        </p:txBody>
      </p:sp>
      <p:sp>
        <p:nvSpPr>
          <p:cNvPr id="14" name="object-14">
            <a:extLst>
              <a:ext uri="{FF2B5EF4-FFF2-40B4-BE49-F238E27FC236}">
                <a16:creationId xmlns:a16="http://schemas.microsoft.com/office/drawing/2014/main" id="{B26D94CF-D6D2-440A-8D5F-28AFA67776C7}"/>
              </a:ext>
            </a:extLst>
          </p:cNvPr>
          <p:cNvSpPr>
            <a:spLocks noGrp="1"/>
          </p:cNvSpPr>
          <p:nvPr/>
        </p:nvSpPr>
        <p:spPr>
          <a:xfrm>
            <a:off x="773906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5.</a:t>
            </a:r>
          </a:p>
        </p:txBody>
      </p:sp>
      <p:sp>
        <p:nvSpPr>
          <p:cNvPr id="15" name="object-15">
            <a:extLst>
              <a:ext uri="{FF2B5EF4-FFF2-40B4-BE49-F238E27FC236}">
                <a16:creationId xmlns:a16="http://schemas.microsoft.com/office/drawing/2014/main" id="{62D07358-600D-46C9-B67F-76C13620EF12}"/>
              </a:ext>
            </a:extLst>
          </p:cNvPr>
          <p:cNvSpPr>
            <a:spLocks noGrp="1"/>
          </p:cNvSpPr>
          <p:nvPr/>
        </p:nvSpPr>
        <p:spPr>
          <a:xfrm>
            <a:off x="1464469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11/24. Method or representation may vary.</a:t>
            </a:r>
          </a:p>
        </p:txBody>
      </p:sp>
      <p:sp>
        <p:nvSpPr>
          <p:cNvPr id="16" name="object-16">
            <a:extLst>
              <a:ext uri="{FF2B5EF4-FFF2-40B4-BE49-F238E27FC236}">
                <a16:creationId xmlns:a16="http://schemas.microsoft.com/office/drawing/2014/main" id="{3A5850D2-CF6F-4144-9537-F52404246557}"/>
              </a:ext>
            </a:extLst>
          </p:cNvPr>
          <p:cNvSpPr>
            <a:spLocks noGrp="1"/>
          </p:cNvSpPr>
          <p:nvPr/>
        </p:nvSpPr>
        <p:spPr>
          <a:xfrm>
            <a:off x="8215313" y="2512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6.</a:t>
            </a:r>
          </a:p>
        </p:txBody>
      </p:sp>
      <p:sp>
        <p:nvSpPr>
          <p:cNvPr id="17" name="object-17">
            <a:extLst>
              <a:ext uri="{FF2B5EF4-FFF2-40B4-BE49-F238E27FC236}">
                <a16:creationId xmlns:a16="http://schemas.microsoft.com/office/drawing/2014/main" id="{A12882CC-6E7F-45F5-B28D-F98865B5796A}"/>
              </a:ext>
            </a:extLst>
          </p:cNvPr>
          <p:cNvSpPr>
            <a:spLocks noGrp="1"/>
          </p:cNvSpPr>
          <p:nvPr/>
        </p:nvSpPr>
        <p:spPr>
          <a:xfrm>
            <a:off x="8905875" y="2512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Expected result: 4 1/6. A valid check must be shown.</a:t>
            </a:r>
          </a:p>
        </p:txBody>
      </p:sp>
      <p:sp>
        <p:nvSpPr>
          <p:cNvPr id="18" name="object-18">
            <a:extLst>
              <a:ext uri="{FF2B5EF4-FFF2-40B4-BE49-F238E27FC236}">
                <a16:creationId xmlns:a16="http://schemas.microsoft.com/office/drawing/2014/main" id="{EAB006F0-6AA0-41B2-B51F-E132B8D241F6}"/>
              </a:ext>
            </a:extLst>
          </p:cNvPr>
          <p:cNvSpPr>
            <a:spLocks noGrp="1"/>
          </p:cNvSpPr>
          <p:nvPr/>
        </p:nvSpPr>
        <p:spPr>
          <a:xfrm>
            <a:off x="8215313" y="35599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7.</a:t>
            </a:r>
          </a:p>
        </p:txBody>
      </p:sp>
      <p:sp>
        <p:nvSpPr>
          <p:cNvPr id="19" name="object-19">
            <a:extLst>
              <a:ext uri="{FF2B5EF4-FFF2-40B4-BE49-F238E27FC236}">
                <a16:creationId xmlns:a16="http://schemas.microsoft.com/office/drawing/2014/main" id="{A11E5A88-0235-456C-A491-6D0D3D6D507C}"/>
              </a:ext>
            </a:extLst>
          </p:cNvPr>
          <p:cNvSpPr>
            <a:spLocks noGrp="1"/>
          </p:cNvSpPr>
          <p:nvPr/>
        </p:nvSpPr>
        <p:spPr>
          <a:xfrm>
            <a:off x="8905875" y="35599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2 7/12. The explanation must show why the method works.</a:t>
            </a:r>
          </a:p>
        </p:txBody>
      </p:sp>
      <p:sp>
        <p:nvSpPr>
          <p:cNvPr id="20" name="object-20">
            <a:extLst>
              <a:ext uri="{FF2B5EF4-FFF2-40B4-BE49-F238E27FC236}">
                <a16:creationId xmlns:a16="http://schemas.microsoft.com/office/drawing/2014/main" id="{E6B2940D-9E5F-4766-B803-FAD676B62866}"/>
              </a:ext>
            </a:extLst>
          </p:cNvPr>
          <p:cNvSpPr>
            <a:spLocks noGrp="1"/>
          </p:cNvSpPr>
          <p:nvPr/>
        </p:nvSpPr>
        <p:spPr>
          <a:xfrm>
            <a:off x="8215313" y="46077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8.</a:t>
            </a:r>
          </a:p>
        </p:txBody>
      </p:sp>
      <p:sp>
        <p:nvSpPr>
          <p:cNvPr id="21" name="object-21">
            <a:extLst>
              <a:ext uri="{FF2B5EF4-FFF2-40B4-BE49-F238E27FC236}">
                <a16:creationId xmlns:a16="http://schemas.microsoft.com/office/drawing/2014/main" id="{9D6B52F7-BBA9-4472-87AB-A97D9A4E0B6A}"/>
              </a:ext>
            </a:extLst>
          </p:cNvPr>
          <p:cNvSpPr>
            <a:spLocks noGrp="1"/>
          </p:cNvSpPr>
          <p:nvPr/>
        </p:nvSpPr>
        <p:spPr>
          <a:xfrm>
            <a:off x="8905875" y="46077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Use equivalent fractions with a common denominator, then operate on the numerators only.</a:t>
            </a:r>
          </a:p>
        </p:txBody>
      </p:sp>
      <p:sp>
        <p:nvSpPr>
          <p:cNvPr id="22" name="object-22">
            <a:extLst>
              <a:ext uri="{FF2B5EF4-FFF2-40B4-BE49-F238E27FC236}">
                <a16:creationId xmlns:a16="http://schemas.microsoft.com/office/drawing/2014/main" id="{A6BAE95C-8640-4C3B-9D4B-71720EFEF4F0}"/>
              </a:ext>
            </a:extLst>
          </p:cNvPr>
          <p:cNvSpPr>
            <a:spLocks noGrp="1"/>
          </p:cNvSpPr>
          <p:nvPr/>
        </p:nvSpPr>
        <p:spPr>
          <a:xfrm>
            <a:off x="8215313" y="565546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9.</a:t>
            </a:r>
          </a:p>
        </p:txBody>
      </p:sp>
      <p:sp>
        <p:nvSpPr>
          <p:cNvPr id="23" name="object-23">
            <a:extLst>
              <a:ext uri="{FF2B5EF4-FFF2-40B4-BE49-F238E27FC236}">
                <a16:creationId xmlns:a16="http://schemas.microsoft.com/office/drawing/2014/main" id="{EBF682F8-DA83-48CB-BA8D-D62E39136450}"/>
              </a:ext>
            </a:extLst>
          </p:cNvPr>
          <p:cNvSpPr>
            <a:spLocks noGrp="1"/>
          </p:cNvSpPr>
          <p:nvPr/>
        </p:nvSpPr>
        <p:spPr>
          <a:xfrm>
            <a:off x="8905875" y="565546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 should name an inverse, estimate, boundary, known fact or equivalent representation.</a:t>
            </a:r>
          </a:p>
        </p:txBody>
      </p:sp>
      <p:sp>
        <p:nvSpPr>
          <p:cNvPr id="24" name="object-24">
            <a:extLst>
              <a:ext uri="{FF2B5EF4-FFF2-40B4-BE49-F238E27FC236}">
                <a16:creationId xmlns:a16="http://schemas.microsoft.com/office/drawing/2014/main" id="{B9CB3E27-4118-4B7A-A4EE-CA1625A56FC5}"/>
              </a:ext>
            </a:extLst>
          </p:cNvPr>
          <p:cNvSpPr>
            <a:spLocks noGrp="1"/>
          </p:cNvSpPr>
          <p:nvPr/>
        </p:nvSpPr>
        <p:spPr>
          <a:xfrm>
            <a:off x="8215313" y="6703219"/>
            <a:ext cx="67865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75" b="1">
                <a:solidFill>
                  <a:srgbClr val="1D4ED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D4ED8"/>
                </a:solidFill>
                <a:latin typeface="Arial"/>
                <a:ea typeface="Arial"/>
                <a:cs typeface="Arial"/>
              </a:rPr>
              <a:t>10.</a:t>
            </a:r>
          </a:p>
        </p:txBody>
      </p:sp>
      <p:sp>
        <p:nvSpPr>
          <p:cNvPr id="25" name="object-25">
            <a:extLst>
              <a:ext uri="{FF2B5EF4-FFF2-40B4-BE49-F238E27FC236}">
                <a16:creationId xmlns:a16="http://schemas.microsoft.com/office/drawing/2014/main" id="{8BE086B6-19D9-4FDD-84EB-E5D91F97BF26}"/>
              </a:ext>
            </a:extLst>
          </p:cNvPr>
          <p:cNvSpPr>
            <a:spLocks noGrp="1"/>
          </p:cNvSpPr>
          <p:nvPr/>
        </p:nvSpPr>
        <p:spPr>
          <a:xfrm>
            <a:off x="8905875" y="6703219"/>
            <a:ext cx="5917406" cy="976313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/>
          <a:p>
            <a:pPr algn="l">
              <a:defRPr sz="1800" b="0">
                <a:solidFill>
                  <a:srgbClr val="11745A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1745A"/>
                </a:solidFill>
                <a:latin typeface="Arial"/>
                <a:ea typeface="Arial"/>
                <a:cs typeface="Arial"/>
              </a:rPr>
              <a:t>Answers vary. The new question must use the same mathematical structure and include a correct solution.</a:t>
            </a:r>
          </a:p>
        </p:txBody>
      </p:sp>
    </p:spTree>
    <p:extLst>
      <p:ext uri="{BB962C8B-B14F-4D97-AF65-F5344CB8AC3E}">
        <p14:creationId xmlns:p14="http://schemas.microsoft.com/office/powerpoint/2010/main" val="146066214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1270</Words>
  <Application>Microsoft Office PowerPoint</Application>
  <DocSecurity>0</DocSecurity>
  <PresentationFormat>Custom</PresentationFormat>
  <Paragraphs>178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2026-09-14T13:19:12Z</dcterms:created>
  <dcterms:modified xsi:type="dcterms:W3CDTF">2026-09-14T13:19:36Z</dcterms:modified>
</cp:coreProperties>
</file>