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Solve fraction addition problems.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addition problems.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3265A83D-0795-4B9F-8EFA-D1608B0D63F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Solve fraction addition problems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4712CD3-D51B-49DB-AF1A-6564735B190A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F0537E5-A4B3-4456-8199-85298DBC86E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AACC26B-0C36-467D-A576-5FCDE1E875B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5599343-8B34-4B68-B1EE-41E5BFBFCEB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0436171-81A7-4281-8CFD-32B7159EFD5F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solve multi-step problems involving fraction addition and subtraction.</a:t>
            </a:r>
          </a:p>
        </p:txBody>
      </p:sp>
    </p:spTree>
    <p:extLst>
      <p:ext uri="{BB962C8B-B14F-4D97-AF65-F5344CB8AC3E}">
        <p14:creationId xmlns:p14="http://schemas.microsoft.com/office/powerpoint/2010/main" val="206419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1ED39658-F170-4A5D-A691-2310D3B2E42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E9EBD82-D1F6-40E6-8926-B15424F592B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1/2 − 1 3/4.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081C57C-266E-4A74-8CFD-AD7DF3E6343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D3E2B36-B6F3-479B-ADD5-F9F64B7D64E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4737CD1-6A00-483D-962D-70AB10DC436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57FE13E-7F6C-4C9F-A7F0-B2FDFCA58B3C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 1/2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98C8273-CC9D-49EB-A187-530D9A3782F5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2 + 1 = 7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DD4C86E-0086-42FB-A2D0-6B4F95E9E750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F743A36-B60C-4183-9AEC-1B42786672D5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90DD10B-B4E3-41A9-A806-483E53059020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C07CB7B-9589-4E88-A9BE-001198F61A4D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 3/4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F23A48F-17A4-4DBE-9FA5-C86A5B543987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× 4 + 3 = 7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E25DB43-FF5A-457E-B4EA-7EC9AC862385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D3A7D36-2187-4CBE-96DB-4C350A753956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0F8DE35-01E1-4D6B-850E-3EBCF944739D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9263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-1">
            <a:extLst>
              <a:ext uri="{FF2B5EF4-FFF2-40B4-BE49-F238E27FC236}">
                <a16:creationId xmlns:a16="http://schemas.microsoft.com/office/drawing/2014/main" id="{C420C559-983F-46C3-AB23-4CA29509D60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55A5990-3E38-4C71-9AED-C5721252537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1/2 − 1 3/4.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1194A80-6A7F-44F3-8AF8-E05ACA0DCEB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BEE468B-FF8F-4D4D-BC73-8C7B7840C2D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4706A03-1247-4D66-95B3-B1750F36B51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AD03723-EFE3-476D-9700-EC9C43A82631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E172C78-B0C8-4B69-8330-11BD6C128AE3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B5E5D14-D316-4BA3-A437-BBC102473CD2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F3C52FC-9989-4132-B0A3-03551E1243EA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50012FE-4425-485C-87F5-F18481E1C5EA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03D441D-E52D-46A2-97B6-010022DB47C5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D059625-D428-4713-92A1-D12370C4A98A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194DC27-2CC4-418D-94AA-F40DDC347732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D7F3844-BC3B-4E3D-87E0-93DBF01EE160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8C0DCBB-7A75-4586-89C0-747ED99F2D85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22D2D5C-D84D-40E7-BC21-F237CE32509F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8CE1290-63A6-4697-A7CD-366D2D9149DD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E276B36F-9D60-4DD9-A4BE-5F53A73D2FF0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DFA6E91-EDFB-4A12-AA27-E6CC276EEA5B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D2711BC-B42A-4329-AA7E-BACEF88332E7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2B335B2-7B23-41DC-ABD0-2AE901F9F2B1}"/>
              </a:ext>
            </a:extLst>
          </p:cNvPr>
          <p:cNvSpPr>
            <a:spLocks noGrp="1"/>
          </p:cNvSpPr>
          <p:nvPr/>
        </p:nvSpPr>
        <p:spPr>
          <a:xfrm>
            <a:off x="220265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114CDA49-39C5-41F0-BCC7-C3F4EFC45C4A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0809D62E-ECC3-4D18-96A6-C95CEDF8D537}"/>
              </a:ext>
            </a:extLst>
          </p:cNvPr>
          <p:cNvSpPr>
            <a:spLocks noGrp="1"/>
          </p:cNvSpPr>
          <p:nvPr/>
        </p:nvSpPr>
        <p:spPr>
          <a:xfrm>
            <a:off x="363140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24FAFF5-0EE4-4F37-BB35-633DAD180EF0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17F0A08-2DFA-4DDA-A7FB-858C6BD7F336}"/>
              </a:ext>
            </a:extLst>
          </p:cNvPr>
          <p:cNvSpPr>
            <a:spLocks noGrp="1"/>
          </p:cNvSpPr>
          <p:nvPr/>
        </p:nvSpPr>
        <p:spPr>
          <a:xfrm>
            <a:off x="506015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BAF8FAFB-D483-4032-95F5-D50D1AACD8DA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230E2ED6-02CE-436A-B8A0-187332890A86}"/>
              </a:ext>
            </a:extLst>
          </p:cNvPr>
          <p:cNvSpPr>
            <a:spLocks noGrp="1"/>
          </p:cNvSpPr>
          <p:nvPr/>
        </p:nvSpPr>
        <p:spPr>
          <a:xfrm>
            <a:off x="648890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C565D531-45EB-44EF-8E3E-A512609707F8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35172EBD-4211-4B0C-966C-3845069B4951}"/>
              </a:ext>
            </a:extLst>
          </p:cNvPr>
          <p:cNvSpPr>
            <a:spLocks noGrp="1"/>
          </p:cNvSpPr>
          <p:nvPr/>
        </p:nvSpPr>
        <p:spPr>
          <a:xfrm>
            <a:off x="791765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3BDB0ADA-70D0-4B4F-A9F1-E66B9070D8AD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3749DEEF-DC0C-4BFE-835A-0F3D3D0D9D81}"/>
              </a:ext>
            </a:extLst>
          </p:cNvPr>
          <p:cNvSpPr>
            <a:spLocks noGrp="1"/>
          </p:cNvSpPr>
          <p:nvPr/>
        </p:nvSpPr>
        <p:spPr>
          <a:xfrm>
            <a:off x="934640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21D531ED-66F5-4570-8BE8-726EECE4B087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977C98AB-286B-4951-8341-CACABD188BAA}"/>
              </a:ext>
            </a:extLst>
          </p:cNvPr>
          <p:cNvSpPr>
            <a:spLocks noGrp="1"/>
          </p:cNvSpPr>
          <p:nvPr/>
        </p:nvSpPr>
        <p:spPr>
          <a:xfrm>
            <a:off x="1077515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7D38E6DE-88CA-43A0-BEA2-E16B9806CAB7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35AAAE91-54D1-443A-A9EB-29488473A1CF}"/>
              </a:ext>
            </a:extLst>
          </p:cNvPr>
          <p:cNvSpPr>
            <a:spLocks noGrp="1"/>
          </p:cNvSpPr>
          <p:nvPr/>
        </p:nvSpPr>
        <p:spPr>
          <a:xfrm>
            <a:off x="12203906" y="5310188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9D98ABB7-03E1-454B-B6F7-6BA1749498A6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628961F6-BE70-42F2-903B-E29DBD7CA622}"/>
              </a:ext>
            </a:extLst>
          </p:cNvPr>
          <p:cNvSpPr>
            <a:spLocks noGrp="1"/>
          </p:cNvSpPr>
          <p:nvPr/>
        </p:nvSpPr>
        <p:spPr>
          <a:xfrm>
            <a:off x="2202656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ACD7B7EA-1B63-42BC-B13C-D34F9AB087FB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8A7A60E4-9D3E-40C7-8367-A7CEA1F87F4F}"/>
              </a:ext>
            </a:extLst>
          </p:cNvPr>
          <p:cNvSpPr>
            <a:spLocks noGrp="1"/>
          </p:cNvSpPr>
          <p:nvPr/>
        </p:nvSpPr>
        <p:spPr>
          <a:xfrm>
            <a:off x="3631406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2B3F5402-385B-45DC-822D-A780014A81F9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D40FBA10-0CFF-4D3C-834C-75178EAF1C44}"/>
              </a:ext>
            </a:extLst>
          </p:cNvPr>
          <p:cNvSpPr>
            <a:spLocks noGrp="1"/>
          </p:cNvSpPr>
          <p:nvPr/>
        </p:nvSpPr>
        <p:spPr>
          <a:xfrm>
            <a:off x="5060156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BE84133E-9B48-4198-99BC-1A211FF56E6E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822AA99F-686F-46A4-B242-000BF10B6A42}"/>
              </a:ext>
            </a:extLst>
          </p:cNvPr>
          <p:cNvSpPr>
            <a:spLocks noGrp="1"/>
          </p:cNvSpPr>
          <p:nvPr/>
        </p:nvSpPr>
        <p:spPr>
          <a:xfrm>
            <a:off x="648890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8B49FD04-52F5-4685-946C-27857E0EC7CC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C90285E4-81CA-492F-A130-7B82026D3E21}"/>
              </a:ext>
            </a:extLst>
          </p:cNvPr>
          <p:cNvSpPr>
            <a:spLocks noGrp="1"/>
          </p:cNvSpPr>
          <p:nvPr/>
        </p:nvSpPr>
        <p:spPr>
          <a:xfrm>
            <a:off x="791765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FEABEF00-BE7D-475A-B84F-F84351D08795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289D28BF-99CC-4DDD-9954-DC6E83FBFF0B}"/>
              </a:ext>
            </a:extLst>
          </p:cNvPr>
          <p:cNvSpPr>
            <a:spLocks noGrp="1"/>
          </p:cNvSpPr>
          <p:nvPr/>
        </p:nvSpPr>
        <p:spPr>
          <a:xfrm>
            <a:off x="934640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7CA4F54F-43E4-4E0F-84DD-3973CC9AE9DA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5EA37B48-012F-44BA-8D56-52C8F719CE77}"/>
              </a:ext>
            </a:extLst>
          </p:cNvPr>
          <p:cNvSpPr>
            <a:spLocks noGrp="1"/>
          </p:cNvSpPr>
          <p:nvPr/>
        </p:nvSpPr>
        <p:spPr>
          <a:xfrm>
            <a:off x="1077515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BD502539-CD8B-457A-AA7B-6AFF874C05F9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C6B18ABF-3F6B-467A-AD69-C37618F8E9D5}"/>
              </a:ext>
            </a:extLst>
          </p:cNvPr>
          <p:cNvSpPr>
            <a:spLocks noGrp="1"/>
          </p:cNvSpPr>
          <p:nvPr/>
        </p:nvSpPr>
        <p:spPr>
          <a:xfrm>
            <a:off x="1220390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73ED1218-EDD3-4710-9654-0532CA396774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7AB99F90-084C-4D8B-9484-6197A2B77A48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A17532B6-BA38-4665-9DA4-4A56E275631B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47C5F283-2137-4252-846A-3778DBD7A9D8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99ACD710-7E7B-44B0-A40C-C1D879148500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68C64541-D048-41E0-A2D3-E5967F2F3AE0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63008B80-4F66-4B10-81F3-D2C53D237320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1A6118F8-0EEE-4A96-BB9E-B942F4C9EC2A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CF9D4633-82A2-431C-B95D-4847EE14C1A5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14 − 7 = 7; the denominator stays 4.</a:t>
            </a:r>
          </a:p>
        </p:txBody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D17FBA56-E1D7-4EDB-A0E4-E5E58E951D64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1 3/4</a:t>
            </a:r>
          </a:p>
        </p:txBody>
      </p:sp>
    </p:spTree>
    <p:extLst>
      <p:ext uri="{BB962C8B-B14F-4D97-AF65-F5344CB8AC3E}">
        <p14:creationId xmlns:p14="http://schemas.microsoft.com/office/powerpoint/2010/main" val="212764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  <p:bldP spid="60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04EB2EBC-EDF0-43B1-8155-B011D363FFF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8C5C885-DC88-4CDC-999E-C7E8F961136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 3/4 + 2/3.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A6A79A9-57A9-4F8D-B7BB-482E75D58D1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697C807-E3E8-46BF-B56D-71ABC0A8049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14CADC6-2DF3-4342-983E-A318C816EEE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599A653-59BB-41E2-BB60-0500CE6AE751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 3/4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16F6B6A-4580-42FC-B96A-314724B520CF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× 4 + 3 = 7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6902118-F094-457C-9FC9-83555F0EAC75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0B6FD6C-D8CA-4C09-AB68-8D51BC6C52D9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8A11CD8-F73E-4025-A254-5064A0362B0F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702C703-AF6C-4788-A545-4A6772C776DB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3321B3E-BC61-46F3-9A2F-6ECC746CEB4B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3 + 2 = 2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AAE10B5-D29A-44FE-B64A-5F6965F93FB8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75126F2-C81E-44A8-A9C5-DD7B1C41196A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94EF2F3-608A-42E5-AFB1-AB1FE108DC70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401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bject-1">
            <a:extLst>
              <a:ext uri="{FF2B5EF4-FFF2-40B4-BE49-F238E27FC236}">
                <a16:creationId xmlns:a16="http://schemas.microsoft.com/office/drawing/2014/main" id="{F56534B9-315C-4D20-94B5-93CC9E94D4B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ABC7D61-E6FF-48E7-B63E-5DB6B7AF813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 3/4 + 2/3.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AFAAE35-E19B-47D7-94DA-936323CBC29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5A1DDD6-8F8B-4F5C-9B90-F352CDD51D8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48DF9CA-ABE6-4CD3-AF7F-E793040809A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3972741-A694-4CC5-809F-A63D83055765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6EC4083-129E-4EF6-A8CC-CA73DF6A5C77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3EDFC80-A763-4874-870D-9771AF249F1F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327E7FA-D74D-4CE1-B586-A32D1859AC59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F19F2A9-DB8D-4BFF-8A05-5C5DBE439D1C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4324496-6C9B-4997-A96C-1D7EB0D1219C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17B0AD5-F012-44A5-9D15-B1EE63D47F76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38AB655-CBAE-4AD1-B137-7534F7EA658A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C820FD8-04C1-4CA8-93E1-37AFE107D6C6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6AF9CCA-01FA-484A-84EE-B11209183C1F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1A02CFA-DF14-4D26-94D9-2E4F000D5E13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0D0FCD2-AFB6-4799-AFD0-E2DF6E806666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C8AA930-D022-4C10-BC12-B3BDEFCF8C5C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FE3E7A6-AE34-4EBD-B5B9-8B2C0F673265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43FD936D-EA53-4C37-AB02-41DFBC11B8D0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8CD6D67-95C9-47AA-BD84-EC5A7CE01D9E}"/>
              </a:ext>
            </a:extLst>
          </p:cNvPr>
          <p:cNvSpPr>
            <a:spLocks noGrp="1"/>
          </p:cNvSpPr>
          <p:nvPr/>
        </p:nvSpPr>
        <p:spPr>
          <a:xfrm>
            <a:off x="196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EC62D97-F121-4C6C-881F-771F3A25B8F4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5B3A089-72C9-48C0-A9E1-3ED2982F4432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2239B8E-ECA3-45EA-B980-7074AA8821F5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E17D4FF-2C48-4015-8B42-E14B8D614E1F}"/>
              </a:ext>
            </a:extLst>
          </p:cNvPr>
          <p:cNvSpPr>
            <a:spLocks noGrp="1"/>
          </p:cNvSpPr>
          <p:nvPr/>
        </p:nvSpPr>
        <p:spPr>
          <a:xfrm>
            <a:off x="3869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CDA2B5A-83B2-445A-B34C-F6F9090AEFEF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1CEF077-D209-4EF6-B4F7-EED39D99AF1B}"/>
              </a:ext>
            </a:extLst>
          </p:cNvPr>
          <p:cNvSpPr>
            <a:spLocks noGrp="1"/>
          </p:cNvSpPr>
          <p:nvPr/>
        </p:nvSpPr>
        <p:spPr>
          <a:xfrm>
            <a:off x="4822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09635399-4835-49AD-AAB2-FB31934A77FD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A6F9786D-1EEB-48BC-952C-BCF7B4535A47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4BA339EB-A32E-4697-8C0C-711CAFB49E30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A69F614C-6B11-4C5E-BE5A-20B8E609260C}"/>
              </a:ext>
            </a:extLst>
          </p:cNvPr>
          <p:cNvSpPr>
            <a:spLocks noGrp="1"/>
          </p:cNvSpPr>
          <p:nvPr/>
        </p:nvSpPr>
        <p:spPr>
          <a:xfrm>
            <a:off x="672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45A6AC2B-040F-4636-9CBE-D0B01936D769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4A5F2A18-9490-4481-87B3-69A1E660CDB1}"/>
              </a:ext>
            </a:extLst>
          </p:cNvPr>
          <p:cNvSpPr>
            <a:spLocks noGrp="1"/>
          </p:cNvSpPr>
          <p:nvPr/>
        </p:nvSpPr>
        <p:spPr>
          <a:xfrm>
            <a:off x="7679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190D5E14-7479-447A-82EE-B5B674CDF470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C1BE4B38-8564-4644-BD34-C38CA05D43BB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A9A5770A-7913-4559-AAF6-81C87ED20403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52154BD4-0328-423C-B085-F263E340E5B3}"/>
              </a:ext>
            </a:extLst>
          </p:cNvPr>
          <p:cNvSpPr>
            <a:spLocks noGrp="1"/>
          </p:cNvSpPr>
          <p:nvPr/>
        </p:nvSpPr>
        <p:spPr>
          <a:xfrm>
            <a:off x="958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D1A79D7E-AF43-4B69-8377-CC61E56CD670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89273BD4-F852-491F-B5FA-D6D3F9C51769}"/>
              </a:ext>
            </a:extLst>
          </p:cNvPr>
          <p:cNvSpPr>
            <a:spLocks noGrp="1"/>
          </p:cNvSpPr>
          <p:nvPr/>
        </p:nvSpPr>
        <p:spPr>
          <a:xfrm>
            <a:off x="1053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1B71C84D-C6D2-47E3-823D-143222AA34DD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920AF7F2-4710-424E-8A8D-5F08D5ADB960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8E036B10-C3DF-489F-BB7C-DCFD94F1AC1C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829B03F3-1B8E-4B41-B743-3C8AE7C2E52A}"/>
              </a:ext>
            </a:extLst>
          </p:cNvPr>
          <p:cNvSpPr>
            <a:spLocks noGrp="1"/>
          </p:cNvSpPr>
          <p:nvPr/>
        </p:nvSpPr>
        <p:spPr>
          <a:xfrm>
            <a:off x="12442031" y="5310188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0A835B26-F907-46FF-ADCA-3C5E7D8AB75E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9C996FF8-6384-4E90-AD9D-BD4F5A568BB2}"/>
              </a:ext>
            </a:extLst>
          </p:cNvPr>
          <p:cNvSpPr>
            <a:spLocks noGrp="1"/>
          </p:cNvSpPr>
          <p:nvPr/>
        </p:nvSpPr>
        <p:spPr>
          <a:xfrm>
            <a:off x="19645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9D032A80-89D2-43A5-A70C-C9FA045CD00D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AD9CFF1B-996A-4C6C-AD41-A367074C31DC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0E3C34BF-BDC0-45A9-8828-FE0555EBEBF5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CE86F45E-937A-4560-9953-6E343A3601C5}"/>
              </a:ext>
            </a:extLst>
          </p:cNvPr>
          <p:cNvSpPr>
            <a:spLocks noGrp="1"/>
          </p:cNvSpPr>
          <p:nvPr/>
        </p:nvSpPr>
        <p:spPr>
          <a:xfrm>
            <a:off x="38695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5358ED41-B564-4227-B63F-5E06FD366AA7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3C4EC2DF-207F-41DE-A4EB-C55D1FA91DBA}"/>
              </a:ext>
            </a:extLst>
          </p:cNvPr>
          <p:cNvSpPr>
            <a:spLocks noGrp="1"/>
          </p:cNvSpPr>
          <p:nvPr/>
        </p:nvSpPr>
        <p:spPr>
          <a:xfrm>
            <a:off x="48220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D804E9B5-ABC3-40CE-A821-9AEE6C93B4E2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ACC78153-D628-4EC4-A2D9-695174CB2D75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96D2D569-E57C-4354-8669-40ABBBA3A3F4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7DD43695-15C9-499F-B297-755DCE89A4A8}"/>
              </a:ext>
            </a:extLst>
          </p:cNvPr>
          <p:cNvSpPr>
            <a:spLocks noGrp="1"/>
          </p:cNvSpPr>
          <p:nvPr/>
        </p:nvSpPr>
        <p:spPr>
          <a:xfrm>
            <a:off x="6727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E34BF4CC-13B4-48C1-8C75-C80A3B9E0FA9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314E4538-17FF-4B7C-886C-18187EA46340}"/>
              </a:ext>
            </a:extLst>
          </p:cNvPr>
          <p:cNvSpPr>
            <a:spLocks noGrp="1"/>
          </p:cNvSpPr>
          <p:nvPr/>
        </p:nvSpPr>
        <p:spPr>
          <a:xfrm>
            <a:off x="7679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86560785-C961-4B82-A458-6C9F1784E3F2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2C20B610-33CE-4993-96E9-D7CC7F7BC062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8266610E-25CA-43A6-A962-ECF561F76CA0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122E77AD-AC05-479A-A179-6F2F85A0238E}"/>
              </a:ext>
            </a:extLst>
          </p:cNvPr>
          <p:cNvSpPr>
            <a:spLocks noGrp="1"/>
          </p:cNvSpPr>
          <p:nvPr/>
        </p:nvSpPr>
        <p:spPr>
          <a:xfrm>
            <a:off x="9584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CA45FC3A-1232-466D-8F24-33E5045F1C26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608D4036-895E-47F8-8392-2370C8413B6F}"/>
              </a:ext>
            </a:extLst>
          </p:cNvPr>
          <p:cNvSpPr>
            <a:spLocks noGrp="1"/>
          </p:cNvSpPr>
          <p:nvPr/>
        </p:nvSpPr>
        <p:spPr>
          <a:xfrm>
            <a:off x="10537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0E803D1E-4BBA-4533-B770-2221F8E317B0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86405811-54A2-4117-A262-FBC792216300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F8CDF597-9DFB-4674-8B96-42FA500CCC95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860681AA-D914-49DB-A9BD-9016490B757C}"/>
              </a:ext>
            </a:extLst>
          </p:cNvPr>
          <p:cNvSpPr>
            <a:spLocks noGrp="1"/>
          </p:cNvSpPr>
          <p:nvPr/>
        </p:nvSpPr>
        <p:spPr>
          <a:xfrm>
            <a:off x="12442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66BF08AA-FF58-4AE0-8427-980C5AFA3B27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571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2CA3A931-53CC-4925-AFE0-B730EE5C27D0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571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D42B333E-49E8-42EC-972C-E70F4B0EF436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571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32760EE6-008B-482E-BEA0-43DB3725BAE8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571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DAA2631C-83A7-4E93-8177-4C07ABD382EB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21 + 8 = 29; the denominator stays 12.</a:t>
            </a:r>
          </a:p>
        </p:txBody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4B510EAF-F547-43C8-B8DB-96141A335249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2 5/12</a:t>
            </a:r>
          </a:p>
        </p:txBody>
      </p:sp>
    </p:spTree>
    <p:extLst>
      <p:ext uri="{BB962C8B-B14F-4D97-AF65-F5344CB8AC3E}">
        <p14:creationId xmlns:p14="http://schemas.microsoft.com/office/powerpoint/2010/main" val="203727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  <p:bldP spid="72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8616C8AF-57A1-4C9F-8ABB-A2A83591776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BEFF989-828C-42DB-B0A5-D726F4550EA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FE63B11-1629-45F8-A68B-B9F79018338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 1/2 − 1 3/4.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F422F84-A078-4696-9E12-412044F6707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4602DEF-B9CA-49D8-B0AB-E6F5E6CFB35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BC967AF-A3E4-4FAB-BB6D-5CF003D0599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705AD5D-FFBE-4FA0-B40B-4DF40241233A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 1/2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2D1B08B-56F7-4FC4-8945-EE86B17FE177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2 + 1 = 9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BF42877-6F6F-4C35-8BB1-66E2BC194706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366F515-81EC-4939-B294-B958948AE9C5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F0EA019-5FDB-40EB-AF8A-CD5076099265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BD8DAD0-1CCC-4872-85BE-3E61C49ABBC7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 3/4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04325DD-7289-4999-9E97-166EEF1F67E3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× 4 + 3 = 7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810438B-1CAD-47DA-A440-6D4CC3A031E5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5111511-D9E5-4DDE-A9F6-6A7CD156A599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093DB88-B0CD-472A-920B-20FD6646D9E1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370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-1">
            <a:extLst>
              <a:ext uri="{FF2B5EF4-FFF2-40B4-BE49-F238E27FC236}">
                <a16:creationId xmlns:a16="http://schemas.microsoft.com/office/drawing/2014/main" id="{A8673911-85E3-4ACF-A9FD-CD31636D6AA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753DDE7-FB4C-47C1-9104-62F7AD499FA3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87BF9A6-336F-4338-BCF2-AC28AD86885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 1/2 − 1 3/4.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68235F8-6FA8-4E0C-8BC2-905722676C6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E4B720D-8115-4B95-89C6-7EF4EC6CE58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99DC0E3-74BD-4CE0-85DC-D3F53F7580A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E20F944-6858-4C7D-96F5-013D8C53DC59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66A4C13-41AA-4BC4-9917-F2D84BEB99E9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A3E3806-9539-4455-BEBB-75F7C9DED793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8E170D3-D50A-40DF-A31F-DF705547E391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5FADDE9-C00B-4B11-A7FD-E7EB17C7BEBA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F5CD7A0-B751-4E83-AF30-CD32CBFAC214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2695301-9796-4739-9E7D-1DF5025ED371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1402A5A-8CDF-46C1-BB39-B7D6D58BAF3E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B6F4B50-51B9-4E6D-9DAF-F6D3B9ABF219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31FE1C8-2874-47C4-BCF1-B366CD53E8C3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66D0EE4-958C-4F06-B6D3-4C71C8982D71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E7F44CF0-F2AC-4DFA-8838-85584B32839E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F23C575-0AA1-4EA0-AC34-BA380D5AFB68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8D19B3B-610D-4E85-8C48-80F083309D2C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2F4EBFC-A5DA-425F-B8C2-711D1A065120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D4FA0FF-D111-44D9-80F5-466C965C831D}"/>
              </a:ext>
            </a:extLst>
          </p:cNvPr>
          <p:cNvSpPr>
            <a:spLocks noGrp="1"/>
          </p:cNvSpPr>
          <p:nvPr/>
        </p:nvSpPr>
        <p:spPr>
          <a:xfrm>
            <a:off x="2059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B2A46B3-62E0-4359-B3BA-27A07EEBF308}"/>
              </a:ext>
            </a:extLst>
          </p:cNvPr>
          <p:cNvSpPr>
            <a:spLocks noGrp="1"/>
          </p:cNvSpPr>
          <p:nvPr/>
        </p:nvSpPr>
        <p:spPr>
          <a:xfrm>
            <a:off x="2631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41AAA24-2B6B-429E-802C-DD5934206E8D}"/>
              </a:ext>
            </a:extLst>
          </p:cNvPr>
          <p:cNvSpPr>
            <a:spLocks noGrp="1"/>
          </p:cNvSpPr>
          <p:nvPr/>
        </p:nvSpPr>
        <p:spPr>
          <a:xfrm>
            <a:off x="3202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4DD8EC4-02A1-4B28-827F-52CB2D52ACC9}"/>
              </a:ext>
            </a:extLst>
          </p:cNvPr>
          <p:cNvSpPr>
            <a:spLocks noGrp="1"/>
          </p:cNvSpPr>
          <p:nvPr/>
        </p:nvSpPr>
        <p:spPr>
          <a:xfrm>
            <a:off x="3774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34839B0-803A-4132-B8C6-16C8711B9313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C97032EC-BFE4-4C22-A422-A6F94D0EE510}"/>
              </a:ext>
            </a:extLst>
          </p:cNvPr>
          <p:cNvSpPr>
            <a:spLocks noGrp="1"/>
          </p:cNvSpPr>
          <p:nvPr/>
        </p:nvSpPr>
        <p:spPr>
          <a:xfrm>
            <a:off x="4917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2D59AA41-1ED8-4C9D-B391-2C111CB6C904}"/>
              </a:ext>
            </a:extLst>
          </p:cNvPr>
          <p:cNvSpPr>
            <a:spLocks noGrp="1"/>
          </p:cNvSpPr>
          <p:nvPr/>
        </p:nvSpPr>
        <p:spPr>
          <a:xfrm>
            <a:off x="5488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96B49A97-E6F0-4CEA-AA5C-3B47A7975770}"/>
              </a:ext>
            </a:extLst>
          </p:cNvPr>
          <p:cNvSpPr>
            <a:spLocks noGrp="1"/>
          </p:cNvSpPr>
          <p:nvPr/>
        </p:nvSpPr>
        <p:spPr>
          <a:xfrm>
            <a:off x="6060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35C926B5-A458-4911-8922-80A4BE88843B}"/>
              </a:ext>
            </a:extLst>
          </p:cNvPr>
          <p:cNvSpPr>
            <a:spLocks noGrp="1"/>
          </p:cNvSpPr>
          <p:nvPr/>
        </p:nvSpPr>
        <p:spPr>
          <a:xfrm>
            <a:off x="6631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695D08C7-16BE-49C8-9BE6-5A34414FB4E3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52368C72-397D-459F-876E-3A48F2D3E620}"/>
              </a:ext>
            </a:extLst>
          </p:cNvPr>
          <p:cNvSpPr>
            <a:spLocks noGrp="1"/>
          </p:cNvSpPr>
          <p:nvPr/>
        </p:nvSpPr>
        <p:spPr>
          <a:xfrm>
            <a:off x="7774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3D9CBB2D-5C5E-4611-B7D5-98798D313E8C}"/>
              </a:ext>
            </a:extLst>
          </p:cNvPr>
          <p:cNvSpPr>
            <a:spLocks noGrp="1"/>
          </p:cNvSpPr>
          <p:nvPr/>
        </p:nvSpPr>
        <p:spPr>
          <a:xfrm>
            <a:off x="8346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038D26C2-E16F-472E-A17D-02D449102C26}"/>
              </a:ext>
            </a:extLst>
          </p:cNvPr>
          <p:cNvSpPr>
            <a:spLocks noGrp="1"/>
          </p:cNvSpPr>
          <p:nvPr/>
        </p:nvSpPr>
        <p:spPr>
          <a:xfrm>
            <a:off x="8917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6D21F3DD-3AF1-4A8C-AC54-F02C043FE45F}"/>
              </a:ext>
            </a:extLst>
          </p:cNvPr>
          <p:cNvSpPr>
            <a:spLocks noGrp="1"/>
          </p:cNvSpPr>
          <p:nvPr/>
        </p:nvSpPr>
        <p:spPr>
          <a:xfrm>
            <a:off x="9489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7EEA8BE2-AC15-4177-B6A1-649D28CA2F55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92B021B7-1D1D-482D-8491-435F5F0BC386}"/>
              </a:ext>
            </a:extLst>
          </p:cNvPr>
          <p:cNvSpPr>
            <a:spLocks noGrp="1"/>
          </p:cNvSpPr>
          <p:nvPr/>
        </p:nvSpPr>
        <p:spPr>
          <a:xfrm>
            <a:off x="106322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BFF91EA8-2883-4EDA-876B-6CF03A88DCDD}"/>
              </a:ext>
            </a:extLst>
          </p:cNvPr>
          <p:cNvSpPr>
            <a:spLocks noGrp="1"/>
          </p:cNvSpPr>
          <p:nvPr/>
        </p:nvSpPr>
        <p:spPr>
          <a:xfrm>
            <a:off x="11203781" y="5310188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6598BA94-658A-4A70-B0A1-3BA8C8154403}"/>
              </a:ext>
            </a:extLst>
          </p:cNvPr>
          <p:cNvSpPr>
            <a:spLocks noGrp="1"/>
          </p:cNvSpPr>
          <p:nvPr/>
        </p:nvSpPr>
        <p:spPr>
          <a:xfrm>
            <a:off x="11775281" y="5310188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5ACCFA06-A1A6-485F-94B7-BD029E44E7E9}"/>
              </a:ext>
            </a:extLst>
          </p:cNvPr>
          <p:cNvSpPr>
            <a:spLocks noGrp="1"/>
          </p:cNvSpPr>
          <p:nvPr/>
        </p:nvSpPr>
        <p:spPr>
          <a:xfrm>
            <a:off x="12346781" y="5310188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69FC32B4-E379-4665-8B45-41DC285A59E9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904AE172-A41C-488B-9709-A20A0B6F8948}"/>
              </a:ext>
            </a:extLst>
          </p:cNvPr>
          <p:cNvSpPr>
            <a:spLocks noGrp="1"/>
          </p:cNvSpPr>
          <p:nvPr/>
        </p:nvSpPr>
        <p:spPr>
          <a:xfrm>
            <a:off x="2059781" y="5988844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27CC8139-A748-4BAF-92A7-990E0DB81B21}"/>
              </a:ext>
            </a:extLst>
          </p:cNvPr>
          <p:cNvSpPr>
            <a:spLocks noGrp="1"/>
          </p:cNvSpPr>
          <p:nvPr/>
        </p:nvSpPr>
        <p:spPr>
          <a:xfrm>
            <a:off x="2631281" y="5988844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DE106E22-9E14-4ABC-8025-DC74BDB47132}"/>
              </a:ext>
            </a:extLst>
          </p:cNvPr>
          <p:cNvSpPr>
            <a:spLocks noGrp="1"/>
          </p:cNvSpPr>
          <p:nvPr/>
        </p:nvSpPr>
        <p:spPr>
          <a:xfrm>
            <a:off x="3202781" y="5988844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FFF8E8D2-3CDB-4A82-BE06-40A4E71FCCFA}"/>
              </a:ext>
            </a:extLst>
          </p:cNvPr>
          <p:cNvSpPr>
            <a:spLocks noGrp="1"/>
          </p:cNvSpPr>
          <p:nvPr/>
        </p:nvSpPr>
        <p:spPr>
          <a:xfrm>
            <a:off x="3774281" y="5988844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1921098C-0B25-4A09-9BAB-09218BFFDFA5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795FE332-E7CD-43DE-A6FA-CECBA01052D0}"/>
              </a:ext>
            </a:extLst>
          </p:cNvPr>
          <p:cNvSpPr>
            <a:spLocks noGrp="1"/>
          </p:cNvSpPr>
          <p:nvPr/>
        </p:nvSpPr>
        <p:spPr>
          <a:xfrm>
            <a:off x="4917281" y="5988844"/>
            <a:ext cx="571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740CD068-608D-4F0D-9AFF-BB9FD05773E8}"/>
              </a:ext>
            </a:extLst>
          </p:cNvPr>
          <p:cNvSpPr>
            <a:spLocks noGrp="1"/>
          </p:cNvSpPr>
          <p:nvPr/>
        </p:nvSpPr>
        <p:spPr>
          <a:xfrm>
            <a:off x="54887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AAB5EBCD-43A9-440F-9CBA-324BDAADF62E}"/>
              </a:ext>
            </a:extLst>
          </p:cNvPr>
          <p:cNvSpPr>
            <a:spLocks noGrp="1"/>
          </p:cNvSpPr>
          <p:nvPr/>
        </p:nvSpPr>
        <p:spPr>
          <a:xfrm>
            <a:off x="60602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352021C0-86E4-41EF-878F-7699AFE4274B}"/>
              </a:ext>
            </a:extLst>
          </p:cNvPr>
          <p:cNvSpPr>
            <a:spLocks noGrp="1"/>
          </p:cNvSpPr>
          <p:nvPr/>
        </p:nvSpPr>
        <p:spPr>
          <a:xfrm>
            <a:off x="66317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8AF89D14-82AC-4A89-BEC0-A5A12B015C93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6BBC4B50-E96E-43AA-BE95-C59FA8951088}"/>
              </a:ext>
            </a:extLst>
          </p:cNvPr>
          <p:cNvSpPr>
            <a:spLocks noGrp="1"/>
          </p:cNvSpPr>
          <p:nvPr/>
        </p:nvSpPr>
        <p:spPr>
          <a:xfrm>
            <a:off x="77747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97FC2FAA-4F93-4000-9A92-620C19D80728}"/>
              </a:ext>
            </a:extLst>
          </p:cNvPr>
          <p:cNvSpPr>
            <a:spLocks noGrp="1"/>
          </p:cNvSpPr>
          <p:nvPr/>
        </p:nvSpPr>
        <p:spPr>
          <a:xfrm>
            <a:off x="83462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CE7471C0-981B-4F17-9D02-A431C64ABB05}"/>
              </a:ext>
            </a:extLst>
          </p:cNvPr>
          <p:cNvSpPr>
            <a:spLocks noGrp="1"/>
          </p:cNvSpPr>
          <p:nvPr/>
        </p:nvSpPr>
        <p:spPr>
          <a:xfrm>
            <a:off x="89177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FAC7D2D4-B857-48C9-85BA-8A3A0374A1CF}"/>
              </a:ext>
            </a:extLst>
          </p:cNvPr>
          <p:cNvSpPr>
            <a:spLocks noGrp="1"/>
          </p:cNvSpPr>
          <p:nvPr/>
        </p:nvSpPr>
        <p:spPr>
          <a:xfrm>
            <a:off x="94892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613F834D-5085-49C3-ADB1-5B1A51FEAFE6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9AD7AA5C-FBC4-4820-BBF0-5F91094269E6}"/>
              </a:ext>
            </a:extLst>
          </p:cNvPr>
          <p:cNvSpPr>
            <a:spLocks noGrp="1"/>
          </p:cNvSpPr>
          <p:nvPr/>
        </p:nvSpPr>
        <p:spPr>
          <a:xfrm>
            <a:off x="106322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E51A48E3-D751-4725-B29E-4F01877EC8B7}"/>
              </a:ext>
            </a:extLst>
          </p:cNvPr>
          <p:cNvSpPr>
            <a:spLocks noGrp="1"/>
          </p:cNvSpPr>
          <p:nvPr/>
        </p:nvSpPr>
        <p:spPr>
          <a:xfrm>
            <a:off x="112037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EA9B7058-2F47-45D7-9E95-49F144E21F9E}"/>
              </a:ext>
            </a:extLst>
          </p:cNvPr>
          <p:cNvSpPr>
            <a:spLocks noGrp="1"/>
          </p:cNvSpPr>
          <p:nvPr/>
        </p:nvSpPr>
        <p:spPr>
          <a:xfrm>
            <a:off x="117752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64A24DA5-A0C9-4F0E-A754-0A93FB45EFA5}"/>
              </a:ext>
            </a:extLst>
          </p:cNvPr>
          <p:cNvSpPr>
            <a:spLocks noGrp="1"/>
          </p:cNvSpPr>
          <p:nvPr/>
        </p:nvSpPr>
        <p:spPr>
          <a:xfrm>
            <a:off x="12346781" y="5988844"/>
            <a:ext cx="571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4A481F14-CC74-4D86-B63F-EBCF7448AC0F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8A94234A-F575-403C-ACD7-FEAB6FC254AE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8E6FB431-0B53-426C-AAC6-E00F61B2FFA3}"/>
              </a:ext>
            </a:extLst>
          </p:cNvPr>
          <p:cNvSpPr>
            <a:spLocks noGrp="1"/>
          </p:cNvSpPr>
          <p:nvPr/>
        </p:nvSpPr>
        <p:spPr>
          <a:xfrm>
            <a:off x="3774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F5739134-DB1B-4D87-A0F5-F9F3636CEF80}"/>
              </a:ext>
            </a:extLst>
          </p:cNvPr>
          <p:cNvSpPr>
            <a:spLocks noGrp="1"/>
          </p:cNvSpPr>
          <p:nvPr/>
        </p:nvSpPr>
        <p:spPr>
          <a:xfrm>
            <a:off x="3774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7E5353E1-A458-4621-BC81-EB07F8E489E0}"/>
              </a:ext>
            </a:extLst>
          </p:cNvPr>
          <p:cNvSpPr>
            <a:spLocks noGrp="1"/>
          </p:cNvSpPr>
          <p:nvPr/>
        </p:nvSpPr>
        <p:spPr>
          <a:xfrm>
            <a:off x="6060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9365E963-B21C-41D8-89DB-F08E0C5C199D}"/>
              </a:ext>
            </a:extLst>
          </p:cNvPr>
          <p:cNvSpPr>
            <a:spLocks noGrp="1"/>
          </p:cNvSpPr>
          <p:nvPr/>
        </p:nvSpPr>
        <p:spPr>
          <a:xfrm>
            <a:off x="6060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CC1B5DF2-B518-4557-B6E4-B64C6A7C7BAB}"/>
              </a:ext>
            </a:extLst>
          </p:cNvPr>
          <p:cNvSpPr>
            <a:spLocks noGrp="1"/>
          </p:cNvSpPr>
          <p:nvPr/>
        </p:nvSpPr>
        <p:spPr>
          <a:xfrm>
            <a:off x="8346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EAD1891C-4742-4612-BDB7-8D253F373B48}"/>
              </a:ext>
            </a:extLst>
          </p:cNvPr>
          <p:cNvSpPr>
            <a:spLocks noGrp="1"/>
          </p:cNvSpPr>
          <p:nvPr/>
        </p:nvSpPr>
        <p:spPr>
          <a:xfrm>
            <a:off x="8346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9743F5C2-620F-46F4-954E-A43E251B21DB}"/>
              </a:ext>
            </a:extLst>
          </p:cNvPr>
          <p:cNvSpPr>
            <a:spLocks noGrp="1"/>
          </p:cNvSpPr>
          <p:nvPr/>
        </p:nvSpPr>
        <p:spPr>
          <a:xfrm>
            <a:off x="10632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5FBB45F3-A161-4518-95C9-4C9628B4277D}"/>
              </a:ext>
            </a:extLst>
          </p:cNvPr>
          <p:cNvSpPr>
            <a:spLocks noGrp="1"/>
          </p:cNvSpPr>
          <p:nvPr/>
        </p:nvSpPr>
        <p:spPr>
          <a:xfrm>
            <a:off x="10632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4C5B4FC6-6324-457C-AC89-6F3158D05847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18 − 7 = 11; the denominator stays 4.</a:t>
            </a:r>
          </a:p>
        </p:txBody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F39FA811-E9DE-4A82-839D-38CD2C5A1DB4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2 3/4</a:t>
            </a:r>
          </a:p>
        </p:txBody>
      </p:sp>
    </p:spTree>
    <p:extLst>
      <p:ext uri="{BB962C8B-B14F-4D97-AF65-F5344CB8AC3E}">
        <p14:creationId xmlns:p14="http://schemas.microsoft.com/office/powerpoint/2010/main" val="24933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20" grpId="0"/>
      <p:bldP spid="71" grpId="0"/>
      <p:bldP spid="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2CCBE801-1BBC-4CB4-97DC-F7CEF42C045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3777385-B231-466F-9571-542B45C68C2F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6E0930B-A52C-4C5F-AB3F-25A74955EB9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3/4 + 2/3.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E9A3A9A-64B5-4CD5-AB43-7C9D189101F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93B5B77-98FC-4D9D-8856-AFE0855769E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2C4E2B1-7F59-4340-A29E-671D89AC1AA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65A6E00-97BA-4FF4-8CCD-AFAFB941540B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 3/4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1040879-2665-4967-BEFA-2A5386FAC121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4 + 3 = 11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A0695F2-815D-472F-9F0E-D0DD57048049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2CA1AFA-9CDA-4C34-842C-AAAF831BACF1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F83EF18-D29C-4DD4-A3F2-25E8AA27735B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28646DB-2739-463A-9B86-9ECF5B1E1E50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FC1A77A-4241-4F1D-B904-9472E0651349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3 + 2 = 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C58C9EF-0D0B-4644-AF73-74C6480A1143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0029060-2987-45BF-8910-80AE11B0B647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2C5ADE4-D6E2-42D6-9097-839B2C03C55C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092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bject-1">
            <a:extLst>
              <a:ext uri="{FF2B5EF4-FFF2-40B4-BE49-F238E27FC236}">
                <a16:creationId xmlns:a16="http://schemas.microsoft.com/office/drawing/2014/main" id="{A8BB66A6-9D4C-40F9-8615-C8DE215D769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6AE18A9-B60E-480C-BA6F-B99016E3871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985FC94-3464-42B2-8F37-BC1000116A5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3/4 + 2/3.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0F2CFD6-F4BA-4A73-8D3C-555F220D85B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4D5A666-6EF5-4957-9A49-1F4CEC043EC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EC208A2-B30A-4B98-8852-63BD6B722EC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8387FFF-AD84-4AED-A53D-5D5B319542D8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2FD445A-72CC-4624-A593-BF777B5E4D19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DA36787-399C-43AC-B1C1-F6F729229B14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A07D8B6-5FC2-4F2D-A987-D40952B5D4DE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C37679D-3B0B-4508-801B-23697210B214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2F9BDE0-58BE-4453-9162-FD9737A65F93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3F2D86D-CF50-4A31-AA96-4123F03CA287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FCF4041-1B9E-4615-89E6-0E6A800601F4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DFA2B35-B1A7-4DAD-9CCE-8694E6C3E6D6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C4F1E9B-8A44-4913-B628-F29627D8D702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2A4E354-DF3F-42CA-B58A-CEF26AAED64C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5A25EC5-398A-4C9A-B06A-BAB1695F8D93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D86968D-3161-4ABE-97EC-748FBA651691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3D7CE21-FA7A-44F2-9EAD-26CAD7C55B1E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D84BEB2-2327-4D05-8028-72DC6156B1D1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754D7FE-2F6C-45BC-BCD8-2C92A39E208E}"/>
              </a:ext>
            </a:extLst>
          </p:cNvPr>
          <p:cNvSpPr>
            <a:spLocks noGrp="1"/>
          </p:cNvSpPr>
          <p:nvPr/>
        </p:nvSpPr>
        <p:spPr>
          <a:xfrm>
            <a:off x="1805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46EF5A0-4D4F-4E65-AD95-BF798B1D5FBE}"/>
              </a:ext>
            </a:extLst>
          </p:cNvPr>
          <p:cNvSpPr>
            <a:spLocks noGrp="1"/>
          </p:cNvSpPr>
          <p:nvPr/>
        </p:nvSpPr>
        <p:spPr>
          <a:xfrm>
            <a:off x="2123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7A2191B-CACE-4BDE-80F6-286925A277E8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2AC70EC-81C4-42A9-8CFC-D1371478AFF6}"/>
              </a:ext>
            </a:extLst>
          </p:cNvPr>
          <p:cNvSpPr>
            <a:spLocks noGrp="1"/>
          </p:cNvSpPr>
          <p:nvPr/>
        </p:nvSpPr>
        <p:spPr>
          <a:xfrm>
            <a:off x="275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30F28A6C-CEC9-4E15-A181-F64BA7C971FE}"/>
              </a:ext>
            </a:extLst>
          </p:cNvPr>
          <p:cNvSpPr>
            <a:spLocks noGrp="1"/>
          </p:cNvSpPr>
          <p:nvPr/>
        </p:nvSpPr>
        <p:spPr>
          <a:xfrm>
            <a:off x="3075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E9201887-5907-4CEC-B559-60DB95BB70BE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2C67F731-5BEC-4F98-98DC-9BE6F53296F9}"/>
              </a:ext>
            </a:extLst>
          </p:cNvPr>
          <p:cNvSpPr>
            <a:spLocks noGrp="1"/>
          </p:cNvSpPr>
          <p:nvPr/>
        </p:nvSpPr>
        <p:spPr>
          <a:xfrm>
            <a:off x="3710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3E46F3C7-7AB1-482B-A25D-946A4D8B9053}"/>
              </a:ext>
            </a:extLst>
          </p:cNvPr>
          <p:cNvSpPr>
            <a:spLocks noGrp="1"/>
          </p:cNvSpPr>
          <p:nvPr/>
        </p:nvSpPr>
        <p:spPr>
          <a:xfrm>
            <a:off x="402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01C9D804-3B8C-4D85-8E9B-CBDF657A3E49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DC9DF2F0-9F10-4FD2-983D-6444AB77657D}"/>
              </a:ext>
            </a:extLst>
          </p:cNvPr>
          <p:cNvSpPr>
            <a:spLocks noGrp="1"/>
          </p:cNvSpPr>
          <p:nvPr/>
        </p:nvSpPr>
        <p:spPr>
          <a:xfrm>
            <a:off x="4663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895365A5-3684-4AB2-BF3A-5B05FCC80888}"/>
              </a:ext>
            </a:extLst>
          </p:cNvPr>
          <p:cNvSpPr>
            <a:spLocks noGrp="1"/>
          </p:cNvSpPr>
          <p:nvPr/>
        </p:nvSpPr>
        <p:spPr>
          <a:xfrm>
            <a:off x="4980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B3FAB768-DD46-468D-99E0-AB312252EE1E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4E276D61-C52B-4E9A-92D6-497AD739C4EE}"/>
              </a:ext>
            </a:extLst>
          </p:cNvPr>
          <p:cNvSpPr>
            <a:spLocks noGrp="1"/>
          </p:cNvSpPr>
          <p:nvPr/>
        </p:nvSpPr>
        <p:spPr>
          <a:xfrm>
            <a:off x="5615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CAF65FE8-8FE0-40DA-B784-4984059E2A41}"/>
              </a:ext>
            </a:extLst>
          </p:cNvPr>
          <p:cNvSpPr>
            <a:spLocks noGrp="1"/>
          </p:cNvSpPr>
          <p:nvPr/>
        </p:nvSpPr>
        <p:spPr>
          <a:xfrm>
            <a:off x="5933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9767B20E-ED7E-4B00-A61C-2D1F3D90F2A4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026F036D-77F2-46DE-8252-D56E2DE095E7}"/>
              </a:ext>
            </a:extLst>
          </p:cNvPr>
          <p:cNvSpPr>
            <a:spLocks noGrp="1"/>
          </p:cNvSpPr>
          <p:nvPr/>
        </p:nvSpPr>
        <p:spPr>
          <a:xfrm>
            <a:off x="656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648EE2B0-88A5-43CF-B6D0-EDED304BB628}"/>
              </a:ext>
            </a:extLst>
          </p:cNvPr>
          <p:cNvSpPr>
            <a:spLocks noGrp="1"/>
          </p:cNvSpPr>
          <p:nvPr/>
        </p:nvSpPr>
        <p:spPr>
          <a:xfrm>
            <a:off x="6885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C0739D71-75C9-4BCC-9AC4-70176416164A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4CFCD166-6A3D-4E21-8D91-F02D33B44AC4}"/>
              </a:ext>
            </a:extLst>
          </p:cNvPr>
          <p:cNvSpPr>
            <a:spLocks noGrp="1"/>
          </p:cNvSpPr>
          <p:nvPr/>
        </p:nvSpPr>
        <p:spPr>
          <a:xfrm>
            <a:off x="7520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8AF5599E-DBB3-4ABA-89EA-757419DC4B98}"/>
              </a:ext>
            </a:extLst>
          </p:cNvPr>
          <p:cNvSpPr>
            <a:spLocks noGrp="1"/>
          </p:cNvSpPr>
          <p:nvPr/>
        </p:nvSpPr>
        <p:spPr>
          <a:xfrm>
            <a:off x="783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3D216D72-EE26-4BC6-9C47-56470C2C7028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87C5B646-0333-4FE7-BB7F-B4A778BE1791}"/>
              </a:ext>
            </a:extLst>
          </p:cNvPr>
          <p:cNvSpPr>
            <a:spLocks noGrp="1"/>
          </p:cNvSpPr>
          <p:nvPr/>
        </p:nvSpPr>
        <p:spPr>
          <a:xfrm>
            <a:off x="8473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92B129DB-68AC-47D5-B803-94CB4E5202A6}"/>
              </a:ext>
            </a:extLst>
          </p:cNvPr>
          <p:cNvSpPr>
            <a:spLocks noGrp="1"/>
          </p:cNvSpPr>
          <p:nvPr/>
        </p:nvSpPr>
        <p:spPr>
          <a:xfrm>
            <a:off x="8790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23FA2701-4862-43DA-82DA-DF02B933186A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816AE964-B3B7-4620-B6B9-C84CB48A2EA9}"/>
              </a:ext>
            </a:extLst>
          </p:cNvPr>
          <p:cNvSpPr>
            <a:spLocks noGrp="1"/>
          </p:cNvSpPr>
          <p:nvPr/>
        </p:nvSpPr>
        <p:spPr>
          <a:xfrm>
            <a:off x="9425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5DFD501A-5F93-4D90-958A-092204AD383B}"/>
              </a:ext>
            </a:extLst>
          </p:cNvPr>
          <p:cNvSpPr>
            <a:spLocks noGrp="1"/>
          </p:cNvSpPr>
          <p:nvPr/>
        </p:nvSpPr>
        <p:spPr>
          <a:xfrm>
            <a:off x="9743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DE7A4F39-8E99-49C8-A78E-2FEC8A2283CB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DAC5BE39-2EC7-4B1B-B863-09442B62B96A}"/>
              </a:ext>
            </a:extLst>
          </p:cNvPr>
          <p:cNvSpPr>
            <a:spLocks noGrp="1"/>
          </p:cNvSpPr>
          <p:nvPr/>
        </p:nvSpPr>
        <p:spPr>
          <a:xfrm>
            <a:off x="1037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2BB3C65B-5263-48CE-8AB7-5471B1F730B9}"/>
              </a:ext>
            </a:extLst>
          </p:cNvPr>
          <p:cNvSpPr>
            <a:spLocks noGrp="1"/>
          </p:cNvSpPr>
          <p:nvPr/>
        </p:nvSpPr>
        <p:spPr>
          <a:xfrm>
            <a:off x="10695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FAECD6E0-5631-4D32-9677-AF879A4743E6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E9C8EA0D-21F8-4F7E-ADC4-7D1FD493CCFB}"/>
              </a:ext>
            </a:extLst>
          </p:cNvPr>
          <p:cNvSpPr>
            <a:spLocks noGrp="1"/>
          </p:cNvSpPr>
          <p:nvPr/>
        </p:nvSpPr>
        <p:spPr>
          <a:xfrm>
            <a:off x="113307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7AC0AAAA-0EF1-417B-B96D-15923A1CB8A4}"/>
              </a:ext>
            </a:extLst>
          </p:cNvPr>
          <p:cNvSpPr>
            <a:spLocks noGrp="1"/>
          </p:cNvSpPr>
          <p:nvPr/>
        </p:nvSpPr>
        <p:spPr>
          <a:xfrm>
            <a:off x="11648281" y="5310188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5EB422C8-6B86-4727-A44E-68A2859EB57F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964D4E71-BF93-4BEA-BB78-D875CEB113F6}"/>
              </a:ext>
            </a:extLst>
          </p:cNvPr>
          <p:cNvSpPr>
            <a:spLocks noGrp="1"/>
          </p:cNvSpPr>
          <p:nvPr/>
        </p:nvSpPr>
        <p:spPr>
          <a:xfrm>
            <a:off x="12283281" y="5310188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E11BFB21-1F92-4079-9737-B550096770AC}"/>
              </a:ext>
            </a:extLst>
          </p:cNvPr>
          <p:cNvSpPr>
            <a:spLocks noGrp="1"/>
          </p:cNvSpPr>
          <p:nvPr/>
        </p:nvSpPr>
        <p:spPr>
          <a:xfrm>
            <a:off x="12600781" y="5310188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BA63A048-EB14-44DA-9E95-512CA84A5176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2DDE0E87-D9B0-4322-BCE8-CE81B55B6ECD}"/>
              </a:ext>
            </a:extLst>
          </p:cNvPr>
          <p:cNvSpPr>
            <a:spLocks noGrp="1"/>
          </p:cNvSpPr>
          <p:nvPr/>
        </p:nvSpPr>
        <p:spPr>
          <a:xfrm>
            <a:off x="1805781" y="5988844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4049F130-97CF-411D-9644-923C1FB6F584}"/>
              </a:ext>
            </a:extLst>
          </p:cNvPr>
          <p:cNvSpPr>
            <a:spLocks noGrp="1"/>
          </p:cNvSpPr>
          <p:nvPr/>
        </p:nvSpPr>
        <p:spPr>
          <a:xfrm>
            <a:off x="2123281" y="5988844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592326FB-4770-48DF-96B5-061040DCD0CF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B9E2CAD4-6FC9-46B8-B74F-C16577DB46C8}"/>
              </a:ext>
            </a:extLst>
          </p:cNvPr>
          <p:cNvSpPr>
            <a:spLocks noGrp="1"/>
          </p:cNvSpPr>
          <p:nvPr/>
        </p:nvSpPr>
        <p:spPr>
          <a:xfrm>
            <a:off x="2758281" y="5988844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99B499D2-AD04-44BE-B206-B2E3C96462FC}"/>
              </a:ext>
            </a:extLst>
          </p:cNvPr>
          <p:cNvSpPr>
            <a:spLocks noGrp="1"/>
          </p:cNvSpPr>
          <p:nvPr/>
        </p:nvSpPr>
        <p:spPr>
          <a:xfrm>
            <a:off x="3075781" y="5988844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BDA19254-9951-4B18-858E-E94CDE0F2738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2CEDED59-9D13-43A0-ADBD-5336A327B4E7}"/>
              </a:ext>
            </a:extLst>
          </p:cNvPr>
          <p:cNvSpPr>
            <a:spLocks noGrp="1"/>
          </p:cNvSpPr>
          <p:nvPr/>
        </p:nvSpPr>
        <p:spPr>
          <a:xfrm>
            <a:off x="3710781" y="5988844"/>
            <a:ext cx="317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596A6F3A-FDEF-432A-8502-646CFE272FD1}"/>
              </a:ext>
            </a:extLst>
          </p:cNvPr>
          <p:cNvSpPr>
            <a:spLocks noGrp="1"/>
          </p:cNvSpPr>
          <p:nvPr/>
        </p:nvSpPr>
        <p:spPr>
          <a:xfrm>
            <a:off x="4028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825B3014-7745-47BC-807C-465918A64752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8A424234-7BB9-492D-9D30-4264524FFA33}"/>
              </a:ext>
            </a:extLst>
          </p:cNvPr>
          <p:cNvSpPr>
            <a:spLocks noGrp="1"/>
          </p:cNvSpPr>
          <p:nvPr/>
        </p:nvSpPr>
        <p:spPr>
          <a:xfrm>
            <a:off x="4663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F41DBEBB-91C8-4A07-AD85-9AAE23DB0DB3}"/>
              </a:ext>
            </a:extLst>
          </p:cNvPr>
          <p:cNvSpPr>
            <a:spLocks noGrp="1"/>
          </p:cNvSpPr>
          <p:nvPr/>
        </p:nvSpPr>
        <p:spPr>
          <a:xfrm>
            <a:off x="4980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D33C13B9-2E29-4178-A374-74F5322692CC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F000204C-39A2-4A9E-A830-310D46996040}"/>
              </a:ext>
            </a:extLst>
          </p:cNvPr>
          <p:cNvSpPr>
            <a:spLocks noGrp="1"/>
          </p:cNvSpPr>
          <p:nvPr/>
        </p:nvSpPr>
        <p:spPr>
          <a:xfrm>
            <a:off x="5615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25535DC0-000B-434B-B1B4-24312D7E559E}"/>
              </a:ext>
            </a:extLst>
          </p:cNvPr>
          <p:cNvSpPr>
            <a:spLocks noGrp="1"/>
          </p:cNvSpPr>
          <p:nvPr/>
        </p:nvSpPr>
        <p:spPr>
          <a:xfrm>
            <a:off x="5933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7F3A1015-BCF2-439A-AE24-3F108234A78C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FE16E7B5-F7F8-4B1E-8760-482BB8140A56}"/>
              </a:ext>
            </a:extLst>
          </p:cNvPr>
          <p:cNvSpPr>
            <a:spLocks noGrp="1"/>
          </p:cNvSpPr>
          <p:nvPr/>
        </p:nvSpPr>
        <p:spPr>
          <a:xfrm>
            <a:off x="6568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EF960D3C-CBEF-4358-A273-7F486A8368B3}"/>
              </a:ext>
            </a:extLst>
          </p:cNvPr>
          <p:cNvSpPr>
            <a:spLocks noGrp="1"/>
          </p:cNvSpPr>
          <p:nvPr/>
        </p:nvSpPr>
        <p:spPr>
          <a:xfrm>
            <a:off x="6885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3CAD6E24-2CC4-4472-97DA-8AAF5C0011A7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BBFAE0A2-EB4B-4ABA-8E88-31EAD20C1818}"/>
              </a:ext>
            </a:extLst>
          </p:cNvPr>
          <p:cNvSpPr>
            <a:spLocks noGrp="1"/>
          </p:cNvSpPr>
          <p:nvPr/>
        </p:nvSpPr>
        <p:spPr>
          <a:xfrm>
            <a:off x="7520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C7808E85-C8A5-44DA-8970-F367D490BE38}"/>
              </a:ext>
            </a:extLst>
          </p:cNvPr>
          <p:cNvSpPr>
            <a:spLocks noGrp="1"/>
          </p:cNvSpPr>
          <p:nvPr/>
        </p:nvSpPr>
        <p:spPr>
          <a:xfrm>
            <a:off x="7838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7DA90F04-EAC4-49CE-A42D-CDFFDCEFF8BD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D20B7C02-A849-49C2-9CA6-7FA0A2D93BD4}"/>
              </a:ext>
            </a:extLst>
          </p:cNvPr>
          <p:cNvSpPr>
            <a:spLocks noGrp="1"/>
          </p:cNvSpPr>
          <p:nvPr/>
        </p:nvSpPr>
        <p:spPr>
          <a:xfrm>
            <a:off x="8473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61F25D72-9245-45DB-BA35-CBEA7B267AF2}"/>
              </a:ext>
            </a:extLst>
          </p:cNvPr>
          <p:cNvSpPr>
            <a:spLocks noGrp="1"/>
          </p:cNvSpPr>
          <p:nvPr/>
        </p:nvSpPr>
        <p:spPr>
          <a:xfrm>
            <a:off x="8790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33D43862-A1F4-47C1-BF55-A153E0DB19D9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8719E3A6-9554-4443-989C-637B4DD02447}"/>
              </a:ext>
            </a:extLst>
          </p:cNvPr>
          <p:cNvSpPr>
            <a:spLocks noGrp="1"/>
          </p:cNvSpPr>
          <p:nvPr/>
        </p:nvSpPr>
        <p:spPr>
          <a:xfrm>
            <a:off x="9425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92E51A57-29D3-43C2-AD82-1EF1B9F14FF3}"/>
              </a:ext>
            </a:extLst>
          </p:cNvPr>
          <p:cNvSpPr>
            <a:spLocks noGrp="1"/>
          </p:cNvSpPr>
          <p:nvPr/>
        </p:nvSpPr>
        <p:spPr>
          <a:xfrm>
            <a:off x="9743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904C876F-8465-49D2-982E-AE139B9533E5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C9FC0A38-15E0-4AB9-BCDD-59D7101DEC2D}"/>
              </a:ext>
            </a:extLst>
          </p:cNvPr>
          <p:cNvSpPr>
            <a:spLocks noGrp="1"/>
          </p:cNvSpPr>
          <p:nvPr/>
        </p:nvSpPr>
        <p:spPr>
          <a:xfrm>
            <a:off x="10378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5115EE77-159F-4367-AC56-EBC3A565517F}"/>
              </a:ext>
            </a:extLst>
          </p:cNvPr>
          <p:cNvSpPr>
            <a:spLocks noGrp="1"/>
          </p:cNvSpPr>
          <p:nvPr/>
        </p:nvSpPr>
        <p:spPr>
          <a:xfrm>
            <a:off x="10695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B5C8780E-67B2-435D-8270-0DC0F8C2C1BF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DBF78EE9-E17B-4F35-9FD1-9D09ED1D9449}"/>
              </a:ext>
            </a:extLst>
          </p:cNvPr>
          <p:cNvSpPr>
            <a:spLocks noGrp="1"/>
          </p:cNvSpPr>
          <p:nvPr/>
        </p:nvSpPr>
        <p:spPr>
          <a:xfrm>
            <a:off x="11330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027B57E8-939A-48A6-9AEA-427ED1E44919}"/>
              </a:ext>
            </a:extLst>
          </p:cNvPr>
          <p:cNvSpPr>
            <a:spLocks noGrp="1"/>
          </p:cNvSpPr>
          <p:nvPr/>
        </p:nvSpPr>
        <p:spPr>
          <a:xfrm>
            <a:off x="11648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FFA7D5E1-431C-44F6-9A5F-DB3D30E761E4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8903BD50-AAFC-484D-86AD-FCFA3B5BD18C}"/>
              </a:ext>
            </a:extLst>
          </p:cNvPr>
          <p:cNvSpPr>
            <a:spLocks noGrp="1"/>
          </p:cNvSpPr>
          <p:nvPr/>
        </p:nvSpPr>
        <p:spPr>
          <a:xfrm>
            <a:off x="122832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566AE622-55CA-4DE4-9E13-C87BF46C5CB6}"/>
              </a:ext>
            </a:extLst>
          </p:cNvPr>
          <p:cNvSpPr>
            <a:spLocks noGrp="1"/>
          </p:cNvSpPr>
          <p:nvPr/>
        </p:nvSpPr>
        <p:spPr>
          <a:xfrm>
            <a:off x="12600781" y="5988844"/>
            <a:ext cx="317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2B0108B1-4C92-4295-B19A-35F525145417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64D2F712-ED76-4A49-A122-34FD146D752E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3498BB46-4979-4F3C-AF1D-B64488F26C51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69020985-B1E5-41CF-9D52-58846813BADE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5746FA45-DB32-4276-B302-8B62F6950FD7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FB7ECAEF-13AB-45AA-A538-75A2C8A04FF8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A6107C59-3516-4F4C-A5F0-D0648568247E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33 + 8 = 41; the denominator stays 12.</a:t>
            </a:r>
          </a:p>
        </p:txBody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DC948B07-C748-495E-AAF7-407134F2AF61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3 5/12</a:t>
            </a:r>
          </a:p>
        </p:txBody>
      </p:sp>
    </p:spTree>
    <p:extLst>
      <p:ext uri="{BB962C8B-B14F-4D97-AF65-F5344CB8AC3E}">
        <p14:creationId xmlns:p14="http://schemas.microsoft.com/office/powerpoint/2010/main" val="107381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20" grpId="0"/>
      <p:bldP spid="99" grpId="0"/>
      <p:bldP spid="10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AF7AAF35-9E8F-47BE-B791-79C94130186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7632378-E7BC-4D76-9D4E-329BF583516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 1/2 − 1 3/4.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9830199-322F-4E3E-9894-0942712CA60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FBF26DB-D4A9-4674-BEF1-4E34B525A57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FBDEFBF-BE9C-41BF-A5E0-7B5576B38D1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6B9D77F-FFBB-483A-8E94-E498E908D37D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 1/2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5E7BCE1-8F0B-4146-8462-C241329A9687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2 + 1 = 11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0FEBC2C-62D4-4A57-9DC6-06A2328D9472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386AE24-ABA1-4E0E-AE68-9AB4D66571D4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CE48DD6-AD68-4605-A6F6-29A6569C06A7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455B1FD-FBAC-4157-AA1F-4485C76C697A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 3/4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AEE51BC-CD9E-43FC-A5B2-D4C4EF6C7EC9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× 4 + 3 = 7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6FB1F84-3E93-406C-8F40-CC41632E5CF6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4B4D33D-FC8D-440D-BE29-86C40CDB7489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93A715F2-816D-4E0E-B191-A695D9D096E7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6072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bject-1">
            <a:extLst>
              <a:ext uri="{FF2B5EF4-FFF2-40B4-BE49-F238E27FC236}">
                <a16:creationId xmlns:a16="http://schemas.microsoft.com/office/drawing/2014/main" id="{A2E1ED32-6EBE-4698-8D19-A28699E56F3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F4153FC-900E-4A05-A421-E873E9029D1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 1/2 − 1 3/4.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56E9840-BE2A-4C7B-A993-66098016FA9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91EFC85-E1C8-40AF-97B7-83BC581922B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3D8E9B8-A50C-4888-97DF-78CFAF8183A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085D2B2-32CB-40DB-AEB5-7563B50B5DAD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99E533C-3757-413A-B3FC-FFEADE8B0B26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D3D94FB-D175-4A2C-AC08-D079B88C68FC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A51F477-FF7B-4E37-BCC0-F8D806D5D3CB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276C078-487F-4C63-BBA3-FDAC86DC5DCB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72B38EB-53BD-4B71-A072-22BF85B9D401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4612AB1-6E0D-4374-ADFC-74B54CE12F64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9581248-B3D1-47AD-A693-7DEE154FF300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AF40EE1-4847-486A-A799-A6594C4B6CC6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A7DBB8A-C596-4F67-87B3-BC4926F8BD3B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89D8203-7190-4483-81CC-7C41B3813779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41E8873-BEC8-4ED4-82C4-83CDBED9AF46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93A3F87F-749C-43EF-A2C8-A219CF1D609A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454083E-6BBF-407A-B1AB-10AFD31A0382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0F813A9-5831-4CF3-BF41-ACE335BA7DA1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4FBC36B-1D25-4E19-894F-23363498C837}"/>
              </a:ext>
            </a:extLst>
          </p:cNvPr>
          <p:cNvSpPr>
            <a:spLocks noGrp="1"/>
          </p:cNvSpPr>
          <p:nvPr/>
        </p:nvSpPr>
        <p:spPr>
          <a:xfrm>
            <a:off x="196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BCCBFA7-D581-466F-8056-F8819D6027B0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AD8F760-E1C4-4B9B-92E0-06275445CD2C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86DEBBD-7C0F-469B-A593-F44BF93D8196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7007A51-21DF-4F18-9B4C-641A7C37BEAA}"/>
              </a:ext>
            </a:extLst>
          </p:cNvPr>
          <p:cNvSpPr>
            <a:spLocks noGrp="1"/>
          </p:cNvSpPr>
          <p:nvPr/>
        </p:nvSpPr>
        <p:spPr>
          <a:xfrm>
            <a:off x="3869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5365D173-1569-4710-B042-0519B9610B84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33CF60AE-F5B7-47FE-AAF7-4211BBD32392}"/>
              </a:ext>
            </a:extLst>
          </p:cNvPr>
          <p:cNvSpPr>
            <a:spLocks noGrp="1"/>
          </p:cNvSpPr>
          <p:nvPr/>
        </p:nvSpPr>
        <p:spPr>
          <a:xfrm>
            <a:off x="4822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14A8EF67-9A00-45BA-B96A-8DF0FE58CB4C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35C9AC11-A46E-435D-8F5E-EB07A90D2D56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E35DE5CA-A606-460A-8EB5-04E09D6FAFEF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056FC5BF-B089-47A3-B056-00D5912ADAE8}"/>
              </a:ext>
            </a:extLst>
          </p:cNvPr>
          <p:cNvSpPr>
            <a:spLocks noGrp="1"/>
          </p:cNvSpPr>
          <p:nvPr/>
        </p:nvSpPr>
        <p:spPr>
          <a:xfrm>
            <a:off x="672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D01D3277-3880-4450-A2DF-B84FA6FACEA5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214234A6-A597-4804-A129-49C1516EBCF9}"/>
              </a:ext>
            </a:extLst>
          </p:cNvPr>
          <p:cNvSpPr>
            <a:spLocks noGrp="1"/>
          </p:cNvSpPr>
          <p:nvPr/>
        </p:nvSpPr>
        <p:spPr>
          <a:xfrm>
            <a:off x="7679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C56B1526-BF7C-4EEF-A2FE-6B05A596809B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49371FA4-0225-4D8A-A1A2-537BB262653D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D52BAE55-BD00-482F-8B4E-2D777C7C1C2C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72BCB44F-C713-4E24-906F-ED198EA5D2A5}"/>
              </a:ext>
            </a:extLst>
          </p:cNvPr>
          <p:cNvSpPr>
            <a:spLocks noGrp="1"/>
          </p:cNvSpPr>
          <p:nvPr/>
        </p:nvSpPr>
        <p:spPr>
          <a:xfrm>
            <a:off x="958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92FD21A1-C92A-4D6F-98D2-0403F2E856B6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A3EA0B87-D3C2-42BF-9D74-F8AE3C7DC88E}"/>
              </a:ext>
            </a:extLst>
          </p:cNvPr>
          <p:cNvSpPr>
            <a:spLocks noGrp="1"/>
          </p:cNvSpPr>
          <p:nvPr/>
        </p:nvSpPr>
        <p:spPr>
          <a:xfrm>
            <a:off x="1053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101555C3-807A-45E8-A3D4-40D29DBEB1C1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1D6250B2-33F1-4C53-B550-11C7CEEE3CBD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300C4658-50CA-4919-9C0A-3E2EB3B2CBF0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DC57A70E-A85A-42E5-8E5E-326EAC09F4AD}"/>
              </a:ext>
            </a:extLst>
          </p:cNvPr>
          <p:cNvSpPr>
            <a:spLocks noGrp="1"/>
          </p:cNvSpPr>
          <p:nvPr/>
        </p:nvSpPr>
        <p:spPr>
          <a:xfrm>
            <a:off x="12442031" y="5310188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D935A0A9-4BE9-47B4-8D55-AFF58E353841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02B46B69-2E72-4E1A-98E0-3B5B9641C170}"/>
              </a:ext>
            </a:extLst>
          </p:cNvPr>
          <p:cNvSpPr>
            <a:spLocks noGrp="1"/>
          </p:cNvSpPr>
          <p:nvPr/>
        </p:nvSpPr>
        <p:spPr>
          <a:xfrm>
            <a:off x="19645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ED93DD3C-9A3B-4B22-8DB9-2EDFD9984152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8B5F1B1A-3C54-4281-A11C-6C657FFD8E8B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1AB481A7-251B-4C56-B3D3-7CC681E660D1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1FD8BDF5-2B34-4848-90E8-A7EA656227EA}"/>
              </a:ext>
            </a:extLst>
          </p:cNvPr>
          <p:cNvSpPr>
            <a:spLocks noGrp="1"/>
          </p:cNvSpPr>
          <p:nvPr/>
        </p:nvSpPr>
        <p:spPr>
          <a:xfrm>
            <a:off x="38695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7A423FF4-4D8F-460F-A740-81B810F9FDE4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13D7A1F9-863B-40BC-BC3F-DA075C6F3DB0}"/>
              </a:ext>
            </a:extLst>
          </p:cNvPr>
          <p:cNvSpPr>
            <a:spLocks noGrp="1"/>
          </p:cNvSpPr>
          <p:nvPr/>
        </p:nvSpPr>
        <p:spPr>
          <a:xfrm>
            <a:off x="4822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B87A6D46-D4EF-4072-AF8B-52705DB0438D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33A92A45-77E5-4C85-879E-3B61F3B723A0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6F454A49-100F-44B4-9EB0-226ADF86D338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82920220-22F9-48A9-A429-CC5E153538A6}"/>
              </a:ext>
            </a:extLst>
          </p:cNvPr>
          <p:cNvSpPr>
            <a:spLocks noGrp="1"/>
          </p:cNvSpPr>
          <p:nvPr/>
        </p:nvSpPr>
        <p:spPr>
          <a:xfrm>
            <a:off x="6727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DB84D0E3-26C4-4C06-B898-3A34F3F4FA11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B8D5188E-EEAA-40BF-8359-C2D62C24FBCF}"/>
              </a:ext>
            </a:extLst>
          </p:cNvPr>
          <p:cNvSpPr>
            <a:spLocks noGrp="1"/>
          </p:cNvSpPr>
          <p:nvPr/>
        </p:nvSpPr>
        <p:spPr>
          <a:xfrm>
            <a:off x="7679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61C4E6C0-F35C-4BAF-9D82-B7591A9AFF7C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CDFFF5FF-1435-48BB-96EB-0AFD929842CA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67591CFB-27AC-428A-B84F-1439ACB0D3C9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234FE8F1-1251-4288-A553-AEF8583855F1}"/>
              </a:ext>
            </a:extLst>
          </p:cNvPr>
          <p:cNvSpPr>
            <a:spLocks noGrp="1"/>
          </p:cNvSpPr>
          <p:nvPr/>
        </p:nvSpPr>
        <p:spPr>
          <a:xfrm>
            <a:off x="9584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D6602F4F-6A08-48D5-89C1-25B71790471F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2FAC5938-4C2A-46F1-8F3F-A3921A86C1A3}"/>
              </a:ext>
            </a:extLst>
          </p:cNvPr>
          <p:cNvSpPr>
            <a:spLocks noGrp="1"/>
          </p:cNvSpPr>
          <p:nvPr/>
        </p:nvSpPr>
        <p:spPr>
          <a:xfrm>
            <a:off x="10537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E03A4BBC-D610-4A22-AD21-342C1032335C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F840D669-30BE-4113-BAF6-C39E197E7C33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46FE7DF2-7A3A-4CD9-894A-9AA3484E9AF7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ECB90325-EA64-4BBE-A96D-4A751DA54C3D}"/>
              </a:ext>
            </a:extLst>
          </p:cNvPr>
          <p:cNvSpPr>
            <a:spLocks noGrp="1"/>
          </p:cNvSpPr>
          <p:nvPr/>
        </p:nvSpPr>
        <p:spPr>
          <a:xfrm>
            <a:off x="12442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FFD9CB0F-05BD-454D-8246-919081A7F0D5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4372FCE9-F47C-4055-9995-9D152EC35F16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282BC7B1-8AF8-49B1-88C4-B5F66F106D5C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71051ADB-5C4A-4FA7-BF92-F5EF0063F2FF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5ED74B79-7AD5-46B0-8199-C4E7DDCA04E1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3D4067DE-9BB5-4033-9E0F-9CA8E62DE468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9FF2AED4-5111-4B11-9FFA-9E35DE599ED5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0EDC8F86-1B5E-4CA1-8ECC-BCEE3883C532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C2DBBB28-DF34-44F5-969A-DD1AA6DEDE65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BCBAD452-3C96-4BBA-94A0-209FDBCC65CE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805FAB86-16DE-48B9-8982-886860A9ACFE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1968DEBA-88D5-4E34-B123-1C74413641AE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C35F79C1-1CD7-4E87-B91D-2B0C7FD2B9FE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22 − 7 = 15; the denominator stays 4.</a:t>
            </a:r>
          </a:p>
        </p:txBody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12020275-DAE7-4E0F-86E2-1C7C922787F9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3 3/4</a:t>
            </a:r>
          </a:p>
        </p:txBody>
      </p:sp>
    </p:spTree>
    <p:extLst>
      <p:ext uri="{BB962C8B-B14F-4D97-AF65-F5344CB8AC3E}">
        <p14:creationId xmlns:p14="http://schemas.microsoft.com/office/powerpoint/2010/main" val="190943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  <p:bldP spid="80" grpId="0"/>
      <p:bldP spid="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3C2C88C4-37A8-4AA1-AE19-79DEB2186BC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8AEE937-FA4B-492F-9EB4-A2795F894AE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3/4 + 2/3.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426B606-CE1A-41D8-BB94-80C1B83B907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1C9EDA9-F6ED-4986-BBA7-D547795A09D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8270C61-671B-4092-9030-057CC783679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8976C82-4836-447C-849C-B2A3F5212B3A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 3/4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E16F43D-6E9D-424F-9E94-59E4312D77DE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4 + 3 = 15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FDB7DA3-6B83-4C2F-ACE9-FF3D7CBC0DD8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1F7197A-916E-4DE6-BABB-AF7FE241CEA6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C9D24A2-61E7-42C6-84EF-50907EF57273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48865AE-4A1B-459F-9E7D-1E9F26D07444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C7BAD29-4C0F-4B32-B3ED-CA47B1944221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3 + 2 = 2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E5D36E4-493F-4254-972C-3AA94580A7CD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FC9D104-A12F-4300-9BD7-A3EF56D16780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BE3A690-424A-4026-884C-EAECA54ADA2E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6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-1">
            <a:extLst>
              <a:ext uri="{FF2B5EF4-FFF2-40B4-BE49-F238E27FC236}">
                <a16:creationId xmlns:a16="http://schemas.microsoft.com/office/drawing/2014/main" id="{BFBBE8F3-7BBE-4E51-9B05-12EB45A81F8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5802C81-28FF-4406-A061-B5120F98EB7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3/4 + 2/3.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048CB58-E1C6-4D9F-9ADB-E3D7C062935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6510D66-57D1-4B27-B7D4-BE7DB6DF4F5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448DB46-7E44-4380-9B2D-D1C3A58843E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975E0E2-D3B4-42DC-B221-37438D580239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A03815C-3457-4844-B185-1AD442D25371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CC1CD6F-049C-4497-81C5-A3388A177B41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F7B0ADB-E98E-44E0-813D-78C2FC2B6D27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BC800F9-BAF3-4B2E-B65C-6727ADBEC6A8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7372407-546F-442C-862A-81252F40C4E4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2800F6B-60B7-46C8-921A-1BE4A25B1BD6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0B55EC8-8F64-40A4-91FE-7401FCE64BCA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382B315-646B-4079-868A-1E07F3022806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CB72CC5-E113-40B6-9BC6-0E1C76D82299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5A59484-7288-4888-8B20-372E19F43EDE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96E8C5F-50C4-441A-AEFA-30C3382DC578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08C2604-2452-4E7D-9C70-0A4F39E54599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D117C2A-30B1-4CF4-BCE0-85AFE5153069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4880738-E42F-4A15-AA6A-3C790AE7E126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9B2ADB3-7CA6-41CA-886E-DA971C631484}"/>
              </a:ext>
            </a:extLst>
          </p:cNvPr>
          <p:cNvSpPr>
            <a:spLocks noGrp="1"/>
          </p:cNvSpPr>
          <p:nvPr/>
        </p:nvSpPr>
        <p:spPr>
          <a:xfrm>
            <a:off x="17264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E924902-7CE4-4006-AD19-D3E55C8276F9}"/>
              </a:ext>
            </a:extLst>
          </p:cNvPr>
          <p:cNvSpPr>
            <a:spLocks noGrp="1"/>
          </p:cNvSpPr>
          <p:nvPr/>
        </p:nvSpPr>
        <p:spPr>
          <a:xfrm>
            <a:off x="19645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1DB0E490-E5CC-4B90-A8C5-CCB8D70FEED9}"/>
              </a:ext>
            </a:extLst>
          </p:cNvPr>
          <p:cNvSpPr>
            <a:spLocks noGrp="1"/>
          </p:cNvSpPr>
          <p:nvPr/>
        </p:nvSpPr>
        <p:spPr>
          <a:xfrm>
            <a:off x="22026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B041D6F-BE32-4CFB-B306-FF85226392B8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FF6EEE8-9E11-4EC0-8268-885D06C5CFE6}"/>
              </a:ext>
            </a:extLst>
          </p:cNvPr>
          <p:cNvSpPr>
            <a:spLocks noGrp="1"/>
          </p:cNvSpPr>
          <p:nvPr/>
        </p:nvSpPr>
        <p:spPr>
          <a:xfrm>
            <a:off x="26789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BDBCC6EB-C006-4234-BC6F-85FA68647140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F7F83259-34FC-4EFC-B721-23E4FD66818F}"/>
              </a:ext>
            </a:extLst>
          </p:cNvPr>
          <p:cNvSpPr>
            <a:spLocks noGrp="1"/>
          </p:cNvSpPr>
          <p:nvPr/>
        </p:nvSpPr>
        <p:spPr>
          <a:xfrm>
            <a:off x="31551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AEA572E5-0C1B-43CA-BFB7-3EA5583F9F56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83ACD9E3-CA4D-4171-B2F8-0A6403355BD6}"/>
              </a:ext>
            </a:extLst>
          </p:cNvPr>
          <p:cNvSpPr>
            <a:spLocks noGrp="1"/>
          </p:cNvSpPr>
          <p:nvPr/>
        </p:nvSpPr>
        <p:spPr>
          <a:xfrm>
            <a:off x="36314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99F9C3EB-22FE-4F0D-87C8-85B1341E2F3A}"/>
              </a:ext>
            </a:extLst>
          </p:cNvPr>
          <p:cNvSpPr>
            <a:spLocks noGrp="1"/>
          </p:cNvSpPr>
          <p:nvPr/>
        </p:nvSpPr>
        <p:spPr>
          <a:xfrm>
            <a:off x="38695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C2D3C626-E468-4D47-BF45-D48577DEEB7D}"/>
              </a:ext>
            </a:extLst>
          </p:cNvPr>
          <p:cNvSpPr>
            <a:spLocks noGrp="1"/>
          </p:cNvSpPr>
          <p:nvPr/>
        </p:nvSpPr>
        <p:spPr>
          <a:xfrm>
            <a:off x="41076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95FE64DD-9DFD-4ED7-88E8-9ACFEEA757E3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F3EE1B58-5FC8-4394-93FC-9D3E461EC7D8}"/>
              </a:ext>
            </a:extLst>
          </p:cNvPr>
          <p:cNvSpPr>
            <a:spLocks noGrp="1"/>
          </p:cNvSpPr>
          <p:nvPr/>
        </p:nvSpPr>
        <p:spPr>
          <a:xfrm>
            <a:off x="45839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A9884373-DA98-42ED-A8E0-DC13F7792527}"/>
              </a:ext>
            </a:extLst>
          </p:cNvPr>
          <p:cNvSpPr>
            <a:spLocks noGrp="1"/>
          </p:cNvSpPr>
          <p:nvPr/>
        </p:nvSpPr>
        <p:spPr>
          <a:xfrm>
            <a:off x="48220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F1F90A35-49F5-4E5B-8DA4-609A0AF71B23}"/>
              </a:ext>
            </a:extLst>
          </p:cNvPr>
          <p:cNvSpPr>
            <a:spLocks noGrp="1"/>
          </p:cNvSpPr>
          <p:nvPr/>
        </p:nvSpPr>
        <p:spPr>
          <a:xfrm>
            <a:off x="50601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566CCB43-46C9-49A8-9586-E2F4BC2B4CEE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339AF120-915B-406F-B313-A0CF2B3D1473}"/>
              </a:ext>
            </a:extLst>
          </p:cNvPr>
          <p:cNvSpPr>
            <a:spLocks noGrp="1"/>
          </p:cNvSpPr>
          <p:nvPr/>
        </p:nvSpPr>
        <p:spPr>
          <a:xfrm>
            <a:off x="55364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842F7ED5-24C1-4CD9-BAE6-0A2B03C1B464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072880A4-E030-4A24-856B-387B41D32CD1}"/>
              </a:ext>
            </a:extLst>
          </p:cNvPr>
          <p:cNvSpPr>
            <a:spLocks noGrp="1"/>
          </p:cNvSpPr>
          <p:nvPr/>
        </p:nvSpPr>
        <p:spPr>
          <a:xfrm>
            <a:off x="60126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8C1F51AE-2799-4626-97F8-DCCD43213B6B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4E82039D-371F-450A-BE29-7CF3D9714B4E}"/>
              </a:ext>
            </a:extLst>
          </p:cNvPr>
          <p:cNvSpPr>
            <a:spLocks noGrp="1"/>
          </p:cNvSpPr>
          <p:nvPr/>
        </p:nvSpPr>
        <p:spPr>
          <a:xfrm>
            <a:off x="64889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1DDE6991-B212-47D1-91A0-C5119F7D8A93}"/>
              </a:ext>
            </a:extLst>
          </p:cNvPr>
          <p:cNvSpPr>
            <a:spLocks noGrp="1"/>
          </p:cNvSpPr>
          <p:nvPr/>
        </p:nvSpPr>
        <p:spPr>
          <a:xfrm>
            <a:off x="67270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DFBB9B26-6F9A-4579-9211-346329312EB0}"/>
              </a:ext>
            </a:extLst>
          </p:cNvPr>
          <p:cNvSpPr>
            <a:spLocks noGrp="1"/>
          </p:cNvSpPr>
          <p:nvPr/>
        </p:nvSpPr>
        <p:spPr>
          <a:xfrm>
            <a:off x="69651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C0C817CE-A4D3-4ADF-86E3-EBE041454EC2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CC23309B-0D8F-4490-A46D-375231B48262}"/>
              </a:ext>
            </a:extLst>
          </p:cNvPr>
          <p:cNvSpPr>
            <a:spLocks noGrp="1"/>
          </p:cNvSpPr>
          <p:nvPr/>
        </p:nvSpPr>
        <p:spPr>
          <a:xfrm>
            <a:off x="74414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64FA2184-99F2-4505-9A73-2CF098461ED0}"/>
              </a:ext>
            </a:extLst>
          </p:cNvPr>
          <p:cNvSpPr>
            <a:spLocks noGrp="1"/>
          </p:cNvSpPr>
          <p:nvPr/>
        </p:nvSpPr>
        <p:spPr>
          <a:xfrm>
            <a:off x="76795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3D3C3DBD-C1BB-4E21-8492-75495C8C78A7}"/>
              </a:ext>
            </a:extLst>
          </p:cNvPr>
          <p:cNvSpPr>
            <a:spLocks noGrp="1"/>
          </p:cNvSpPr>
          <p:nvPr/>
        </p:nvSpPr>
        <p:spPr>
          <a:xfrm>
            <a:off x="79176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AF1DD208-E17E-471E-BAAE-EA59A1C917BA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0AFA2CDB-68D0-4760-9D8F-AB02974DFDDB}"/>
              </a:ext>
            </a:extLst>
          </p:cNvPr>
          <p:cNvSpPr>
            <a:spLocks noGrp="1"/>
          </p:cNvSpPr>
          <p:nvPr/>
        </p:nvSpPr>
        <p:spPr>
          <a:xfrm>
            <a:off x="83939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41A49405-C11F-4F25-A329-D8F4BEAF8501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02F63108-2CA7-4671-8515-D96CA6F3A899}"/>
              </a:ext>
            </a:extLst>
          </p:cNvPr>
          <p:cNvSpPr>
            <a:spLocks noGrp="1"/>
          </p:cNvSpPr>
          <p:nvPr/>
        </p:nvSpPr>
        <p:spPr>
          <a:xfrm>
            <a:off x="88701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F4212DE5-224B-4E20-B513-84A0CAA83494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561F2357-DC85-42C3-BB92-7137A08A8451}"/>
              </a:ext>
            </a:extLst>
          </p:cNvPr>
          <p:cNvSpPr>
            <a:spLocks noGrp="1"/>
          </p:cNvSpPr>
          <p:nvPr/>
        </p:nvSpPr>
        <p:spPr>
          <a:xfrm>
            <a:off x="93464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1B935A00-C734-45E2-85FB-487DF7A417DC}"/>
              </a:ext>
            </a:extLst>
          </p:cNvPr>
          <p:cNvSpPr>
            <a:spLocks noGrp="1"/>
          </p:cNvSpPr>
          <p:nvPr/>
        </p:nvSpPr>
        <p:spPr>
          <a:xfrm>
            <a:off x="95845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FCAFB509-0EF1-4C12-A51D-803E7552C8D5}"/>
              </a:ext>
            </a:extLst>
          </p:cNvPr>
          <p:cNvSpPr>
            <a:spLocks noGrp="1"/>
          </p:cNvSpPr>
          <p:nvPr/>
        </p:nvSpPr>
        <p:spPr>
          <a:xfrm>
            <a:off x="98226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F789ED14-76F4-4688-9794-8488A3E84F84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51A791CD-775F-485C-B9E5-AE3BD4A904C6}"/>
              </a:ext>
            </a:extLst>
          </p:cNvPr>
          <p:cNvSpPr>
            <a:spLocks noGrp="1"/>
          </p:cNvSpPr>
          <p:nvPr/>
        </p:nvSpPr>
        <p:spPr>
          <a:xfrm>
            <a:off x="102989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3C8408FF-4262-465A-908E-ABAF7B90515F}"/>
              </a:ext>
            </a:extLst>
          </p:cNvPr>
          <p:cNvSpPr>
            <a:spLocks noGrp="1"/>
          </p:cNvSpPr>
          <p:nvPr/>
        </p:nvSpPr>
        <p:spPr>
          <a:xfrm>
            <a:off x="105370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75F56142-6FE6-4F91-9F88-471968EA6B72}"/>
              </a:ext>
            </a:extLst>
          </p:cNvPr>
          <p:cNvSpPr>
            <a:spLocks noGrp="1"/>
          </p:cNvSpPr>
          <p:nvPr/>
        </p:nvSpPr>
        <p:spPr>
          <a:xfrm>
            <a:off x="107751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D483FA0D-4636-4113-8044-45329205E784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257DEA3F-8B34-45C1-AA4C-CF78188EE0FD}"/>
              </a:ext>
            </a:extLst>
          </p:cNvPr>
          <p:cNvSpPr>
            <a:spLocks noGrp="1"/>
          </p:cNvSpPr>
          <p:nvPr/>
        </p:nvSpPr>
        <p:spPr>
          <a:xfrm>
            <a:off x="1125140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B2C456D2-F313-488F-9661-1A5C30D15C14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838A217A-68F3-4638-ADB9-D76651436D2C}"/>
              </a:ext>
            </a:extLst>
          </p:cNvPr>
          <p:cNvSpPr>
            <a:spLocks noGrp="1"/>
          </p:cNvSpPr>
          <p:nvPr/>
        </p:nvSpPr>
        <p:spPr>
          <a:xfrm>
            <a:off x="11727656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48ED399A-ABCC-47AB-9826-905CE892AADE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D0F4DBC4-217C-400A-B3FF-203B5EDD5CEE}"/>
              </a:ext>
            </a:extLst>
          </p:cNvPr>
          <p:cNvSpPr>
            <a:spLocks noGrp="1"/>
          </p:cNvSpPr>
          <p:nvPr/>
        </p:nvSpPr>
        <p:spPr>
          <a:xfrm>
            <a:off x="12203906" y="5310188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2832D018-5185-447C-ABE5-79FCFC0FAD6A}"/>
              </a:ext>
            </a:extLst>
          </p:cNvPr>
          <p:cNvSpPr>
            <a:spLocks noGrp="1"/>
          </p:cNvSpPr>
          <p:nvPr/>
        </p:nvSpPr>
        <p:spPr>
          <a:xfrm>
            <a:off x="12442031" y="5310188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EBEC6A85-C0E4-412A-AB0A-EF2CA3989204}"/>
              </a:ext>
            </a:extLst>
          </p:cNvPr>
          <p:cNvSpPr>
            <a:spLocks noGrp="1"/>
          </p:cNvSpPr>
          <p:nvPr/>
        </p:nvSpPr>
        <p:spPr>
          <a:xfrm>
            <a:off x="12680156" y="5310188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A3435AB7-7053-41F7-A47D-878CDED4342E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CDBC5150-17DA-48B1-9D23-FA75F4B344DC}"/>
              </a:ext>
            </a:extLst>
          </p:cNvPr>
          <p:cNvSpPr>
            <a:spLocks noGrp="1"/>
          </p:cNvSpPr>
          <p:nvPr/>
        </p:nvSpPr>
        <p:spPr>
          <a:xfrm>
            <a:off x="1726406" y="5988844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F96E2D1E-2063-4BB4-AC32-8F89266D06F7}"/>
              </a:ext>
            </a:extLst>
          </p:cNvPr>
          <p:cNvSpPr>
            <a:spLocks noGrp="1"/>
          </p:cNvSpPr>
          <p:nvPr/>
        </p:nvSpPr>
        <p:spPr>
          <a:xfrm>
            <a:off x="1964531" y="5988844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1626FC72-88B8-4DF1-B5F0-7B0A8F791859}"/>
              </a:ext>
            </a:extLst>
          </p:cNvPr>
          <p:cNvSpPr>
            <a:spLocks noGrp="1"/>
          </p:cNvSpPr>
          <p:nvPr/>
        </p:nvSpPr>
        <p:spPr>
          <a:xfrm>
            <a:off x="2202656" y="5988844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E1F05133-C40C-4E59-8BEC-0B3E8ED372DF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22CFE724-F627-4874-8F58-11C93BA7FD02}"/>
              </a:ext>
            </a:extLst>
          </p:cNvPr>
          <p:cNvSpPr>
            <a:spLocks noGrp="1"/>
          </p:cNvSpPr>
          <p:nvPr/>
        </p:nvSpPr>
        <p:spPr>
          <a:xfrm>
            <a:off x="2678906" y="5988844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F9AE80C6-C08A-4FF8-8B8C-287436018AA3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DBEE5C0F-7E6C-468D-A3F4-4367582E3176}"/>
              </a:ext>
            </a:extLst>
          </p:cNvPr>
          <p:cNvSpPr>
            <a:spLocks noGrp="1"/>
          </p:cNvSpPr>
          <p:nvPr/>
        </p:nvSpPr>
        <p:spPr>
          <a:xfrm>
            <a:off x="3155156" y="5988844"/>
            <a:ext cx="23812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9AA92048-5E71-4F80-B069-F8072CF2A154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6E5C5998-913A-47EA-9618-ECF7B63FA8B6}"/>
              </a:ext>
            </a:extLst>
          </p:cNvPr>
          <p:cNvSpPr>
            <a:spLocks noGrp="1"/>
          </p:cNvSpPr>
          <p:nvPr/>
        </p:nvSpPr>
        <p:spPr>
          <a:xfrm>
            <a:off x="36314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2B2C8289-2202-4A9E-92EA-189ECC9D31FD}"/>
              </a:ext>
            </a:extLst>
          </p:cNvPr>
          <p:cNvSpPr>
            <a:spLocks noGrp="1"/>
          </p:cNvSpPr>
          <p:nvPr/>
        </p:nvSpPr>
        <p:spPr>
          <a:xfrm>
            <a:off x="38695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16DF889B-1EC3-4259-BFAF-90D3CF31C1B9}"/>
              </a:ext>
            </a:extLst>
          </p:cNvPr>
          <p:cNvSpPr>
            <a:spLocks noGrp="1"/>
          </p:cNvSpPr>
          <p:nvPr/>
        </p:nvSpPr>
        <p:spPr>
          <a:xfrm>
            <a:off x="41076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EDE99D9D-9C5F-4CEB-8F27-2CCD8D86A71D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A84CA6BE-1B61-4556-8490-A78849923ABD}"/>
              </a:ext>
            </a:extLst>
          </p:cNvPr>
          <p:cNvSpPr>
            <a:spLocks noGrp="1"/>
          </p:cNvSpPr>
          <p:nvPr/>
        </p:nvSpPr>
        <p:spPr>
          <a:xfrm>
            <a:off x="45839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CE6B6302-2DA7-439F-B953-4137A5BE26D7}"/>
              </a:ext>
            </a:extLst>
          </p:cNvPr>
          <p:cNvSpPr>
            <a:spLocks noGrp="1"/>
          </p:cNvSpPr>
          <p:nvPr/>
        </p:nvSpPr>
        <p:spPr>
          <a:xfrm>
            <a:off x="48220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931D2EE2-4DBB-4EB7-9447-E15AF47F526B}"/>
              </a:ext>
            </a:extLst>
          </p:cNvPr>
          <p:cNvSpPr>
            <a:spLocks noGrp="1"/>
          </p:cNvSpPr>
          <p:nvPr/>
        </p:nvSpPr>
        <p:spPr>
          <a:xfrm>
            <a:off x="50601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2AE8750E-5E5B-4606-939C-0A00A428E4D6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6428ED3F-C24F-410D-AEDF-91D18FC6C383}"/>
              </a:ext>
            </a:extLst>
          </p:cNvPr>
          <p:cNvSpPr>
            <a:spLocks noGrp="1"/>
          </p:cNvSpPr>
          <p:nvPr/>
        </p:nvSpPr>
        <p:spPr>
          <a:xfrm>
            <a:off x="55364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D2AC3CE8-5670-4F80-AD38-D018EACF8771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14F42639-4842-414F-AF0E-4D696B4C437C}"/>
              </a:ext>
            </a:extLst>
          </p:cNvPr>
          <p:cNvSpPr>
            <a:spLocks noGrp="1"/>
          </p:cNvSpPr>
          <p:nvPr/>
        </p:nvSpPr>
        <p:spPr>
          <a:xfrm>
            <a:off x="60126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4B68BB66-C1B9-4D2A-9B52-9DD65F1DC1A0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E0573C3F-5BE8-40CB-89CA-0A3DB01ADE6C}"/>
              </a:ext>
            </a:extLst>
          </p:cNvPr>
          <p:cNvSpPr>
            <a:spLocks noGrp="1"/>
          </p:cNvSpPr>
          <p:nvPr/>
        </p:nvSpPr>
        <p:spPr>
          <a:xfrm>
            <a:off x="64889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F9425FCF-2FA7-4B4E-82D7-7EDF4AAF893F}"/>
              </a:ext>
            </a:extLst>
          </p:cNvPr>
          <p:cNvSpPr>
            <a:spLocks noGrp="1"/>
          </p:cNvSpPr>
          <p:nvPr/>
        </p:nvSpPr>
        <p:spPr>
          <a:xfrm>
            <a:off x="67270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FCB2C0F6-0F81-4347-BC44-F4FA5C951792}"/>
              </a:ext>
            </a:extLst>
          </p:cNvPr>
          <p:cNvSpPr>
            <a:spLocks noGrp="1"/>
          </p:cNvSpPr>
          <p:nvPr/>
        </p:nvSpPr>
        <p:spPr>
          <a:xfrm>
            <a:off x="69651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D787E4BF-404F-4D98-ABA5-3EDE0156F232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7AA73384-9255-4D76-BBDF-9D4EC13CDAE6}"/>
              </a:ext>
            </a:extLst>
          </p:cNvPr>
          <p:cNvSpPr>
            <a:spLocks noGrp="1"/>
          </p:cNvSpPr>
          <p:nvPr/>
        </p:nvSpPr>
        <p:spPr>
          <a:xfrm>
            <a:off x="74414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C8EB8FDF-4257-4D81-9B5B-A36C0E504782}"/>
              </a:ext>
            </a:extLst>
          </p:cNvPr>
          <p:cNvSpPr>
            <a:spLocks noGrp="1"/>
          </p:cNvSpPr>
          <p:nvPr/>
        </p:nvSpPr>
        <p:spPr>
          <a:xfrm>
            <a:off x="76795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90C3ACD6-2382-4D6F-9B54-81C0AF9548C0}"/>
              </a:ext>
            </a:extLst>
          </p:cNvPr>
          <p:cNvSpPr>
            <a:spLocks noGrp="1"/>
          </p:cNvSpPr>
          <p:nvPr/>
        </p:nvSpPr>
        <p:spPr>
          <a:xfrm>
            <a:off x="79176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84F165C4-A9DF-4F30-80E3-81F9F608BAD5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30F7F428-18CF-49F3-BC3B-F6106ACAF964}"/>
              </a:ext>
            </a:extLst>
          </p:cNvPr>
          <p:cNvSpPr>
            <a:spLocks noGrp="1"/>
          </p:cNvSpPr>
          <p:nvPr/>
        </p:nvSpPr>
        <p:spPr>
          <a:xfrm>
            <a:off x="83939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21C517BF-6B52-458A-B21C-B8D6EDAB1095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3FF24403-4475-4130-8C89-B40AF2CE7608}"/>
              </a:ext>
            </a:extLst>
          </p:cNvPr>
          <p:cNvSpPr>
            <a:spLocks noGrp="1"/>
          </p:cNvSpPr>
          <p:nvPr/>
        </p:nvSpPr>
        <p:spPr>
          <a:xfrm>
            <a:off x="88701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D7D58054-69BE-447B-991F-8C878AE25933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8D158A0D-F477-4975-BA88-F0AF7DF6F054}"/>
              </a:ext>
            </a:extLst>
          </p:cNvPr>
          <p:cNvSpPr>
            <a:spLocks noGrp="1"/>
          </p:cNvSpPr>
          <p:nvPr/>
        </p:nvSpPr>
        <p:spPr>
          <a:xfrm>
            <a:off x="93464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85E98F18-CF10-4186-AF06-FB47E154AFAA}"/>
              </a:ext>
            </a:extLst>
          </p:cNvPr>
          <p:cNvSpPr>
            <a:spLocks noGrp="1"/>
          </p:cNvSpPr>
          <p:nvPr/>
        </p:nvSpPr>
        <p:spPr>
          <a:xfrm>
            <a:off x="95845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9360B52A-6248-426D-A296-943C56668AE1}"/>
              </a:ext>
            </a:extLst>
          </p:cNvPr>
          <p:cNvSpPr>
            <a:spLocks noGrp="1"/>
          </p:cNvSpPr>
          <p:nvPr/>
        </p:nvSpPr>
        <p:spPr>
          <a:xfrm>
            <a:off x="98226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F25A89AD-229D-4EF6-A158-241D93F3FC01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BAAC48B8-AD7F-49C0-A028-E09A34351012}"/>
              </a:ext>
            </a:extLst>
          </p:cNvPr>
          <p:cNvSpPr>
            <a:spLocks noGrp="1"/>
          </p:cNvSpPr>
          <p:nvPr/>
        </p:nvSpPr>
        <p:spPr>
          <a:xfrm>
            <a:off x="102989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E87BA6CA-7383-425B-98DB-A7213F78280E}"/>
              </a:ext>
            </a:extLst>
          </p:cNvPr>
          <p:cNvSpPr>
            <a:spLocks noGrp="1"/>
          </p:cNvSpPr>
          <p:nvPr/>
        </p:nvSpPr>
        <p:spPr>
          <a:xfrm>
            <a:off x="105370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0BA64CE3-E042-4FB0-ABDC-47D33A15D395}"/>
              </a:ext>
            </a:extLst>
          </p:cNvPr>
          <p:cNvSpPr>
            <a:spLocks noGrp="1"/>
          </p:cNvSpPr>
          <p:nvPr/>
        </p:nvSpPr>
        <p:spPr>
          <a:xfrm>
            <a:off x="107751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9D39BBC6-59F0-4AFD-862B-46C3E8893E10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CDADD0AF-7529-459E-A8D3-BCC7773AC3AE}"/>
              </a:ext>
            </a:extLst>
          </p:cNvPr>
          <p:cNvSpPr>
            <a:spLocks noGrp="1"/>
          </p:cNvSpPr>
          <p:nvPr/>
        </p:nvSpPr>
        <p:spPr>
          <a:xfrm>
            <a:off x="112514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D642292C-AFE7-474C-BF22-B76755587D14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CD75BB78-6B47-438C-8248-2300EC5D62A8}"/>
              </a:ext>
            </a:extLst>
          </p:cNvPr>
          <p:cNvSpPr>
            <a:spLocks noGrp="1"/>
          </p:cNvSpPr>
          <p:nvPr/>
        </p:nvSpPr>
        <p:spPr>
          <a:xfrm>
            <a:off x="117276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38961DFF-C87D-403E-9D5E-34E1A92F5566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A981210A-CE2D-42FC-B858-059E32DA8BF3}"/>
              </a:ext>
            </a:extLst>
          </p:cNvPr>
          <p:cNvSpPr>
            <a:spLocks noGrp="1"/>
          </p:cNvSpPr>
          <p:nvPr/>
        </p:nvSpPr>
        <p:spPr>
          <a:xfrm>
            <a:off x="1220390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4" name="object-114">
            <a:extLst>
              <a:ext uri="{FF2B5EF4-FFF2-40B4-BE49-F238E27FC236}">
                <a16:creationId xmlns:a16="http://schemas.microsoft.com/office/drawing/2014/main" id="{45D9CC07-6710-4F6B-8231-ECB0C3BE6D2D}"/>
              </a:ext>
            </a:extLst>
          </p:cNvPr>
          <p:cNvSpPr>
            <a:spLocks noGrp="1"/>
          </p:cNvSpPr>
          <p:nvPr/>
        </p:nvSpPr>
        <p:spPr>
          <a:xfrm>
            <a:off x="12442031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5" name="object-115">
            <a:extLst>
              <a:ext uri="{FF2B5EF4-FFF2-40B4-BE49-F238E27FC236}">
                <a16:creationId xmlns:a16="http://schemas.microsoft.com/office/drawing/2014/main" id="{437FBF83-F9D6-493F-8972-B90E7756E709}"/>
              </a:ext>
            </a:extLst>
          </p:cNvPr>
          <p:cNvSpPr>
            <a:spLocks noGrp="1"/>
          </p:cNvSpPr>
          <p:nvPr/>
        </p:nvSpPr>
        <p:spPr>
          <a:xfrm>
            <a:off x="12680156" y="5988844"/>
            <a:ext cx="23812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6" name="object-116">
            <a:extLst>
              <a:ext uri="{FF2B5EF4-FFF2-40B4-BE49-F238E27FC236}">
                <a16:creationId xmlns:a16="http://schemas.microsoft.com/office/drawing/2014/main" id="{FE836664-A717-4EDA-B3FB-A16EAF2061D8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17" name="object-117">
            <a:extLst>
              <a:ext uri="{FF2B5EF4-FFF2-40B4-BE49-F238E27FC236}">
                <a16:creationId xmlns:a16="http://schemas.microsoft.com/office/drawing/2014/main" id="{C21C05EC-E053-43E1-8C3E-5CE37B045FB1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18" name="object-118">
            <a:extLst>
              <a:ext uri="{FF2B5EF4-FFF2-40B4-BE49-F238E27FC236}">
                <a16:creationId xmlns:a16="http://schemas.microsoft.com/office/drawing/2014/main" id="{971C7C79-B425-4A86-BDB1-6951381F6993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19" name="object-119">
            <a:extLst>
              <a:ext uri="{FF2B5EF4-FFF2-40B4-BE49-F238E27FC236}">
                <a16:creationId xmlns:a16="http://schemas.microsoft.com/office/drawing/2014/main" id="{D2197F5B-AFBC-4F09-BE2D-C8D5D5DF26C3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20" name="object-120">
            <a:extLst>
              <a:ext uri="{FF2B5EF4-FFF2-40B4-BE49-F238E27FC236}">
                <a16:creationId xmlns:a16="http://schemas.microsoft.com/office/drawing/2014/main" id="{B311FC51-CEDE-46E9-AE35-B767BB0B0D90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21" name="object-121">
            <a:extLst>
              <a:ext uri="{FF2B5EF4-FFF2-40B4-BE49-F238E27FC236}">
                <a16:creationId xmlns:a16="http://schemas.microsoft.com/office/drawing/2014/main" id="{227C0C75-CB0F-4697-92A7-CD03E2A46788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22" name="object-122">
            <a:extLst>
              <a:ext uri="{FF2B5EF4-FFF2-40B4-BE49-F238E27FC236}">
                <a16:creationId xmlns:a16="http://schemas.microsoft.com/office/drawing/2014/main" id="{17394F95-55B6-498E-BA6F-E8B8DC8ED90F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23" name="object-123">
            <a:extLst>
              <a:ext uri="{FF2B5EF4-FFF2-40B4-BE49-F238E27FC236}">
                <a16:creationId xmlns:a16="http://schemas.microsoft.com/office/drawing/2014/main" id="{A8A401B3-6F94-4C05-9794-191B1E5FE889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24" name="object-124">
            <a:extLst>
              <a:ext uri="{FF2B5EF4-FFF2-40B4-BE49-F238E27FC236}">
                <a16:creationId xmlns:a16="http://schemas.microsoft.com/office/drawing/2014/main" id="{AA33AB6A-7A65-4720-A577-D97A7540B572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45 + 8 = 53; the denominator stays 12.</a:t>
            </a:r>
          </a:p>
        </p:txBody>
      </p:sp>
      <p:sp>
        <p:nvSpPr>
          <p:cNvPr id="125" name="object-125">
            <a:extLst>
              <a:ext uri="{FF2B5EF4-FFF2-40B4-BE49-F238E27FC236}">
                <a16:creationId xmlns:a16="http://schemas.microsoft.com/office/drawing/2014/main" id="{76018AA4-3084-4C0D-B244-00CA726E0179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4 5/12</a:t>
            </a:r>
          </a:p>
        </p:txBody>
      </p:sp>
    </p:spTree>
    <p:extLst>
      <p:ext uri="{BB962C8B-B14F-4D97-AF65-F5344CB8AC3E}">
        <p14:creationId xmlns:p14="http://schemas.microsoft.com/office/powerpoint/2010/main" val="118858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  <p:bldP spid="124" grpId="0"/>
      <p:bldP spid="1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4F25BECA-092A-4945-A88D-B35703689E7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11D3E12-3217-4D94-89D2-4620599F1473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8908350-0B58-4A3C-ACB9-78C8CF68FF2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6 1/2 − 1 3/4.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6A49443-B590-485C-A2FF-8B66F5EC02A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72D2786-2316-4132-B00C-7A78AFC33FF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2742A2B-233B-4BDC-A680-F30D235015E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8C37ACB-184D-4069-92B4-1AAFF1758286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 1/2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05CCA62-DDEF-4E4E-BD5B-EC52C8B285E5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2 + 1 = 13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68E7B94-99D7-4F78-97AC-7AE669521AEB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46528ED-7169-46F0-9DFC-A24BB435F96B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84BD343-17F5-4AE3-A69B-7855E9AD4D98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BDD9C46-77E1-4C24-BA00-4A13DF4C27FB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 3/4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C0570A5-1D4B-436D-A639-6F215F3AF466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× 4 + 3 = 7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67C610C-CB61-4D83-A6EA-A4E3FD53403B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C60C55D-2687-46B2-A326-64DAC126EE10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9DC078B-8C29-4733-B471-665C4A46B043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2428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object-1">
            <a:extLst>
              <a:ext uri="{FF2B5EF4-FFF2-40B4-BE49-F238E27FC236}">
                <a16:creationId xmlns:a16="http://schemas.microsoft.com/office/drawing/2014/main" id="{F8EBC3C9-5CF4-480D-A59F-30944CB464C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C4668DB-56C0-488A-B74A-4F46B9B1CEF0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95E9C42-BD62-43A3-8D90-59E22AE0121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6 1/2 − 1 3/4.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F455C11-5E37-48C2-A186-87BB2A9753C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F6F64EA-9AD6-4FC1-9F60-74A4CE0FC38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02CA209-83AE-4131-99BC-A27EE1CF953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FD41EBE-9F7E-4C7C-A2D2-CA88BE9F39C0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18B7572-169B-4003-91E1-CA250F643E51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F19DD3F-B819-46E7-862A-AD924ABA91C3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F258C71-F27C-41FF-834E-74976D99FA7A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90B5001-E1A2-4036-B99F-46F53CB99836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64743C0-D891-43C7-AB43-0D271B64F8FC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D34500DC-580F-44AE-A92B-2FC4C7EF8B08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320CD0A-72B4-48B5-B784-65A805AC0426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02B4451-8A95-477C-A372-201A7D590876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4238B39-12EF-44E0-852E-53827E829F1F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7228D83-1E85-436E-A0F8-B1639E0171CA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CD991AE-1199-496F-8565-BBADC1B849F4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45520F5-78F7-423D-87EB-B40B8E565CE5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EE11DD7-016A-4995-A9A1-66E0C9BDA7EB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3199C74-B068-4D0D-B166-886D6B60DA67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4E2004A-D2F1-4EED-BB69-FAB4A322FD52}"/>
              </a:ext>
            </a:extLst>
          </p:cNvPr>
          <p:cNvSpPr>
            <a:spLocks noGrp="1"/>
          </p:cNvSpPr>
          <p:nvPr/>
        </p:nvSpPr>
        <p:spPr>
          <a:xfrm>
            <a:off x="1896496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1DE99A01-1700-42DE-83EA-6F6673DEDE12}"/>
              </a:ext>
            </a:extLst>
          </p:cNvPr>
          <p:cNvSpPr>
            <a:spLocks noGrp="1"/>
          </p:cNvSpPr>
          <p:nvPr/>
        </p:nvSpPr>
        <p:spPr>
          <a:xfrm>
            <a:off x="2304710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A02DEB4-8D1A-41D2-B602-C0E2FA773F5D}"/>
              </a:ext>
            </a:extLst>
          </p:cNvPr>
          <p:cNvSpPr>
            <a:spLocks noGrp="1"/>
          </p:cNvSpPr>
          <p:nvPr/>
        </p:nvSpPr>
        <p:spPr>
          <a:xfrm>
            <a:off x="2712924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3B7A0B65-301A-4DAB-B84C-38130116F0E0}"/>
              </a:ext>
            </a:extLst>
          </p:cNvPr>
          <p:cNvSpPr>
            <a:spLocks noGrp="1"/>
          </p:cNvSpPr>
          <p:nvPr/>
        </p:nvSpPr>
        <p:spPr>
          <a:xfrm>
            <a:off x="3121138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5AF87D82-715E-4396-94CF-499E891AC20B}"/>
              </a:ext>
            </a:extLst>
          </p:cNvPr>
          <p:cNvSpPr>
            <a:spLocks noGrp="1"/>
          </p:cNvSpPr>
          <p:nvPr/>
        </p:nvSpPr>
        <p:spPr>
          <a:xfrm>
            <a:off x="3529353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BCADEAF-E288-461F-A1FC-456CB5D8479E}"/>
              </a:ext>
            </a:extLst>
          </p:cNvPr>
          <p:cNvSpPr>
            <a:spLocks noGrp="1"/>
          </p:cNvSpPr>
          <p:nvPr/>
        </p:nvSpPr>
        <p:spPr>
          <a:xfrm>
            <a:off x="3937567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A2B95DC6-1F11-47B4-9D52-DD9743102F53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EF0336DC-87A9-4960-AB7E-18838728E41C}"/>
              </a:ext>
            </a:extLst>
          </p:cNvPr>
          <p:cNvSpPr>
            <a:spLocks noGrp="1"/>
          </p:cNvSpPr>
          <p:nvPr/>
        </p:nvSpPr>
        <p:spPr>
          <a:xfrm>
            <a:off x="4753996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A62302F8-A7B9-42B9-82FE-1E987C478688}"/>
              </a:ext>
            </a:extLst>
          </p:cNvPr>
          <p:cNvSpPr>
            <a:spLocks noGrp="1"/>
          </p:cNvSpPr>
          <p:nvPr/>
        </p:nvSpPr>
        <p:spPr>
          <a:xfrm>
            <a:off x="5162210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C7085513-7FD2-434A-A29F-3CF1C23C3F98}"/>
              </a:ext>
            </a:extLst>
          </p:cNvPr>
          <p:cNvSpPr>
            <a:spLocks noGrp="1"/>
          </p:cNvSpPr>
          <p:nvPr/>
        </p:nvSpPr>
        <p:spPr>
          <a:xfrm>
            <a:off x="5570424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41159FEF-8FBC-4C28-8A72-E12E5D57F374}"/>
              </a:ext>
            </a:extLst>
          </p:cNvPr>
          <p:cNvSpPr>
            <a:spLocks noGrp="1"/>
          </p:cNvSpPr>
          <p:nvPr/>
        </p:nvSpPr>
        <p:spPr>
          <a:xfrm>
            <a:off x="5978638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8DECBF09-B8E1-4EC7-8065-90F7B8ED0ED0}"/>
              </a:ext>
            </a:extLst>
          </p:cNvPr>
          <p:cNvSpPr>
            <a:spLocks noGrp="1"/>
          </p:cNvSpPr>
          <p:nvPr/>
        </p:nvSpPr>
        <p:spPr>
          <a:xfrm>
            <a:off x="6386853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9C7CD7C8-523C-42C1-B569-A1EC87AE35EF}"/>
              </a:ext>
            </a:extLst>
          </p:cNvPr>
          <p:cNvSpPr>
            <a:spLocks noGrp="1"/>
          </p:cNvSpPr>
          <p:nvPr/>
        </p:nvSpPr>
        <p:spPr>
          <a:xfrm>
            <a:off x="6795067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C4DA29B9-345A-4A86-88DE-E88C88FBF61E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1858EF6D-785A-404C-8629-007E6FEF4896}"/>
              </a:ext>
            </a:extLst>
          </p:cNvPr>
          <p:cNvSpPr>
            <a:spLocks noGrp="1"/>
          </p:cNvSpPr>
          <p:nvPr/>
        </p:nvSpPr>
        <p:spPr>
          <a:xfrm>
            <a:off x="7611496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B4120D95-338A-4478-A60F-66167F967095}"/>
              </a:ext>
            </a:extLst>
          </p:cNvPr>
          <p:cNvSpPr>
            <a:spLocks noGrp="1"/>
          </p:cNvSpPr>
          <p:nvPr/>
        </p:nvSpPr>
        <p:spPr>
          <a:xfrm>
            <a:off x="8019710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DD3420DA-E698-4593-800E-C56DBF59D89A}"/>
              </a:ext>
            </a:extLst>
          </p:cNvPr>
          <p:cNvSpPr>
            <a:spLocks noGrp="1"/>
          </p:cNvSpPr>
          <p:nvPr/>
        </p:nvSpPr>
        <p:spPr>
          <a:xfrm>
            <a:off x="8427924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C8AF9091-5B97-476D-8DFA-85BBE0E36F6D}"/>
              </a:ext>
            </a:extLst>
          </p:cNvPr>
          <p:cNvSpPr>
            <a:spLocks noGrp="1"/>
          </p:cNvSpPr>
          <p:nvPr/>
        </p:nvSpPr>
        <p:spPr>
          <a:xfrm>
            <a:off x="8836138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8466DA4F-DC15-46A9-89B4-7249E2CED670}"/>
              </a:ext>
            </a:extLst>
          </p:cNvPr>
          <p:cNvSpPr>
            <a:spLocks noGrp="1"/>
          </p:cNvSpPr>
          <p:nvPr/>
        </p:nvSpPr>
        <p:spPr>
          <a:xfrm>
            <a:off x="9244353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FA65DE69-2A06-4AB2-A05D-F4C00E5108BE}"/>
              </a:ext>
            </a:extLst>
          </p:cNvPr>
          <p:cNvSpPr>
            <a:spLocks noGrp="1"/>
          </p:cNvSpPr>
          <p:nvPr/>
        </p:nvSpPr>
        <p:spPr>
          <a:xfrm>
            <a:off x="9652567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91ABFF15-870A-43F7-80D4-48DA81D118C6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E169D765-73E4-4BBB-AA51-078A1570DC49}"/>
              </a:ext>
            </a:extLst>
          </p:cNvPr>
          <p:cNvSpPr>
            <a:spLocks noGrp="1"/>
          </p:cNvSpPr>
          <p:nvPr/>
        </p:nvSpPr>
        <p:spPr>
          <a:xfrm>
            <a:off x="10468996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C7C0D370-F78E-40D2-98A7-C62495209FC0}"/>
              </a:ext>
            </a:extLst>
          </p:cNvPr>
          <p:cNvSpPr>
            <a:spLocks noGrp="1"/>
          </p:cNvSpPr>
          <p:nvPr/>
        </p:nvSpPr>
        <p:spPr>
          <a:xfrm>
            <a:off x="10877210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80F6C24C-6E3E-444F-9C2F-40E6D5EFA395}"/>
              </a:ext>
            </a:extLst>
          </p:cNvPr>
          <p:cNvSpPr>
            <a:spLocks noGrp="1"/>
          </p:cNvSpPr>
          <p:nvPr/>
        </p:nvSpPr>
        <p:spPr>
          <a:xfrm>
            <a:off x="11285424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A2ED415B-A96A-44FA-B47F-638CDCA70A25}"/>
              </a:ext>
            </a:extLst>
          </p:cNvPr>
          <p:cNvSpPr>
            <a:spLocks noGrp="1"/>
          </p:cNvSpPr>
          <p:nvPr/>
        </p:nvSpPr>
        <p:spPr>
          <a:xfrm>
            <a:off x="11693638" y="5310188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19394839-1312-40A7-8731-1E7513319148}"/>
              </a:ext>
            </a:extLst>
          </p:cNvPr>
          <p:cNvSpPr>
            <a:spLocks noGrp="1"/>
          </p:cNvSpPr>
          <p:nvPr/>
        </p:nvSpPr>
        <p:spPr>
          <a:xfrm>
            <a:off x="12101853" y="5310188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A8C63383-088F-4907-8E73-C48DB83C6099}"/>
              </a:ext>
            </a:extLst>
          </p:cNvPr>
          <p:cNvSpPr>
            <a:spLocks noGrp="1"/>
          </p:cNvSpPr>
          <p:nvPr/>
        </p:nvSpPr>
        <p:spPr>
          <a:xfrm>
            <a:off x="12510067" y="5310188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12CD20C5-0C54-4CE8-8165-0AF2BD92FD0B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49087462-580D-4F82-98D1-14A79AE71AA6}"/>
              </a:ext>
            </a:extLst>
          </p:cNvPr>
          <p:cNvSpPr>
            <a:spLocks noGrp="1"/>
          </p:cNvSpPr>
          <p:nvPr/>
        </p:nvSpPr>
        <p:spPr>
          <a:xfrm>
            <a:off x="1896496" y="5988844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D14B8CB5-C2EE-4046-98D4-B2E09F48B654}"/>
              </a:ext>
            </a:extLst>
          </p:cNvPr>
          <p:cNvSpPr>
            <a:spLocks noGrp="1"/>
          </p:cNvSpPr>
          <p:nvPr/>
        </p:nvSpPr>
        <p:spPr>
          <a:xfrm>
            <a:off x="2304710" y="5988844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1E81AD68-04B5-4F4F-BCB1-BC74BC41A510}"/>
              </a:ext>
            </a:extLst>
          </p:cNvPr>
          <p:cNvSpPr>
            <a:spLocks noGrp="1"/>
          </p:cNvSpPr>
          <p:nvPr/>
        </p:nvSpPr>
        <p:spPr>
          <a:xfrm>
            <a:off x="2712924" y="5988844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71D679DE-467D-4A19-8943-F879A8704BFD}"/>
              </a:ext>
            </a:extLst>
          </p:cNvPr>
          <p:cNvSpPr>
            <a:spLocks noGrp="1"/>
          </p:cNvSpPr>
          <p:nvPr/>
        </p:nvSpPr>
        <p:spPr>
          <a:xfrm>
            <a:off x="3121138" y="5988844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3A64A738-AF19-4DD3-904B-B766C9C75F18}"/>
              </a:ext>
            </a:extLst>
          </p:cNvPr>
          <p:cNvSpPr>
            <a:spLocks noGrp="1"/>
          </p:cNvSpPr>
          <p:nvPr/>
        </p:nvSpPr>
        <p:spPr>
          <a:xfrm>
            <a:off x="3529353" y="5988844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7941C8FC-99C6-43AD-AA4E-0F6110332324}"/>
              </a:ext>
            </a:extLst>
          </p:cNvPr>
          <p:cNvSpPr>
            <a:spLocks noGrp="1"/>
          </p:cNvSpPr>
          <p:nvPr/>
        </p:nvSpPr>
        <p:spPr>
          <a:xfrm>
            <a:off x="3937567" y="5988844"/>
            <a:ext cx="408214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4DEDC69A-CF2F-4A0F-BE44-D5050224AE58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C36DB0F0-90AF-4828-A802-37FAAA0EE2F8}"/>
              </a:ext>
            </a:extLst>
          </p:cNvPr>
          <p:cNvSpPr>
            <a:spLocks noGrp="1"/>
          </p:cNvSpPr>
          <p:nvPr/>
        </p:nvSpPr>
        <p:spPr>
          <a:xfrm>
            <a:off x="4753996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D1604B18-14D0-4764-8668-42AE01565AA0}"/>
              </a:ext>
            </a:extLst>
          </p:cNvPr>
          <p:cNvSpPr>
            <a:spLocks noGrp="1"/>
          </p:cNvSpPr>
          <p:nvPr/>
        </p:nvSpPr>
        <p:spPr>
          <a:xfrm>
            <a:off x="5162210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B9AFDA3E-BA95-4E56-B46C-01FD0E31FF5B}"/>
              </a:ext>
            </a:extLst>
          </p:cNvPr>
          <p:cNvSpPr>
            <a:spLocks noGrp="1"/>
          </p:cNvSpPr>
          <p:nvPr/>
        </p:nvSpPr>
        <p:spPr>
          <a:xfrm>
            <a:off x="5570424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83ECE431-8F8F-4D7A-829A-3513A4EB64AA}"/>
              </a:ext>
            </a:extLst>
          </p:cNvPr>
          <p:cNvSpPr>
            <a:spLocks noGrp="1"/>
          </p:cNvSpPr>
          <p:nvPr/>
        </p:nvSpPr>
        <p:spPr>
          <a:xfrm>
            <a:off x="5978638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E6852911-E9EB-4FD6-9352-3F4306BA0206}"/>
              </a:ext>
            </a:extLst>
          </p:cNvPr>
          <p:cNvSpPr>
            <a:spLocks noGrp="1"/>
          </p:cNvSpPr>
          <p:nvPr/>
        </p:nvSpPr>
        <p:spPr>
          <a:xfrm>
            <a:off x="6386853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3278F13E-B4FF-4EB7-8FB0-7BBF49663805}"/>
              </a:ext>
            </a:extLst>
          </p:cNvPr>
          <p:cNvSpPr>
            <a:spLocks noGrp="1"/>
          </p:cNvSpPr>
          <p:nvPr/>
        </p:nvSpPr>
        <p:spPr>
          <a:xfrm>
            <a:off x="6795067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EBB6ACA9-EF3D-49C3-87E0-DE494B37D429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20330311-D51A-4298-8C45-2E7E71B10448}"/>
              </a:ext>
            </a:extLst>
          </p:cNvPr>
          <p:cNvSpPr>
            <a:spLocks noGrp="1"/>
          </p:cNvSpPr>
          <p:nvPr/>
        </p:nvSpPr>
        <p:spPr>
          <a:xfrm>
            <a:off x="7611496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BBDCB742-AE03-4E18-B30C-07A7DAC84996}"/>
              </a:ext>
            </a:extLst>
          </p:cNvPr>
          <p:cNvSpPr>
            <a:spLocks noGrp="1"/>
          </p:cNvSpPr>
          <p:nvPr/>
        </p:nvSpPr>
        <p:spPr>
          <a:xfrm>
            <a:off x="8019710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5185F95B-BBC0-4A39-B1CC-60C2F7BF184C}"/>
              </a:ext>
            </a:extLst>
          </p:cNvPr>
          <p:cNvSpPr>
            <a:spLocks noGrp="1"/>
          </p:cNvSpPr>
          <p:nvPr/>
        </p:nvSpPr>
        <p:spPr>
          <a:xfrm>
            <a:off x="8427924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13890BB7-3440-4A33-8214-3F22EC5116EE}"/>
              </a:ext>
            </a:extLst>
          </p:cNvPr>
          <p:cNvSpPr>
            <a:spLocks noGrp="1"/>
          </p:cNvSpPr>
          <p:nvPr/>
        </p:nvSpPr>
        <p:spPr>
          <a:xfrm>
            <a:off x="8836138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C7275079-BDD9-4CD1-A6F0-866B16506424}"/>
              </a:ext>
            </a:extLst>
          </p:cNvPr>
          <p:cNvSpPr>
            <a:spLocks noGrp="1"/>
          </p:cNvSpPr>
          <p:nvPr/>
        </p:nvSpPr>
        <p:spPr>
          <a:xfrm>
            <a:off x="9244353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2AB335ED-30D2-4B99-8A31-41F58925D4EA}"/>
              </a:ext>
            </a:extLst>
          </p:cNvPr>
          <p:cNvSpPr>
            <a:spLocks noGrp="1"/>
          </p:cNvSpPr>
          <p:nvPr/>
        </p:nvSpPr>
        <p:spPr>
          <a:xfrm>
            <a:off x="9652567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71272CED-4306-432A-8EA4-EF6B20C42552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6BE895FF-ACE9-4A3B-9E85-DC75AB61585A}"/>
              </a:ext>
            </a:extLst>
          </p:cNvPr>
          <p:cNvSpPr>
            <a:spLocks noGrp="1"/>
          </p:cNvSpPr>
          <p:nvPr/>
        </p:nvSpPr>
        <p:spPr>
          <a:xfrm>
            <a:off x="10468996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A48C895C-1E54-4ECD-BCB3-E026B03EB9A2}"/>
              </a:ext>
            </a:extLst>
          </p:cNvPr>
          <p:cNvSpPr>
            <a:spLocks noGrp="1"/>
          </p:cNvSpPr>
          <p:nvPr/>
        </p:nvSpPr>
        <p:spPr>
          <a:xfrm>
            <a:off x="10877210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60599B0F-B2DB-43EA-ABC0-A88EBA4E7DD6}"/>
              </a:ext>
            </a:extLst>
          </p:cNvPr>
          <p:cNvSpPr>
            <a:spLocks noGrp="1"/>
          </p:cNvSpPr>
          <p:nvPr/>
        </p:nvSpPr>
        <p:spPr>
          <a:xfrm>
            <a:off x="11285424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55640B7B-3C89-49E6-B201-494D8FA5D244}"/>
              </a:ext>
            </a:extLst>
          </p:cNvPr>
          <p:cNvSpPr>
            <a:spLocks noGrp="1"/>
          </p:cNvSpPr>
          <p:nvPr/>
        </p:nvSpPr>
        <p:spPr>
          <a:xfrm>
            <a:off x="11693638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76046764-CE50-47A3-9123-A93CBA6F7245}"/>
              </a:ext>
            </a:extLst>
          </p:cNvPr>
          <p:cNvSpPr>
            <a:spLocks noGrp="1"/>
          </p:cNvSpPr>
          <p:nvPr/>
        </p:nvSpPr>
        <p:spPr>
          <a:xfrm>
            <a:off x="12101853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D05CC61F-B8ED-47C3-955A-B45BDE6372C2}"/>
              </a:ext>
            </a:extLst>
          </p:cNvPr>
          <p:cNvSpPr>
            <a:spLocks noGrp="1"/>
          </p:cNvSpPr>
          <p:nvPr/>
        </p:nvSpPr>
        <p:spPr>
          <a:xfrm>
            <a:off x="12510067" y="5988844"/>
            <a:ext cx="408214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FD20C5B2-E6A1-49DF-AA68-274AD3554208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81D37C96-64CF-464E-8354-AFE3522530FD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F1804E86-5BDA-4E8B-8DEE-076EE66DD8D8}"/>
              </a:ext>
            </a:extLst>
          </p:cNvPr>
          <p:cNvSpPr>
            <a:spLocks noGrp="1"/>
          </p:cNvSpPr>
          <p:nvPr/>
        </p:nvSpPr>
        <p:spPr>
          <a:xfrm>
            <a:off x="3121138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B73F1739-2FCD-4EA2-B5E3-8FFA7800515F}"/>
              </a:ext>
            </a:extLst>
          </p:cNvPr>
          <p:cNvSpPr>
            <a:spLocks noGrp="1"/>
          </p:cNvSpPr>
          <p:nvPr/>
        </p:nvSpPr>
        <p:spPr>
          <a:xfrm>
            <a:off x="3121138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3332C5DC-0080-425A-99CC-8534DFE073B2}"/>
              </a:ext>
            </a:extLst>
          </p:cNvPr>
          <p:cNvSpPr>
            <a:spLocks noGrp="1"/>
          </p:cNvSpPr>
          <p:nvPr/>
        </p:nvSpPr>
        <p:spPr>
          <a:xfrm>
            <a:off x="4753996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F2899800-EE19-4A49-A05F-CEAC80B711F0}"/>
              </a:ext>
            </a:extLst>
          </p:cNvPr>
          <p:cNvSpPr>
            <a:spLocks noGrp="1"/>
          </p:cNvSpPr>
          <p:nvPr/>
        </p:nvSpPr>
        <p:spPr>
          <a:xfrm>
            <a:off x="4753996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A27EFA37-EA93-4942-92C1-53977C3B2DB3}"/>
              </a:ext>
            </a:extLst>
          </p:cNvPr>
          <p:cNvSpPr>
            <a:spLocks noGrp="1"/>
          </p:cNvSpPr>
          <p:nvPr/>
        </p:nvSpPr>
        <p:spPr>
          <a:xfrm>
            <a:off x="6386853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58A5AA76-431A-4EBC-B4E7-A8BC8D3CF462}"/>
              </a:ext>
            </a:extLst>
          </p:cNvPr>
          <p:cNvSpPr>
            <a:spLocks noGrp="1"/>
          </p:cNvSpPr>
          <p:nvPr/>
        </p:nvSpPr>
        <p:spPr>
          <a:xfrm>
            <a:off x="6386853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B76D424E-6928-4B5C-8156-7CB0B6A94991}"/>
              </a:ext>
            </a:extLst>
          </p:cNvPr>
          <p:cNvSpPr>
            <a:spLocks noGrp="1"/>
          </p:cNvSpPr>
          <p:nvPr/>
        </p:nvSpPr>
        <p:spPr>
          <a:xfrm>
            <a:off x="8019710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C3D5A065-28F8-489D-B5FF-BD84A7DD74FB}"/>
              </a:ext>
            </a:extLst>
          </p:cNvPr>
          <p:cNvSpPr>
            <a:spLocks noGrp="1"/>
          </p:cNvSpPr>
          <p:nvPr/>
        </p:nvSpPr>
        <p:spPr>
          <a:xfrm>
            <a:off x="8019710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311F3CE9-7B13-4FA2-8DDE-E1BB155A6045}"/>
              </a:ext>
            </a:extLst>
          </p:cNvPr>
          <p:cNvSpPr>
            <a:spLocks noGrp="1"/>
          </p:cNvSpPr>
          <p:nvPr/>
        </p:nvSpPr>
        <p:spPr>
          <a:xfrm>
            <a:off x="9652567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F94520D8-4858-4669-9050-019DDE113716}"/>
              </a:ext>
            </a:extLst>
          </p:cNvPr>
          <p:cNvSpPr>
            <a:spLocks noGrp="1"/>
          </p:cNvSpPr>
          <p:nvPr/>
        </p:nvSpPr>
        <p:spPr>
          <a:xfrm>
            <a:off x="9652567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598D99F0-6CC2-4B26-BC1E-C1DF1D0C8FC8}"/>
              </a:ext>
            </a:extLst>
          </p:cNvPr>
          <p:cNvSpPr>
            <a:spLocks noGrp="1"/>
          </p:cNvSpPr>
          <p:nvPr/>
        </p:nvSpPr>
        <p:spPr>
          <a:xfrm>
            <a:off x="11285424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AE59A3FC-A40F-454B-963F-5FAA5AA55132}"/>
              </a:ext>
            </a:extLst>
          </p:cNvPr>
          <p:cNvSpPr>
            <a:spLocks noGrp="1"/>
          </p:cNvSpPr>
          <p:nvPr/>
        </p:nvSpPr>
        <p:spPr>
          <a:xfrm>
            <a:off x="11285424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44997F8F-E5FC-4FEC-836B-9F330ED9AB4A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26 − 7 = 19; the denominator stays 4.</a:t>
            </a:r>
          </a:p>
        </p:txBody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6E8FA3BD-6CB0-4199-88E8-D66CDD7F6C91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4 3/4</a:t>
            </a:r>
          </a:p>
        </p:txBody>
      </p:sp>
    </p:spTree>
    <p:extLst>
      <p:ext uri="{BB962C8B-B14F-4D97-AF65-F5344CB8AC3E}">
        <p14:creationId xmlns:p14="http://schemas.microsoft.com/office/powerpoint/2010/main" val="6769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20" grpId="0"/>
      <p:bldP spid="91" grpId="0"/>
      <p:bldP spid="9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1AC4D22B-71E5-4440-A938-2F44256EF6D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7E2FF88-F38E-4E2E-B5CB-46F2352D87CB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9D90CD1-B2C3-460A-B109-F7871635EF3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 3/4 + 2/3.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5E64C3D-1E0A-46EA-A3AE-D0112C370A4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B45930B-3826-4406-8FB7-E1A2D2A79C0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E3EBBB5-01AE-4634-9CC9-31FBA8C5202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171C286-BCDB-43C1-B6D9-0DD10A311AA7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 3/4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646D85D-770A-47BF-AFC9-80B684226A9E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4 + 3 = 19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D3EC302-24D2-4B84-A6C3-068ACB793241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26C545F-3A15-456C-B76F-F30F265DF0FE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040B1F2-BAAF-4475-9DE2-5BD17F09ABC1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59B02B1-D28C-4624-8CBC-8B8E33834A89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E1477DF-451F-473C-B243-080180F775CD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3 + 2 = 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D856E17-B2F8-41F9-BE86-1C1CDD895EA4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B46FA92-F406-4947-B7A1-6EB76306C7E9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AD1EB3F-3F5C-4D79-93CB-62C563EC026F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28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object-1">
            <a:extLst>
              <a:ext uri="{FF2B5EF4-FFF2-40B4-BE49-F238E27FC236}">
                <a16:creationId xmlns:a16="http://schemas.microsoft.com/office/drawing/2014/main" id="{582441A3-ACD5-408F-BC14-85EE672360B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4E73E16-FB4C-44CB-8CDE-C165ABA492D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6B0BBF6-4101-470F-9AFE-A87B36303AA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 3/4 + 2/3.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7875C21-042C-4FE3-B7CE-A7CF797291D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50E438A-9E6C-4F7E-A606-703A2CC4A6E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07D2751-D2F6-43B5-BE79-E5DB5F34041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52EA3C8-5D3F-45A8-BE63-3215D7389677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8C4B8E6-7ECC-4718-8C82-D32D7E6AF343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157D1755-52D3-4F88-9FA9-91B80D26D598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DBA2E28-7BC5-4AFA-A4AC-31B3B107C629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18F1951-1682-4690-98FB-3BA33CE878ED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5DBAAF2-7002-4826-B458-6CD7EEB7BE28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78E4A1B-1CC8-43BA-97A1-A265F1A743B9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9B403E7-EC6E-44CB-935C-D80FF485D749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B08E03A-FB59-4411-A311-66C45DED30EF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8A6AE8F-7112-438C-9B05-37E1C5E5A573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032274B-8219-47B2-912E-44A188CBA7B2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FD2A64A-379C-4CB0-A707-15FE934D0674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4961BBF-F5C7-4487-AE9F-1CD4C70C8BE1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3DD47CE-EF54-438E-BB84-F54353E8623E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66535A49-E2F0-4655-93FD-F26895A72280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67C93AC-BE45-4624-8C50-D9053F57C2BA}"/>
              </a:ext>
            </a:extLst>
          </p:cNvPr>
          <p:cNvSpPr>
            <a:spLocks noGrp="1"/>
          </p:cNvSpPr>
          <p:nvPr/>
        </p:nvSpPr>
        <p:spPr>
          <a:xfrm>
            <a:off x="1678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CD4C790-91C8-43DE-9712-469AE3932A2C}"/>
              </a:ext>
            </a:extLst>
          </p:cNvPr>
          <p:cNvSpPr>
            <a:spLocks noGrp="1"/>
          </p:cNvSpPr>
          <p:nvPr/>
        </p:nvSpPr>
        <p:spPr>
          <a:xfrm>
            <a:off x="1869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AFEA322-2549-482F-BA0E-2405FD371991}"/>
              </a:ext>
            </a:extLst>
          </p:cNvPr>
          <p:cNvSpPr>
            <a:spLocks noGrp="1"/>
          </p:cNvSpPr>
          <p:nvPr/>
        </p:nvSpPr>
        <p:spPr>
          <a:xfrm>
            <a:off x="2059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B24F18E-BD7D-4E90-ADC5-A8CF3E8920CC}"/>
              </a:ext>
            </a:extLst>
          </p:cNvPr>
          <p:cNvSpPr>
            <a:spLocks noGrp="1"/>
          </p:cNvSpPr>
          <p:nvPr/>
        </p:nvSpPr>
        <p:spPr>
          <a:xfrm>
            <a:off x="2250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357E8FDB-9DDD-45DD-A2A6-088206342E33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FB292448-C01E-44C4-A6BF-AE13742239B0}"/>
              </a:ext>
            </a:extLst>
          </p:cNvPr>
          <p:cNvSpPr>
            <a:spLocks noGrp="1"/>
          </p:cNvSpPr>
          <p:nvPr/>
        </p:nvSpPr>
        <p:spPr>
          <a:xfrm>
            <a:off x="2631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357F95E2-D663-4198-B805-1A595CFC935F}"/>
              </a:ext>
            </a:extLst>
          </p:cNvPr>
          <p:cNvSpPr>
            <a:spLocks noGrp="1"/>
          </p:cNvSpPr>
          <p:nvPr/>
        </p:nvSpPr>
        <p:spPr>
          <a:xfrm>
            <a:off x="2821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8788E354-C874-48B1-8B78-6CC4446BE4A7}"/>
              </a:ext>
            </a:extLst>
          </p:cNvPr>
          <p:cNvSpPr>
            <a:spLocks noGrp="1"/>
          </p:cNvSpPr>
          <p:nvPr/>
        </p:nvSpPr>
        <p:spPr>
          <a:xfrm>
            <a:off x="3012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65D5A7D0-3C7C-45B5-88BA-D65CE7D3F7E8}"/>
              </a:ext>
            </a:extLst>
          </p:cNvPr>
          <p:cNvSpPr>
            <a:spLocks noGrp="1"/>
          </p:cNvSpPr>
          <p:nvPr/>
        </p:nvSpPr>
        <p:spPr>
          <a:xfrm>
            <a:off x="3202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AF21E127-EFB1-4A90-9A79-4DFAC2922E59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B60AF3B1-2FB7-4CC4-B636-5A7751CE31BE}"/>
              </a:ext>
            </a:extLst>
          </p:cNvPr>
          <p:cNvSpPr>
            <a:spLocks noGrp="1"/>
          </p:cNvSpPr>
          <p:nvPr/>
        </p:nvSpPr>
        <p:spPr>
          <a:xfrm>
            <a:off x="3583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0F59BD8F-1261-4B73-BC50-8A76D6CAE20A}"/>
              </a:ext>
            </a:extLst>
          </p:cNvPr>
          <p:cNvSpPr>
            <a:spLocks noGrp="1"/>
          </p:cNvSpPr>
          <p:nvPr/>
        </p:nvSpPr>
        <p:spPr>
          <a:xfrm>
            <a:off x="3774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859C125E-D560-46E1-8DDA-408D26FE0AB2}"/>
              </a:ext>
            </a:extLst>
          </p:cNvPr>
          <p:cNvSpPr>
            <a:spLocks noGrp="1"/>
          </p:cNvSpPr>
          <p:nvPr/>
        </p:nvSpPr>
        <p:spPr>
          <a:xfrm>
            <a:off x="3964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D6D6D6A9-6563-489A-B8A4-FF08517B2AE6}"/>
              </a:ext>
            </a:extLst>
          </p:cNvPr>
          <p:cNvSpPr>
            <a:spLocks noGrp="1"/>
          </p:cNvSpPr>
          <p:nvPr/>
        </p:nvSpPr>
        <p:spPr>
          <a:xfrm>
            <a:off x="4155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884E6559-169E-486F-8310-5DAE1ABC0C80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B9783B77-8953-455C-B71A-10E695B34567}"/>
              </a:ext>
            </a:extLst>
          </p:cNvPr>
          <p:cNvSpPr>
            <a:spLocks noGrp="1"/>
          </p:cNvSpPr>
          <p:nvPr/>
        </p:nvSpPr>
        <p:spPr>
          <a:xfrm>
            <a:off x="4536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6A6C7A80-B5E0-44BC-B959-F0BE8BAC0820}"/>
              </a:ext>
            </a:extLst>
          </p:cNvPr>
          <p:cNvSpPr>
            <a:spLocks noGrp="1"/>
          </p:cNvSpPr>
          <p:nvPr/>
        </p:nvSpPr>
        <p:spPr>
          <a:xfrm>
            <a:off x="4726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E74F1937-A437-4026-A798-1F48F6E58379}"/>
              </a:ext>
            </a:extLst>
          </p:cNvPr>
          <p:cNvSpPr>
            <a:spLocks noGrp="1"/>
          </p:cNvSpPr>
          <p:nvPr/>
        </p:nvSpPr>
        <p:spPr>
          <a:xfrm>
            <a:off x="4917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DFA06FF8-BA79-4096-B5B5-92A243B90C02}"/>
              </a:ext>
            </a:extLst>
          </p:cNvPr>
          <p:cNvSpPr>
            <a:spLocks noGrp="1"/>
          </p:cNvSpPr>
          <p:nvPr/>
        </p:nvSpPr>
        <p:spPr>
          <a:xfrm>
            <a:off x="5107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DAF0D41D-2C3E-4BA6-BC00-BB44B6A0B8F2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8383EFD1-3BF5-44A1-934F-6B7CEB9EAA96}"/>
              </a:ext>
            </a:extLst>
          </p:cNvPr>
          <p:cNvSpPr>
            <a:spLocks noGrp="1"/>
          </p:cNvSpPr>
          <p:nvPr/>
        </p:nvSpPr>
        <p:spPr>
          <a:xfrm>
            <a:off x="5488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56A25E54-8951-4CF4-956E-E2D6368D6CC7}"/>
              </a:ext>
            </a:extLst>
          </p:cNvPr>
          <p:cNvSpPr>
            <a:spLocks noGrp="1"/>
          </p:cNvSpPr>
          <p:nvPr/>
        </p:nvSpPr>
        <p:spPr>
          <a:xfrm>
            <a:off x="5679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782F6118-6529-4A7D-94E4-4563ECF3B098}"/>
              </a:ext>
            </a:extLst>
          </p:cNvPr>
          <p:cNvSpPr>
            <a:spLocks noGrp="1"/>
          </p:cNvSpPr>
          <p:nvPr/>
        </p:nvSpPr>
        <p:spPr>
          <a:xfrm>
            <a:off x="5869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729E5DE3-7990-4E99-9EB6-194CA8562709}"/>
              </a:ext>
            </a:extLst>
          </p:cNvPr>
          <p:cNvSpPr>
            <a:spLocks noGrp="1"/>
          </p:cNvSpPr>
          <p:nvPr/>
        </p:nvSpPr>
        <p:spPr>
          <a:xfrm>
            <a:off x="6060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CA452597-66BB-4910-83CD-4A9A752C959D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877910B2-A377-449A-B36C-334ED499F812}"/>
              </a:ext>
            </a:extLst>
          </p:cNvPr>
          <p:cNvSpPr>
            <a:spLocks noGrp="1"/>
          </p:cNvSpPr>
          <p:nvPr/>
        </p:nvSpPr>
        <p:spPr>
          <a:xfrm>
            <a:off x="6441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43108041-940E-4703-8CD3-BC4FB6E9477C}"/>
              </a:ext>
            </a:extLst>
          </p:cNvPr>
          <p:cNvSpPr>
            <a:spLocks noGrp="1"/>
          </p:cNvSpPr>
          <p:nvPr/>
        </p:nvSpPr>
        <p:spPr>
          <a:xfrm>
            <a:off x="6631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037A4E70-D6B6-450B-AAD6-1A83B0D01D90}"/>
              </a:ext>
            </a:extLst>
          </p:cNvPr>
          <p:cNvSpPr>
            <a:spLocks noGrp="1"/>
          </p:cNvSpPr>
          <p:nvPr/>
        </p:nvSpPr>
        <p:spPr>
          <a:xfrm>
            <a:off x="6822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E48A9864-B38D-4EB8-9BA7-BEEC9F3E13F2}"/>
              </a:ext>
            </a:extLst>
          </p:cNvPr>
          <p:cNvSpPr>
            <a:spLocks noGrp="1"/>
          </p:cNvSpPr>
          <p:nvPr/>
        </p:nvSpPr>
        <p:spPr>
          <a:xfrm>
            <a:off x="7012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EDE61D3B-300E-4F59-BDFF-AF09352D17B4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333684C3-75A3-4626-A77A-4A994E1F0969}"/>
              </a:ext>
            </a:extLst>
          </p:cNvPr>
          <p:cNvSpPr>
            <a:spLocks noGrp="1"/>
          </p:cNvSpPr>
          <p:nvPr/>
        </p:nvSpPr>
        <p:spPr>
          <a:xfrm>
            <a:off x="7393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5338BC07-2DC8-4B99-8D8A-966ECEB3C8D4}"/>
              </a:ext>
            </a:extLst>
          </p:cNvPr>
          <p:cNvSpPr>
            <a:spLocks noGrp="1"/>
          </p:cNvSpPr>
          <p:nvPr/>
        </p:nvSpPr>
        <p:spPr>
          <a:xfrm>
            <a:off x="7584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50233B1E-B22F-40E1-B3C3-046E36CA3D07}"/>
              </a:ext>
            </a:extLst>
          </p:cNvPr>
          <p:cNvSpPr>
            <a:spLocks noGrp="1"/>
          </p:cNvSpPr>
          <p:nvPr/>
        </p:nvSpPr>
        <p:spPr>
          <a:xfrm>
            <a:off x="7774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52956CBD-D54E-4F2B-A7BF-1D522CF9E07B}"/>
              </a:ext>
            </a:extLst>
          </p:cNvPr>
          <p:cNvSpPr>
            <a:spLocks noGrp="1"/>
          </p:cNvSpPr>
          <p:nvPr/>
        </p:nvSpPr>
        <p:spPr>
          <a:xfrm>
            <a:off x="7965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E22DDE65-2F89-4AF6-8BDB-FFF60077909D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DA6B28E1-F566-4605-927A-6122F86F1119}"/>
              </a:ext>
            </a:extLst>
          </p:cNvPr>
          <p:cNvSpPr>
            <a:spLocks noGrp="1"/>
          </p:cNvSpPr>
          <p:nvPr/>
        </p:nvSpPr>
        <p:spPr>
          <a:xfrm>
            <a:off x="8346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FE71B212-AF5B-4882-9C53-E1544BC1402B}"/>
              </a:ext>
            </a:extLst>
          </p:cNvPr>
          <p:cNvSpPr>
            <a:spLocks noGrp="1"/>
          </p:cNvSpPr>
          <p:nvPr/>
        </p:nvSpPr>
        <p:spPr>
          <a:xfrm>
            <a:off x="8536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CEE41934-4E67-4D0E-84A2-2EECAF953FCC}"/>
              </a:ext>
            </a:extLst>
          </p:cNvPr>
          <p:cNvSpPr>
            <a:spLocks noGrp="1"/>
          </p:cNvSpPr>
          <p:nvPr/>
        </p:nvSpPr>
        <p:spPr>
          <a:xfrm>
            <a:off x="8727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696E3520-5ABE-4BFC-96EA-B30FB92E19D9}"/>
              </a:ext>
            </a:extLst>
          </p:cNvPr>
          <p:cNvSpPr>
            <a:spLocks noGrp="1"/>
          </p:cNvSpPr>
          <p:nvPr/>
        </p:nvSpPr>
        <p:spPr>
          <a:xfrm>
            <a:off x="8917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C63EFE01-4EFA-4D0D-B9EB-BBD629C78B68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70FF81CF-1C2E-49C5-889D-F16CCEFEF850}"/>
              </a:ext>
            </a:extLst>
          </p:cNvPr>
          <p:cNvSpPr>
            <a:spLocks noGrp="1"/>
          </p:cNvSpPr>
          <p:nvPr/>
        </p:nvSpPr>
        <p:spPr>
          <a:xfrm>
            <a:off x="9298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EB99BD7D-30C0-42CF-8D3B-281B659DFED2}"/>
              </a:ext>
            </a:extLst>
          </p:cNvPr>
          <p:cNvSpPr>
            <a:spLocks noGrp="1"/>
          </p:cNvSpPr>
          <p:nvPr/>
        </p:nvSpPr>
        <p:spPr>
          <a:xfrm>
            <a:off x="9489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876FFEBE-26F3-4514-9909-A539ADE53729}"/>
              </a:ext>
            </a:extLst>
          </p:cNvPr>
          <p:cNvSpPr>
            <a:spLocks noGrp="1"/>
          </p:cNvSpPr>
          <p:nvPr/>
        </p:nvSpPr>
        <p:spPr>
          <a:xfrm>
            <a:off x="9679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956034F6-760C-4D10-ABD8-F03AE2C7E133}"/>
              </a:ext>
            </a:extLst>
          </p:cNvPr>
          <p:cNvSpPr>
            <a:spLocks noGrp="1"/>
          </p:cNvSpPr>
          <p:nvPr/>
        </p:nvSpPr>
        <p:spPr>
          <a:xfrm>
            <a:off x="9870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C1689BE7-CE21-4B95-8CA0-F722194CBBC8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63A74CEE-37AB-4F86-877E-2481D452925E}"/>
              </a:ext>
            </a:extLst>
          </p:cNvPr>
          <p:cNvSpPr>
            <a:spLocks noGrp="1"/>
          </p:cNvSpPr>
          <p:nvPr/>
        </p:nvSpPr>
        <p:spPr>
          <a:xfrm>
            <a:off x="10251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8F42B8D5-4B80-457D-83D6-72EB396B91B4}"/>
              </a:ext>
            </a:extLst>
          </p:cNvPr>
          <p:cNvSpPr>
            <a:spLocks noGrp="1"/>
          </p:cNvSpPr>
          <p:nvPr/>
        </p:nvSpPr>
        <p:spPr>
          <a:xfrm>
            <a:off x="10441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EDAC7B97-3C3C-45B1-B34A-0CB8EF88B4FE}"/>
              </a:ext>
            </a:extLst>
          </p:cNvPr>
          <p:cNvSpPr>
            <a:spLocks noGrp="1"/>
          </p:cNvSpPr>
          <p:nvPr/>
        </p:nvSpPr>
        <p:spPr>
          <a:xfrm>
            <a:off x="10632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EF160A4A-53C4-44CA-9C2B-1C9EE270CBB5}"/>
              </a:ext>
            </a:extLst>
          </p:cNvPr>
          <p:cNvSpPr>
            <a:spLocks noGrp="1"/>
          </p:cNvSpPr>
          <p:nvPr/>
        </p:nvSpPr>
        <p:spPr>
          <a:xfrm>
            <a:off x="10822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78120235-DA98-4D25-8538-6016FBAA00A8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5077AA7B-14DD-4DB0-883F-136BF0602883}"/>
              </a:ext>
            </a:extLst>
          </p:cNvPr>
          <p:cNvSpPr>
            <a:spLocks noGrp="1"/>
          </p:cNvSpPr>
          <p:nvPr/>
        </p:nvSpPr>
        <p:spPr>
          <a:xfrm>
            <a:off x="11203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8C742F6B-64AE-4E77-A384-6E2E30FA7992}"/>
              </a:ext>
            </a:extLst>
          </p:cNvPr>
          <p:cNvSpPr>
            <a:spLocks noGrp="1"/>
          </p:cNvSpPr>
          <p:nvPr/>
        </p:nvSpPr>
        <p:spPr>
          <a:xfrm>
            <a:off x="11394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3F732DB2-C1B3-4236-AC06-7EF21E02A722}"/>
              </a:ext>
            </a:extLst>
          </p:cNvPr>
          <p:cNvSpPr>
            <a:spLocks noGrp="1"/>
          </p:cNvSpPr>
          <p:nvPr/>
        </p:nvSpPr>
        <p:spPr>
          <a:xfrm>
            <a:off x="11584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C5D01916-CD04-41F8-90A4-E1869655EA69}"/>
              </a:ext>
            </a:extLst>
          </p:cNvPr>
          <p:cNvSpPr>
            <a:spLocks noGrp="1"/>
          </p:cNvSpPr>
          <p:nvPr/>
        </p:nvSpPr>
        <p:spPr>
          <a:xfrm>
            <a:off x="11775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50DF358A-D585-4160-A745-4CF4E3D90D5F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493BC367-6E34-4549-B365-C0FF6515DD16}"/>
              </a:ext>
            </a:extLst>
          </p:cNvPr>
          <p:cNvSpPr>
            <a:spLocks noGrp="1"/>
          </p:cNvSpPr>
          <p:nvPr/>
        </p:nvSpPr>
        <p:spPr>
          <a:xfrm>
            <a:off x="12156281" y="5310188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E3E74685-9257-4651-A28D-B059638BA4D7}"/>
              </a:ext>
            </a:extLst>
          </p:cNvPr>
          <p:cNvSpPr>
            <a:spLocks noGrp="1"/>
          </p:cNvSpPr>
          <p:nvPr/>
        </p:nvSpPr>
        <p:spPr>
          <a:xfrm>
            <a:off x="12346781" y="5310188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6AF29798-9AE3-4D7E-AD8D-17F2584D5FD4}"/>
              </a:ext>
            </a:extLst>
          </p:cNvPr>
          <p:cNvSpPr>
            <a:spLocks noGrp="1"/>
          </p:cNvSpPr>
          <p:nvPr/>
        </p:nvSpPr>
        <p:spPr>
          <a:xfrm>
            <a:off x="12537281" y="5310188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43A90085-BA76-49CE-9E45-7C9B26825527}"/>
              </a:ext>
            </a:extLst>
          </p:cNvPr>
          <p:cNvSpPr>
            <a:spLocks noGrp="1"/>
          </p:cNvSpPr>
          <p:nvPr/>
        </p:nvSpPr>
        <p:spPr>
          <a:xfrm>
            <a:off x="12727781" y="5310188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4B6BA65B-B58A-4B73-9F55-43A6F56DC72A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7ECB9CBC-9743-484B-B068-D9CBE4252248}"/>
              </a:ext>
            </a:extLst>
          </p:cNvPr>
          <p:cNvSpPr>
            <a:spLocks noGrp="1"/>
          </p:cNvSpPr>
          <p:nvPr/>
        </p:nvSpPr>
        <p:spPr>
          <a:xfrm>
            <a:off x="1678781" y="5988844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FFCAEA25-822E-4921-BD57-CBA394F75A7C}"/>
              </a:ext>
            </a:extLst>
          </p:cNvPr>
          <p:cNvSpPr>
            <a:spLocks noGrp="1"/>
          </p:cNvSpPr>
          <p:nvPr/>
        </p:nvSpPr>
        <p:spPr>
          <a:xfrm>
            <a:off x="1869281" y="5988844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4251C907-D896-4D2E-A7BA-A86F8F69122F}"/>
              </a:ext>
            </a:extLst>
          </p:cNvPr>
          <p:cNvSpPr>
            <a:spLocks noGrp="1"/>
          </p:cNvSpPr>
          <p:nvPr/>
        </p:nvSpPr>
        <p:spPr>
          <a:xfrm>
            <a:off x="2059781" y="5988844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FA932541-8DE1-4C58-AA4C-77817BC06BC7}"/>
              </a:ext>
            </a:extLst>
          </p:cNvPr>
          <p:cNvSpPr>
            <a:spLocks noGrp="1"/>
          </p:cNvSpPr>
          <p:nvPr/>
        </p:nvSpPr>
        <p:spPr>
          <a:xfrm>
            <a:off x="2250281" y="5988844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76331F14-B2C9-419A-BCE9-E49E17DEDB7F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456E0325-2521-4128-81ED-71A973A8887F}"/>
              </a:ext>
            </a:extLst>
          </p:cNvPr>
          <p:cNvSpPr>
            <a:spLocks noGrp="1"/>
          </p:cNvSpPr>
          <p:nvPr/>
        </p:nvSpPr>
        <p:spPr>
          <a:xfrm>
            <a:off x="2631281" y="5988844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2F64689C-1326-467B-B584-7F2A98B05FB9}"/>
              </a:ext>
            </a:extLst>
          </p:cNvPr>
          <p:cNvSpPr>
            <a:spLocks noGrp="1"/>
          </p:cNvSpPr>
          <p:nvPr/>
        </p:nvSpPr>
        <p:spPr>
          <a:xfrm>
            <a:off x="2821781" y="5988844"/>
            <a:ext cx="190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859DCB7B-9024-4162-9150-B7BADF4FE9C8}"/>
              </a:ext>
            </a:extLst>
          </p:cNvPr>
          <p:cNvSpPr>
            <a:spLocks noGrp="1"/>
          </p:cNvSpPr>
          <p:nvPr/>
        </p:nvSpPr>
        <p:spPr>
          <a:xfrm>
            <a:off x="3012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ADEA3AAB-F538-436B-B44D-9DB907C8D060}"/>
              </a:ext>
            </a:extLst>
          </p:cNvPr>
          <p:cNvSpPr>
            <a:spLocks noGrp="1"/>
          </p:cNvSpPr>
          <p:nvPr/>
        </p:nvSpPr>
        <p:spPr>
          <a:xfrm>
            <a:off x="3202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234FDBAE-D876-4B0D-869D-5E1D474413ED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2BFB01F1-A08E-4E16-905E-8E1DBA0AAF70}"/>
              </a:ext>
            </a:extLst>
          </p:cNvPr>
          <p:cNvSpPr>
            <a:spLocks noGrp="1"/>
          </p:cNvSpPr>
          <p:nvPr/>
        </p:nvSpPr>
        <p:spPr>
          <a:xfrm>
            <a:off x="3583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27D2E1CA-D929-480B-837B-BCF914F8EFE8}"/>
              </a:ext>
            </a:extLst>
          </p:cNvPr>
          <p:cNvSpPr>
            <a:spLocks noGrp="1"/>
          </p:cNvSpPr>
          <p:nvPr/>
        </p:nvSpPr>
        <p:spPr>
          <a:xfrm>
            <a:off x="3774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320167EA-3540-4874-B66C-A3E4B4449BA3}"/>
              </a:ext>
            </a:extLst>
          </p:cNvPr>
          <p:cNvSpPr>
            <a:spLocks noGrp="1"/>
          </p:cNvSpPr>
          <p:nvPr/>
        </p:nvSpPr>
        <p:spPr>
          <a:xfrm>
            <a:off x="3964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D4D4648D-72DC-4D76-BCFD-E7B7ED27A260}"/>
              </a:ext>
            </a:extLst>
          </p:cNvPr>
          <p:cNvSpPr>
            <a:spLocks noGrp="1"/>
          </p:cNvSpPr>
          <p:nvPr/>
        </p:nvSpPr>
        <p:spPr>
          <a:xfrm>
            <a:off x="4155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2CACABF3-6F34-403C-B59F-49E36B1C0DAB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EBB90447-8EC0-45AD-BC2F-84A47D2EF98D}"/>
              </a:ext>
            </a:extLst>
          </p:cNvPr>
          <p:cNvSpPr>
            <a:spLocks noGrp="1"/>
          </p:cNvSpPr>
          <p:nvPr/>
        </p:nvSpPr>
        <p:spPr>
          <a:xfrm>
            <a:off x="4536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DA8CC27C-EB34-437D-8213-FAC0ED5980B1}"/>
              </a:ext>
            </a:extLst>
          </p:cNvPr>
          <p:cNvSpPr>
            <a:spLocks noGrp="1"/>
          </p:cNvSpPr>
          <p:nvPr/>
        </p:nvSpPr>
        <p:spPr>
          <a:xfrm>
            <a:off x="4726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6E1CDDD8-3A4B-40BB-9567-56F9146F3F1C}"/>
              </a:ext>
            </a:extLst>
          </p:cNvPr>
          <p:cNvSpPr>
            <a:spLocks noGrp="1"/>
          </p:cNvSpPr>
          <p:nvPr/>
        </p:nvSpPr>
        <p:spPr>
          <a:xfrm>
            <a:off x="4917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A0FDC8E1-118A-43D4-BFCA-FEBC97618CAA}"/>
              </a:ext>
            </a:extLst>
          </p:cNvPr>
          <p:cNvSpPr>
            <a:spLocks noGrp="1"/>
          </p:cNvSpPr>
          <p:nvPr/>
        </p:nvSpPr>
        <p:spPr>
          <a:xfrm>
            <a:off x="5107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7951A69F-A884-4B9E-84B0-DE8E508B98F7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E7B0744D-9C97-4024-9A99-3DD8FDE74168}"/>
              </a:ext>
            </a:extLst>
          </p:cNvPr>
          <p:cNvSpPr>
            <a:spLocks noGrp="1"/>
          </p:cNvSpPr>
          <p:nvPr/>
        </p:nvSpPr>
        <p:spPr>
          <a:xfrm>
            <a:off x="5488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50B9EF73-5A5D-4603-98EC-ABF32FB67ACB}"/>
              </a:ext>
            </a:extLst>
          </p:cNvPr>
          <p:cNvSpPr>
            <a:spLocks noGrp="1"/>
          </p:cNvSpPr>
          <p:nvPr/>
        </p:nvSpPr>
        <p:spPr>
          <a:xfrm>
            <a:off x="5679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5E68EDB7-56A6-435A-8D87-0584EAF1ADE0}"/>
              </a:ext>
            </a:extLst>
          </p:cNvPr>
          <p:cNvSpPr>
            <a:spLocks noGrp="1"/>
          </p:cNvSpPr>
          <p:nvPr/>
        </p:nvSpPr>
        <p:spPr>
          <a:xfrm>
            <a:off x="5869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618421BE-CC56-4E7A-BD66-2684AD4F67F4}"/>
              </a:ext>
            </a:extLst>
          </p:cNvPr>
          <p:cNvSpPr>
            <a:spLocks noGrp="1"/>
          </p:cNvSpPr>
          <p:nvPr/>
        </p:nvSpPr>
        <p:spPr>
          <a:xfrm>
            <a:off x="6060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92278A64-590A-4D6C-AC12-2069B73FC7B7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AA1534C4-F155-4FC5-8E9C-7D590A882094}"/>
              </a:ext>
            </a:extLst>
          </p:cNvPr>
          <p:cNvSpPr>
            <a:spLocks noGrp="1"/>
          </p:cNvSpPr>
          <p:nvPr/>
        </p:nvSpPr>
        <p:spPr>
          <a:xfrm>
            <a:off x="6441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DAF27B3E-8DE0-4B4B-A39B-1F2E01B3FFFA}"/>
              </a:ext>
            </a:extLst>
          </p:cNvPr>
          <p:cNvSpPr>
            <a:spLocks noGrp="1"/>
          </p:cNvSpPr>
          <p:nvPr/>
        </p:nvSpPr>
        <p:spPr>
          <a:xfrm>
            <a:off x="6631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AFEAC94C-9F3F-4BDE-8382-3E25568182FB}"/>
              </a:ext>
            </a:extLst>
          </p:cNvPr>
          <p:cNvSpPr>
            <a:spLocks noGrp="1"/>
          </p:cNvSpPr>
          <p:nvPr/>
        </p:nvSpPr>
        <p:spPr>
          <a:xfrm>
            <a:off x="6822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0E17D33A-984C-41A7-A97B-373AD1847E3F}"/>
              </a:ext>
            </a:extLst>
          </p:cNvPr>
          <p:cNvSpPr>
            <a:spLocks noGrp="1"/>
          </p:cNvSpPr>
          <p:nvPr/>
        </p:nvSpPr>
        <p:spPr>
          <a:xfrm>
            <a:off x="7012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B46D1F00-9582-4AC8-92C1-5AB60D6F366F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C348B2FD-77AF-4F7F-84CA-F9309C7F06A8}"/>
              </a:ext>
            </a:extLst>
          </p:cNvPr>
          <p:cNvSpPr>
            <a:spLocks noGrp="1"/>
          </p:cNvSpPr>
          <p:nvPr/>
        </p:nvSpPr>
        <p:spPr>
          <a:xfrm>
            <a:off x="7393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2F6368F8-9654-4A25-9722-2C1FE80CF46B}"/>
              </a:ext>
            </a:extLst>
          </p:cNvPr>
          <p:cNvSpPr>
            <a:spLocks noGrp="1"/>
          </p:cNvSpPr>
          <p:nvPr/>
        </p:nvSpPr>
        <p:spPr>
          <a:xfrm>
            <a:off x="7584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4" name="object-114">
            <a:extLst>
              <a:ext uri="{FF2B5EF4-FFF2-40B4-BE49-F238E27FC236}">
                <a16:creationId xmlns:a16="http://schemas.microsoft.com/office/drawing/2014/main" id="{0FBF18C2-B84D-4A0A-B8DC-7519F15FEAC2}"/>
              </a:ext>
            </a:extLst>
          </p:cNvPr>
          <p:cNvSpPr>
            <a:spLocks noGrp="1"/>
          </p:cNvSpPr>
          <p:nvPr/>
        </p:nvSpPr>
        <p:spPr>
          <a:xfrm>
            <a:off x="7774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5" name="object-115">
            <a:extLst>
              <a:ext uri="{FF2B5EF4-FFF2-40B4-BE49-F238E27FC236}">
                <a16:creationId xmlns:a16="http://schemas.microsoft.com/office/drawing/2014/main" id="{E14A8EE8-29A8-4D7B-8F94-60B7FD469CDD}"/>
              </a:ext>
            </a:extLst>
          </p:cNvPr>
          <p:cNvSpPr>
            <a:spLocks noGrp="1"/>
          </p:cNvSpPr>
          <p:nvPr/>
        </p:nvSpPr>
        <p:spPr>
          <a:xfrm>
            <a:off x="7965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6" name="object-116">
            <a:extLst>
              <a:ext uri="{FF2B5EF4-FFF2-40B4-BE49-F238E27FC236}">
                <a16:creationId xmlns:a16="http://schemas.microsoft.com/office/drawing/2014/main" id="{1C1719AF-34D0-41A6-A1DF-7A45167F1960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7" name="object-117">
            <a:extLst>
              <a:ext uri="{FF2B5EF4-FFF2-40B4-BE49-F238E27FC236}">
                <a16:creationId xmlns:a16="http://schemas.microsoft.com/office/drawing/2014/main" id="{01077A1F-5DDE-421C-9C3B-54A07BFF1292}"/>
              </a:ext>
            </a:extLst>
          </p:cNvPr>
          <p:cNvSpPr>
            <a:spLocks noGrp="1"/>
          </p:cNvSpPr>
          <p:nvPr/>
        </p:nvSpPr>
        <p:spPr>
          <a:xfrm>
            <a:off x="8346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8" name="object-118">
            <a:extLst>
              <a:ext uri="{FF2B5EF4-FFF2-40B4-BE49-F238E27FC236}">
                <a16:creationId xmlns:a16="http://schemas.microsoft.com/office/drawing/2014/main" id="{6850AB6E-EC65-4A72-B526-6CF43FF7D5B1}"/>
              </a:ext>
            </a:extLst>
          </p:cNvPr>
          <p:cNvSpPr>
            <a:spLocks noGrp="1"/>
          </p:cNvSpPr>
          <p:nvPr/>
        </p:nvSpPr>
        <p:spPr>
          <a:xfrm>
            <a:off x="8536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9" name="object-119">
            <a:extLst>
              <a:ext uri="{FF2B5EF4-FFF2-40B4-BE49-F238E27FC236}">
                <a16:creationId xmlns:a16="http://schemas.microsoft.com/office/drawing/2014/main" id="{E3852CDE-710D-402C-A94A-6882948EC058}"/>
              </a:ext>
            </a:extLst>
          </p:cNvPr>
          <p:cNvSpPr>
            <a:spLocks noGrp="1"/>
          </p:cNvSpPr>
          <p:nvPr/>
        </p:nvSpPr>
        <p:spPr>
          <a:xfrm>
            <a:off x="8727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0" name="object-120">
            <a:extLst>
              <a:ext uri="{FF2B5EF4-FFF2-40B4-BE49-F238E27FC236}">
                <a16:creationId xmlns:a16="http://schemas.microsoft.com/office/drawing/2014/main" id="{BFE265B0-AD6C-4D27-BF57-CE8702BA6BD9}"/>
              </a:ext>
            </a:extLst>
          </p:cNvPr>
          <p:cNvSpPr>
            <a:spLocks noGrp="1"/>
          </p:cNvSpPr>
          <p:nvPr/>
        </p:nvSpPr>
        <p:spPr>
          <a:xfrm>
            <a:off x="8917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1" name="object-121">
            <a:extLst>
              <a:ext uri="{FF2B5EF4-FFF2-40B4-BE49-F238E27FC236}">
                <a16:creationId xmlns:a16="http://schemas.microsoft.com/office/drawing/2014/main" id="{8FE59F7D-FCF2-4CBC-8C16-9CDF356E41F5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2" name="object-122">
            <a:extLst>
              <a:ext uri="{FF2B5EF4-FFF2-40B4-BE49-F238E27FC236}">
                <a16:creationId xmlns:a16="http://schemas.microsoft.com/office/drawing/2014/main" id="{345F4CC3-B10F-4631-8C0F-4E035414D121}"/>
              </a:ext>
            </a:extLst>
          </p:cNvPr>
          <p:cNvSpPr>
            <a:spLocks noGrp="1"/>
          </p:cNvSpPr>
          <p:nvPr/>
        </p:nvSpPr>
        <p:spPr>
          <a:xfrm>
            <a:off x="9298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3" name="object-123">
            <a:extLst>
              <a:ext uri="{FF2B5EF4-FFF2-40B4-BE49-F238E27FC236}">
                <a16:creationId xmlns:a16="http://schemas.microsoft.com/office/drawing/2014/main" id="{620F1DB8-A0A1-467C-ABBE-95654A48A677}"/>
              </a:ext>
            </a:extLst>
          </p:cNvPr>
          <p:cNvSpPr>
            <a:spLocks noGrp="1"/>
          </p:cNvSpPr>
          <p:nvPr/>
        </p:nvSpPr>
        <p:spPr>
          <a:xfrm>
            <a:off x="9489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4" name="object-124">
            <a:extLst>
              <a:ext uri="{FF2B5EF4-FFF2-40B4-BE49-F238E27FC236}">
                <a16:creationId xmlns:a16="http://schemas.microsoft.com/office/drawing/2014/main" id="{2E65FB32-41D3-4831-B681-A84EA789793C}"/>
              </a:ext>
            </a:extLst>
          </p:cNvPr>
          <p:cNvSpPr>
            <a:spLocks noGrp="1"/>
          </p:cNvSpPr>
          <p:nvPr/>
        </p:nvSpPr>
        <p:spPr>
          <a:xfrm>
            <a:off x="9679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5" name="object-125">
            <a:extLst>
              <a:ext uri="{FF2B5EF4-FFF2-40B4-BE49-F238E27FC236}">
                <a16:creationId xmlns:a16="http://schemas.microsoft.com/office/drawing/2014/main" id="{ED89A996-A982-4863-8768-81563C9F55F6}"/>
              </a:ext>
            </a:extLst>
          </p:cNvPr>
          <p:cNvSpPr>
            <a:spLocks noGrp="1"/>
          </p:cNvSpPr>
          <p:nvPr/>
        </p:nvSpPr>
        <p:spPr>
          <a:xfrm>
            <a:off x="9870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6" name="object-126">
            <a:extLst>
              <a:ext uri="{FF2B5EF4-FFF2-40B4-BE49-F238E27FC236}">
                <a16:creationId xmlns:a16="http://schemas.microsoft.com/office/drawing/2014/main" id="{E37D1A5E-D737-471D-8ACF-251AA933925E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7" name="object-127">
            <a:extLst>
              <a:ext uri="{FF2B5EF4-FFF2-40B4-BE49-F238E27FC236}">
                <a16:creationId xmlns:a16="http://schemas.microsoft.com/office/drawing/2014/main" id="{D01749C2-7B1B-4028-9182-87094F65256D}"/>
              </a:ext>
            </a:extLst>
          </p:cNvPr>
          <p:cNvSpPr>
            <a:spLocks noGrp="1"/>
          </p:cNvSpPr>
          <p:nvPr/>
        </p:nvSpPr>
        <p:spPr>
          <a:xfrm>
            <a:off x="10251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8" name="object-128">
            <a:extLst>
              <a:ext uri="{FF2B5EF4-FFF2-40B4-BE49-F238E27FC236}">
                <a16:creationId xmlns:a16="http://schemas.microsoft.com/office/drawing/2014/main" id="{3C6C67EB-ACC4-4882-AF9A-F9338A86D805}"/>
              </a:ext>
            </a:extLst>
          </p:cNvPr>
          <p:cNvSpPr>
            <a:spLocks noGrp="1"/>
          </p:cNvSpPr>
          <p:nvPr/>
        </p:nvSpPr>
        <p:spPr>
          <a:xfrm>
            <a:off x="10441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9" name="object-129">
            <a:extLst>
              <a:ext uri="{FF2B5EF4-FFF2-40B4-BE49-F238E27FC236}">
                <a16:creationId xmlns:a16="http://schemas.microsoft.com/office/drawing/2014/main" id="{C07CA2B7-DD20-4076-BA52-63C2BF5096BC}"/>
              </a:ext>
            </a:extLst>
          </p:cNvPr>
          <p:cNvSpPr>
            <a:spLocks noGrp="1"/>
          </p:cNvSpPr>
          <p:nvPr/>
        </p:nvSpPr>
        <p:spPr>
          <a:xfrm>
            <a:off x="10632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0" name="object-130">
            <a:extLst>
              <a:ext uri="{FF2B5EF4-FFF2-40B4-BE49-F238E27FC236}">
                <a16:creationId xmlns:a16="http://schemas.microsoft.com/office/drawing/2014/main" id="{84803547-86A9-4EA9-A591-4A7D92F21CA6}"/>
              </a:ext>
            </a:extLst>
          </p:cNvPr>
          <p:cNvSpPr>
            <a:spLocks noGrp="1"/>
          </p:cNvSpPr>
          <p:nvPr/>
        </p:nvSpPr>
        <p:spPr>
          <a:xfrm>
            <a:off x="10822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1" name="object-131">
            <a:extLst>
              <a:ext uri="{FF2B5EF4-FFF2-40B4-BE49-F238E27FC236}">
                <a16:creationId xmlns:a16="http://schemas.microsoft.com/office/drawing/2014/main" id="{BDA6E72C-8604-42E8-A514-6DF530536B37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2" name="object-132">
            <a:extLst>
              <a:ext uri="{FF2B5EF4-FFF2-40B4-BE49-F238E27FC236}">
                <a16:creationId xmlns:a16="http://schemas.microsoft.com/office/drawing/2014/main" id="{7229D95B-C9A4-4A7F-944B-7C2B2C621333}"/>
              </a:ext>
            </a:extLst>
          </p:cNvPr>
          <p:cNvSpPr>
            <a:spLocks noGrp="1"/>
          </p:cNvSpPr>
          <p:nvPr/>
        </p:nvSpPr>
        <p:spPr>
          <a:xfrm>
            <a:off x="11203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3" name="object-133">
            <a:extLst>
              <a:ext uri="{FF2B5EF4-FFF2-40B4-BE49-F238E27FC236}">
                <a16:creationId xmlns:a16="http://schemas.microsoft.com/office/drawing/2014/main" id="{B0ADBADB-AA51-4A13-A5A9-F6773A514483}"/>
              </a:ext>
            </a:extLst>
          </p:cNvPr>
          <p:cNvSpPr>
            <a:spLocks noGrp="1"/>
          </p:cNvSpPr>
          <p:nvPr/>
        </p:nvSpPr>
        <p:spPr>
          <a:xfrm>
            <a:off x="11394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4" name="object-134">
            <a:extLst>
              <a:ext uri="{FF2B5EF4-FFF2-40B4-BE49-F238E27FC236}">
                <a16:creationId xmlns:a16="http://schemas.microsoft.com/office/drawing/2014/main" id="{A8DF0ECF-D4A6-4E9D-A26D-E10EF56F6F84}"/>
              </a:ext>
            </a:extLst>
          </p:cNvPr>
          <p:cNvSpPr>
            <a:spLocks noGrp="1"/>
          </p:cNvSpPr>
          <p:nvPr/>
        </p:nvSpPr>
        <p:spPr>
          <a:xfrm>
            <a:off x="11584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5" name="object-135">
            <a:extLst>
              <a:ext uri="{FF2B5EF4-FFF2-40B4-BE49-F238E27FC236}">
                <a16:creationId xmlns:a16="http://schemas.microsoft.com/office/drawing/2014/main" id="{CB26F7B1-C86D-4ED4-A2A4-1C915EF3C737}"/>
              </a:ext>
            </a:extLst>
          </p:cNvPr>
          <p:cNvSpPr>
            <a:spLocks noGrp="1"/>
          </p:cNvSpPr>
          <p:nvPr/>
        </p:nvSpPr>
        <p:spPr>
          <a:xfrm>
            <a:off x="11775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6" name="object-136">
            <a:extLst>
              <a:ext uri="{FF2B5EF4-FFF2-40B4-BE49-F238E27FC236}">
                <a16:creationId xmlns:a16="http://schemas.microsoft.com/office/drawing/2014/main" id="{07252646-AB1D-49F2-9E5F-C40D68003370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7" name="object-137">
            <a:extLst>
              <a:ext uri="{FF2B5EF4-FFF2-40B4-BE49-F238E27FC236}">
                <a16:creationId xmlns:a16="http://schemas.microsoft.com/office/drawing/2014/main" id="{5EB17867-2C7B-49DB-9F5E-DB746D7E8CA0}"/>
              </a:ext>
            </a:extLst>
          </p:cNvPr>
          <p:cNvSpPr>
            <a:spLocks noGrp="1"/>
          </p:cNvSpPr>
          <p:nvPr/>
        </p:nvSpPr>
        <p:spPr>
          <a:xfrm>
            <a:off x="12156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8" name="object-138">
            <a:extLst>
              <a:ext uri="{FF2B5EF4-FFF2-40B4-BE49-F238E27FC236}">
                <a16:creationId xmlns:a16="http://schemas.microsoft.com/office/drawing/2014/main" id="{EA45B2B4-A08C-4620-825F-715774023D55}"/>
              </a:ext>
            </a:extLst>
          </p:cNvPr>
          <p:cNvSpPr>
            <a:spLocks noGrp="1"/>
          </p:cNvSpPr>
          <p:nvPr/>
        </p:nvSpPr>
        <p:spPr>
          <a:xfrm>
            <a:off x="12346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9" name="object-139">
            <a:extLst>
              <a:ext uri="{FF2B5EF4-FFF2-40B4-BE49-F238E27FC236}">
                <a16:creationId xmlns:a16="http://schemas.microsoft.com/office/drawing/2014/main" id="{F2F65641-905D-498E-BCB3-1AD0279656DB}"/>
              </a:ext>
            </a:extLst>
          </p:cNvPr>
          <p:cNvSpPr>
            <a:spLocks noGrp="1"/>
          </p:cNvSpPr>
          <p:nvPr/>
        </p:nvSpPr>
        <p:spPr>
          <a:xfrm>
            <a:off x="125372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0" name="object-140">
            <a:extLst>
              <a:ext uri="{FF2B5EF4-FFF2-40B4-BE49-F238E27FC236}">
                <a16:creationId xmlns:a16="http://schemas.microsoft.com/office/drawing/2014/main" id="{06B69212-B099-483D-99BC-B0AA6007C727}"/>
              </a:ext>
            </a:extLst>
          </p:cNvPr>
          <p:cNvSpPr>
            <a:spLocks noGrp="1"/>
          </p:cNvSpPr>
          <p:nvPr/>
        </p:nvSpPr>
        <p:spPr>
          <a:xfrm>
            <a:off x="12727781" y="5988844"/>
            <a:ext cx="190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1" name="object-141">
            <a:extLst>
              <a:ext uri="{FF2B5EF4-FFF2-40B4-BE49-F238E27FC236}">
                <a16:creationId xmlns:a16="http://schemas.microsoft.com/office/drawing/2014/main" id="{F28BC903-1AD0-4EB1-AE50-906B7886532D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42" name="object-142">
            <a:extLst>
              <a:ext uri="{FF2B5EF4-FFF2-40B4-BE49-F238E27FC236}">
                <a16:creationId xmlns:a16="http://schemas.microsoft.com/office/drawing/2014/main" id="{9ED678AB-0AE5-4A69-911B-593421443EA1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43" name="object-143">
            <a:extLst>
              <a:ext uri="{FF2B5EF4-FFF2-40B4-BE49-F238E27FC236}">
                <a16:creationId xmlns:a16="http://schemas.microsoft.com/office/drawing/2014/main" id="{1A73313F-6B39-4205-B882-7179BDE7F06A}"/>
              </a:ext>
            </a:extLst>
          </p:cNvPr>
          <p:cNvSpPr>
            <a:spLocks noGrp="1"/>
          </p:cNvSpPr>
          <p:nvPr/>
        </p:nvSpPr>
        <p:spPr>
          <a:xfrm>
            <a:off x="3774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44" name="object-144">
            <a:extLst>
              <a:ext uri="{FF2B5EF4-FFF2-40B4-BE49-F238E27FC236}">
                <a16:creationId xmlns:a16="http://schemas.microsoft.com/office/drawing/2014/main" id="{5CDFB5F4-38D4-4092-881C-4450F9FBE7AC}"/>
              </a:ext>
            </a:extLst>
          </p:cNvPr>
          <p:cNvSpPr>
            <a:spLocks noGrp="1"/>
          </p:cNvSpPr>
          <p:nvPr/>
        </p:nvSpPr>
        <p:spPr>
          <a:xfrm>
            <a:off x="3774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45" name="object-145">
            <a:extLst>
              <a:ext uri="{FF2B5EF4-FFF2-40B4-BE49-F238E27FC236}">
                <a16:creationId xmlns:a16="http://schemas.microsoft.com/office/drawing/2014/main" id="{86C6406A-AA1F-427B-AE7F-4E350BA7E6B9}"/>
              </a:ext>
            </a:extLst>
          </p:cNvPr>
          <p:cNvSpPr>
            <a:spLocks noGrp="1"/>
          </p:cNvSpPr>
          <p:nvPr/>
        </p:nvSpPr>
        <p:spPr>
          <a:xfrm>
            <a:off x="6060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46" name="object-146">
            <a:extLst>
              <a:ext uri="{FF2B5EF4-FFF2-40B4-BE49-F238E27FC236}">
                <a16:creationId xmlns:a16="http://schemas.microsoft.com/office/drawing/2014/main" id="{7F8C7DA6-25FB-4CEF-BAA6-EF4C188C5461}"/>
              </a:ext>
            </a:extLst>
          </p:cNvPr>
          <p:cNvSpPr>
            <a:spLocks noGrp="1"/>
          </p:cNvSpPr>
          <p:nvPr/>
        </p:nvSpPr>
        <p:spPr>
          <a:xfrm>
            <a:off x="6060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47" name="object-147">
            <a:extLst>
              <a:ext uri="{FF2B5EF4-FFF2-40B4-BE49-F238E27FC236}">
                <a16:creationId xmlns:a16="http://schemas.microsoft.com/office/drawing/2014/main" id="{96FDBDF8-1201-42CB-8754-2744A1979C43}"/>
              </a:ext>
            </a:extLst>
          </p:cNvPr>
          <p:cNvSpPr>
            <a:spLocks noGrp="1"/>
          </p:cNvSpPr>
          <p:nvPr/>
        </p:nvSpPr>
        <p:spPr>
          <a:xfrm>
            <a:off x="8346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48" name="object-148">
            <a:extLst>
              <a:ext uri="{FF2B5EF4-FFF2-40B4-BE49-F238E27FC236}">
                <a16:creationId xmlns:a16="http://schemas.microsoft.com/office/drawing/2014/main" id="{19C2D330-4C55-4A93-8495-D8DD72A7A6A8}"/>
              </a:ext>
            </a:extLst>
          </p:cNvPr>
          <p:cNvSpPr>
            <a:spLocks noGrp="1"/>
          </p:cNvSpPr>
          <p:nvPr/>
        </p:nvSpPr>
        <p:spPr>
          <a:xfrm>
            <a:off x="8346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49" name="object-149">
            <a:extLst>
              <a:ext uri="{FF2B5EF4-FFF2-40B4-BE49-F238E27FC236}">
                <a16:creationId xmlns:a16="http://schemas.microsoft.com/office/drawing/2014/main" id="{55E2CA4D-4E29-400D-8BE0-F766ABC2317E}"/>
              </a:ext>
            </a:extLst>
          </p:cNvPr>
          <p:cNvSpPr>
            <a:spLocks noGrp="1"/>
          </p:cNvSpPr>
          <p:nvPr/>
        </p:nvSpPr>
        <p:spPr>
          <a:xfrm>
            <a:off x="10632281" y="5310188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50" name="object-150">
            <a:extLst>
              <a:ext uri="{FF2B5EF4-FFF2-40B4-BE49-F238E27FC236}">
                <a16:creationId xmlns:a16="http://schemas.microsoft.com/office/drawing/2014/main" id="{53528A6C-F797-4873-8EEF-CCAB0D27A158}"/>
              </a:ext>
            </a:extLst>
          </p:cNvPr>
          <p:cNvSpPr>
            <a:spLocks noGrp="1"/>
          </p:cNvSpPr>
          <p:nvPr/>
        </p:nvSpPr>
        <p:spPr>
          <a:xfrm>
            <a:off x="10632281" y="5988844"/>
            <a:ext cx="2286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51" name="object-151">
            <a:extLst>
              <a:ext uri="{FF2B5EF4-FFF2-40B4-BE49-F238E27FC236}">
                <a16:creationId xmlns:a16="http://schemas.microsoft.com/office/drawing/2014/main" id="{A70BE3BE-8555-4D45-9DB3-1C5E3AA0446D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57 + 8 = 65; the denominator stays 12.</a:t>
            </a:r>
          </a:p>
        </p:txBody>
      </p:sp>
      <p:sp>
        <p:nvSpPr>
          <p:cNvPr id="152" name="object-152">
            <a:extLst>
              <a:ext uri="{FF2B5EF4-FFF2-40B4-BE49-F238E27FC236}">
                <a16:creationId xmlns:a16="http://schemas.microsoft.com/office/drawing/2014/main" id="{A15D6FFC-F954-416E-85B7-4D510AA6C14C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5 5/12</a:t>
            </a:r>
          </a:p>
        </p:txBody>
      </p:sp>
    </p:spTree>
    <p:extLst>
      <p:ext uri="{BB962C8B-B14F-4D97-AF65-F5344CB8AC3E}">
        <p14:creationId xmlns:p14="http://schemas.microsoft.com/office/powerpoint/2010/main" val="35719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20" grpId="0"/>
      <p:bldP spid="151" grpId="0"/>
      <p:bldP spid="1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076F63A5-745D-468B-A182-29F4C538292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F166B3E-D823-405A-8EA9-7EDB8477B1E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5047534-B02D-4FC4-91E4-84C6F198B04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400810F-F79A-4100-98F2-7C7A64298A7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5EB80DB-E47C-4B3F-8388-BC65209E6F0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E41F07B-9AB7-4436-B08D-F5E5A3B47EC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6CF246D-DFCF-4D39-8F47-F7FD63504A06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0166948-972D-48E9-BFE3-6527A5CC6808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jug contains 3 1/2 litres. 1 3/4 litres are used and 2/3 litre is added. How much is in the jug?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40DF69C-BA7A-436F-AE6C-9BCA5938ED11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E44A413-CA64-47D8-BCB4-FCC9EA20D357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3/4 + 5/6.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9A09982-3074-4CA7-BC13-F58692177BC3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34DFBED-F676-4A96-906F-A2FC1B6C334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7/8 - 5/12.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E9900E7-83E6-4C3C-988B-17423ADE78F0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3637B5B-EC49-4601-8559-DFE5AAB20EAF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jug contains 3 1/2 litres. 1 3/4 litres are used and 2/3 litre is added. How much is in the jug?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B9FAA13-AA35-44EE-975B-0595E99A4382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FE1A8033-4DDB-435D-9168-EE0C2A564489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Calculate 3/4 + 5/6.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7F0D049-701B-4B8F-8AC7-DCBA14973A89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76B3096-C1E2-4C0B-99D9-E8CDE89F6CBE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7/8 - 5/12.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B8E36F3-D6A5-4DBD-8309-06C35E4DBE0C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8972D62A-E52A-4B25-99D0-4B29536BA7B7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Calculate 2 1/3 + 1 5/6.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0B0245F-8355-4758-B727-5306DB6AEB0C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2EEB069-FEEE-4B80-BF3F-A61D1110994F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adds or subtracts both the numerators and denominators.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CB21A67-5D1A-403E-9FA2-60332EA4ABA7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E80B7A3-D141-457F-BA3A-DB9333F79B9F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2D58A3D-0F67-4614-B671-F096E0E58F3F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5131181-15C7-4B59-9B56-F8B2E72E641D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7/8 - 5/12.</a:t>
            </a:r>
          </a:p>
        </p:txBody>
      </p:sp>
    </p:spTree>
    <p:extLst>
      <p:ext uri="{BB962C8B-B14F-4D97-AF65-F5344CB8AC3E}">
        <p14:creationId xmlns:p14="http://schemas.microsoft.com/office/powerpoint/2010/main" val="1516714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1C83C477-4EA5-43A3-9043-19098A12F6D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6875E4C-633B-4637-A4BD-70EB6BF3696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5F0AA99-F01C-44FF-9F1F-75C9E473B70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65603DC-64B0-43AD-8BAF-376DD97EFD2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addition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70171DB-E389-43FE-A6AB-B48B8D62B24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C2F229A-7C47-4798-81AE-39A06F6BB447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195526E-9B25-488E-9008-1D6AA3269726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 5/12 litres.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31564F2-351A-421E-B552-75BD77B3BB9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360A8C3-C8DA-4B19-8A0A-F3325D046F1A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7/12.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F973678-797F-4CF1-A4F0-DDB42D6D1658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B5EF7EE-F1DE-48E3-BB4B-0952F5A09A1A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11/24.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BF241E3-AC71-4B35-BE4B-2FF091657219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6F90FB6-3A3B-4B2B-BEA3-AFF8C63D717C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 5/12 litres.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72916E8-0785-40D4-A812-5538BFEA4A39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E9C3E46-8BE1-4941-85AC-87A171615649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 7/12.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1706E4F-4E8B-4819-A94C-201A0A631F57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7D52BD1-8253-4793-8B29-9A30944AD6C1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11/24.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51CF312-E98E-42CF-A835-45869B157CE6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1891CFF-EFBF-4014-944F-A2930552C61D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 1/6.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F185581-15E5-4AD7-9B25-E844607EB7EB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A66421C-A452-4248-98A7-10D35EE238D1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Use equivalent fractions with a common denominator, then operate on the numerators only.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4CE39608-24A2-4E11-9CB6-81B0BB058C04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FA1D128-133E-4B69-B227-1D07CF4D55E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E8E70CA-FAA6-41C8-A47A-C9ECFC36ECD0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FD6C99E-D128-4742-BE96-F0F1DCEF4DC4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0270469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2204</Words>
  <Application>Microsoft Office PowerPoint</Application>
  <DocSecurity>0</DocSecurity>
  <PresentationFormat>Custom</PresentationFormat>
  <Paragraphs>324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2026-09-14T13:19:14Z</dcterms:created>
  <dcterms:modified xsi:type="dcterms:W3CDTF">2026-09-14T13:19:50Z</dcterms:modified>
</cp:coreProperties>
</file>