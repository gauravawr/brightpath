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06af51e12a4908" /><Relationship Type="http://schemas.openxmlformats.org/officeDocument/2006/relationships/extended-properties" Target="/docProps/app.xml" Id="Ra9d403dd77894dba" /><Relationship Type="http://schemas.openxmlformats.org/officeDocument/2006/relationships/officeDocument" Target="/ppt/presentation.xml" Id="R40cdad74e75b4f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8bc0ebbf4344eca"/>
  </p:sldMasterIdLst>
  <p:notesMasterIdLst>
    <p:notesMasterId xmlns:r="http://schemas.openxmlformats.org/officeDocument/2006/relationships" r:id="Ra31ba7e0ff0e4a91"/>
  </p:notesMasterIdLst>
  <p:sldIdLst>
    <p:sldId xmlns:r="http://schemas.openxmlformats.org/officeDocument/2006/relationships" id="256" r:id="R62fb137630214558"/>
    <p:sldId xmlns:r="http://schemas.openxmlformats.org/officeDocument/2006/relationships" id="257" r:id="Rba43071e216c4bd1"/>
    <p:sldId xmlns:r="http://schemas.openxmlformats.org/officeDocument/2006/relationships" id="258" r:id="R1952b320c4bb4710"/>
    <p:sldId xmlns:r="http://schemas.openxmlformats.org/officeDocument/2006/relationships" id="259" r:id="Rfb851602155d493f"/>
    <p:sldId xmlns:r="http://schemas.openxmlformats.org/officeDocument/2006/relationships" id="260" r:id="R84c4a7f05c0a4c65"/>
    <p:sldId xmlns:r="http://schemas.openxmlformats.org/officeDocument/2006/relationships" id="261" r:id="R4d44e1c4d6154774"/>
    <p:sldId xmlns:r="http://schemas.openxmlformats.org/officeDocument/2006/relationships" id="262" r:id="Re6b5bac3b11443cf"/>
    <p:sldId xmlns:r="http://schemas.openxmlformats.org/officeDocument/2006/relationships" id="263" r:id="R80c00a709d9941bb"/>
    <p:sldId xmlns:r="http://schemas.openxmlformats.org/officeDocument/2006/relationships" id="264" r:id="Rb270711d25054c00"/>
    <p:sldId xmlns:r="http://schemas.openxmlformats.org/officeDocument/2006/relationships" id="265" r:id="Rd141c1831eed4f9a"/>
    <p:sldId xmlns:r="http://schemas.openxmlformats.org/officeDocument/2006/relationships" id="266" r:id="R40c8fa7c6029416c"/>
    <p:sldId xmlns:r="http://schemas.openxmlformats.org/officeDocument/2006/relationships" id="267" r:id="Rcfefaa8ec2e74d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bc2fdd522a487b" /><Relationship Type="http://schemas.openxmlformats.org/officeDocument/2006/relationships/slideMaster" Target="/ppt/slideMasters/slideMaster1.xml" Id="R58bc0ebbf4344eca" /><Relationship Type="http://schemas.openxmlformats.org/officeDocument/2006/relationships/notesMaster" Target="/ppt/notesMasters/notesMaster1.xml" Id="Ra31ba7e0ff0e4a91" /><Relationship Type="http://schemas.openxmlformats.org/officeDocument/2006/relationships/presProps" Target="/ppt/presProps.xml" Id="Re09f2bc4be604921" /><Relationship Type="http://schemas.openxmlformats.org/officeDocument/2006/relationships/tableStyles" Target="/ppt/tableStyles.xml" Id="Rb450134de81c4123" /><Relationship Type="http://schemas.openxmlformats.org/officeDocument/2006/relationships/slide" Target="/ppt/slides/slide1.xml" Id="R62fb137630214558" /><Relationship Type="http://schemas.openxmlformats.org/officeDocument/2006/relationships/slide" Target="/ppt/slides/slide2.xml" Id="Rba43071e216c4bd1" /><Relationship Type="http://schemas.openxmlformats.org/officeDocument/2006/relationships/slide" Target="/ppt/slides/slide3.xml" Id="R1952b320c4bb4710" /><Relationship Type="http://schemas.openxmlformats.org/officeDocument/2006/relationships/slide" Target="/ppt/slides/slide4.xml" Id="Rfb851602155d493f" /><Relationship Type="http://schemas.openxmlformats.org/officeDocument/2006/relationships/slide" Target="/ppt/slides/slide5.xml" Id="R84c4a7f05c0a4c65" /><Relationship Type="http://schemas.openxmlformats.org/officeDocument/2006/relationships/slide" Target="/ppt/slides/slide6.xml" Id="R4d44e1c4d6154774" /><Relationship Type="http://schemas.openxmlformats.org/officeDocument/2006/relationships/slide" Target="/ppt/slides/slide7.xml" Id="Re6b5bac3b11443cf" /><Relationship Type="http://schemas.openxmlformats.org/officeDocument/2006/relationships/slide" Target="/ppt/slides/slide8.xml" Id="R80c00a709d9941bb" /><Relationship Type="http://schemas.openxmlformats.org/officeDocument/2006/relationships/slide" Target="/ppt/slides/slide9.xml" Id="Rb270711d25054c00" /><Relationship Type="http://schemas.openxmlformats.org/officeDocument/2006/relationships/slide" Target="/ppt/slides/slide10.xml" Id="Rd141c1831eed4f9a" /><Relationship Type="http://schemas.openxmlformats.org/officeDocument/2006/relationships/slide" Target="/ppt/slides/slide11.xml" Id="R40c8fa7c6029416c" /><Relationship Type="http://schemas.openxmlformats.org/officeDocument/2006/relationships/slide" Target="/ppt/slides/slide12.xml" Id="Rcfefaa8ec2e74d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6d9e78211b44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b80cba2d6949e6" /><Relationship Type="http://schemas.openxmlformats.org/officeDocument/2006/relationships/notesMaster" Target="/ppt/notesMasters/notesMaster1.xml" Id="R14a876cf18f74c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c0b60276d041c4" /><Relationship Type="http://schemas.openxmlformats.org/officeDocument/2006/relationships/notesMaster" Target="/ppt/notesMasters/notesMaster1.xml" Id="R58a92961b4ec4d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a6370dbd9d4492" /><Relationship Type="http://schemas.openxmlformats.org/officeDocument/2006/relationships/notesMaster" Target="/ppt/notesMasters/notesMaster1.xml" Id="R020a7d2cdff84aa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1801876bb74bb5" /><Relationship Type="http://schemas.openxmlformats.org/officeDocument/2006/relationships/notesMaster" Target="/ppt/notesMasters/notesMaster1.xml" Id="R2e09ca7ce5ac43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e980dbe2024cf5" /><Relationship Type="http://schemas.openxmlformats.org/officeDocument/2006/relationships/notesMaster" Target="/ppt/notesMasters/notesMaster1.xml" Id="R30bceed2874042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3f162a4cbf4ea5" /><Relationship Type="http://schemas.openxmlformats.org/officeDocument/2006/relationships/notesMaster" Target="/ppt/notesMasters/notesMaster1.xml" Id="R68d19efa86c242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1553ca01a54252" /><Relationship Type="http://schemas.openxmlformats.org/officeDocument/2006/relationships/notesMaster" Target="/ppt/notesMasters/notesMaster1.xml" Id="R1b165d1ef10e4d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1fff25f67a413a" /><Relationship Type="http://schemas.openxmlformats.org/officeDocument/2006/relationships/notesMaster" Target="/ppt/notesMasters/notesMaster1.xml" Id="Ra1a63a667e45448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8fd823edd304a24" /><Relationship Type="http://schemas.openxmlformats.org/officeDocument/2006/relationships/notesMaster" Target="/ppt/notesMasters/notesMaster1.xml" Id="Rdc81f3b8cc3d423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91c9fcf43e343eb" /><Relationship Type="http://schemas.openxmlformats.org/officeDocument/2006/relationships/notesMaster" Target="/ppt/notesMasters/notesMaster1.xml" Id="R3ce7bd772d0445a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aa200b9169a4264" /><Relationship Type="http://schemas.openxmlformats.org/officeDocument/2006/relationships/notesMaster" Target="/ppt/notesMasters/notesMaster1.xml" Id="R22c79a11880f4d8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bec66b6ec443ba" /><Relationship Type="http://schemas.openxmlformats.org/officeDocument/2006/relationships/notesMaster" Target="/ppt/notesMasters/notesMaster1.xml" Id="R4c80b81633a749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multiplication grid, bar models,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 7/12. | Find a common denominator before combining fractions. | Use equivalent fractions with a common denominator, then operate on the numerators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common denominator, equivalent fraction, improper fraction, mixed number, sum, difference.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2 5/12 litres.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 7/12.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equivalent fractions with a common denominator, then operate on the numerators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 7/12..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11/24..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4 1/6.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11/24.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11/24. | Use equivalent fractions with a common denominator, then operate on the numerators only.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b784bbc17249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7868f4f0b0e4234" /><Relationship Type="http://schemas.openxmlformats.org/officeDocument/2006/relationships/slideLayout" Target="/ppt/slideLayouts/slideLayout1.xml" Id="R1345fc4483bd402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45fc4483bd402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b589c1f5784ceb" /><Relationship Type="http://schemas.openxmlformats.org/officeDocument/2006/relationships/notesSlide" Target="/ppt/notesSlides/notesSlide1.xml" Id="R194b566ea06746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d693c983924473" /><Relationship Type="http://schemas.openxmlformats.org/officeDocument/2006/relationships/notesSlide" Target="/ppt/notesSlides/notesSlide2.xml" Id="R934cd55173654a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ecf44f100f4584" /><Relationship Type="http://schemas.openxmlformats.org/officeDocument/2006/relationships/notesSlide" Target="/ppt/notesSlides/notesSlide3.xml" Id="Rbaa390702cdb41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88959f4a534d0d" /><Relationship Type="http://schemas.openxmlformats.org/officeDocument/2006/relationships/notesSlide" Target="/ppt/notesSlides/notesSlide4.xml" Id="R818b86123b1d4d5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0916e97fbb4781" /><Relationship Type="http://schemas.openxmlformats.org/officeDocument/2006/relationships/notesSlide" Target="/ppt/notesSlides/notesSlide5.xml" Id="R837ad0af88984a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5d6156782a4140" /><Relationship Type="http://schemas.openxmlformats.org/officeDocument/2006/relationships/notesSlide" Target="/ppt/notesSlides/notesSlide6.xml" Id="R836fe23c6bf940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810ca80a7c4583" /><Relationship Type="http://schemas.openxmlformats.org/officeDocument/2006/relationships/image" Target="/ppt/media/image.png" Id="Rc52df222388f4f16" /><Relationship Type="http://schemas.openxmlformats.org/officeDocument/2006/relationships/notesSlide" Target="/ppt/notesSlides/notesSlide7.xml" Id="R1c958422fbb149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3e53b44c4445b6" /><Relationship Type="http://schemas.openxmlformats.org/officeDocument/2006/relationships/notesSlide" Target="/ppt/notesSlides/notesSlide8.xml" Id="R30bf203a1f8a466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b5b885190e4dd8" /><Relationship Type="http://schemas.openxmlformats.org/officeDocument/2006/relationships/notesSlide" Target="/ppt/notesSlides/notesSlide9.xml" Id="Rf8d9dac164994d3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41d540aa6746e1" /><Relationship Type="http://schemas.openxmlformats.org/officeDocument/2006/relationships/notesSlide" Target="/ppt/notesSlides/notesSlide10.xml" Id="Re29e4e2f8876460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e94aac3881474a" /><Relationship Type="http://schemas.openxmlformats.org/officeDocument/2006/relationships/notesSlide" Target="/ppt/notesSlides/notesSlide11.xml" Id="R2020c67c395a459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995149e3ea4219" /><Relationship Type="http://schemas.openxmlformats.org/officeDocument/2006/relationships/notesSlide" Target="/ppt/notesSlides/notesSlide12.xml" Id="R7131c242c99941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487ADE-2E7C-4F6D-B579-1C5D89FE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F3A8CD-9170-425D-972A-477A5E43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18CD5F-BC5E-4046-BA95-9A30D85D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4F734C-22F7-48C2-A8BC-9DEF0BD1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C2CEE3-512D-4221-90B3-B87B4479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71B5A9-7A61-47E3-914A-B67CE449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547C21-F42E-4CBD-B06F-0EE50B892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2B037-A962-42BD-BB71-05869B03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45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involving fraction addition and subtraction.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0542AC-4C3F-4D41-B3CF-B992ED9E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A1720C-123B-43AE-95CA-52B5D770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4FDAE4-350B-4A5A-99EC-10232DFE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992444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CEFB11-560C-411B-BDE8-1DDFB024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7F588E-BA2E-4D64-8D27-5BB4D404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A3969D-2233-42B4-932D-2642FDB7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BC320-A5A4-4687-93DE-5A6E7F24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1AD61B-CA84-4FD2-AF5D-48EDF3B7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91667C-73CC-4AC5-9782-EABDE372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1A570-ACC0-4CE3-AA98-AB6CF36A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39DF3-3D2D-4B28-8954-E44158D0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0B4C96-98F0-4E1C-ABC4-806A3A18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A608DB-A326-4D00-BAE0-B1050FD7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5DC8B6-89C9-4421-B6AA-1A0191BE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9DAA85-7424-45DC-A860-B31A9128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BCD28C-658F-4CC8-B57F-0249CE8C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Add and subtract fractions with related denominators and convert improper fractions and mixed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49B70F-D474-45D6-9E60-C6535ACD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8ECC46-BA5C-4089-9B53-7CFB24F96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8B0B1A-224D-42A6-A2B8-542DF9CC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070A8D-4014-4DB2-82E2-BE1BD443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86A2B4-DC82-4A0F-89A1-ACD5521A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6B0518-4B11-465A-B8FB-17A0A04A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19D0DC-869B-4F37-A47F-CC818B2F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C85FCF-351E-443C-BA3F-DAE535E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jug contains 3 1/2 litres. 1 3/4 litres are used and 2/3 litre is added. How much is in the jug?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502D77-A7F3-4754-A055-0263CB77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999026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259149-D07E-4BCA-80BC-0F43C542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58A04C-DBE7-4AAE-8325-DDAA610F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253C72-2FC5-4978-89C6-D64CF303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413499-8020-4A1C-AC63-5A07FA67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ABD9E1-DD37-46BA-872B-A59E452D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9A6752-B8CF-4D46-A102-DE27F051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EFA1E8-0973-4AE7-8716-6BCA7C7E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1F3E24-9678-465B-828E-5F96C058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A084F4-0E71-4C32-BDC8-0B9CE7878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CE26D5-B200-4B7C-BBB7-367AD6DC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involving fraction addition and subtraction.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09CCF9-590D-444E-8DCB-D58A0785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F52F32-CEE2-4273-BD54-323A5C77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Find a common denominator before combining fractions.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16215F-6DC0-4B23-8963-34698AE0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Add or subtract the numerators while keeping the denominator.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4E8209-BBE2-458B-A3E2-CEE851F0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and convert the answer when appropriate.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46DD56-F5F3-4625-B228-54AC9BA8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common denominator  |  equivalent fraction  |  improper fraction  |  mixed number  |  sum  |  difference</a:t>
            </a:r>
          </a:p>
        </p:txBody>
      </p:sp>
    </p:spTree>
    <p:extLst>
      <p:ext uri="{BB962C8B-B14F-4D97-AF65-F5344CB8AC3E}">
        <p14:creationId xmlns:p14="http://schemas.microsoft.com/office/powerpoint/2010/main" val="5301801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C094F9-CB52-41BD-AD37-D3FDE41F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0AD75-FDA7-4254-85F0-5AB91660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4341DB-5848-45B1-B148-AE911F10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252AD-B69E-48A9-AE4C-C1BAA0B7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B538A2-1FAC-470E-8FF8-75A68CDA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A56CFB-0D82-4871-894F-14C118C7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E583FF-FBC8-4A60-925E-8BF87052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D6E40D-17B9-45E8-8DC1-808130FA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7B5F08-F0B6-4111-B5D1-782BAB26B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A3F87D-9F3F-44C7-AB1D-A2589A3B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jug contains 3 1/2 litres. 1 3/4 litres are used and 2/3 litre is added. How much is in the jug?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C04E5-C1D1-4F42-9BD5-88065CE9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1F66FE-AFB0-42BB-804D-1826DCA9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B0F4E0-E4B4-4F7F-A58B-98CEA5F7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 1/2 - 1 3/4 + 2/3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4196C2-CEBD-4E83-9A48-9A910CF2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7509AA-415A-4EB3-B661-4A7D2F59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8C33F5-1511-43C5-AFF4-84B1D994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 6/12 - 1 9/12 + 8/12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0B48EC-1D0B-44A8-9FBC-B417D70C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AEF35D-B53F-4517-B082-516EC334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363C39-9042-4950-B086-A1A39432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Exchange: 2 18/12 - 1 9/12 = 1 9/12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0A9FAE-3049-4926-AA5F-40EAC5D0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C0A7C1-ADFD-4EB7-9CFC-03AE8134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90C08C-920C-4973-AF37-ACD5EEA0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 9/12 + 8/12 = 1 17/12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A43E44-45F9-4E53-983D-4575DF42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CFAC68-2FF2-458A-A65F-71536EA2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4950F4-0044-4FC7-B0B6-2DF03856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 5/12 litres</a:t>
            </a:r>
          </a:p>
        </p:txBody>
      </p:sp>
    </p:spTree>
    <p:extLst>
      <p:ext uri="{BB962C8B-B14F-4D97-AF65-F5344CB8AC3E}">
        <p14:creationId xmlns:p14="http://schemas.microsoft.com/office/powerpoint/2010/main" val="17126582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4A57FA-EECB-42E6-964B-EF849D52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AC6146-B63F-4D29-8E24-42FC22B2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087DCB-CB56-4A5B-8E93-662D159B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33D3F-D969-459E-B290-825E062E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A64B29-0FED-408B-978A-DA68F698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1557B8-537E-475F-BEDE-B610E571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9AD952-3B3D-4C17-B640-713EFF96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6089EB-A4D8-4968-9AD6-5A511B0E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52BE54-CAAE-4854-AED3-A947DAA1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3F4AA-076B-4471-A696-23317A7B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64A237-3438-4B4F-A30F-A2913534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 5/12 litres.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CD010-DB4B-425C-A59F-6C7512A0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015E8A-A6C3-4029-868B-4BD35E92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and convert the answer when appropriate.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330CE3-8C3A-4393-9F8C-BA37C15E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5073266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29E359-0D49-4295-92FD-2E6C5F70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8DDDF-601D-48C1-A530-42C16678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BA28CA-CC27-4020-B661-BD435ABF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D09B28-943C-4275-81E6-D601D24A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A55F9C-1549-40AD-AC45-BEFE72E6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BC4C3-FCFD-47FF-9D82-6F03BDD8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90C24-61D3-49DF-9E33-91311E1B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0C8731-E942-4B92-BCA5-9D2A8DBC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AE5ABB-F207-48A0-A7BA-0B4EC725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5B0116-0544-482D-9C1B-65D5D55B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82A692-8659-409E-947E-57B9F513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5BF6B9-0D1A-4E97-B43B-9124B84F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F0FB5D-FA90-46D5-B2AB-57765CA8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6B2B0-1BAD-42F3-B891-F3789FFD8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7B9E86-05CD-4BA8-B5EE-3FFD714E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 7/12.</a:t>
            </a:r>
          </a:p>
        </p:txBody>
      </p:sp>
    </p:spTree>
    <p:extLst>
      <p:ext uri="{BB962C8B-B14F-4D97-AF65-F5344CB8AC3E}">
        <p14:creationId xmlns:p14="http://schemas.microsoft.com/office/powerpoint/2010/main" val="13242627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FE5553-4DC4-448C-87C1-82BB0C83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36FE5B-352B-4739-9929-4F230A1D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4025B2-33EA-42B4-B82A-6F2A4811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1ADF7C-B3B1-4D68-9BD8-C8542180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39716A-DE4D-4A56-A280-A3279605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3A1441-40AE-449A-B172-2EFC060A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8101E4-8036-44A9-B9A7-CDA1A04C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05DD65-3C08-4928-BB63-AE90AEF1A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4B9236-0120-4EE5-AC42-BD4EEE64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2df222388f4f1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8BDCE9-DBA2-45D8-815F-3E315C84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274A73-8114-445D-9B9B-38F53897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or subtracts both the numerators and denominators.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D5FEAB-6D45-4CEC-B0EE-25BC729A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22978E-F920-4489-9CBA-974EADB1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3E24E5-D3BB-44D3-AF32-65558213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equivalent fractions with a common denominator, then operate on the numerators only.</a:t>
            </a:r>
          </a:p>
        </p:txBody>
      </p:sp>
    </p:spTree>
    <p:extLst>
      <p:ext uri="{BB962C8B-B14F-4D97-AF65-F5344CB8AC3E}">
        <p14:creationId xmlns:p14="http://schemas.microsoft.com/office/powerpoint/2010/main" val="710458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79516E-8A91-44A8-8A3E-6CFBF26F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6A0FE-440F-497F-8D4F-F843D442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8746A8-70C0-4AA7-9356-8AB00E3C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53369A-3893-48C0-8AE7-5DBC939A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1C03CD-1056-4928-B39D-DDF65F649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3A8617-57CD-47B3-BF66-BC4260F2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ADFB35-95DC-4185-9034-A70354D7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E95CB-28D2-40F4-9C72-EC6A9970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C18BCC-9FF8-423B-9BFF-DD0D9669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A4B497-D34F-4CE0-B026-204CDBB5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01C56A-75A7-4BAF-BF2C-75426425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0279B3-49E0-48C6-B565-F57FBE25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2E8CF6-846E-41E4-AA86-FE0359EF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0A8B43-541C-4ACB-9FCD-7C206D96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E4CDB6-3200-434D-805E-B14EDB69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7535F7-45E1-47B0-A004-E9DB9785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F84879-BF96-415A-B5FE-3B21A1EA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9CED36-40E2-4BBF-875C-A4872C93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700A29-F926-42B6-8343-2F43A2D8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75F4E5-64AB-47E9-A964-6BC99A78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031709-5C27-41F7-8362-46B63323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 7/12.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FA3F-465D-4B6E-AAB9-B2F6848A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127780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6E763A-EC24-4470-8EB0-BAC1DAC2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BAD265-4F47-4F53-8A89-D7E39EB5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8A865-1DF9-4350-8ACB-8DBEB3BA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4F4934-AC16-46C4-BC9F-792DE262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A409C5-6324-4F27-9DB7-555DFB62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B5DEDF-B005-4C67-97B0-9B5C990E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C008DB-4B36-4DF9-8D52-6C5D5C80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3C0EE9-7CC7-45BE-A169-C9C7185E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A67277-C733-4AD0-BCEE-E95BAC32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B6E6D1-675E-4040-984C-93BBD045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4BD352-FA3A-4099-A62F-8199C8F2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AA8E1E-CF34-42B0-BC9F-D599521D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07FCE4-8F55-4FFE-80AF-ED6C5290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7/8 - 5/12.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5D3B70-4C10-4503-A3D2-DE56927EE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3D2FB7-F824-4300-B04F-397795E3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F75D94-E33D-49E9-B8F1-4F587FF6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D35110-1131-4B15-BA6B-F7B1DCBA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98BCF4-3E99-4C41-A3CE-865D4673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E6A7D1-1EC5-4DCB-BBB1-AA8C5388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121C74-C15F-40BD-A781-84D45C1B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BB2B63-78E1-4B0F-8B5A-72F6E3FC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192513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45AC96-7017-476E-BE12-F8EFFFBF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BA713-B6FC-4559-8071-EC73480D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2418C6-7921-4347-9264-4213DC35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8BD12-4C13-4803-A232-F92EEBFE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0A5C1F-162B-49B9-975E-B2266087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5A2E10-0AB2-4186-B4BB-7804F4C8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A447BC-D7DC-427E-B188-BA7B648C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D82E9D-24C6-48AC-A1DF-C4113B77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A0E6CE-D96B-427B-8A02-6D08D28D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BDF5C-9841-48FF-B449-7D4AD265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2 1/3 + 1 5/6.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717811-1201-4915-B8ED-17B61E3B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8FDB08-6072-41BA-BF1E-CB92219A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F63456-DB4C-47E7-8F8B-02331682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4 1/6.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4921888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3954D0-974D-47CB-BEAF-4BE3C4CAA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03AB02-F1AB-41D0-AA37-B939B39E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2BC718-3E4E-4308-A7C2-331A1CA1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A3FC7C-5E4E-45CF-8A35-0CACB9EC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18358-6099-4CCE-AAA7-B4CEE5CE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B8F226-7A63-42DC-8E9A-2C4155AE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E94D04-A8DE-49E5-80C4-7ABDFFFB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AFA4A3-FE73-4FC0-82F7-CFB83E30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56225A-8B71-458F-9127-ABEDF200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358853-2BAD-4083-AED5-708108ED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7A78B3-7910-4230-918B-E02FF2EB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20C50B-9123-48EE-8BBC-BA02EE8F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7/8 - 5/12.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03104A-EA40-441E-935F-96623AF5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0BF72-0A9A-445A-A188-37F7263F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408178-7DCC-4E96-B9E5-886AFD5C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D18D4B-F4D5-4D6C-8E19-C0945A52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11/24.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2DB73B-F6A4-4DC7-8B4E-3FB36D3CF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C02B47-18BA-4A3F-94E2-8034B963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9794832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69E4DA-0348-4E7E-99B2-64B879FBF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3F38C6-6E26-454E-B3E6-CC45DBC4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0CD74C-D407-4ADE-9CBC-4E64E5D6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38EAD8-9EB9-4EA0-AC18-EDDD917AD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882CE0-168B-4C70-81F0-2BD1B50E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EFF20B-70AE-4790-AA1A-1B183E88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10E860-C529-4A52-B675-821D2BE53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59044A-8CE3-46C3-A36C-730C0CD1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08893-2F86-4FE1-9DED-5B4AA12C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0FDABE-D97F-4DFF-92BD-761F0FF6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7E7E7E-E4A7-4610-9017-DF2A1B57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C0B4CE-7A25-4222-A2CE-16069395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2263B-E2B5-49CB-8F3E-1664A179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7/8 - 5/12.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8F25C2-71AE-4708-9853-C1D4AC08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EAC1D3-B19D-4CB5-99E0-8D1416D3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4FFAA4-AD91-4FDC-AB53-49818499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A92DA6-7344-4029-AF53-2BB827CE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or subtracts both the numerators and denominators.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C4BB38-432A-424F-9727-4B3AB574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449555-218A-4A68-84BF-2DC46E3A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B3710A-5E79-4FEB-B557-234E966D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E82D92-13C2-42B4-83B1-E4587158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7E9163-9A14-46FA-913A-64EE37F1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503268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2026-09-09T22:13:37.2300000Z</dcterms:created>
  <dcterms:modified xsi:type="dcterms:W3CDTF">2026-09-09T22:13:37.2300000Z</dcterms:modified>
</coreProperties>
</file>