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b75e1614fc4e2c" /><Relationship Type="http://schemas.openxmlformats.org/officeDocument/2006/relationships/extended-properties" Target="/docProps/app.xml" Id="Rbc9a670974724f17" /><Relationship Type="http://schemas.openxmlformats.org/officeDocument/2006/relationships/officeDocument" Target="/ppt/presentation.xml" Id="Rdbc5d4daab0c47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bf906626ce4ced"/>
  </p:sldMasterIdLst>
  <p:notesMasterIdLst>
    <p:notesMasterId xmlns:r="http://schemas.openxmlformats.org/officeDocument/2006/relationships" r:id="R7e437393543a4a55"/>
  </p:notesMasterIdLst>
  <p:sldIdLst>
    <p:sldId xmlns:r="http://schemas.openxmlformats.org/officeDocument/2006/relationships" id="256" r:id="R0aff3bab300c481f"/>
    <p:sldId xmlns:r="http://schemas.openxmlformats.org/officeDocument/2006/relationships" id="257" r:id="R0b7038045c574cd3"/>
    <p:sldId xmlns:r="http://schemas.openxmlformats.org/officeDocument/2006/relationships" id="258" r:id="R120e9d35d0984346"/>
    <p:sldId xmlns:r="http://schemas.openxmlformats.org/officeDocument/2006/relationships" id="259" r:id="R5582b4c36ef14215"/>
    <p:sldId xmlns:r="http://schemas.openxmlformats.org/officeDocument/2006/relationships" id="260" r:id="R93b7d1a392fe4cc3"/>
    <p:sldId xmlns:r="http://schemas.openxmlformats.org/officeDocument/2006/relationships" id="261" r:id="R773970eba4014259"/>
    <p:sldId xmlns:r="http://schemas.openxmlformats.org/officeDocument/2006/relationships" id="262" r:id="Ra1db6f6fdaf44c7d"/>
    <p:sldId xmlns:r="http://schemas.openxmlformats.org/officeDocument/2006/relationships" id="263" r:id="R862c6317cb6c4200"/>
    <p:sldId xmlns:r="http://schemas.openxmlformats.org/officeDocument/2006/relationships" id="264" r:id="R1152fe8c5be341c8"/>
    <p:sldId xmlns:r="http://schemas.openxmlformats.org/officeDocument/2006/relationships" id="265" r:id="Rd7ea4a80628a4e89"/>
    <p:sldId xmlns:r="http://schemas.openxmlformats.org/officeDocument/2006/relationships" id="266" r:id="Rc2357d6b2d9d4a37"/>
    <p:sldId xmlns:r="http://schemas.openxmlformats.org/officeDocument/2006/relationships" id="267" r:id="R1c4e8386d6ce479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3ce6eb533e42d3" /><Relationship Type="http://schemas.openxmlformats.org/officeDocument/2006/relationships/slideMaster" Target="/ppt/slideMasters/slideMaster1.xml" Id="R0abf906626ce4ced" /><Relationship Type="http://schemas.openxmlformats.org/officeDocument/2006/relationships/notesMaster" Target="/ppt/notesMasters/notesMaster1.xml" Id="R7e437393543a4a55" /><Relationship Type="http://schemas.openxmlformats.org/officeDocument/2006/relationships/presProps" Target="/ppt/presProps.xml" Id="R2b075dfeff394dd0" /><Relationship Type="http://schemas.openxmlformats.org/officeDocument/2006/relationships/tableStyles" Target="/ppt/tableStyles.xml" Id="Rf651a64565754b1a" /><Relationship Type="http://schemas.openxmlformats.org/officeDocument/2006/relationships/slide" Target="/ppt/slides/slide1.xml" Id="R0aff3bab300c481f" /><Relationship Type="http://schemas.openxmlformats.org/officeDocument/2006/relationships/slide" Target="/ppt/slides/slide2.xml" Id="R0b7038045c574cd3" /><Relationship Type="http://schemas.openxmlformats.org/officeDocument/2006/relationships/slide" Target="/ppt/slides/slide3.xml" Id="R120e9d35d0984346" /><Relationship Type="http://schemas.openxmlformats.org/officeDocument/2006/relationships/slide" Target="/ppt/slides/slide4.xml" Id="R5582b4c36ef14215" /><Relationship Type="http://schemas.openxmlformats.org/officeDocument/2006/relationships/slide" Target="/ppt/slides/slide5.xml" Id="R93b7d1a392fe4cc3" /><Relationship Type="http://schemas.openxmlformats.org/officeDocument/2006/relationships/slide" Target="/ppt/slides/slide6.xml" Id="R773970eba4014259" /><Relationship Type="http://schemas.openxmlformats.org/officeDocument/2006/relationships/slide" Target="/ppt/slides/slide7.xml" Id="Ra1db6f6fdaf44c7d" /><Relationship Type="http://schemas.openxmlformats.org/officeDocument/2006/relationships/slide" Target="/ppt/slides/slide8.xml" Id="R862c6317cb6c4200" /><Relationship Type="http://schemas.openxmlformats.org/officeDocument/2006/relationships/slide" Target="/ppt/slides/slide9.xml" Id="R1152fe8c5be341c8" /><Relationship Type="http://schemas.openxmlformats.org/officeDocument/2006/relationships/slide" Target="/ppt/slides/slide10.xml" Id="Rd7ea4a80628a4e89" /><Relationship Type="http://schemas.openxmlformats.org/officeDocument/2006/relationships/slide" Target="/ppt/slides/slide11.xml" Id="Rc2357d6b2d9d4a37" /><Relationship Type="http://schemas.openxmlformats.org/officeDocument/2006/relationships/slide" Target="/ppt/slides/slide12.xml" Id="R1c4e8386d6ce47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2adc10fec34d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12bcc21cba48fa" /><Relationship Type="http://schemas.openxmlformats.org/officeDocument/2006/relationships/notesMaster" Target="/ppt/notesMasters/notesMaster1.xml" Id="R8aecde8d9f7143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5f91fffedc4aa0" /><Relationship Type="http://schemas.openxmlformats.org/officeDocument/2006/relationships/notesMaster" Target="/ppt/notesMasters/notesMaster1.xml" Id="R1f6f3ed0979240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53d3400759436f" /><Relationship Type="http://schemas.openxmlformats.org/officeDocument/2006/relationships/notesMaster" Target="/ppt/notesMasters/notesMaster1.xml" Id="Re91123b55b9441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61c286c9934493" /><Relationship Type="http://schemas.openxmlformats.org/officeDocument/2006/relationships/notesMaster" Target="/ppt/notesMasters/notesMaster1.xml" Id="R6cd1c8e27c0141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dd92ddd7f74508" /><Relationship Type="http://schemas.openxmlformats.org/officeDocument/2006/relationships/notesMaster" Target="/ppt/notesMasters/notesMaster1.xml" Id="Rb754554de28e4c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4b24481a33428c" /><Relationship Type="http://schemas.openxmlformats.org/officeDocument/2006/relationships/notesMaster" Target="/ppt/notesMasters/notesMaster1.xml" Id="R2eeb1d1e336841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106bfe2b24496e" /><Relationship Type="http://schemas.openxmlformats.org/officeDocument/2006/relationships/notesMaster" Target="/ppt/notesMasters/notesMaster1.xml" Id="R9b2f5e32cdbc4c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9cb1f25efc487e" /><Relationship Type="http://schemas.openxmlformats.org/officeDocument/2006/relationships/notesMaster" Target="/ppt/notesMasters/notesMaster1.xml" Id="R8770a08d03374bb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fa4a4ae2d6417a" /><Relationship Type="http://schemas.openxmlformats.org/officeDocument/2006/relationships/notesMaster" Target="/ppt/notesMasters/notesMaster1.xml" Id="R3964ac3987ed44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a2c0b33aa0044cf" /><Relationship Type="http://schemas.openxmlformats.org/officeDocument/2006/relationships/notesMaster" Target="/ppt/notesMasters/notesMaster1.xml" Id="Rc12e62a7fb77487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36a85235804dd4" /><Relationship Type="http://schemas.openxmlformats.org/officeDocument/2006/relationships/notesMaster" Target="/ppt/notesMasters/notesMaster1.xml" Id="Re331117bbc8541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b0d124aa714a9e" /><Relationship Type="http://schemas.openxmlformats.org/officeDocument/2006/relationships/notesMaster" Target="/ppt/notesMasters/notesMaster1.xml" Id="Re81dede2c3434d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bar models,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 7/12. | Find a common denominator before combining fractions. |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common denominator, equivalent fraction, improper fraction, mixed number, sum, difference.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 5/12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 7/12..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11/24..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 1/6.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11/24.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11/24. | Use equivalent fractions with a common denominator, then operate on the numerators only.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bcfc46e5cd4a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81567785514bb7" /><Relationship Type="http://schemas.openxmlformats.org/officeDocument/2006/relationships/slideLayout" Target="/ppt/slideLayouts/slideLayout1.xml" Id="R30b4aefeecb642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b4aefeecb642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321e3d9a2416f" /><Relationship Type="http://schemas.openxmlformats.org/officeDocument/2006/relationships/notesSlide" Target="/ppt/notesSlides/notesSlide1.xml" Id="R2c960d09bb144a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550b796731476f" /><Relationship Type="http://schemas.openxmlformats.org/officeDocument/2006/relationships/notesSlide" Target="/ppt/notesSlides/notesSlide2.xml" Id="Rd0201cf6ba094b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de9789528c4239" /><Relationship Type="http://schemas.openxmlformats.org/officeDocument/2006/relationships/notesSlide" Target="/ppt/notesSlides/notesSlide3.xml" Id="R768e1afe3a9241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d1ccfd3e24c3d" /><Relationship Type="http://schemas.openxmlformats.org/officeDocument/2006/relationships/notesSlide" Target="/ppt/notesSlides/notesSlide4.xml" Id="R73cb3de789c94f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6726882fd45ae" /><Relationship Type="http://schemas.openxmlformats.org/officeDocument/2006/relationships/notesSlide" Target="/ppt/notesSlides/notesSlide5.xml" Id="Rde694ea083f64c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ad83cbd1a4b3c" /><Relationship Type="http://schemas.openxmlformats.org/officeDocument/2006/relationships/notesSlide" Target="/ppt/notesSlides/notesSlide6.xml" Id="R4cb43088ef414a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e87291ca34468" /><Relationship Type="http://schemas.openxmlformats.org/officeDocument/2006/relationships/image" Target="/ppt/media/image.png" Id="R9829faa0da334284" /><Relationship Type="http://schemas.openxmlformats.org/officeDocument/2006/relationships/notesSlide" Target="/ppt/notesSlides/notesSlide7.xml" Id="Ra5f50f3baf8841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6a5d61d6b481d" /><Relationship Type="http://schemas.openxmlformats.org/officeDocument/2006/relationships/notesSlide" Target="/ppt/notesSlides/notesSlide8.xml" Id="R6a5272e299774d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e4bff7dd154231" /><Relationship Type="http://schemas.openxmlformats.org/officeDocument/2006/relationships/notesSlide" Target="/ppt/notesSlides/notesSlide9.xml" Id="R9414ea3a58084b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a1d348b284379" /><Relationship Type="http://schemas.openxmlformats.org/officeDocument/2006/relationships/notesSlide" Target="/ppt/notesSlides/notesSlide10.xml" Id="R7c057bdaf26141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8b04269a04846" /><Relationship Type="http://schemas.openxmlformats.org/officeDocument/2006/relationships/notesSlide" Target="/ppt/notesSlides/notesSlide11.xml" Id="R3bf6859b2cad49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8b4b45d5b46ab" /><Relationship Type="http://schemas.openxmlformats.org/officeDocument/2006/relationships/notesSlide" Target="/ppt/notesSlides/notesSlide12.xml" Id="R4818925b4d6546f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1C3153-21DA-4F25-B2E7-71977E34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90ACC6-ECED-41B4-8D81-6113B899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9CCA4-447D-49BD-B9DE-D35429C5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67E4A-C22B-433C-9238-48385F90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DE60A-21A7-4E6C-95FB-29571BC9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3DEB0-D71B-4F79-8033-13575CE9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2B3BF-227E-4B18-9B16-95A41802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33009-669E-4B01-8D63-89F44172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45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fraction addition and subtraction.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1E135-AEC3-42B2-9980-3C26A409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ACE4C0-D409-406E-ACA1-687DFA48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69D2C-0A64-4DB5-BCCB-A5B7E821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454836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0311CE-5A04-4138-8811-1F5340B7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B98D8-6108-4685-A677-08819903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A0A22-64C8-4891-9148-8047C709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EDE7E-1D9C-4C2F-B977-21AC25AA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EEBDB-02DA-4F2C-A666-D04D75E8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1299EE-9A65-45ED-BF7A-172A3727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9413C-ECAD-4CB6-B4B1-A7532B89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98DB5-F5A0-433B-B6A9-8F90A811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5EE20-697B-4B16-96E6-BB799F07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F2193C-77FB-425F-BEA5-6CC395DC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C812F7-D35E-4C10-B7A3-985CACAD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B86C17-FA04-41F7-90CB-EBCEA14D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B659C-5B28-443B-B4CC-27D3EE04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Add and subtract fractions with related denominators and convert improper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114291-EDC5-4D79-92A5-617EBCC4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C3DD3E-630A-4629-88D9-3AFB1AB0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F21D54-38ED-4806-9009-8BF4EC46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178191-A6E0-4192-AC02-65ED9912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1F238E-355A-4871-BE1F-3C98E864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5BF05F-01C8-4D20-BC0E-3892DAB9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9741C8-2102-437E-8274-2EFE8DFB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590F34-0DCD-4563-99F8-1B25E4D8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jug contains 3 1/2 litres. 1 3/4 litres are used and 2/3 litre is added. How much is in the jug?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B61AF7-A3A9-48B2-94FF-09F94562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50647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BA7EF-ACD4-44D8-A3C0-8531B9EE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6A141-F16E-4279-84D9-228C74B2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B8FF93-ADE7-4153-AE2A-6E89B647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F472C0-6AED-4E20-8381-9CE874E9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90C5B9-D1D4-4762-9DFA-57E20D3F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9C511-A6F8-4C03-AACD-C08363EE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BBAD97-3233-4B90-A46A-20C8667B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C0A522-BDC4-488A-A406-90DF901B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8128A-40F7-416D-9282-81320644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50E774-CF21-45B1-9214-95670860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fraction addition and subtraction.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17D40-A500-4160-92C8-4EF05CD3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B312B4-D836-49C4-975E-FD97CDD6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common denominator before combining fractions.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1B5C2-7C3C-40F1-AAA6-C8011941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Add or subtract the numerators while keeping the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EC77A-3ED6-49AF-9082-6B884055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convert the answer when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31A82-6C58-4562-BF6F-01526683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common denominator  |  equivalent fraction  |  improper fraction  |  mixed number  |  sum  |  difference</a:t>
            </a:r>
          </a:p>
        </p:txBody>
      </p:sp>
    </p:spTree>
    <p:extLst>
      <p:ext uri="{BB962C8B-B14F-4D97-AF65-F5344CB8AC3E}">
        <p14:creationId xmlns:p14="http://schemas.microsoft.com/office/powerpoint/2010/main" val="14075627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63FD42-7ACB-4676-A879-65A952B4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6637B4-1C9E-4B81-ADBE-E11C3E67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8E9C76-30CB-454C-9F2B-ED03D625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A3817-0C2C-4279-932D-3E2A5169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69267-EA08-4EB4-BF4B-B49CC0BD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5081E-0F20-402C-9959-5FF7092D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1624F5-6C15-4D71-8B7D-929E428C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F9F42-D5E7-4369-BA25-9523C959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B8F8C-F7FC-4D6D-BF2B-0D5BB343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2606C-BC7C-4DCB-AEA7-88D5A54F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04A697-F0C8-4EC6-BFA5-CA8800AC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04D77-94E5-45A1-B56D-1FAC9EC4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539C02-4C16-40F8-8E0F-CBB0E106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common denominator before combining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0C36A4-0946-4E66-B11B-8661CBFC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708C85-90B3-4771-8BF7-3F42064E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6A4640-5207-40BF-B392-7471C8F7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Add or subtract the numerators while keeping the denominator.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9E37F2-E21C-4997-9DBE-E334E441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7CB61C-8F35-42A8-80F0-6D02D754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D6CADD-3AED-42D0-A15D-EFBA5522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 5/12 litres.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497550-1A4F-429E-8CC2-079B7ED2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57160-1903-4A6F-88C2-0ED11220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ACD758-8DCC-4533-909E-D5BE5BA0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convert the answer when appropriate.</a:t>
            </a:r>
          </a:p>
        </p:txBody>
      </p:sp>
    </p:spTree>
    <p:extLst>
      <p:ext uri="{BB962C8B-B14F-4D97-AF65-F5344CB8AC3E}">
        <p14:creationId xmlns:p14="http://schemas.microsoft.com/office/powerpoint/2010/main" val="18721987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BDBB9D-1F74-4ADA-B0A6-338B6D26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DE46A-A7CC-482A-AB61-7B044EE7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AE9F27-7032-4666-B1EA-2DE5E0BB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A2D41-8356-49DB-A37F-B3FA7168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9D15DD-6E13-45A5-A2EB-373AD470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C0A74-143C-4D97-93D7-B36FE9AF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A7876C-7129-416F-AC11-4997683D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BBBAAC-6413-4718-9759-D0E69B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E7D5CD-B1CB-45E4-BC9E-8A652BC2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0596F9-381B-4BE2-864B-585983BF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3C62F-AE57-4A55-A1DC-6EC88A69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 5/12 litres.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1539B-EBB3-4CB2-8C57-70443C4D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0BAC79-346B-42D4-8592-061270AB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convert the answer when appropriate.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CF78EE-F49C-4733-B21A-749BB42E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81642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4C9480-4248-4B53-9D46-BCD639D1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77813-01D4-41EF-8930-E655B70D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0ABA7-ABA1-4E78-A116-EE232C40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4AE48-4F15-4475-98E1-CBFE9325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01EB35-1774-470F-B2AD-98643219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A999F5-4BD3-4E76-8FB3-10B921CC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1BCDD-DC48-460A-81E2-33765E81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BF447-051E-48FF-ABF5-37DCFCB8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18A86E-BC3C-4F7C-AB9E-A005D2EE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BA837-9160-4A14-8985-D37E0346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7DF661-6E1F-407A-908F-4911FC1E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35116E-3660-4F08-9533-8D291EC8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DFB3D2-13F7-48E0-BC98-3522D438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59F9D-308F-4D6D-B713-78308A74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6E7922-5CC5-48D2-B3DC-8CBE4829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7/12.</a:t>
            </a:r>
          </a:p>
        </p:txBody>
      </p:sp>
    </p:spTree>
    <p:extLst>
      <p:ext uri="{BB962C8B-B14F-4D97-AF65-F5344CB8AC3E}">
        <p14:creationId xmlns:p14="http://schemas.microsoft.com/office/powerpoint/2010/main" val="19926556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60F4C-EBD3-4ADE-8FC1-7E361B16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ABCAE-253F-4F19-BF91-FEB93ED0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E0986-741B-4D52-8FD1-A2D0E9BC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8C091-4357-4631-9E4C-C048685E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35D15-49FD-4DA7-8CBF-72F276C6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EBEFF-5DB3-414D-8528-5C8E64AD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77C1D-18B9-4BCB-849B-A1BECA44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F7B01-88CC-4416-B69B-75E189A8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0DF6F-DFE5-4097-8A4E-070915E1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9faa0da33428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B22141-552E-48A5-BBBE-A76F0971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DE45E2-C963-4D7E-88DB-265EC92E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or subtracts both the numerators and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CEFE70-2FC7-46A8-AEB7-94133483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2DCC88-5EED-4218-B383-B9281EC9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18B41-FBB6-4D99-95E6-296314B2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</p:spTree>
    <p:extLst>
      <p:ext uri="{BB962C8B-B14F-4D97-AF65-F5344CB8AC3E}">
        <p14:creationId xmlns:p14="http://schemas.microsoft.com/office/powerpoint/2010/main" val="6523636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A5C2C2-0DE1-4C9F-9BCE-3DEA870D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637E0-42F3-4404-8EAA-D7DDA397A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5BC92-A88F-4326-ABD2-CADB707A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D8E77-58DB-4644-AD36-497A3002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E6942F-D49B-4198-A44A-B21F5590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732079-449B-4021-8925-F9C151CF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F8DB5-E200-4CB0-B8E5-DBEA417A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24E72-5F1E-47CA-BDCB-D0F9CF5A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5ADD0E-3DEA-4500-80F4-DB29A0B2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B06444-B157-43A2-9151-17FEB2DE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B9341-AC5F-4B30-87A6-39C09EE2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268EDA-EA7D-412A-A1F8-09C98C79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83BE53-29FB-424E-B2B5-4800B624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C621BE-29EE-4DF3-BA19-DD4362B7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5D5CBA-73FE-4E3D-B17A-BFC8695B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90B0AD-1BD9-45F7-B380-93BB39A6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13F586-18DA-4648-B90B-25D29CF8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198E60-8362-4176-B45B-9FEBF355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0B29BB-B8DA-40B2-B70B-22D774E5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B088F9-B29F-47C9-B07F-58DEAD5B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152F65-6296-4AAA-868C-BCE19AE4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7/12.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AA0B75-E5C2-4E31-B143-572D3627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319421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17CB2D-7EA4-4059-B93D-15860FEB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30C42-EA53-4BA5-9091-0345367F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C9040-C8EA-4BA3-B908-F4807E59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AB2A5-9D9E-435C-B3B5-247E5C76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CCC77-DFDD-4AAF-907E-36FB777C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3C3CB2-CCB1-4DBC-BA74-E22FA5A7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298C92-2FDC-44E0-825E-2A10E608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FFF40-020A-42F7-B4AA-00B9F667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859D4D-295C-4DEF-BF76-3AF081F9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30468F-1778-4019-8697-6C4CF73F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B0F47E-D1F7-4B7E-A751-8AB35944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48222E-9589-4F7B-8DCD-2261F8FA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D8DA01-7671-4118-BCF9-4B53ACA4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72E1A-384F-4624-AC4C-83031F17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306E49-B972-405B-A156-5BB047FD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1B0444-0E1A-47F6-B037-62CAECDE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FD1500-6192-4F02-8589-D19ADDC8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A40959-DB69-4A11-94D4-BA2066EF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B74D88-8B2D-44D6-8631-A7317D6C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DB6D33-394F-46E0-9B0A-9C1BAA13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2405CD-032C-4BB0-975A-6A0F4811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086680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5933B2-97AD-40FE-8C0F-D5C93986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A2383C-88FE-4869-A50A-A48FDA07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3F0166-35DC-4015-9076-30ED9EA8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57DE2-179C-4517-B22E-36F4FCA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A4266-7AFA-42F7-A82D-C6A1FCD4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0351B-BD8D-4044-918B-FFF88813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A6AA90-97B7-41FB-90BC-97E96D32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0D42F-DC89-4F3C-AE4C-429FFB7D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195659-9116-44B2-BFC4-5D05B38D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86D827-6575-4FD1-9A20-3EC2197F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2 1/3 + 1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B5DB9-C23F-4A9F-8879-FE209790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D596E-C08C-45FC-A056-F021564C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A7CF4-015B-489D-B2D9-4161BFDF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 1/6.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8003846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757572-DEDD-4D31-BD55-495A0F4E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77DB9A-23A1-4C4E-9D55-4FED9F7D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AA894-BBB3-488C-A251-BF29A893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55E97-0E5C-4FE5-9AC9-427B7F87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A0E272-60D5-4DBF-AEA9-336AD35F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7009D9-3D98-48FC-B138-59F42096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3A67B-5805-45FE-82A0-972D08CF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17AC0B-E592-48F7-B6AA-F1F76866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1B0FCB-58D0-4D12-98DB-CC667548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FB69C-57F7-44AA-8E4B-D7B196AD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0D6A2E-6552-4624-9504-B292F5A0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DC8CA-75A3-4582-B68B-B29A729B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A6C4F5-6BA0-43C1-9D4A-24D1E2F9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4992E9-F6C4-43F7-BCBF-DC86E867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CCE3E4-2731-40AE-9532-92549AB8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7C36B4-F363-411B-8604-464C7565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11/24.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4C0AE7-4506-4631-B530-B0E60086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8ECCA2-E17F-4BF3-859C-0ECE190F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901707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3568CF-2CA1-40A2-B221-D2305DDA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C37F0-AA98-46AA-9568-45EA8462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FF7AA8-C2F4-45A8-8111-55C736E2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90EAEE-6943-47C6-88C6-FE30B801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6AEF4-2C39-487D-B5D5-9771ECF8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B478F-E168-4CA5-BC5C-43823544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C28D6F-67AC-4BAF-A688-42BC6371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275952-E446-4681-BFAE-0B535D34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51A9A-1D7C-4D91-BEF7-2F71784D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addition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A45DF1-5B4B-4B85-A664-8E6EB1CE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B564D5-82C6-4704-AF62-1B67C317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8058C-D2C6-4E5E-B26B-67994DDC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D46DF1-7A22-43B4-AA3C-6BB9D03A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B48C2F-2482-47EF-BEBB-53FD82DA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F4FF58-8A08-4D14-9AEA-7016D423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F8551-068A-4B89-B549-69176788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CB2C81-7EB3-48B4-8678-8A1B8F1B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or subtracts both the numerators and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42F21-3D1C-4F04-9184-FCAB8A80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EAD5D8-CB51-4711-9D35-6FBEAC77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4621C0-32B7-47D0-8C8C-6A3B6BDD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CAA58A-ACE1-41E1-BA69-0D470C57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EB3988-7896-48F9-A6AA-FF826094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698881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2026-09-09T20:46:35.9850000Z</dcterms:created>
  <dcterms:modified xsi:type="dcterms:W3CDTF">2026-09-09T20:46:35.9850000Z</dcterms:modified>
</coreProperties>
</file>