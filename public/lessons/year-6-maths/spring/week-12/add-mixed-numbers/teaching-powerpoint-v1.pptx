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f416fa980b47bb" /><Relationship Type="http://schemas.openxmlformats.org/officeDocument/2006/relationships/extended-properties" Target="/docProps/app.xml" Id="R34c185fa65554e85" /><Relationship Type="http://schemas.openxmlformats.org/officeDocument/2006/relationships/officeDocument" Target="/ppt/presentation.xml" Id="R8157ad14c4a247c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d015f035784533"/>
  </p:sldMasterIdLst>
  <p:notesMasterIdLst>
    <p:notesMasterId xmlns:r="http://schemas.openxmlformats.org/officeDocument/2006/relationships" r:id="R097dd23015cb4a10"/>
  </p:notesMasterIdLst>
  <p:sldIdLst>
    <p:sldId xmlns:r="http://schemas.openxmlformats.org/officeDocument/2006/relationships" id="256" r:id="Re77e570f98024840"/>
    <p:sldId xmlns:r="http://schemas.openxmlformats.org/officeDocument/2006/relationships" id="257" r:id="Rf7a6faadd05c4e9c"/>
    <p:sldId xmlns:r="http://schemas.openxmlformats.org/officeDocument/2006/relationships" id="258" r:id="R81726ac5290d4494"/>
    <p:sldId xmlns:r="http://schemas.openxmlformats.org/officeDocument/2006/relationships" id="259" r:id="R826f97d2bf964a8d"/>
    <p:sldId xmlns:r="http://schemas.openxmlformats.org/officeDocument/2006/relationships" id="260" r:id="R2730bf4ee07743fa"/>
    <p:sldId xmlns:r="http://schemas.openxmlformats.org/officeDocument/2006/relationships" id="261" r:id="R91392310cd8b4479"/>
    <p:sldId xmlns:r="http://schemas.openxmlformats.org/officeDocument/2006/relationships" id="262" r:id="R3f4099d85d374c4d"/>
    <p:sldId xmlns:r="http://schemas.openxmlformats.org/officeDocument/2006/relationships" id="263" r:id="Rd13b177b19c04c63"/>
    <p:sldId xmlns:r="http://schemas.openxmlformats.org/officeDocument/2006/relationships" id="264" r:id="R28198879cd624c05"/>
    <p:sldId xmlns:r="http://schemas.openxmlformats.org/officeDocument/2006/relationships" id="265" r:id="R25679425833f4d2a"/>
    <p:sldId xmlns:r="http://schemas.openxmlformats.org/officeDocument/2006/relationships" id="266" r:id="R99551d0011b24890"/>
    <p:sldId xmlns:r="http://schemas.openxmlformats.org/officeDocument/2006/relationships" id="267" r:id="R9a9c815e93de4cb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fb02ee243741bf" /><Relationship Type="http://schemas.openxmlformats.org/officeDocument/2006/relationships/slideMaster" Target="/ppt/slideMasters/slideMaster1.xml" Id="R88d015f035784533" /><Relationship Type="http://schemas.openxmlformats.org/officeDocument/2006/relationships/notesMaster" Target="/ppt/notesMasters/notesMaster1.xml" Id="R097dd23015cb4a10" /><Relationship Type="http://schemas.openxmlformats.org/officeDocument/2006/relationships/presProps" Target="/ppt/presProps.xml" Id="Rc127d69e2d6a4720" /><Relationship Type="http://schemas.openxmlformats.org/officeDocument/2006/relationships/tableStyles" Target="/ppt/tableStyles.xml" Id="Ra0147e3593eb47e3" /><Relationship Type="http://schemas.openxmlformats.org/officeDocument/2006/relationships/slide" Target="/ppt/slides/slide1.xml" Id="Re77e570f98024840" /><Relationship Type="http://schemas.openxmlformats.org/officeDocument/2006/relationships/slide" Target="/ppt/slides/slide2.xml" Id="Rf7a6faadd05c4e9c" /><Relationship Type="http://schemas.openxmlformats.org/officeDocument/2006/relationships/slide" Target="/ppt/slides/slide3.xml" Id="R81726ac5290d4494" /><Relationship Type="http://schemas.openxmlformats.org/officeDocument/2006/relationships/slide" Target="/ppt/slides/slide4.xml" Id="R826f97d2bf964a8d" /><Relationship Type="http://schemas.openxmlformats.org/officeDocument/2006/relationships/slide" Target="/ppt/slides/slide5.xml" Id="R2730bf4ee07743fa" /><Relationship Type="http://schemas.openxmlformats.org/officeDocument/2006/relationships/slide" Target="/ppt/slides/slide6.xml" Id="R91392310cd8b4479" /><Relationship Type="http://schemas.openxmlformats.org/officeDocument/2006/relationships/slide" Target="/ppt/slides/slide7.xml" Id="R3f4099d85d374c4d" /><Relationship Type="http://schemas.openxmlformats.org/officeDocument/2006/relationships/slide" Target="/ppt/slides/slide8.xml" Id="Rd13b177b19c04c63" /><Relationship Type="http://schemas.openxmlformats.org/officeDocument/2006/relationships/slide" Target="/ppt/slides/slide9.xml" Id="R28198879cd624c05" /><Relationship Type="http://schemas.openxmlformats.org/officeDocument/2006/relationships/slide" Target="/ppt/slides/slide10.xml" Id="R25679425833f4d2a" /><Relationship Type="http://schemas.openxmlformats.org/officeDocument/2006/relationships/slide" Target="/ppt/slides/slide11.xml" Id="R99551d0011b24890" /><Relationship Type="http://schemas.openxmlformats.org/officeDocument/2006/relationships/slide" Target="/ppt/slides/slide12.xml" Id="R9a9c815e93de4cb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094b0157b04f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08f0aa47164f4e" /><Relationship Type="http://schemas.openxmlformats.org/officeDocument/2006/relationships/notesMaster" Target="/ppt/notesMasters/notesMaster1.xml" Id="R4fbb00165c8645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9738e503974629" /><Relationship Type="http://schemas.openxmlformats.org/officeDocument/2006/relationships/notesMaster" Target="/ppt/notesMasters/notesMaster1.xml" Id="R2786e5acf4eb45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ddce6f6bf3044be" /><Relationship Type="http://schemas.openxmlformats.org/officeDocument/2006/relationships/notesMaster" Target="/ppt/notesMasters/notesMaster1.xml" Id="Rcb6828f1a5114c8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6630707bfb4d57" /><Relationship Type="http://schemas.openxmlformats.org/officeDocument/2006/relationships/notesMaster" Target="/ppt/notesMasters/notesMaster1.xml" Id="R8ed0250e823a4c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3b3ac7a18648f9" /><Relationship Type="http://schemas.openxmlformats.org/officeDocument/2006/relationships/notesMaster" Target="/ppt/notesMasters/notesMaster1.xml" Id="R08e1d2e198c547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bdb240cfb74d64" /><Relationship Type="http://schemas.openxmlformats.org/officeDocument/2006/relationships/notesMaster" Target="/ppt/notesMasters/notesMaster1.xml" Id="R0b25fa6212414f4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4694e7f89c4b6f" /><Relationship Type="http://schemas.openxmlformats.org/officeDocument/2006/relationships/notesMaster" Target="/ppt/notesMasters/notesMaster1.xml" Id="R321ef032e902442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553268827b4b6e" /><Relationship Type="http://schemas.openxmlformats.org/officeDocument/2006/relationships/notesMaster" Target="/ppt/notesMasters/notesMaster1.xml" Id="R3f1eca3194f846b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f7bb62990dc44e7" /><Relationship Type="http://schemas.openxmlformats.org/officeDocument/2006/relationships/notesMaster" Target="/ppt/notesMasters/notesMaster1.xml" Id="R6a18269c286947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efe6abed604e2d" /><Relationship Type="http://schemas.openxmlformats.org/officeDocument/2006/relationships/notesMaster" Target="/ppt/notesMasters/notesMaster1.xml" Id="R496e514136784c9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a6fb90e65ca4aca" /><Relationship Type="http://schemas.openxmlformats.org/officeDocument/2006/relationships/notesMaster" Target="/ppt/notesMasters/notesMaster1.xml" Id="Rd88aff635dae432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3cc51594876424b" /><Relationship Type="http://schemas.openxmlformats.org/officeDocument/2006/relationships/notesMaster" Target="/ppt/notesMasters/notesMaster1.xml" Id="Re5ca0f07e2a447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multiplication grid, bar models,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 7/12. | Find a common denominator before combining fractions. | Use equivalent fractions with a common denominator, then operate on the numerators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common denominator, equivalent fraction, improper fraction, mixed number, sum, difference.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4 1/6.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 7/12.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equivalent fractions with a common denominator, then operate on the numerators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 7/12..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 5/12 litres..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 7/12.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 5/12 litres.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 5/12 litres. | Use equivalent fractions with a common denominator, then operate on the numerators only.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2e6e3ca6184cc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0625da4a804806" /><Relationship Type="http://schemas.openxmlformats.org/officeDocument/2006/relationships/slideLayout" Target="/ppt/slideLayouts/slideLayout1.xml" Id="R4d94a4c31aa3443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94a4c31aa3443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cf70f035e4116" /><Relationship Type="http://schemas.openxmlformats.org/officeDocument/2006/relationships/notesSlide" Target="/ppt/notesSlides/notesSlide1.xml" Id="R53ee363f06dd43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7f3da11cc4735" /><Relationship Type="http://schemas.openxmlformats.org/officeDocument/2006/relationships/notesSlide" Target="/ppt/notesSlides/notesSlide2.xml" Id="Refdac11d94dc4f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a255079c84290" /><Relationship Type="http://schemas.openxmlformats.org/officeDocument/2006/relationships/notesSlide" Target="/ppt/notesSlides/notesSlide3.xml" Id="Ra2397530e528491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527400d25440d9" /><Relationship Type="http://schemas.openxmlformats.org/officeDocument/2006/relationships/notesSlide" Target="/ppt/notesSlides/notesSlide4.xml" Id="R7822d6bdfbe242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a5532e590d426d" /><Relationship Type="http://schemas.openxmlformats.org/officeDocument/2006/relationships/notesSlide" Target="/ppt/notesSlides/notesSlide5.xml" Id="Rfa50ca13203a430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0ce65c8864d10" /><Relationship Type="http://schemas.openxmlformats.org/officeDocument/2006/relationships/notesSlide" Target="/ppt/notesSlides/notesSlide6.xml" Id="Rd43ff30d213d4f0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778e84b3fe4b16" /><Relationship Type="http://schemas.openxmlformats.org/officeDocument/2006/relationships/image" Target="/ppt/media/image.png" Id="R3685705f8b314a58" /><Relationship Type="http://schemas.openxmlformats.org/officeDocument/2006/relationships/notesSlide" Target="/ppt/notesSlides/notesSlide7.xml" Id="R2ef0a0805f8840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2ca77ea6d14d21" /><Relationship Type="http://schemas.openxmlformats.org/officeDocument/2006/relationships/notesSlide" Target="/ppt/notesSlides/notesSlide8.xml" Id="R544c388259934b7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1748e4c9cc4bbf" /><Relationship Type="http://schemas.openxmlformats.org/officeDocument/2006/relationships/notesSlide" Target="/ppt/notesSlides/notesSlide9.xml" Id="Rd16333a1dde84b8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cdf89b98f4a11" /><Relationship Type="http://schemas.openxmlformats.org/officeDocument/2006/relationships/notesSlide" Target="/ppt/notesSlides/notesSlide10.xml" Id="Rc83cfe7a5d9b40c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5069451f754425" /><Relationship Type="http://schemas.openxmlformats.org/officeDocument/2006/relationships/notesSlide" Target="/ppt/notesSlides/notesSlide11.xml" Id="Rf3107dc218ea4f6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b35ad684b0481f" /><Relationship Type="http://schemas.openxmlformats.org/officeDocument/2006/relationships/notesSlide" Target="/ppt/notesSlides/notesSlide12.xml" Id="Ra811006c9007468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F502DF-4D09-4638-9C5F-8EC0207B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4D0FFD-823B-4BA1-A275-8C4AF1F6D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5D86F-FBDA-47CD-8E5E-DB96BB80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EDC8B9-08E5-4B59-BA8B-D8C4A497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A11C7-2A21-4A96-9D14-93DFDC9C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Add mixed numbers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9EB62-BBFF-496F-BA75-899EEFE2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8028FF-D02A-45A5-A72C-29820AE7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10C43F-10D7-4640-A7F3-F15383B8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add mixed numbers accurately.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E13D9-5FE4-4B86-AAF8-39F27464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FBFC5F-D70F-4AB2-8090-DBB5C98F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22A3C3-B832-408C-9C74-D813B5932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6598830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CE5A24-6440-4C20-A2B2-44939861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9E79CD-7BD7-40A0-A57B-3E882CD3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00BE07-4F8D-4E75-814D-3E1FB2FC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637AA-BBE0-4474-B4DF-A4BBEB23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0EEA07-CF1F-45AE-A899-1570FAC3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404C05-79F4-4BC0-9141-6FD41E93F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3E05B0-FED4-46D3-ABEC-153828B1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EAA441-DF1A-4CCE-A497-338404DB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821B08-68C5-4345-9EDD-93647BCA7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C3DFF1-273A-427E-B654-1F113D85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EF5D7A-218E-4A54-AC43-CB3E00169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27589-2A93-4BE8-BEFA-D08A2766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4F1B26-40C7-4437-BC1D-9E72F5C08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Add and subtract fractions with related denominators and convert improper fractions and mixed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342942-7619-467A-B3FA-C83D8278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0CC393-C48B-4D25-ACC4-718D4EB3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5FE424-8E9B-4523-B898-15514571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197F36-C710-4109-94A5-58DEE944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 1/4 - 2 2/3.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2CAF60-CBF9-4E48-803B-3FD225BC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EA531A-994D-4190-8DF2-384E3181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E9081B-3855-498D-BAD9-D078ABEB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21B02E-5D1B-4EB3-9CF5-B8AD6FD50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 1/3 + 1 5/6.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466C75-20F1-49E2-A2E6-0EE426FD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5550883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CA7E0C-E14C-4938-801F-ECD89135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5533D3-63E3-42BD-8A75-B44BE8EB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056306-3D15-4809-A422-0F77BB215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5B1345-C345-4684-B720-4A2C1B78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290FB2-75BB-49A6-B815-6BDDC3A9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9D3BBA-3AB5-4D60-AA56-A53D13B9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85B3D9-7FBB-43A5-A376-A3C68FC3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2506D0-1A95-421D-A0B7-0CCEF597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906B2F-C020-4294-8C60-C95E5E3F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0CC4F0-7F27-4869-B7B0-BB60B18A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add mixed numbers accurately.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71CB85-A0A8-42C3-9740-E8A1F971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960036-8ADA-4FDE-B075-0EB61D86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Find a common denominator before combining fractions.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DDC289-A4DF-42DD-B5B4-D1DF9993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Add or subtract the numerators while keeping the denominator.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BB15A0-8831-4C0D-8AC6-55B7A72F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and convert the answer when appropriate.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FC21BB-11EF-43F9-A39F-00366EA6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common denominator  |  equivalent fraction  |  improper fraction  |  mixed number  |  sum  |  difference</a:t>
            </a:r>
          </a:p>
        </p:txBody>
      </p:sp>
    </p:spTree>
    <p:extLst>
      <p:ext uri="{BB962C8B-B14F-4D97-AF65-F5344CB8AC3E}">
        <p14:creationId xmlns:p14="http://schemas.microsoft.com/office/powerpoint/2010/main" val="12214221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718901-A312-450B-A90F-F59809F6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21C537-19A5-4E49-A3FC-BE4A7E4A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A8C8D2-E8D7-4577-8E46-C1025ACF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CCC983-3EEC-4969-91E2-8F1373F9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C7161-29AB-428B-9859-8D4DCE1F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1AE842-F99C-43E8-8825-E3F9F6392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7FB99C-1DA8-4F29-A360-3E4A591B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2A31FA-C12B-4FD1-8139-18A75C241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26183-1FB6-41FB-BAC3-92A53289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CF15E9-DFE0-4094-B7C2-154351FA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+ 1 5/6.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551261-139E-4CCA-B38D-96AADCE57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8FF487-DCA6-4C04-B8D8-BC18744D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1C7534-63D8-4846-9A15-75EC4F48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Find a common denominator before combining fractions.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004110-E57D-42A6-ADAC-A268FE9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637942-13E2-4001-BF69-B3036A52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6DC6C4-2414-44EF-8C7E-6507C055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Add or subtract the numerators while keeping the denominator.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884B7C-B7EB-45C3-B90B-B9919A6E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E761BD-5AF2-45FE-920A-DCA72CC0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DD25D9-790B-4F3B-88D7-ACE47684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4 1/6.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178658-67B4-4400-AE49-B6438608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6E9D84-EC17-4E16-802F-8BB706D1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886CD0-0AB9-431B-880B-3A57AADC5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and convert the answer when appropriate.</a:t>
            </a:r>
          </a:p>
        </p:txBody>
      </p:sp>
    </p:spTree>
    <p:extLst>
      <p:ext uri="{BB962C8B-B14F-4D97-AF65-F5344CB8AC3E}">
        <p14:creationId xmlns:p14="http://schemas.microsoft.com/office/powerpoint/2010/main" val="13483913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41CAEB-AB6D-469A-88E5-12009EAA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405538-B5A0-49D2-82D3-6D05DDE5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2D9E17-3195-45B2-BF11-A8968473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AE91F9-D687-4A0A-8569-0AF36761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7375FB-7620-4E1C-97D9-0729A6053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670D1B-42EF-43AD-8246-C13287D6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673F1E-8ED3-4B97-A591-F985D841D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7BC347-3D9E-4781-AEA4-945544FF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EFFB35-82FB-4FC4-9120-1F23EB62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109CB1-DA95-4DC4-87E5-1D8D94B2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CE82C-2698-45B3-8AAB-6A0EFD40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 1/6.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800EA1-19E2-4416-A705-F91B2ACC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FF73DA-7074-44AB-B883-2020A873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and convert the answer when appropriate.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C16DC5-786F-426B-847E-D1775129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1094570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25778F-1411-452C-87B4-F158EF6D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D25E55-9A68-44BD-93A6-778F41B6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739AD1-D39A-4889-B99F-052770E3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E16136-B366-4228-ACDC-3137E031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688A97-1CE5-40F5-B457-3ABFEB2A5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26CD5-FBC4-43F9-84C2-A44154D5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551DBB-9C89-4616-9A20-8800EDD6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A252AC-4ED2-422E-B0E6-DB7BF8F5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87B225-864E-4EB6-9C33-7FE9681B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30B3E-EAE8-42B0-9C53-68B76ABB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 1/4 - 2 2/3.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6D806F-3CA2-4B43-8988-FF0F8C1E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7A4A9F-F4DA-4157-9B08-AF1D6A6B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03EC9A-BC30-4502-A2D6-889C18A6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0443DE-8D74-4E75-8663-9B288F2B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94A62F-29D2-49D8-AEC2-B6603CB2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 7/12.</a:t>
            </a:r>
          </a:p>
        </p:txBody>
      </p:sp>
    </p:spTree>
    <p:extLst>
      <p:ext uri="{BB962C8B-B14F-4D97-AF65-F5344CB8AC3E}">
        <p14:creationId xmlns:p14="http://schemas.microsoft.com/office/powerpoint/2010/main" val="2131602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5E15C9-81E3-44BA-B02C-D12D3B61A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42BB80-3A7C-40A0-B11D-D492183D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28367B-FFEB-4115-A0F7-69FA4943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63BA1E-518D-4932-AC51-9F79804E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5CBE10-0B6B-4B6C-8FEB-E60D5026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B654F0-ED73-4494-9528-6DC2D4A3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0786F5-0B0F-4B1D-BC54-9CCEA055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CD0E76-8FFF-4184-9D9D-35A75EBF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A3B061-C72E-4F88-BAEF-91A0E067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mixed numbers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85705f8b314a58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E28F5D-CCB5-4A83-B02F-28157837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634CEE-052E-41EC-B67C-7F6C483E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or subtracts both the numerators and denominators.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F06E00-068C-4263-BE2A-56B3C396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A27213-9491-4945-A000-A1FCC663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59186A-87D0-4D42-BE40-B5D5D0AF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equivalent fractions with a common denominator, then operate on the numerators only.</a:t>
            </a:r>
          </a:p>
        </p:txBody>
      </p:sp>
    </p:spTree>
    <p:extLst>
      <p:ext uri="{BB962C8B-B14F-4D97-AF65-F5344CB8AC3E}">
        <p14:creationId xmlns:p14="http://schemas.microsoft.com/office/powerpoint/2010/main" val="6054209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4CAF0-6C28-4D75-B861-AF3C9955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0073B-31D0-4BA0-80A2-F83121F3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39D275-9115-4585-8A45-4C824F22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BF3752-89E1-4E27-90F3-74B3D54B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D4E48D-EF35-4746-BB95-5BA792E2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4F094C-D757-47B2-82A2-0F557D094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F0C819-5F8C-4F8C-ADEC-4EED677F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77CA0E-CF2E-4EFF-BF09-AFE4874B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FE92F2-DA7C-4EF1-A11D-5A6E2E81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634A70-1CDC-4CF7-8526-C7BE408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34C83E-848D-4E7F-A569-3CE37AAC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0AE579-0897-44F2-9583-BBA76925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7EAAFC-702B-4B0B-A161-F1F18B21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 1/4 - 2 2/3.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E139CA-7D5A-4D80-B5D2-83FF2394B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F0C1B0-C418-4C30-BCBA-1BFCF5D4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3AAD49-80E8-4CB9-8758-E6A8B71F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BCB529-BC3C-43C2-A47D-CE06314FF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010904-CCC4-4948-9530-862F1E87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0170C2-BB3E-4E68-A988-43BBF03E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39F571-D615-4558-A0D0-DD2433B9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9933BB-AF96-4842-8D94-AFC49EEB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 7/12.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D96A0C-6C2D-4C22-A227-6B08D672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7205296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9AC5E6-56E5-4E8C-A0D4-9F93D674B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A5C7E2-0AE1-4DB3-B202-8EDA6EC89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E7AFEE-704E-4301-B044-E64487A2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E6F8BA-4FB9-4DC6-A7AB-75F59B5F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80B18B-25EC-4E0A-9BCC-019B9A08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2F9E89-21F4-4A40-905F-E1CBB1F3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AD31B9-4DCA-44F3-8A73-C452F403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FC0064-09D8-44A9-811D-52E9F6CE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7ADF75-8922-4231-9149-12FD2F2D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060517-E1E7-4BD9-8D70-40C65F97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84400D-F798-4C5F-9366-636FB38B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816C19-B9FA-4EF4-848B-D52414DF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4BE60C-2217-4BE3-A55F-86CCC710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jug contains 3 1/2 litres. 1 3/4 litres are used and 2/3 litre is added. How much is in the jug?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3EB711-51CA-4F89-BE69-BBCE6730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04BF47-BD29-4B6B-943E-83C8A212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153D84-3F26-4E48-8C42-F18ECD6A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023435-2D8E-4D89-A05A-C6CD95C8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611905-E875-4F5A-B522-6E8A1CF7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741C15-C44F-4920-AB37-3A3D1192E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C7867D-292F-4F0B-9520-CFC0E110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B6810E-5F01-437B-A80D-5D4285A4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80312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4A775D-D9EA-4446-965C-AD87019E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336B0-FF19-4393-85AB-8EA227021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64427B-970B-413B-B5AB-AE5D350F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398BFC-DC25-465C-8D16-E8C0A65D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29D2A5-E96B-4740-994E-C04226B5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384D97-8894-4092-BB05-8521A98A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127718-B18F-47A2-A928-DD703066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DA33A6-1AFA-40CD-A20B-DB9C3941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182514-2DC0-4435-B4C3-F88C830A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C8C5F6-E5FC-4235-B24E-B968FF8C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3/4 + 5/6.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416F9B-93D2-428A-BB3D-BEF6F21C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587563-2D61-492F-83BC-E51D0972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929473-B620-4A1B-9B4C-FBED698E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 7/12.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1638274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2556BC-FA60-42FE-B595-FDCACF80F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E3C08F-2244-441C-A613-E396EC02B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72CEB4-209C-4854-AF83-846FD14A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306A8-536B-48B8-901B-F599370A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1C87AE-42DD-4CDE-853D-BC6AE4A10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029A0-454F-490D-8E19-C2AAA7E4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BD458C-9DB3-4B5B-8A08-D690E30C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0B497D-1B7F-416B-BC46-B242BB974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81DE26-200F-4FA0-8BCF-0D431DC7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D203DE-CB45-471F-883B-7D2B7308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A17581-C02E-4866-AF50-3F0F05A7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8FE934-F883-4CE6-AEB3-5C24233C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jug contains 3 1/2 litres. 1 3/4 litres are used and 2/3 litre is added. How much is in the jug?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AB0069-C909-4D1D-BCE1-3298CC06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3D9E5-8A20-4362-B2F5-CD276F42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441A52-D79F-4B35-A1D3-22B0BEAA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CE657E-DE18-4AE7-8388-94ED32C39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 5/12 litres.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D9375D-05B7-4FA4-B7EF-BB5AC639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D95016-FB20-4167-8F92-E5EB751D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004050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939C78-1244-4102-9A3A-966437DA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FF49D6-3F06-400B-8959-8FA35968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AA46F-623A-4609-8ED3-CD5C7DEE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895F51-F68C-4781-8BE0-D9E97E53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D5A43-9607-462D-AD43-A9FB7A54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073B5D-34B0-4A18-BD24-7051BFC9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4D232C-6602-406D-845E-DA712CD6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4A0210-4854-4790-AF7A-86AAEDDB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E56D73-31FE-403B-B2FD-DC786B57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AB6306-4DC8-4EBC-A8D6-498DF3986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F28493-EBE0-42C2-9170-844F6F5B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7B15D2-FD01-4D69-BFE0-0986B63D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5A336B-1DC0-46B3-837E-56EBC8F5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jug contains 3 1/2 litres. 1 3/4 litres are used and 2/3 litre is added. How much is in the jug?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6AAA6D-A7FA-43F3-B2C8-B9600FAB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B5872D-8132-4E2A-92E5-7DF4C62D5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60E89B-3135-4555-BB0D-ED5572B8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0510D7-0C06-4140-AD34-1E6F4070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or subtracts both the numerators and denominators.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812A96-451B-48F7-80A6-7D80C621E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84B847-AB1D-4FDE-81B3-655666BA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008EB5-3695-43E3-939D-C1E9B7C6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BCE719-AF93-425E-B1E9-AB7C5624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A087B9-F97C-4C9E-953F-81B0AFB2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3020641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2026-09-09T20:46:33.7230000Z</dcterms:created>
  <dcterms:modified xsi:type="dcterms:W3CDTF">2026-09-09T20:46:33.7230000Z</dcterms:modified>
</coreProperties>
</file>