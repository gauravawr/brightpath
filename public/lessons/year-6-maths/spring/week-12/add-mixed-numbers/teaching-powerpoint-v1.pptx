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5fe27b57544793" /><Relationship Type="http://schemas.openxmlformats.org/officeDocument/2006/relationships/extended-properties" Target="/docProps/app.xml" Id="R3dc2c47eb02745fc" /><Relationship Type="http://schemas.openxmlformats.org/officeDocument/2006/relationships/officeDocument" Target="/ppt/presentation.xml" Id="R350780eed94e41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e0fce970544ef8"/>
  </p:sldMasterIdLst>
  <p:notesMasterIdLst>
    <p:notesMasterId xmlns:r="http://schemas.openxmlformats.org/officeDocument/2006/relationships" r:id="Rbd9577556e6c4d02"/>
  </p:notesMasterIdLst>
  <p:sldIdLst>
    <p:sldId xmlns:r="http://schemas.openxmlformats.org/officeDocument/2006/relationships" id="256" r:id="R15d2de912eb84ffe"/>
    <p:sldId xmlns:r="http://schemas.openxmlformats.org/officeDocument/2006/relationships" id="257" r:id="R35c9f17fd7e848b0"/>
    <p:sldId xmlns:r="http://schemas.openxmlformats.org/officeDocument/2006/relationships" id="258" r:id="R058c2c8c1a3849c1"/>
    <p:sldId xmlns:r="http://schemas.openxmlformats.org/officeDocument/2006/relationships" id="259" r:id="R556d43516f524c7e"/>
    <p:sldId xmlns:r="http://schemas.openxmlformats.org/officeDocument/2006/relationships" id="260" r:id="Rd71a95b18d9d4060"/>
    <p:sldId xmlns:r="http://schemas.openxmlformats.org/officeDocument/2006/relationships" id="261" r:id="R0dca2dc30c0a43c5"/>
    <p:sldId xmlns:r="http://schemas.openxmlformats.org/officeDocument/2006/relationships" id="262" r:id="R7c51d0e6946d4d71"/>
    <p:sldId xmlns:r="http://schemas.openxmlformats.org/officeDocument/2006/relationships" id="263" r:id="R1eb0fc265548463d"/>
    <p:sldId xmlns:r="http://schemas.openxmlformats.org/officeDocument/2006/relationships" id="264" r:id="R18e24062f6cc4f43"/>
    <p:sldId xmlns:r="http://schemas.openxmlformats.org/officeDocument/2006/relationships" id="265" r:id="R9105b8d8b3f3439c"/>
    <p:sldId xmlns:r="http://schemas.openxmlformats.org/officeDocument/2006/relationships" id="266" r:id="Rc60fa85e40984ca7"/>
    <p:sldId xmlns:r="http://schemas.openxmlformats.org/officeDocument/2006/relationships" id="267" r:id="R39f4884fc03c41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5e5a772620415d" /><Relationship Type="http://schemas.openxmlformats.org/officeDocument/2006/relationships/slideMaster" Target="/ppt/slideMasters/slideMaster1.xml" Id="Rdde0fce970544ef8" /><Relationship Type="http://schemas.openxmlformats.org/officeDocument/2006/relationships/notesMaster" Target="/ppt/notesMasters/notesMaster1.xml" Id="Rbd9577556e6c4d02" /><Relationship Type="http://schemas.openxmlformats.org/officeDocument/2006/relationships/presProps" Target="/ppt/presProps.xml" Id="R269409dd7fa8421d" /><Relationship Type="http://schemas.openxmlformats.org/officeDocument/2006/relationships/tableStyles" Target="/ppt/tableStyles.xml" Id="R4aa07b6c3ac04c89" /><Relationship Type="http://schemas.openxmlformats.org/officeDocument/2006/relationships/slide" Target="/ppt/slides/slide1.xml" Id="R15d2de912eb84ffe" /><Relationship Type="http://schemas.openxmlformats.org/officeDocument/2006/relationships/slide" Target="/ppt/slides/slide2.xml" Id="R35c9f17fd7e848b0" /><Relationship Type="http://schemas.openxmlformats.org/officeDocument/2006/relationships/slide" Target="/ppt/slides/slide3.xml" Id="R058c2c8c1a3849c1" /><Relationship Type="http://schemas.openxmlformats.org/officeDocument/2006/relationships/slide" Target="/ppt/slides/slide4.xml" Id="R556d43516f524c7e" /><Relationship Type="http://schemas.openxmlformats.org/officeDocument/2006/relationships/slide" Target="/ppt/slides/slide5.xml" Id="Rd71a95b18d9d4060" /><Relationship Type="http://schemas.openxmlformats.org/officeDocument/2006/relationships/slide" Target="/ppt/slides/slide6.xml" Id="R0dca2dc30c0a43c5" /><Relationship Type="http://schemas.openxmlformats.org/officeDocument/2006/relationships/slide" Target="/ppt/slides/slide7.xml" Id="R7c51d0e6946d4d71" /><Relationship Type="http://schemas.openxmlformats.org/officeDocument/2006/relationships/slide" Target="/ppt/slides/slide8.xml" Id="R1eb0fc265548463d" /><Relationship Type="http://schemas.openxmlformats.org/officeDocument/2006/relationships/slide" Target="/ppt/slides/slide9.xml" Id="R18e24062f6cc4f43" /><Relationship Type="http://schemas.openxmlformats.org/officeDocument/2006/relationships/slide" Target="/ppt/slides/slide10.xml" Id="R9105b8d8b3f3439c" /><Relationship Type="http://schemas.openxmlformats.org/officeDocument/2006/relationships/slide" Target="/ppt/slides/slide11.xml" Id="Rc60fa85e40984ca7" /><Relationship Type="http://schemas.openxmlformats.org/officeDocument/2006/relationships/slide" Target="/ppt/slides/slide12.xml" Id="R39f4884fc03c41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a89b82c1a040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a074f3c5ea41f3" /><Relationship Type="http://schemas.openxmlformats.org/officeDocument/2006/relationships/notesMaster" Target="/ppt/notesMasters/notesMaster1.xml" Id="R389d952027804f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f4095cd7754ce9" /><Relationship Type="http://schemas.openxmlformats.org/officeDocument/2006/relationships/notesMaster" Target="/ppt/notesMasters/notesMaster1.xml" Id="Rfde35e46cd574e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41c92609224ef5" /><Relationship Type="http://schemas.openxmlformats.org/officeDocument/2006/relationships/notesMaster" Target="/ppt/notesMasters/notesMaster1.xml" Id="Ra72108e4e4fb4c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7b50a732df4f3a" /><Relationship Type="http://schemas.openxmlformats.org/officeDocument/2006/relationships/notesMaster" Target="/ppt/notesMasters/notesMaster1.xml" Id="R69a36523fd9048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a8d5684406412c" /><Relationship Type="http://schemas.openxmlformats.org/officeDocument/2006/relationships/notesMaster" Target="/ppt/notesMasters/notesMaster1.xml" Id="R174712e1d53a4d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6d9c6db9d34bad" /><Relationship Type="http://schemas.openxmlformats.org/officeDocument/2006/relationships/notesMaster" Target="/ppt/notesMasters/notesMaster1.xml" Id="Rd62436973c154b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924a44573f4bc6" /><Relationship Type="http://schemas.openxmlformats.org/officeDocument/2006/relationships/notesMaster" Target="/ppt/notesMasters/notesMaster1.xml" Id="R608e94cf84d74f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de9d1c48e940c4" /><Relationship Type="http://schemas.openxmlformats.org/officeDocument/2006/relationships/notesMaster" Target="/ppt/notesMasters/notesMaster1.xml" Id="R5f24153e7a214f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68f138de5e4ad9" /><Relationship Type="http://schemas.openxmlformats.org/officeDocument/2006/relationships/notesMaster" Target="/ppt/notesMasters/notesMaster1.xml" Id="R71033acd07664e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ad54be76a44d03" /><Relationship Type="http://schemas.openxmlformats.org/officeDocument/2006/relationships/notesMaster" Target="/ppt/notesMasters/notesMaster1.xml" Id="Rf2e3c128e50442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8c15546ef6477e" /><Relationship Type="http://schemas.openxmlformats.org/officeDocument/2006/relationships/notesMaster" Target="/ppt/notesMasters/notesMaster1.xml" Id="R2b5275b97dc147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bd18f293c34108" /><Relationship Type="http://schemas.openxmlformats.org/officeDocument/2006/relationships/notesMaster" Target="/ppt/notesMasters/notesMaster1.xml" Id="R2b01a13844c147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multiplication grid, bar models,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 7/12. | Find a common denominator before combining fractions. | Use equivalent fractions with a common denominator, then operate on the numerators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common denominator, equivalent fraction, improper fraction, mixed number, sum, difference.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4 1/6.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 7/12.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equivalent fractions with a common denominator, then operate on the numerators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 7/12..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2 5/12 litres..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1 7/12.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2 5/12 litres.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2 5/12 litres. | Use equivalent fractions with a common denominator, then operate on the numerators only.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0546975b94a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2404d895b14caf" /><Relationship Type="http://schemas.openxmlformats.org/officeDocument/2006/relationships/slideLayout" Target="/ppt/slideLayouts/slideLayout1.xml" Id="Rc5ad4e6f960f44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ad4e6f960f44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a62bc90654986" /><Relationship Type="http://schemas.openxmlformats.org/officeDocument/2006/relationships/notesSlide" Target="/ppt/notesSlides/notesSlide1.xml" Id="Re9dbc84b2edb41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f56bfab5e4bb1" /><Relationship Type="http://schemas.openxmlformats.org/officeDocument/2006/relationships/notesSlide" Target="/ppt/notesSlides/notesSlide2.xml" Id="Rbee1d42a394741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325e0637f4cc9" /><Relationship Type="http://schemas.openxmlformats.org/officeDocument/2006/relationships/notesSlide" Target="/ppt/notesSlides/notesSlide3.xml" Id="R37b36b44e9a240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a18e6de4645af" /><Relationship Type="http://schemas.openxmlformats.org/officeDocument/2006/relationships/notesSlide" Target="/ppt/notesSlides/notesSlide4.xml" Id="R540da04898d140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b9a52c91842fd" /><Relationship Type="http://schemas.openxmlformats.org/officeDocument/2006/relationships/notesSlide" Target="/ppt/notesSlides/notesSlide5.xml" Id="Re2ff99fec23944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d54fc0c08471c" /><Relationship Type="http://schemas.openxmlformats.org/officeDocument/2006/relationships/notesSlide" Target="/ppt/notesSlides/notesSlide6.xml" Id="R1aa6fc6cd06945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6c8ab261b4de2" /><Relationship Type="http://schemas.openxmlformats.org/officeDocument/2006/relationships/image" Target="/ppt/media/image.png" Id="R0e7c48f870934f07" /><Relationship Type="http://schemas.openxmlformats.org/officeDocument/2006/relationships/notesSlide" Target="/ppt/notesSlides/notesSlide7.xml" Id="Rb65133e0cc2e49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1e9f4843b43bd" /><Relationship Type="http://schemas.openxmlformats.org/officeDocument/2006/relationships/notesSlide" Target="/ppt/notesSlides/notesSlide8.xml" Id="R34d3435b626f41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7ddde27014a31" /><Relationship Type="http://schemas.openxmlformats.org/officeDocument/2006/relationships/notesSlide" Target="/ppt/notesSlides/notesSlide9.xml" Id="R22f8f2e76b0b42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7d0b678b64133" /><Relationship Type="http://schemas.openxmlformats.org/officeDocument/2006/relationships/notesSlide" Target="/ppt/notesSlides/notesSlide10.xml" Id="Rc97b3fb9c91c45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b6fc67f874e1f" /><Relationship Type="http://schemas.openxmlformats.org/officeDocument/2006/relationships/notesSlide" Target="/ppt/notesSlides/notesSlide11.xml" Id="Rbe96db0d778b4e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4a2f9b5e3463e" /><Relationship Type="http://schemas.openxmlformats.org/officeDocument/2006/relationships/notesSlide" Target="/ppt/notesSlides/notesSlide12.xml" Id="R97ace2fd158f4e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18FA4-1613-45C2-9433-57EC2534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14F1C-026B-456E-B1A3-38A961F0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969BC-11CF-4CA5-9ED7-2D0ED1DD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75A52-CF3B-4B0B-8731-7CBFA87C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79EAF-5225-44D8-B936-8A12B3F1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Add mixed numbers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E2B07-EC44-49E6-A878-6089FABE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31475-8D6F-4460-9D6B-341D7C68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06D24-8BE1-4B7C-A5E4-F4410853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add mixed numbers accurately.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C10C6-D28E-4D17-9A5E-3432B7BC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B58E7-D679-48E5-8236-F6357296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4B836-8521-4A60-9DFE-763E6492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425875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94A24-8CD6-4B0D-8B91-177F1C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EEB23-9475-47F4-8215-D5B3E332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02BBD-6893-49FB-9398-AFB912D8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8DE8A-E2C6-45C5-9E5F-A4AB44FF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F038A-B11C-48B8-A12E-36CC48F5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343B6-7173-43E8-88E5-5C226B47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E753C-32DE-40CF-8902-519FBD5C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C6300-0004-4A72-9C15-E3BD8D3A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CF9FE-AFA1-4E4B-9972-45A9C602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4650D-2504-4540-92B7-543FD20A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E3B7A-4209-41AD-9C1A-852E327C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9E275-F68F-4804-8948-5C46BED0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5B5E4-5862-4D21-B9E5-FC2A61B8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Add and subtract fractions with related denominators and convert improper fractions and mixed numbers.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DB014-A071-4AE6-9BD2-1FE33C83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6ACFC-612F-4139-B1B3-522C0A93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F4EC4-1E25-40C3-A132-28B8B19E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B3C2C-0FBB-4C1E-BBD2-1235261C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 1/4 - 2 2/3.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CE6EE-9281-42D5-A029-209F425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AD489D-19B3-42DC-ABED-D94A916C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30278-BD0A-4D4E-81D6-6F84FCFE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1A91C-738B-4D5C-87E4-0C8F4B98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2 1/3 + 1 5/6.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4D46F-8508-421B-89DB-07D573AC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69166794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FF2F7-F2D4-43C5-A7F2-AF06F6D0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F4692-75E3-4CEE-80AB-74D7A80F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44897-9111-417E-B50F-F82EAF3E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CB97A-10F9-4535-9E50-8BEC6380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F75FA-8AF7-4EAD-9C75-A8CC0567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CCC56-D53B-4B2A-A988-2F9554F7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3230C-C5F8-4BAC-BA54-5AB5C7C7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414A5-9222-48B9-8D5F-4242E11E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BAA64-23B5-400E-AA60-E483E6AB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B6BB5-9A44-4388-9840-7B961A01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add mixed numbers accurately.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B9F82-E165-4256-AFD6-DE2DE8BF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3F3EE-05D1-43A1-9E04-0BD906DC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Find a common denominator before combining fractions.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F7748-F00F-46A7-A87E-C3981034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Add or subtract the numerators while keeping the denominator.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97652-1961-439A-9D2A-C074276B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Simplify and convert the answer when appropriate.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68431-419A-4426-B230-004EB970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common denominator  |  equivalent fraction  |  improper fraction  |  mixed number  |  sum  |  difference</a:t>
            </a:r>
          </a:p>
        </p:txBody>
      </p:sp>
    </p:spTree>
    <p:extLst>
      <p:ext uri="{BB962C8B-B14F-4D97-AF65-F5344CB8AC3E}">
        <p14:creationId xmlns:p14="http://schemas.microsoft.com/office/powerpoint/2010/main" val="207257447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BBB821-5FAF-489D-A006-2E64144B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359AE-DFEB-4FB6-A2CE-BB77CC23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E7544-C9DD-477B-B737-374DDFED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D3675-B220-47F6-B43C-C0223FD7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6461B-CA0E-499A-B278-833AA88E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7D31F-A0F2-4A55-9850-35F6A482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5552A-2A0E-42A6-8E4F-1E11FF0C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F6735-2992-4208-8E30-85EBC460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1D0DB-8295-4F3D-BFD2-0087CCD8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3EA3C-3354-418C-9E1D-9FA22D5A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1/3 + 1 5/6.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993D0-64CE-4E3D-88A5-A1A039D4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C9062-FB4D-45A9-97C1-FAE2104D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67826-C1C0-418D-A5DA-68279BF6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 1/3 + 1 5/6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B5D8F-C433-4383-B48E-69017E97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CEB2C-9107-4F69-A47E-EB12C086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77075-2CC3-4B0D-A26E-A2089CB9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1/3 = 2/6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01B14-1C71-46EA-B3FB-17D625B0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65E23-CE18-40F8-BC9B-4F64E8A7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CBEE7-F25E-466D-8948-3C4B6EE1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 2/6 + 1 5/6 = 3 7/6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52B21-D7FF-4F32-93D9-AAD3052C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91DAA7-2EED-4C83-A7F8-9F85008E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45093-4F49-4CDA-93E3-F28587CF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 7/6 = 4 1/6</a:t>
            </a:r>
          </a:p>
        </p:txBody>
      </p:sp>
    </p:spTree>
    <p:extLst>
      <p:ext uri="{BB962C8B-B14F-4D97-AF65-F5344CB8AC3E}">
        <p14:creationId xmlns:p14="http://schemas.microsoft.com/office/powerpoint/2010/main" val="54947018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1EDBB-1C2E-4ACC-A4B6-C5C9DAF0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A7972-C17E-49BD-AE59-62CB1F18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6EA02-F65E-4AFB-89C1-23442629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E27DE-56EF-4936-BB6D-B991A4F6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E4D78-90BE-4966-B22C-AC273C17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0A5A0-3363-4C2E-A8DA-7EDEFDE3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D988E-8948-4BCB-9165-978A0B13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CE8A7-1A1C-4BF4-952F-4CA8675E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ECF8A-ACD2-4D5E-AAAF-C79E8BF9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B6F34-2F45-4595-BF76-314BAFD2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3F183-6DBC-4E52-A017-00B4B398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4 1/6.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1840B-DBE8-414C-99F2-7235641F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0C567-ACDE-41E6-8F2D-D8BEA5FA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Simplify and convert the answer when appropriate.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FA3DB-D2FC-4472-9877-082BB3A4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913711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57E0B-2071-4C1F-9C8A-714B8C93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89D19-BEE1-404C-BB01-8B4F4DDB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694A4-98D4-400C-AD73-BC644A38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36A0B-57D3-48DE-AB3D-98FA20F6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C31B7-AB83-49D2-9759-D17F1640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FBCE0-1B4C-473F-91CD-B01B559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7D248-4998-4D36-98B9-506D123D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F7AD1-136D-4339-AF2B-E1F5AA55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806FA-1D80-4ACE-9F4F-47918E1E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BB3D6-DD52-45D5-A512-69700395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 1/4 - 2 2/3.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1E79E-166B-4F3A-BA4B-BC00FB70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7FB3B-9325-45AC-84BA-5F81160D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13E92-BB73-4388-A784-3A25BB16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F3BC5-8BC2-4167-8122-2473ADFF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3B377-DBEE-4207-A8D6-6EB86E78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 7/12.</a:t>
            </a:r>
          </a:p>
        </p:txBody>
      </p:sp>
    </p:spTree>
    <p:extLst>
      <p:ext uri="{BB962C8B-B14F-4D97-AF65-F5344CB8AC3E}">
        <p14:creationId xmlns:p14="http://schemas.microsoft.com/office/powerpoint/2010/main" val="13420424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35C62-8CFA-403F-926B-EF3AE3B1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1ED71-2673-42FE-A970-2953335B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13197-6B04-420D-B40D-8DB9D49C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5FD4E-39BE-4727-B780-C39F418A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DEB4C-A6C5-483B-B48A-2E4104AF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5F4A9-CABA-42CF-BAAA-887836C4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F7917-52B5-44E3-9DDC-0E7D2095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02E0B-806D-44AD-AC1B-82677247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83E56-AA52-469F-85E8-6BE80E5A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mixed numbers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c48f870934f07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AAA82-1DE2-4C48-9D3B-63F6D58C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10972-936C-4F81-B514-1D30631E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adds or subtracts both the numerators and denominators.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804AC-1CD6-411B-A501-CC998201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CAFE3-7E86-4918-9ABC-F58E48C2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BB549-54EC-4D83-9E46-2E566EA9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equivalent fractions with a common denominator, then operate on the numerators only.</a:t>
            </a:r>
          </a:p>
        </p:txBody>
      </p:sp>
    </p:spTree>
    <p:extLst>
      <p:ext uri="{BB962C8B-B14F-4D97-AF65-F5344CB8AC3E}">
        <p14:creationId xmlns:p14="http://schemas.microsoft.com/office/powerpoint/2010/main" val="68237063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DAAD52-1D98-49E5-81A8-12842B8D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C1397-3DFA-4A74-A329-0FAD864F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00C63-7736-42BD-8122-A77766EE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0D888-18D2-4D1A-860D-04A18EFF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DA989-79E4-4D31-A0C0-D935C2C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EE39E-D6A6-4B9B-A0AD-7EA7BE8E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87E68-CFD5-4A8E-ACFA-25D5F29F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BCDEF-2D74-401E-B3F9-63BCACD7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8C8CC-9BD6-404A-8487-FA5EE234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249FA-49C8-43F6-9FE7-B8B2712E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E5EC8-2A1F-43F6-BDF7-B9C95BC1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01091-0E40-4324-A91A-27F2EDCD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CEBC1-F62E-45E6-9AEF-C9920C3C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 1/4 - 2 2/3.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32CC3-A457-4C6D-918A-A24C1DA8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20483-699C-4925-95E7-88FFF746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A2916-5239-4AC0-9C9F-1E3264CC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22064-1297-4FA3-A551-72F8062F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97B31-AF62-446E-A284-E692043F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170EC-2168-415C-A0E7-11AB1D49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FC812-4D0F-442F-ACD3-8EA97DE2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000A7-A8D5-41BE-8DE1-D351AF3A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 7/12.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2B150-D63D-40E7-833E-01B83797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80729255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7B604-3DEC-4C01-BC4A-7BCDCAD6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697A9-BD60-457B-B88A-BF8E865C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229E0-DFA9-4BAC-B82A-5FA8ED0A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D862D-6C84-45C1-A125-42BB3690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48CD8-0885-4E2C-8E87-43DD5197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60C12-D0BC-4589-AB15-F00D0C02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47B23-F84B-4D25-B1E4-9751E400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F4B72-4E44-4985-BA30-ABF9F2E2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D426C-0849-476B-BA5D-97C05A5B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0246D-278D-4688-9138-40457FFC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C7991-A26A-4886-BC3D-2EE35E20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0BDEE-FAD1-41A0-8D5C-3D0176FE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4EF8F-D934-4795-B3AB-CA90D1DA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jug contains 3 1/2 litres. 1 3/4 litres are used and 2/3 litre is added. How much is in the jug?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55097-2597-4F6A-B115-96044976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A60F6-CE4F-4D79-B452-77FF2A87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69ACA-3FBC-4B55-AA73-88092F57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5FC49-571A-48F5-9384-E39F35E8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A6CF5-A69E-4E7A-A129-66022224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80C5F-44B8-4A0C-952C-EB88B5C9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97CF75-2DFD-4EBE-B5B3-ACA12C8A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09FC2-41EA-43F1-BF9F-ACD2A64B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99376919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39D5F-34AD-4A1B-838B-DA853CC1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E3B50-1706-4A36-B3C5-10C30B70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0FD95-50CC-47E0-B0D5-015B711A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DA1E9-CC4E-4B4C-8250-43667087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2D2CD-999E-4885-B004-FC408DD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99782-97EA-41AA-A059-2B4976E6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AB3E8-D994-4B43-87C3-6ED0D399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83C23-5B6C-4707-BA99-9D637651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4AB30-A44D-4EF8-AD4E-A3EB17AB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C3B75-544F-4783-980B-ACE76DF1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Calculate 3/4 + 5/6.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7F1B1-453F-4BDB-B642-12AA426B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1A5AF-54DE-40B1-94EF-73C6FFDB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F05A5-72F9-4672-BDC0-E94D28AB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1 7/12.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69699761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14A4D-685E-4D88-95FF-FE7D4232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65D65-0BD2-4E2C-927A-7B7A4FB6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6379E-5CCF-4E02-8413-BD15737F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8B50F-38B4-4C07-B1CB-23781ED6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FEC79-0F3B-4C08-BD7B-D9B9C9D4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05610-17E5-4FAA-94C7-718BC14E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75269-7436-4A9D-BDEA-DEFEF2D6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5D2DE-9556-4369-ADF0-90BFA368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803F7-8925-4078-9B86-8FD95978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80A49-4EB6-4275-9861-D1340D27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80B76-68D1-4256-839A-1032DDCC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11C65-269A-41B4-B47D-409C6112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jug contains 3 1/2 litres. 1 3/4 litres are used and 2/3 litre is added. How much is in the jug?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CC5FD-BB18-4DA7-94F2-3EC9DA4C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5633E-F90A-4A22-9447-5D4F0C9F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21046-A1A4-4763-8D4B-7158B55F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EBEF5-900A-4F53-8717-8C620424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 5/12 litres.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E5278-D0A8-4D89-A1CE-1D59B4C9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23241-49AB-40C3-A51A-5528AEC5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81877529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38C46E-431A-4AEC-A68D-4C97A220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A37FF-AB8F-4594-8DB0-579D612D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85B38-E9B1-4F47-8D21-B0DD09F1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9386D-ABF3-4B30-8BD7-4E608CEF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F8CCF-FCCA-45E8-AFA5-BAAC851A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14D09-D313-4196-85F2-5D70DE92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5F60E-E927-4639-9F2C-F98B53FA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B662D-007B-497A-A773-3183C135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6CB72-CB3C-4E4D-9E1E-BC501153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0A222-A9B2-448A-A2E6-51B7A298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8A18C-BC14-4D71-89EC-79A9871C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D7476-105B-4683-A73A-CE5B8CC0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BD5BC-26AB-4B18-975F-EF3069D2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jug contains 3 1/2 litres. 1 3/4 litres are used and 2/3 litre is added. How much is in the jug?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CD69D-90D4-48F5-AF5E-9C6A3B7B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62BA8-BA72-47FE-8AB2-9BBC09D1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B5D74-01B9-41B4-A33E-E472153E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9311F-C238-4B80-A215-E0EB799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adds or subtracts both the numerators and denominators.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D8B41-B4EB-48D1-81E7-A8079FC4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829D5-B6AC-4E22-B03D-CED6F1E2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079CC-B443-4444-ACF0-82F5E1B8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B9D25-6438-4AD1-A302-EFDFF186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96A945-3F9C-4003-BA82-EDD503F0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22294197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2026-09-09T22:13:34.3160000Z</dcterms:created>
  <dcterms:modified xsi:type="dcterms:W3CDTF">2026-09-09T22:13:34.3160000Z</dcterms:modified>
</coreProperties>
</file>