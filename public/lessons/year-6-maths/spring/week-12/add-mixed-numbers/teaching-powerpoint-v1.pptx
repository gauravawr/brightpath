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mixed numbers. Add mixed numbers.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mixed numbers.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mixed numbers.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mixed numbers.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mixed numbers.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mixed numbers.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mixed numbers.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mixed numbers.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mixed numbers.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mixed numbers.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mixed numbers.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BC9050CE-7FA2-48F1-8B52-0204CF76224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Add mixed numbers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8064DF4-AE23-47DF-A68F-2273E7AD3DE1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B3314CA-6561-4EDC-852D-7C7603264F3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F7FA47F-257D-4375-8788-2046BF8089F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mixed numbers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075B1A9-A8B0-4669-92C9-8A2CB5E1C6C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79F9613-3819-4C27-99BF-14E15EB49C0C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add mixed numbers accurately.</a:t>
            </a:r>
          </a:p>
        </p:txBody>
      </p:sp>
    </p:spTree>
    <p:extLst>
      <p:ext uri="{BB962C8B-B14F-4D97-AF65-F5344CB8AC3E}">
        <p14:creationId xmlns:p14="http://schemas.microsoft.com/office/powerpoint/2010/main" val="18899319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E00A9CD0-09F4-42B3-9E7F-1D71532E791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29D6738-BE6E-4010-837F-FD763FC72C0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1/3 + 1 5/6.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1D06511-E693-4E94-8B72-9521AFE2620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A91A622-FB75-437A-8DC1-98BCEC6F772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mixed numbers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FD7001C-C60A-4AC0-ADB9-ABE1E183DA7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51985AC-9022-4B56-9FE2-B1BAA7AC911C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 1/3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81EF006-0B8A-483E-974E-230A3B2989F8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3 + 1 = 7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F0A69E1-10A7-494F-B31C-714CCBA41DCB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9EA7193-9D52-42A5-A442-B4FB1BCC4DF3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0BA5025-2B48-47CD-B38C-12767FB7F973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472AB4EE-9856-49C9-AD90-8D40F42F5975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 5/6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C2C43084-0A97-4511-B52E-F95420FABB52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× 6 + 5 = 11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99644712-5F7E-42AD-9325-026FB72EA5AE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9B3EA8E8-96E3-4163-BBCF-AB164E5FCDE2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01103FD-C943-4C44-B1A4-2246FF915DF8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974151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object-1">
            <a:extLst>
              <a:ext uri="{FF2B5EF4-FFF2-40B4-BE49-F238E27FC236}">
                <a16:creationId xmlns:a16="http://schemas.microsoft.com/office/drawing/2014/main" id="{0EB8C033-D91A-463C-AC83-314A5DB9119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0220AFC-8D03-4FBD-A906-0BE283E90B7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1/3 + 1 5/6.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35F0C77-0D00-4B11-95E1-2E1C94A6636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115F45C-EBB3-439E-B759-9058C7F5F5E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mixed numbers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B89CD44-CD31-4401-9632-7715EC5697A0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0F09DBB-FC1C-4D50-A2FF-DC210AACA286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EBF1863-B8AA-447C-9299-CE0F763F8786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B092E9C-0521-4568-871E-E2C1F0660953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CD24D78-1AF1-4C0F-AF07-EDAD7159563E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6C02114-FA19-45B3-82FD-FEAC5DB3BF0D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4660883-26AA-4DBA-B131-C8FF5F98A3F2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5E3ED08-5DAD-4B29-9C9A-0B632D95DBDA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DE943ACA-146D-4B55-B638-49117C59224C}"/>
              </a:ext>
            </a:extLst>
          </p:cNvPr>
          <p:cNvSpPr>
            <a:spLocks noGrp="1"/>
          </p:cNvSpPr>
          <p:nvPr/>
        </p:nvSpPr>
        <p:spPr>
          <a:xfrm>
            <a:off x="767953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8578519F-26A6-4059-8C2D-639F2CB795D3}"/>
              </a:ext>
            </a:extLst>
          </p:cNvPr>
          <p:cNvSpPr>
            <a:spLocks noGrp="1"/>
          </p:cNvSpPr>
          <p:nvPr/>
        </p:nvSpPr>
        <p:spPr>
          <a:xfrm>
            <a:off x="767953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2419BE63-5D51-452C-96B5-3283BEF9513C}"/>
              </a:ext>
            </a:extLst>
          </p:cNvPr>
          <p:cNvSpPr>
            <a:spLocks noGrp="1"/>
          </p:cNvSpPr>
          <p:nvPr/>
        </p:nvSpPr>
        <p:spPr>
          <a:xfrm>
            <a:off x="767953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AC65709-9A4A-49F6-A430-E912BD066117}"/>
              </a:ext>
            </a:extLst>
          </p:cNvPr>
          <p:cNvSpPr>
            <a:spLocks noGrp="1"/>
          </p:cNvSpPr>
          <p:nvPr/>
        </p:nvSpPr>
        <p:spPr>
          <a:xfrm>
            <a:off x="9572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796CE168-C62C-41A2-B9F0-77A66B7C3207}"/>
              </a:ext>
            </a:extLst>
          </p:cNvPr>
          <p:cNvSpPr>
            <a:spLocks noGrp="1"/>
          </p:cNvSpPr>
          <p:nvPr/>
        </p:nvSpPr>
        <p:spPr>
          <a:xfrm>
            <a:off x="1107281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3931935-3EFA-4DB9-A896-EC95FA40D8EA}"/>
              </a:ext>
            </a:extLst>
          </p:cNvPr>
          <p:cNvSpPr>
            <a:spLocks noGrp="1"/>
          </p:cNvSpPr>
          <p:nvPr/>
        </p:nvSpPr>
        <p:spPr>
          <a:xfrm>
            <a:off x="1107281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F4B8288C-A91E-4D99-95A3-B6422A061361}"/>
              </a:ext>
            </a:extLst>
          </p:cNvPr>
          <p:cNvSpPr>
            <a:spLocks noGrp="1"/>
          </p:cNvSpPr>
          <p:nvPr/>
        </p:nvSpPr>
        <p:spPr>
          <a:xfrm>
            <a:off x="1107281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645B918-B833-4067-9B69-8940F0A61615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F142BD1A-1CE0-420D-B37B-57D739D6B0F8}"/>
              </a:ext>
            </a:extLst>
          </p:cNvPr>
          <p:cNvSpPr>
            <a:spLocks noGrp="1"/>
          </p:cNvSpPr>
          <p:nvPr/>
        </p:nvSpPr>
        <p:spPr>
          <a:xfrm>
            <a:off x="2123281" y="5310188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9EB578F9-D8BD-4AE3-9016-DC8329B48D1C}"/>
              </a:ext>
            </a:extLst>
          </p:cNvPr>
          <p:cNvSpPr>
            <a:spLocks noGrp="1"/>
          </p:cNvSpPr>
          <p:nvPr/>
        </p:nvSpPr>
        <p:spPr>
          <a:xfrm>
            <a:off x="2758281" y="5310188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DF8798F7-EA4C-4C6A-8292-2D1A52764059}"/>
              </a:ext>
            </a:extLst>
          </p:cNvPr>
          <p:cNvSpPr>
            <a:spLocks noGrp="1"/>
          </p:cNvSpPr>
          <p:nvPr/>
        </p:nvSpPr>
        <p:spPr>
          <a:xfrm>
            <a:off x="3393281" y="5310188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F6CBF918-4F7A-4F31-BAEF-26C3217DDE3F}"/>
              </a:ext>
            </a:extLst>
          </p:cNvPr>
          <p:cNvSpPr>
            <a:spLocks noGrp="1"/>
          </p:cNvSpPr>
          <p:nvPr/>
        </p:nvSpPr>
        <p:spPr>
          <a:xfrm>
            <a:off x="4028281" y="5310188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E662E651-1F1C-464B-95D9-C286B94E7366}"/>
              </a:ext>
            </a:extLst>
          </p:cNvPr>
          <p:cNvSpPr>
            <a:spLocks noGrp="1"/>
          </p:cNvSpPr>
          <p:nvPr/>
        </p:nvSpPr>
        <p:spPr>
          <a:xfrm>
            <a:off x="4663281" y="5310188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CC2543F8-49BA-4076-8DF0-76F3CCCFC5D7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B1BE833F-8BB7-444C-B216-362BAE9841B4}"/>
              </a:ext>
            </a:extLst>
          </p:cNvPr>
          <p:cNvSpPr>
            <a:spLocks noGrp="1"/>
          </p:cNvSpPr>
          <p:nvPr/>
        </p:nvSpPr>
        <p:spPr>
          <a:xfrm>
            <a:off x="5933281" y="5310188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CB6E2CF6-C083-4196-BC89-0D870BECF51B}"/>
              </a:ext>
            </a:extLst>
          </p:cNvPr>
          <p:cNvSpPr>
            <a:spLocks noGrp="1"/>
          </p:cNvSpPr>
          <p:nvPr/>
        </p:nvSpPr>
        <p:spPr>
          <a:xfrm>
            <a:off x="6568281" y="5310188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2F90865D-B231-457D-B85D-858286277AE6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A6A85261-7954-4E1B-A820-FC54BFEC7AEA}"/>
              </a:ext>
            </a:extLst>
          </p:cNvPr>
          <p:cNvSpPr>
            <a:spLocks noGrp="1"/>
          </p:cNvSpPr>
          <p:nvPr/>
        </p:nvSpPr>
        <p:spPr>
          <a:xfrm>
            <a:off x="7838281" y="5310188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82FDD41D-1D14-4276-8ECA-2CF65B85CB67}"/>
              </a:ext>
            </a:extLst>
          </p:cNvPr>
          <p:cNvSpPr>
            <a:spLocks noGrp="1"/>
          </p:cNvSpPr>
          <p:nvPr/>
        </p:nvSpPr>
        <p:spPr>
          <a:xfrm>
            <a:off x="8473281" y="5310188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BE91BE29-452F-4FF4-B810-3B607D1B69A7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DDFC8BBF-7CE1-4E8D-A089-4F9C39583338}"/>
              </a:ext>
            </a:extLst>
          </p:cNvPr>
          <p:cNvSpPr>
            <a:spLocks noGrp="1"/>
          </p:cNvSpPr>
          <p:nvPr/>
        </p:nvSpPr>
        <p:spPr>
          <a:xfrm>
            <a:off x="9743281" y="5310188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2250F16B-915F-4339-AA69-7517EA267DDE}"/>
              </a:ext>
            </a:extLst>
          </p:cNvPr>
          <p:cNvSpPr>
            <a:spLocks noGrp="1"/>
          </p:cNvSpPr>
          <p:nvPr/>
        </p:nvSpPr>
        <p:spPr>
          <a:xfrm>
            <a:off x="10378281" y="5310188"/>
            <a:ext cx="635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1CDB30B4-1441-4DF5-AFC3-13ED016684A7}"/>
              </a:ext>
            </a:extLst>
          </p:cNvPr>
          <p:cNvSpPr>
            <a:spLocks noGrp="1"/>
          </p:cNvSpPr>
          <p:nvPr/>
        </p:nvSpPr>
        <p:spPr>
          <a:xfrm>
            <a:off x="11013281" y="5310188"/>
            <a:ext cx="635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271F1441-9006-43BD-8788-BAB45F016306}"/>
              </a:ext>
            </a:extLst>
          </p:cNvPr>
          <p:cNvSpPr>
            <a:spLocks noGrp="1"/>
          </p:cNvSpPr>
          <p:nvPr/>
        </p:nvSpPr>
        <p:spPr>
          <a:xfrm>
            <a:off x="11648281" y="5310188"/>
            <a:ext cx="635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BE8DB742-ADD6-4AB5-9236-EF0AF357871D}"/>
              </a:ext>
            </a:extLst>
          </p:cNvPr>
          <p:cNvSpPr>
            <a:spLocks noGrp="1"/>
          </p:cNvSpPr>
          <p:nvPr/>
        </p:nvSpPr>
        <p:spPr>
          <a:xfrm>
            <a:off x="12283281" y="5310188"/>
            <a:ext cx="635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EDA23E68-C966-4FA3-9BB0-32F44521A8EC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661AB492-F2A4-4E3B-A359-87A33CD60947}"/>
              </a:ext>
            </a:extLst>
          </p:cNvPr>
          <p:cNvSpPr>
            <a:spLocks noGrp="1"/>
          </p:cNvSpPr>
          <p:nvPr/>
        </p:nvSpPr>
        <p:spPr>
          <a:xfrm>
            <a:off x="2123281" y="5988844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EB07329A-C086-45D0-A348-B2C35C24185C}"/>
              </a:ext>
            </a:extLst>
          </p:cNvPr>
          <p:cNvSpPr>
            <a:spLocks noGrp="1"/>
          </p:cNvSpPr>
          <p:nvPr/>
        </p:nvSpPr>
        <p:spPr>
          <a:xfrm>
            <a:off x="2758281" y="5988844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BC8C262A-C77B-4C7D-A1D2-FD40566741CD}"/>
              </a:ext>
            </a:extLst>
          </p:cNvPr>
          <p:cNvSpPr>
            <a:spLocks noGrp="1"/>
          </p:cNvSpPr>
          <p:nvPr/>
        </p:nvSpPr>
        <p:spPr>
          <a:xfrm>
            <a:off x="3393281" y="5988844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B7DE6D79-548C-4046-9834-E67E606EC501}"/>
              </a:ext>
            </a:extLst>
          </p:cNvPr>
          <p:cNvSpPr>
            <a:spLocks noGrp="1"/>
          </p:cNvSpPr>
          <p:nvPr/>
        </p:nvSpPr>
        <p:spPr>
          <a:xfrm>
            <a:off x="4028281" y="5988844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1F8AD8BF-1CBE-4B87-B613-3450FC1B08AE}"/>
              </a:ext>
            </a:extLst>
          </p:cNvPr>
          <p:cNvSpPr>
            <a:spLocks noGrp="1"/>
          </p:cNvSpPr>
          <p:nvPr/>
        </p:nvSpPr>
        <p:spPr>
          <a:xfrm>
            <a:off x="4663281" y="5988844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2E291A6A-998F-4D18-ACCC-37EE01B8338B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4C244402-2589-4854-954D-BF983B95B13F}"/>
              </a:ext>
            </a:extLst>
          </p:cNvPr>
          <p:cNvSpPr>
            <a:spLocks noGrp="1"/>
          </p:cNvSpPr>
          <p:nvPr/>
        </p:nvSpPr>
        <p:spPr>
          <a:xfrm>
            <a:off x="5933281" y="5988844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9A51F531-B5CD-441A-AA83-9FEC433FD400}"/>
              </a:ext>
            </a:extLst>
          </p:cNvPr>
          <p:cNvSpPr>
            <a:spLocks noGrp="1"/>
          </p:cNvSpPr>
          <p:nvPr/>
        </p:nvSpPr>
        <p:spPr>
          <a:xfrm>
            <a:off x="6568281" y="5988844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6F86D180-E669-4879-B3ED-E72FD90C270F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BC5EB838-8831-4EB6-B136-8F75A5E85A55}"/>
              </a:ext>
            </a:extLst>
          </p:cNvPr>
          <p:cNvSpPr>
            <a:spLocks noGrp="1"/>
          </p:cNvSpPr>
          <p:nvPr/>
        </p:nvSpPr>
        <p:spPr>
          <a:xfrm>
            <a:off x="7838281" y="5988844"/>
            <a:ext cx="635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BC403806-39C2-4A14-B01F-3F63937E7F83}"/>
              </a:ext>
            </a:extLst>
          </p:cNvPr>
          <p:cNvSpPr>
            <a:spLocks noGrp="1"/>
          </p:cNvSpPr>
          <p:nvPr/>
        </p:nvSpPr>
        <p:spPr>
          <a:xfrm>
            <a:off x="8473281" y="5988844"/>
            <a:ext cx="635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AB112DE8-37E2-49F0-ABD5-D53FAD34908A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635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341D940B-FB17-4B5F-8EBE-137196CD920B}"/>
              </a:ext>
            </a:extLst>
          </p:cNvPr>
          <p:cNvSpPr>
            <a:spLocks noGrp="1"/>
          </p:cNvSpPr>
          <p:nvPr/>
        </p:nvSpPr>
        <p:spPr>
          <a:xfrm>
            <a:off x="9743281" y="5988844"/>
            <a:ext cx="635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5FBA4352-B0CF-4D1B-BAB0-576EBE2FCB02}"/>
              </a:ext>
            </a:extLst>
          </p:cNvPr>
          <p:cNvSpPr>
            <a:spLocks noGrp="1"/>
          </p:cNvSpPr>
          <p:nvPr/>
        </p:nvSpPr>
        <p:spPr>
          <a:xfrm>
            <a:off x="10378281" y="5988844"/>
            <a:ext cx="635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FA0BF3CF-C0B4-497A-AB80-A62E98E62541}"/>
              </a:ext>
            </a:extLst>
          </p:cNvPr>
          <p:cNvSpPr>
            <a:spLocks noGrp="1"/>
          </p:cNvSpPr>
          <p:nvPr/>
        </p:nvSpPr>
        <p:spPr>
          <a:xfrm>
            <a:off x="11013281" y="5988844"/>
            <a:ext cx="635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2557C51E-E91F-4AF2-B98E-3B784C322576}"/>
              </a:ext>
            </a:extLst>
          </p:cNvPr>
          <p:cNvSpPr>
            <a:spLocks noGrp="1"/>
          </p:cNvSpPr>
          <p:nvPr/>
        </p:nvSpPr>
        <p:spPr>
          <a:xfrm>
            <a:off x="11648281" y="5988844"/>
            <a:ext cx="635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D85EB23F-78EF-4DEE-A17A-D11136EFEBAC}"/>
              </a:ext>
            </a:extLst>
          </p:cNvPr>
          <p:cNvSpPr>
            <a:spLocks noGrp="1"/>
          </p:cNvSpPr>
          <p:nvPr/>
        </p:nvSpPr>
        <p:spPr>
          <a:xfrm>
            <a:off x="12283281" y="5988844"/>
            <a:ext cx="635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7736C4ED-C71E-4880-B5ED-9C22A38A9E0D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A2AD4DF7-56EC-423F-B2E8-92D4FA17AC8C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7DC09D1A-D378-44C1-8AAB-88423D0A4C6D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6CEA51DB-CA14-4172-8A2C-547081166303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5B8B8955-8CA4-4F26-BBE3-92E3CC0256C4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EBD5CA79-C0E5-414E-84E4-A6E24CCB88EB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E9C2875E-18DE-4AEB-BDF4-558E670667F3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14 + 11 = 25; the denominator stays 6.</a:t>
            </a:r>
          </a:p>
        </p:txBody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522B62E2-3F59-4389-8106-9B7E130FEAB5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4 1/6</a:t>
            </a:r>
          </a:p>
        </p:txBody>
      </p:sp>
    </p:spTree>
    <p:extLst>
      <p:ext uri="{BB962C8B-B14F-4D97-AF65-F5344CB8AC3E}">
        <p14:creationId xmlns:p14="http://schemas.microsoft.com/office/powerpoint/2010/main" val="994507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16" grpId="0"/>
      <p:bldP spid="17" grpId="0"/>
      <p:bldP spid="19" grpId="0"/>
      <p:bldP spid="62" grpId="0"/>
      <p:bldP spid="6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A794918D-7CC4-4F49-A366-FE0F1A77DC7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F981ED1-EEBB-40C6-9DBD-C6B23B1B7455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3AAAF88-2D93-4FC8-BD34-04B006B489C3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1/3 + 1 5/6.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4650E8F-F5CC-4B07-9EAA-21DEFDC4DF8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0892470-B37C-4AE2-8AA1-3B8D093E164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mixed numbers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243C48B-300B-429A-A803-B6EC573BC51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4D6A43F-B1A5-43AC-B234-14C4EE112F11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 1/3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075E6B1-B321-4A0B-BF79-C2F9BE19DC6C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3 + 1 = 10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C032DA2-3F7F-49E3-A9A4-7334A033F3C0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5EF1C56-918F-4CF0-BB5B-C97A432F5486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47D2B78-7505-421D-BC7A-DA4A59ADC834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B90BC64-6D2C-4AA4-9ADF-6599A7E3457E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 5/6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CADEF01-4EF3-4C7D-AC2A-D46E0B5176BC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× 6 + 5 = 11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4630C35-9E43-4C36-B46D-10C74F96D00C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FB689FC3-7155-44ED-8D07-CFC43AC6250C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6A6D5AB-F06C-4436-9552-9CD90BE08E6D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47454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bject-1">
            <a:extLst>
              <a:ext uri="{FF2B5EF4-FFF2-40B4-BE49-F238E27FC236}">
                <a16:creationId xmlns:a16="http://schemas.microsoft.com/office/drawing/2014/main" id="{58CF054F-6FCD-4310-BC35-789B9B91ACA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8E49C0D-4590-442A-B5D5-D148B8BB0AD3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9E7A688-B94C-410B-B474-B9969AA3EC0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1/3 + 1 5/6.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B140691-4155-489D-AF9A-3F3EB07DAE2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8A4AC28-EE40-4659-9B70-71DF2DEB8E8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mixed numbers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8CCC45D-5BC6-4140-8A49-B84E879C1CB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6257086-1656-4D0B-8237-613D89E092B3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F50F745-4057-40F1-9131-01ED4E8BD470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6618F2A-84CB-458C-8D2B-0AD47ED9EC1E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AC900A3-9803-48A8-92F5-84F40E060BD1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B3CD40B-F297-4B11-A5E6-EBCF13847161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B8ED32E-E447-4F77-9B23-9AAC924FE257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76CE73CB-EF74-4697-ACDB-3E62122238A5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42068F50-4E82-4581-8213-9F9F14CC2C69}"/>
              </a:ext>
            </a:extLst>
          </p:cNvPr>
          <p:cNvSpPr>
            <a:spLocks noGrp="1"/>
          </p:cNvSpPr>
          <p:nvPr/>
        </p:nvSpPr>
        <p:spPr>
          <a:xfrm>
            <a:off x="767953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18E197F3-CEEC-44EF-B480-56CEB9D33B96}"/>
              </a:ext>
            </a:extLst>
          </p:cNvPr>
          <p:cNvSpPr>
            <a:spLocks noGrp="1"/>
          </p:cNvSpPr>
          <p:nvPr/>
        </p:nvSpPr>
        <p:spPr>
          <a:xfrm>
            <a:off x="767953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CEDE4787-6421-4E8A-9DFF-7C6EEE8A673C}"/>
              </a:ext>
            </a:extLst>
          </p:cNvPr>
          <p:cNvSpPr>
            <a:spLocks noGrp="1"/>
          </p:cNvSpPr>
          <p:nvPr/>
        </p:nvSpPr>
        <p:spPr>
          <a:xfrm>
            <a:off x="767953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35CD8019-AF5A-4943-B55E-E8E0D0C6B40A}"/>
              </a:ext>
            </a:extLst>
          </p:cNvPr>
          <p:cNvSpPr>
            <a:spLocks noGrp="1"/>
          </p:cNvSpPr>
          <p:nvPr/>
        </p:nvSpPr>
        <p:spPr>
          <a:xfrm>
            <a:off x="9572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81B00F3C-3DED-4DA2-8352-32EF975A91EE}"/>
              </a:ext>
            </a:extLst>
          </p:cNvPr>
          <p:cNvSpPr>
            <a:spLocks noGrp="1"/>
          </p:cNvSpPr>
          <p:nvPr/>
        </p:nvSpPr>
        <p:spPr>
          <a:xfrm>
            <a:off x="1107281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CBEE76E2-251B-4B36-989E-387FD12AFC65}"/>
              </a:ext>
            </a:extLst>
          </p:cNvPr>
          <p:cNvSpPr>
            <a:spLocks noGrp="1"/>
          </p:cNvSpPr>
          <p:nvPr/>
        </p:nvSpPr>
        <p:spPr>
          <a:xfrm>
            <a:off x="1107281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3450710-A1A8-406A-A16C-72E01DDB08D3}"/>
              </a:ext>
            </a:extLst>
          </p:cNvPr>
          <p:cNvSpPr>
            <a:spLocks noGrp="1"/>
          </p:cNvSpPr>
          <p:nvPr/>
        </p:nvSpPr>
        <p:spPr>
          <a:xfrm>
            <a:off x="1107281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3F1FF31F-EB93-48BC-8A6A-FD46C858B040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B6A7D175-D362-4AE3-B94E-93C02C2197AF}"/>
              </a:ext>
            </a:extLst>
          </p:cNvPr>
          <p:cNvSpPr>
            <a:spLocks noGrp="1"/>
          </p:cNvSpPr>
          <p:nvPr/>
        </p:nvSpPr>
        <p:spPr>
          <a:xfrm>
            <a:off x="1964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ED6E3E9-5BBD-4899-A302-499DCFE437C5}"/>
              </a:ext>
            </a:extLst>
          </p:cNvPr>
          <p:cNvSpPr>
            <a:spLocks noGrp="1"/>
          </p:cNvSpPr>
          <p:nvPr/>
        </p:nvSpPr>
        <p:spPr>
          <a:xfrm>
            <a:off x="2440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81DEE485-C9A6-4CEC-ABEC-CFB1BE62EEB2}"/>
              </a:ext>
            </a:extLst>
          </p:cNvPr>
          <p:cNvSpPr>
            <a:spLocks noGrp="1"/>
          </p:cNvSpPr>
          <p:nvPr/>
        </p:nvSpPr>
        <p:spPr>
          <a:xfrm>
            <a:off x="2917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C876C631-4C5B-4CEF-B9D2-81999840602B}"/>
              </a:ext>
            </a:extLst>
          </p:cNvPr>
          <p:cNvSpPr>
            <a:spLocks noGrp="1"/>
          </p:cNvSpPr>
          <p:nvPr/>
        </p:nvSpPr>
        <p:spPr>
          <a:xfrm>
            <a:off x="3393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E34678FC-4A1B-4823-9DD0-B0FAE262CA1B}"/>
              </a:ext>
            </a:extLst>
          </p:cNvPr>
          <p:cNvSpPr>
            <a:spLocks noGrp="1"/>
          </p:cNvSpPr>
          <p:nvPr/>
        </p:nvSpPr>
        <p:spPr>
          <a:xfrm>
            <a:off x="3869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56148ADC-FD52-4E00-87AB-C8B92D51C8E9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31A0F454-278C-4CC9-A0B4-30607A22E147}"/>
              </a:ext>
            </a:extLst>
          </p:cNvPr>
          <p:cNvSpPr>
            <a:spLocks noGrp="1"/>
          </p:cNvSpPr>
          <p:nvPr/>
        </p:nvSpPr>
        <p:spPr>
          <a:xfrm>
            <a:off x="4822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4F959A71-6B62-4A2E-815B-4211F71D6DCE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831ECB6B-C5AC-4746-80B6-6653F07C9045}"/>
              </a:ext>
            </a:extLst>
          </p:cNvPr>
          <p:cNvSpPr>
            <a:spLocks noGrp="1"/>
          </p:cNvSpPr>
          <p:nvPr/>
        </p:nvSpPr>
        <p:spPr>
          <a:xfrm>
            <a:off x="5774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FEF42816-7480-40A7-BD04-E8160F58595E}"/>
              </a:ext>
            </a:extLst>
          </p:cNvPr>
          <p:cNvSpPr>
            <a:spLocks noGrp="1"/>
          </p:cNvSpPr>
          <p:nvPr/>
        </p:nvSpPr>
        <p:spPr>
          <a:xfrm>
            <a:off x="6250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C88DF80B-DC29-419E-8A95-A3E85D311125}"/>
              </a:ext>
            </a:extLst>
          </p:cNvPr>
          <p:cNvSpPr>
            <a:spLocks noGrp="1"/>
          </p:cNvSpPr>
          <p:nvPr/>
        </p:nvSpPr>
        <p:spPr>
          <a:xfrm>
            <a:off x="6727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04206BD3-913F-4A8A-817E-9E5ED3480278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3881C65B-F472-43D5-B1B2-6DCEB91E5E41}"/>
              </a:ext>
            </a:extLst>
          </p:cNvPr>
          <p:cNvSpPr>
            <a:spLocks noGrp="1"/>
          </p:cNvSpPr>
          <p:nvPr/>
        </p:nvSpPr>
        <p:spPr>
          <a:xfrm>
            <a:off x="7679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197852BA-A53C-4440-8070-CFD4C3161CBF}"/>
              </a:ext>
            </a:extLst>
          </p:cNvPr>
          <p:cNvSpPr>
            <a:spLocks noGrp="1"/>
          </p:cNvSpPr>
          <p:nvPr/>
        </p:nvSpPr>
        <p:spPr>
          <a:xfrm>
            <a:off x="8155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097F306E-B55E-4647-B30B-053DA0457B88}"/>
              </a:ext>
            </a:extLst>
          </p:cNvPr>
          <p:cNvSpPr>
            <a:spLocks noGrp="1"/>
          </p:cNvSpPr>
          <p:nvPr/>
        </p:nvSpPr>
        <p:spPr>
          <a:xfrm>
            <a:off x="8632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23A79955-0E37-4358-94CC-2A08B30FD0C8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395E28AC-D576-4DE7-B1B5-DCADFB11BF52}"/>
              </a:ext>
            </a:extLst>
          </p:cNvPr>
          <p:cNvSpPr>
            <a:spLocks noGrp="1"/>
          </p:cNvSpPr>
          <p:nvPr/>
        </p:nvSpPr>
        <p:spPr>
          <a:xfrm>
            <a:off x="9584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B95C1BB7-9DBC-4444-A180-BCA34D534484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C1CB3CAD-001C-447B-9E2F-5EDE0535ADD2}"/>
              </a:ext>
            </a:extLst>
          </p:cNvPr>
          <p:cNvSpPr>
            <a:spLocks noGrp="1"/>
          </p:cNvSpPr>
          <p:nvPr/>
        </p:nvSpPr>
        <p:spPr>
          <a:xfrm>
            <a:off x="10537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AE5097F6-95F4-4246-96BB-D979D4CACE01}"/>
              </a:ext>
            </a:extLst>
          </p:cNvPr>
          <p:cNvSpPr>
            <a:spLocks noGrp="1"/>
          </p:cNvSpPr>
          <p:nvPr/>
        </p:nvSpPr>
        <p:spPr>
          <a:xfrm>
            <a:off x="11013281" y="5310188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5CC06437-555D-401D-8D08-0C296E54FEE7}"/>
              </a:ext>
            </a:extLst>
          </p:cNvPr>
          <p:cNvSpPr>
            <a:spLocks noGrp="1"/>
          </p:cNvSpPr>
          <p:nvPr/>
        </p:nvSpPr>
        <p:spPr>
          <a:xfrm>
            <a:off x="11489531" y="5310188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13EC93AD-6D05-403D-B7B3-742EEC095DF8}"/>
              </a:ext>
            </a:extLst>
          </p:cNvPr>
          <p:cNvSpPr>
            <a:spLocks noGrp="1"/>
          </p:cNvSpPr>
          <p:nvPr/>
        </p:nvSpPr>
        <p:spPr>
          <a:xfrm>
            <a:off x="11965781" y="5310188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455912C2-B3B6-4DBE-8C23-1CF2CCFEBC78}"/>
              </a:ext>
            </a:extLst>
          </p:cNvPr>
          <p:cNvSpPr>
            <a:spLocks noGrp="1"/>
          </p:cNvSpPr>
          <p:nvPr/>
        </p:nvSpPr>
        <p:spPr>
          <a:xfrm>
            <a:off x="12442031" y="5310188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06425AC7-B8C1-4C74-B2A2-A30E4D264B57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B62B6296-9C0E-4593-9662-D5F9417B10B0}"/>
              </a:ext>
            </a:extLst>
          </p:cNvPr>
          <p:cNvSpPr>
            <a:spLocks noGrp="1"/>
          </p:cNvSpPr>
          <p:nvPr/>
        </p:nvSpPr>
        <p:spPr>
          <a:xfrm>
            <a:off x="19645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77028E93-96FC-421A-87D9-64154609AF89}"/>
              </a:ext>
            </a:extLst>
          </p:cNvPr>
          <p:cNvSpPr>
            <a:spLocks noGrp="1"/>
          </p:cNvSpPr>
          <p:nvPr/>
        </p:nvSpPr>
        <p:spPr>
          <a:xfrm>
            <a:off x="24407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E431ADBB-4800-4D7E-A0FC-93C12BB4D335}"/>
              </a:ext>
            </a:extLst>
          </p:cNvPr>
          <p:cNvSpPr>
            <a:spLocks noGrp="1"/>
          </p:cNvSpPr>
          <p:nvPr/>
        </p:nvSpPr>
        <p:spPr>
          <a:xfrm>
            <a:off x="29170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D6FD7332-A474-40BC-9555-8FCDC63BBD1A}"/>
              </a:ext>
            </a:extLst>
          </p:cNvPr>
          <p:cNvSpPr>
            <a:spLocks noGrp="1"/>
          </p:cNvSpPr>
          <p:nvPr/>
        </p:nvSpPr>
        <p:spPr>
          <a:xfrm>
            <a:off x="33932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4FD6B47C-5702-4A12-8B4D-F479C4E5B953}"/>
              </a:ext>
            </a:extLst>
          </p:cNvPr>
          <p:cNvSpPr>
            <a:spLocks noGrp="1"/>
          </p:cNvSpPr>
          <p:nvPr/>
        </p:nvSpPr>
        <p:spPr>
          <a:xfrm>
            <a:off x="38695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D55E0F65-2904-498F-8AB5-1E0AE9A19FC3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4D71D5E4-993D-43D2-8FCD-4019A06D81F6}"/>
              </a:ext>
            </a:extLst>
          </p:cNvPr>
          <p:cNvSpPr>
            <a:spLocks noGrp="1"/>
          </p:cNvSpPr>
          <p:nvPr/>
        </p:nvSpPr>
        <p:spPr>
          <a:xfrm>
            <a:off x="48220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D152ECE7-E006-4934-AADB-3637FCBCBA28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84C812DA-F7B0-4120-BFD5-89D49BD052C5}"/>
              </a:ext>
            </a:extLst>
          </p:cNvPr>
          <p:cNvSpPr>
            <a:spLocks noGrp="1"/>
          </p:cNvSpPr>
          <p:nvPr/>
        </p:nvSpPr>
        <p:spPr>
          <a:xfrm>
            <a:off x="57745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3DD19AE0-BF49-4F47-B02C-6A4B997C843F}"/>
              </a:ext>
            </a:extLst>
          </p:cNvPr>
          <p:cNvSpPr>
            <a:spLocks noGrp="1"/>
          </p:cNvSpPr>
          <p:nvPr/>
        </p:nvSpPr>
        <p:spPr>
          <a:xfrm>
            <a:off x="62507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68CBCCAE-2DA0-4D6C-93F2-E51E20829D50}"/>
              </a:ext>
            </a:extLst>
          </p:cNvPr>
          <p:cNvSpPr>
            <a:spLocks noGrp="1"/>
          </p:cNvSpPr>
          <p:nvPr/>
        </p:nvSpPr>
        <p:spPr>
          <a:xfrm>
            <a:off x="67270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EB2B31DC-6EC4-4B8B-98A2-EC1AF029A1DF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04E470F6-CFF4-4AA8-A70A-58AE1CADE46B}"/>
              </a:ext>
            </a:extLst>
          </p:cNvPr>
          <p:cNvSpPr>
            <a:spLocks noGrp="1"/>
          </p:cNvSpPr>
          <p:nvPr/>
        </p:nvSpPr>
        <p:spPr>
          <a:xfrm>
            <a:off x="76795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4EDFC620-6E29-4142-9AA4-88F8CB28BCC8}"/>
              </a:ext>
            </a:extLst>
          </p:cNvPr>
          <p:cNvSpPr>
            <a:spLocks noGrp="1"/>
          </p:cNvSpPr>
          <p:nvPr/>
        </p:nvSpPr>
        <p:spPr>
          <a:xfrm>
            <a:off x="81557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5C483CFC-BA5F-4A92-AD6D-2833FB9C1D2F}"/>
              </a:ext>
            </a:extLst>
          </p:cNvPr>
          <p:cNvSpPr>
            <a:spLocks noGrp="1"/>
          </p:cNvSpPr>
          <p:nvPr/>
        </p:nvSpPr>
        <p:spPr>
          <a:xfrm>
            <a:off x="86320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62B9E551-5BC9-424D-BC55-3ADC05F58DC4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301DCCF2-005B-465D-BCC3-7E6F4A51CE34}"/>
              </a:ext>
            </a:extLst>
          </p:cNvPr>
          <p:cNvSpPr>
            <a:spLocks noGrp="1"/>
          </p:cNvSpPr>
          <p:nvPr/>
        </p:nvSpPr>
        <p:spPr>
          <a:xfrm>
            <a:off x="95845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FEB0B367-5D08-4C95-B1A2-DC50402C65B8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9FF01D1C-BD41-4261-B651-3431A736A804}"/>
              </a:ext>
            </a:extLst>
          </p:cNvPr>
          <p:cNvSpPr>
            <a:spLocks noGrp="1"/>
          </p:cNvSpPr>
          <p:nvPr/>
        </p:nvSpPr>
        <p:spPr>
          <a:xfrm>
            <a:off x="105370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443E69A8-4894-410D-9E55-52D0DA33073A}"/>
              </a:ext>
            </a:extLst>
          </p:cNvPr>
          <p:cNvSpPr>
            <a:spLocks noGrp="1"/>
          </p:cNvSpPr>
          <p:nvPr/>
        </p:nvSpPr>
        <p:spPr>
          <a:xfrm>
            <a:off x="110132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CA6F308D-7DEB-4A19-AF99-C720A8592BEB}"/>
              </a:ext>
            </a:extLst>
          </p:cNvPr>
          <p:cNvSpPr>
            <a:spLocks noGrp="1"/>
          </p:cNvSpPr>
          <p:nvPr/>
        </p:nvSpPr>
        <p:spPr>
          <a:xfrm>
            <a:off x="114895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2D0C400C-C607-4613-AFEC-0663C147A161}"/>
              </a:ext>
            </a:extLst>
          </p:cNvPr>
          <p:cNvSpPr>
            <a:spLocks noGrp="1"/>
          </p:cNvSpPr>
          <p:nvPr/>
        </p:nvSpPr>
        <p:spPr>
          <a:xfrm>
            <a:off x="119657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9A1B8F7E-C632-45C1-8215-64D6AA06306A}"/>
              </a:ext>
            </a:extLst>
          </p:cNvPr>
          <p:cNvSpPr>
            <a:spLocks noGrp="1"/>
          </p:cNvSpPr>
          <p:nvPr/>
        </p:nvSpPr>
        <p:spPr>
          <a:xfrm>
            <a:off x="124420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8C6CC8BA-2E72-4670-A903-D258C461294C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B65E3804-A3FF-421F-9A15-FEF644400386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C24F866E-4924-4F07-A61A-2B35E9FDC168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2DAAA446-B00A-492E-9D6D-8C76EF7BC222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521B6DC4-29A8-4752-BE40-A0794C64BF2D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0C373D4D-8E26-431D-A242-A9F3C3A6FD1C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AD14CA68-AB1C-4C91-B46F-3D57AEAA9C01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9B59942B-5FFB-4FE6-8290-49485129F46C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0356874B-6FF5-47BF-A951-ACDCE42F4AA8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20 + 11 = 31; the denominator stays 6.</a:t>
            </a:r>
          </a:p>
        </p:txBody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A0F60DD0-22A1-46E6-A1D5-F6318F6DCDD5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5 1/6</a:t>
            </a:r>
          </a:p>
        </p:txBody>
      </p:sp>
    </p:spTree>
    <p:extLst>
      <p:ext uri="{BB962C8B-B14F-4D97-AF65-F5344CB8AC3E}">
        <p14:creationId xmlns:p14="http://schemas.microsoft.com/office/powerpoint/2010/main" val="1897634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  <p:bldP spid="17" grpId="0"/>
      <p:bldP spid="18" grpId="0"/>
      <p:bldP spid="20" grpId="0"/>
      <p:bldP spid="77" grpId="0"/>
      <p:bldP spid="7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6FAFFA35-8C7E-45F6-AAB7-E6DCB448AC8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3F83B4D-913F-41A8-B7D6-37A72544BAC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 1/3 + 1 5/6.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5E4EB5B-6F4A-43E7-BCF7-BA006F36127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1DC5E4E-D78F-41C4-86E2-F709A0B8F6C3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mixed numbers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5287A6E-B184-41A7-B412-59F9F351C62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AC5EDEE-1B91-4C58-A015-EBE76D6694A0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 1/3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23798023-C1A1-4E0F-BCC4-AB7E39AC58B6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× 3 + 1 = 13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740FECE-63AF-4EFC-8A4D-76107BBEC41F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D6F5B12-6819-49F4-B5FF-11AA2DA2243C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248E65E-675E-40E8-B61C-76BA56630E2C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E958CD4-E29A-45A9-86C0-247086264BF0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 5/6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6119EA7-1269-4E79-ACDF-2411CBF54765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× 6 + 5 = 11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7C6DB3E-31B1-491E-B986-6ACE136C4EA1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9EA47C55-C6E3-418D-A22E-1B866736D582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173FE04-9ABE-4FF0-8962-968207385822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83200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bject-1">
            <a:extLst>
              <a:ext uri="{FF2B5EF4-FFF2-40B4-BE49-F238E27FC236}">
                <a16:creationId xmlns:a16="http://schemas.microsoft.com/office/drawing/2014/main" id="{ED22EB20-8D46-4DEC-B75C-82824E290C1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3D0CB1C0-8B31-4815-89F6-9C9E902A0F1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 1/3 + 1 5/6.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D994AE7-54DD-4D07-9BA8-5A0391B8F87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402D5BD-C29C-4B1F-A189-B3E4CC75DBA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mixed numbers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2B386E7-DDA6-4F6F-A711-37C363F8AAC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60CE815-EBE8-46DD-B06D-FCB5E62BC5A0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B4C6AD7-715D-46B1-B734-72367B44666B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72E6FB9-5BEE-4F86-9DCA-95B8C0A6EEE2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E09E91F-696A-46F2-ABA6-76E663AFC0D8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8A42604-5056-4830-B2C9-F1FEEB972218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FE2EEBA-751C-4D99-97FC-673AD75A6D3C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BD53561-AA53-4033-8B3C-C87C5265F110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075386E1-A311-481C-8ADF-A6E13198D20E}"/>
              </a:ext>
            </a:extLst>
          </p:cNvPr>
          <p:cNvSpPr>
            <a:spLocks noGrp="1"/>
          </p:cNvSpPr>
          <p:nvPr/>
        </p:nvSpPr>
        <p:spPr>
          <a:xfrm>
            <a:off x="767953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F03C13FB-1A0B-4B6E-BFD2-6C3F83DEA560}"/>
              </a:ext>
            </a:extLst>
          </p:cNvPr>
          <p:cNvSpPr>
            <a:spLocks noGrp="1"/>
          </p:cNvSpPr>
          <p:nvPr/>
        </p:nvSpPr>
        <p:spPr>
          <a:xfrm>
            <a:off x="767953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56825304-2457-4AE8-B54D-35DEBBC2F9C5}"/>
              </a:ext>
            </a:extLst>
          </p:cNvPr>
          <p:cNvSpPr>
            <a:spLocks noGrp="1"/>
          </p:cNvSpPr>
          <p:nvPr/>
        </p:nvSpPr>
        <p:spPr>
          <a:xfrm>
            <a:off x="767953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3939F0EC-AD80-493B-A065-BBD8E7C0D189}"/>
              </a:ext>
            </a:extLst>
          </p:cNvPr>
          <p:cNvSpPr>
            <a:spLocks noGrp="1"/>
          </p:cNvSpPr>
          <p:nvPr/>
        </p:nvSpPr>
        <p:spPr>
          <a:xfrm>
            <a:off x="9572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035138C3-AB52-4340-9EE3-6EF5FD0AB3E1}"/>
              </a:ext>
            </a:extLst>
          </p:cNvPr>
          <p:cNvSpPr>
            <a:spLocks noGrp="1"/>
          </p:cNvSpPr>
          <p:nvPr/>
        </p:nvSpPr>
        <p:spPr>
          <a:xfrm>
            <a:off x="1107281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E9C97CEA-B8C1-4EE2-B8D0-CDF762308D6F}"/>
              </a:ext>
            </a:extLst>
          </p:cNvPr>
          <p:cNvSpPr>
            <a:spLocks noGrp="1"/>
          </p:cNvSpPr>
          <p:nvPr/>
        </p:nvSpPr>
        <p:spPr>
          <a:xfrm>
            <a:off x="1107281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8EAF2207-2760-49A2-8E2E-5C2AB5575F24}"/>
              </a:ext>
            </a:extLst>
          </p:cNvPr>
          <p:cNvSpPr>
            <a:spLocks noGrp="1"/>
          </p:cNvSpPr>
          <p:nvPr/>
        </p:nvSpPr>
        <p:spPr>
          <a:xfrm>
            <a:off x="1107281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AA9293D1-3802-49D8-9BDD-80A4DFDCCB6F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62ED371E-F9C6-4AE2-B00E-C5B97AB22CF3}"/>
              </a:ext>
            </a:extLst>
          </p:cNvPr>
          <p:cNvSpPr>
            <a:spLocks noGrp="1"/>
          </p:cNvSpPr>
          <p:nvPr/>
        </p:nvSpPr>
        <p:spPr>
          <a:xfrm>
            <a:off x="1869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149BF3C-A74E-41C4-89CC-F782BE903D18}"/>
              </a:ext>
            </a:extLst>
          </p:cNvPr>
          <p:cNvSpPr>
            <a:spLocks noGrp="1"/>
          </p:cNvSpPr>
          <p:nvPr/>
        </p:nvSpPr>
        <p:spPr>
          <a:xfrm>
            <a:off x="2250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1147AEEB-EC67-43BA-9ACC-71E484BC8AE7}"/>
              </a:ext>
            </a:extLst>
          </p:cNvPr>
          <p:cNvSpPr>
            <a:spLocks noGrp="1"/>
          </p:cNvSpPr>
          <p:nvPr/>
        </p:nvSpPr>
        <p:spPr>
          <a:xfrm>
            <a:off x="2631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C16F679E-59A0-4036-9108-440BD28A054B}"/>
              </a:ext>
            </a:extLst>
          </p:cNvPr>
          <p:cNvSpPr>
            <a:spLocks noGrp="1"/>
          </p:cNvSpPr>
          <p:nvPr/>
        </p:nvSpPr>
        <p:spPr>
          <a:xfrm>
            <a:off x="3012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C12A0152-4BA1-4600-BC2E-18DA7CADC24A}"/>
              </a:ext>
            </a:extLst>
          </p:cNvPr>
          <p:cNvSpPr>
            <a:spLocks noGrp="1"/>
          </p:cNvSpPr>
          <p:nvPr/>
        </p:nvSpPr>
        <p:spPr>
          <a:xfrm>
            <a:off x="3393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78678FE1-D4A6-4648-9168-3D05C62360E4}"/>
              </a:ext>
            </a:extLst>
          </p:cNvPr>
          <p:cNvSpPr>
            <a:spLocks noGrp="1"/>
          </p:cNvSpPr>
          <p:nvPr/>
        </p:nvSpPr>
        <p:spPr>
          <a:xfrm>
            <a:off x="3774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E42F7DD1-05E4-4BAE-AE75-24B32A01E05C}"/>
              </a:ext>
            </a:extLst>
          </p:cNvPr>
          <p:cNvSpPr>
            <a:spLocks noGrp="1"/>
          </p:cNvSpPr>
          <p:nvPr/>
        </p:nvSpPr>
        <p:spPr>
          <a:xfrm>
            <a:off x="4155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5B12B25E-A635-44EC-A9E8-7157871B4491}"/>
              </a:ext>
            </a:extLst>
          </p:cNvPr>
          <p:cNvSpPr>
            <a:spLocks noGrp="1"/>
          </p:cNvSpPr>
          <p:nvPr/>
        </p:nvSpPr>
        <p:spPr>
          <a:xfrm>
            <a:off x="4536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A896DDB5-ABAF-47CC-94F6-F7AEDAEE9FC4}"/>
              </a:ext>
            </a:extLst>
          </p:cNvPr>
          <p:cNvSpPr>
            <a:spLocks noGrp="1"/>
          </p:cNvSpPr>
          <p:nvPr/>
        </p:nvSpPr>
        <p:spPr>
          <a:xfrm>
            <a:off x="4917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E4D1797D-0DC8-4753-96A4-A7507FE5CBC4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2A1B5741-D16C-42E7-86E4-9C897CF85DDA}"/>
              </a:ext>
            </a:extLst>
          </p:cNvPr>
          <p:cNvSpPr>
            <a:spLocks noGrp="1"/>
          </p:cNvSpPr>
          <p:nvPr/>
        </p:nvSpPr>
        <p:spPr>
          <a:xfrm>
            <a:off x="5679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ABE21897-BF0E-414B-8E61-9D11357ACE33}"/>
              </a:ext>
            </a:extLst>
          </p:cNvPr>
          <p:cNvSpPr>
            <a:spLocks noGrp="1"/>
          </p:cNvSpPr>
          <p:nvPr/>
        </p:nvSpPr>
        <p:spPr>
          <a:xfrm>
            <a:off x="6060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4171EFBE-AEDE-4D17-82DA-30805BBD1537}"/>
              </a:ext>
            </a:extLst>
          </p:cNvPr>
          <p:cNvSpPr>
            <a:spLocks noGrp="1"/>
          </p:cNvSpPr>
          <p:nvPr/>
        </p:nvSpPr>
        <p:spPr>
          <a:xfrm>
            <a:off x="6441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66111048-BFEB-40D0-A2DD-AF6C585554C8}"/>
              </a:ext>
            </a:extLst>
          </p:cNvPr>
          <p:cNvSpPr>
            <a:spLocks noGrp="1"/>
          </p:cNvSpPr>
          <p:nvPr/>
        </p:nvSpPr>
        <p:spPr>
          <a:xfrm>
            <a:off x="6822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902A45DA-B150-42EC-905E-3F54891DB4E3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9332577D-5953-45D5-A5AE-9446D23E1983}"/>
              </a:ext>
            </a:extLst>
          </p:cNvPr>
          <p:cNvSpPr>
            <a:spLocks noGrp="1"/>
          </p:cNvSpPr>
          <p:nvPr/>
        </p:nvSpPr>
        <p:spPr>
          <a:xfrm>
            <a:off x="7584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4363BC0B-5657-40EE-9671-2B39C1E0C012}"/>
              </a:ext>
            </a:extLst>
          </p:cNvPr>
          <p:cNvSpPr>
            <a:spLocks noGrp="1"/>
          </p:cNvSpPr>
          <p:nvPr/>
        </p:nvSpPr>
        <p:spPr>
          <a:xfrm>
            <a:off x="7965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B8117BDE-7266-46DD-9203-DE6452C0DF74}"/>
              </a:ext>
            </a:extLst>
          </p:cNvPr>
          <p:cNvSpPr>
            <a:spLocks noGrp="1"/>
          </p:cNvSpPr>
          <p:nvPr/>
        </p:nvSpPr>
        <p:spPr>
          <a:xfrm>
            <a:off x="8346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9436D321-4C81-4E41-8937-ED2F75DDCBB5}"/>
              </a:ext>
            </a:extLst>
          </p:cNvPr>
          <p:cNvSpPr>
            <a:spLocks noGrp="1"/>
          </p:cNvSpPr>
          <p:nvPr/>
        </p:nvSpPr>
        <p:spPr>
          <a:xfrm>
            <a:off x="8727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89452FE4-1A18-40FF-93DD-C72D960FF111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5CBF1A11-5356-4708-AC6A-A6B84F0ADA6D}"/>
              </a:ext>
            </a:extLst>
          </p:cNvPr>
          <p:cNvSpPr>
            <a:spLocks noGrp="1"/>
          </p:cNvSpPr>
          <p:nvPr/>
        </p:nvSpPr>
        <p:spPr>
          <a:xfrm>
            <a:off x="9489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B7DBB3B8-F88C-4994-A1DD-2AFD053DF0F8}"/>
              </a:ext>
            </a:extLst>
          </p:cNvPr>
          <p:cNvSpPr>
            <a:spLocks noGrp="1"/>
          </p:cNvSpPr>
          <p:nvPr/>
        </p:nvSpPr>
        <p:spPr>
          <a:xfrm>
            <a:off x="9870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4A37DC5F-BC7C-42FB-9974-C7587D500AC6}"/>
              </a:ext>
            </a:extLst>
          </p:cNvPr>
          <p:cNvSpPr>
            <a:spLocks noGrp="1"/>
          </p:cNvSpPr>
          <p:nvPr/>
        </p:nvSpPr>
        <p:spPr>
          <a:xfrm>
            <a:off x="10251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32489778-8CA7-41CB-BA1F-498D13C571CB}"/>
              </a:ext>
            </a:extLst>
          </p:cNvPr>
          <p:cNvSpPr>
            <a:spLocks noGrp="1"/>
          </p:cNvSpPr>
          <p:nvPr/>
        </p:nvSpPr>
        <p:spPr>
          <a:xfrm>
            <a:off x="10632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8EF387AF-398D-4723-923B-4F16BDAD6AC3}"/>
              </a:ext>
            </a:extLst>
          </p:cNvPr>
          <p:cNvSpPr>
            <a:spLocks noGrp="1"/>
          </p:cNvSpPr>
          <p:nvPr/>
        </p:nvSpPr>
        <p:spPr>
          <a:xfrm>
            <a:off x="11013281" y="5310188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ECD8399B-E934-4D2B-A178-283CF23E1AFD}"/>
              </a:ext>
            </a:extLst>
          </p:cNvPr>
          <p:cNvSpPr>
            <a:spLocks noGrp="1"/>
          </p:cNvSpPr>
          <p:nvPr/>
        </p:nvSpPr>
        <p:spPr>
          <a:xfrm>
            <a:off x="11394281" y="5310188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C3F80B55-C62B-464B-A78B-E9F0E7505622}"/>
              </a:ext>
            </a:extLst>
          </p:cNvPr>
          <p:cNvSpPr>
            <a:spLocks noGrp="1"/>
          </p:cNvSpPr>
          <p:nvPr/>
        </p:nvSpPr>
        <p:spPr>
          <a:xfrm>
            <a:off x="11775281" y="5310188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EE843A21-54E8-4B07-B5F2-533B2D54CF5E}"/>
              </a:ext>
            </a:extLst>
          </p:cNvPr>
          <p:cNvSpPr>
            <a:spLocks noGrp="1"/>
          </p:cNvSpPr>
          <p:nvPr/>
        </p:nvSpPr>
        <p:spPr>
          <a:xfrm>
            <a:off x="12156281" y="5310188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5754B21A-B8E0-49E0-8507-925B82078659}"/>
              </a:ext>
            </a:extLst>
          </p:cNvPr>
          <p:cNvSpPr>
            <a:spLocks noGrp="1"/>
          </p:cNvSpPr>
          <p:nvPr/>
        </p:nvSpPr>
        <p:spPr>
          <a:xfrm>
            <a:off x="12537281" y="5310188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E6DAD09D-2552-4E57-9484-0C18895732CC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A5F5D275-4CFF-49D1-9BA9-75B4F12DCA7F}"/>
              </a:ext>
            </a:extLst>
          </p:cNvPr>
          <p:cNvSpPr>
            <a:spLocks noGrp="1"/>
          </p:cNvSpPr>
          <p:nvPr/>
        </p:nvSpPr>
        <p:spPr>
          <a:xfrm>
            <a:off x="1869281" y="5988844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96B29FB7-FACF-40B2-B8BD-41F5EB93243E}"/>
              </a:ext>
            </a:extLst>
          </p:cNvPr>
          <p:cNvSpPr>
            <a:spLocks noGrp="1"/>
          </p:cNvSpPr>
          <p:nvPr/>
        </p:nvSpPr>
        <p:spPr>
          <a:xfrm>
            <a:off x="2250281" y="5988844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5320E8B0-7828-4876-B666-A9653DA9E623}"/>
              </a:ext>
            </a:extLst>
          </p:cNvPr>
          <p:cNvSpPr>
            <a:spLocks noGrp="1"/>
          </p:cNvSpPr>
          <p:nvPr/>
        </p:nvSpPr>
        <p:spPr>
          <a:xfrm>
            <a:off x="2631281" y="5988844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102EC65B-1F06-471C-B0C4-0DC57892BF1F}"/>
              </a:ext>
            </a:extLst>
          </p:cNvPr>
          <p:cNvSpPr>
            <a:spLocks noGrp="1"/>
          </p:cNvSpPr>
          <p:nvPr/>
        </p:nvSpPr>
        <p:spPr>
          <a:xfrm>
            <a:off x="3012281" y="5988844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F3A597D1-7D65-46DE-A09F-E02926983AFE}"/>
              </a:ext>
            </a:extLst>
          </p:cNvPr>
          <p:cNvSpPr>
            <a:spLocks noGrp="1"/>
          </p:cNvSpPr>
          <p:nvPr/>
        </p:nvSpPr>
        <p:spPr>
          <a:xfrm>
            <a:off x="3393281" y="5988844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2DA78D54-3FE7-4842-AA38-F856CABCC273}"/>
              </a:ext>
            </a:extLst>
          </p:cNvPr>
          <p:cNvSpPr>
            <a:spLocks noGrp="1"/>
          </p:cNvSpPr>
          <p:nvPr/>
        </p:nvSpPr>
        <p:spPr>
          <a:xfrm>
            <a:off x="3774281" y="5988844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61FE9149-4AEA-4978-B309-1DBAA5574054}"/>
              </a:ext>
            </a:extLst>
          </p:cNvPr>
          <p:cNvSpPr>
            <a:spLocks noGrp="1"/>
          </p:cNvSpPr>
          <p:nvPr/>
        </p:nvSpPr>
        <p:spPr>
          <a:xfrm>
            <a:off x="4155281" y="5988844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11BD1817-EC74-471B-BF6E-6EB2E9D263C6}"/>
              </a:ext>
            </a:extLst>
          </p:cNvPr>
          <p:cNvSpPr>
            <a:spLocks noGrp="1"/>
          </p:cNvSpPr>
          <p:nvPr/>
        </p:nvSpPr>
        <p:spPr>
          <a:xfrm>
            <a:off x="4536281" y="5988844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A86D6622-2C5C-40AB-A4C7-C3CCB1FA6D04}"/>
              </a:ext>
            </a:extLst>
          </p:cNvPr>
          <p:cNvSpPr>
            <a:spLocks noGrp="1"/>
          </p:cNvSpPr>
          <p:nvPr/>
        </p:nvSpPr>
        <p:spPr>
          <a:xfrm>
            <a:off x="4917281" y="5988844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DE9EA08E-73D1-422D-9E65-8A567929DE22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3810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60AF28D5-897A-4E58-87D0-ABEA810B9FAF}"/>
              </a:ext>
            </a:extLst>
          </p:cNvPr>
          <p:cNvSpPr>
            <a:spLocks noGrp="1"/>
          </p:cNvSpPr>
          <p:nvPr/>
        </p:nvSpPr>
        <p:spPr>
          <a:xfrm>
            <a:off x="5679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D0F59AE0-B7CF-4428-B6B3-4E8BDCCEC308}"/>
              </a:ext>
            </a:extLst>
          </p:cNvPr>
          <p:cNvSpPr>
            <a:spLocks noGrp="1"/>
          </p:cNvSpPr>
          <p:nvPr/>
        </p:nvSpPr>
        <p:spPr>
          <a:xfrm>
            <a:off x="6060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4FAA8E18-99F8-4F16-AA47-17E28154EB8B}"/>
              </a:ext>
            </a:extLst>
          </p:cNvPr>
          <p:cNvSpPr>
            <a:spLocks noGrp="1"/>
          </p:cNvSpPr>
          <p:nvPr/>
        </p:nvSpPr>
        <p:spPr>
          <a:xfrm>
            <a:off x="6441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536E3FC8-B7F0-4E99-9B0C-5C872B538A33}"/>
              </a:ext>
            </a:extLst>
          </p:cNvPr>
          <p:cNvSpPr>
            <a:spLocks noGrp="1"/>
          </p:cNvSpPr>
          <p:nvPr/>
        </p:nvSpPr>
        <p:spPr>
          <a:xfrm>
            <a:off x="6822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F1F5E395-3C3A-4978-ACF2-5A1D62FD56F0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06F093B4-24BA-46F7-AB01-B72AE61A3B3C}"/>
              </a:ext>
            </a:extLst>
          </p:cNvPr>
          <p:cNvSpPr>
            <a:spLocks noGrp="1"/>
          </p:cNvSpPr>
          <p:nvPr/>
        </p:nvSpPr>
        <p:spPr>
          <a:xfrm>
            <a:off x="7584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BD445D9E-1D47-47C1-9F27-085A4C1F5DBE}"/>
              </a:ext>
            </a:extLst>
          </p:cNvPr>
          <p:cNvSpPr>
            <a:spLocks noGrp="1"/>
          </p:cNvSpPr>
          <p:nvPr/>
        </p:nvSpPr>
        <p:spPr>
          <a:xfrm>
            <a:off x="7965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7FAF459B-BD04-4B8A-A2D4-DD22D48BB08B}"/>
              </a:ext>
            </a:extLst>
          </p:cNvPr>
          <p:cNvSpPr>
            <a:spLocks noGrp="1"/>
          </p:cNvSpPr>
          <p:nvPr/>
        </p:nvSpPr>
        <p:spPr>
          <a:xfrm>
            <a:off x="8346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F84F4A68-CC8B-430E-986B-117C162A6B22}"/>
              </a:ext>
            </a:extLst>
          </p:cNvPr>
          <p:cNvSpPr>
            <a:spLocks noGrp="1"/>
          </p:cNvSpPr>
          <p:nvPr/>
        </p:nvSpPr>
        <p:spPr>
          <a:xfrm>
            <a:off x="8727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91CBF26D-F8E3-4B52-9243-3E53150BA6B5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89140F99-287F-4E45-BB92-C8068CF7181B}"/>
              </a:ext>
            </a:extLst>
          </p:cNvPr>
          <p:cNvSpPr>
            <a:spLocks noGrp="1"/>
          </p:cNvSpPr>
          <p:nvPr/>
        </p:nvSpPr>
        <p:spPr>
          <a:xfrm>
            <a:off x="9489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07BC3B06-787C-480C-8297-B6EC4E0764B3}"/>
              </a:ext>
            </a:extLst>
          </p:cNvPr>
          <p:cNvSpPr>
            <a:spLocks noGrp="1"/>
          </p:cNvSpPr>
          <p:nvPr/>
        </p:nvSpPr>
        <p:spPr>
          <a:xfrm>
            <a:off x="9870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4CBA14C3-EC74-4DB3-A09D-348098508091}"/>
              </a:ext>
            </a:extLst>
          </p:cNvPr>
          <p:cNvSpPr>
            <a:spLocks noGrp="1"/>
          </p:cNvSpPr>
          <p:nvPr/>
        </p:nvSpPr>
        <p:spPr>
          <a:xfrm>
            <a:off x="10251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15ED3710-FEB7-4C14-A70F-718CA1182A41}"/>
              </a:ext>
            </a:extLst>
          </p:cNvPr>
          <p:cNvSpPr>
            <a:spLocks noGrp="1"/>
          </p:cNvSpPr>
          <p:nvPr/>
        </p:nvSpPr>
        <p:spPr>
          <a:xfrm>
            <a:off x="10632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0D541CD2-F66F-4FA6-9742-622BC5CF6D9B}"/>
              </a:ext>
            </a:extLst>
          </p:cNvPr>
          <p:cNvSpPr>
            <a:spLocks noGrp="1"/>
          </p:cNvSpPr>
          <p:nvPr/>
        </p:nvSpPr>
        <p:spPr>
          <a:xfrm>
            <a:off x="11013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F41A1688-2D3B-4701-9673-A4A8F0E7B0FB}"/>
              </a:ext>
            </a:extLst>
          </p:cNvPr>
          <p:cNvSpPr>
            <a:spLocks noGrp="1"/>
          </p:cNvSpPr>
          <p:nvPr/>
        </p:nvSpPr>
        <p:spPr>
          <a:xfrm>
            <a:off x="11394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D95BFB54-6B1E-4E23-B73D-B1F190A5052D}"/>
              </a:ext>
            </a:extLst>
          </p:cNvPr>
          <p:cNvSpPr>
            <a:spLocks noGrp="1"/>
          </p:cNvSpPr>
          <p:nvPr/>
        </p:nvSpPr>
        <p:spPr>
          <a:xfrm>
            <a:off x="11775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3EAF6C96-9952-4D96-8A40-792E55F82157}"/>
              </a:ext>
            </a:extLst>
          </p:cNvPr>
          <p:cNvSpPr>
            <a:spLocks noGrp="1"/>
          </p:cNvSpPr>
          <p:nvPr/>
        </p:nvSpPr>
        <p:spPr>
          <a:xfrm>
            <a:off x="12156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407029A6-E66D-4774-8AF7-94BBD5FFB724}"/>
              </a:ext>
            </a:extLst>
          </p:cNvPr>
          <p:cNvSpPr>
            <a:spLocks noGrp="1"/>
          </p:cNvSpPr>
          <p:nvPr/>
        </p:nvSpPr>
        <p:spPr>
          <a:xfrm>
            <a:off x="12537281" y="5988844"/>
            <a:ext cx="3810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035443CD-9F11-41EC-839C-5A264585383D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2286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C4E291F1-5DE5-424D-971F-6B614D33909F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2286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32E34294-BE9A-46BD-B683-78B31CD16207}"/>
              </a:ext>
            </a:extLst>
          </p:cNvPr>
          <p:cNvSpPr>
            <a:spLocks noGrp="1"/>
          </p:cNvSpPr>
          <p:nvPr/>
        </p:nvSpPr>
        <p:spPr>
          <a:xfrm>
            <a:off x="3774281" y="5310188"/>
            <a:ext cx="2286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4521546C-07FC-4663-8E3A-B63851DDBFA2}"/>
              </a:ext>
            </a:extLst>
          </p:cNvPr>
          <p:cNvSpPr>
            <a:spLocks noGrp="1"/>
          </p:cNvSpPr>
          <p:nvPr/>
        </p:nvSpPr>
        <p:spPr>
          <a:xfrm>
            <a:off x="3774281" y="5988844"/>
            <a:ext cx="2286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F65185E9-96EC-4C07-9AB7-5ACF8AA2533E}"/>
              </a:ext>
            </a:extLst>
          </p:cNvPr>
          <p:cNvSpPr>
            <a:spLocks noGrp="1"/>
          </p:cNvSpPr>
          <p:nvPr/>
        </p:nvSpPr>
        <p:spPr>
          <a:xfrm>
            <a:off x="6060281" y="5310188"/>
            <a:ext cx="2286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A2709832-FFDA-4A73-99DD-D23F918A7ABE}"/>
              </a:ext>
            </a:extLst>
          </p:cNvPr>
          <p:cNvSpPr>
            <a:spLocks noGrp="1"/>
          </p:cNvSpPr>
          <p:nvPr/>
        </p:nvSpPr>
        <p:spPr>
          <a:xfrm>
            <a:off x="6060281" y="5988844"/>
            <a:ext cx="2286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8F48D3AE-14FE-4D1B-A131-9BB48EA7D7BA}"/>
              </a:ext>
            </a:extLst>
          </p:cNvPr>
          <p:cNvSpPr>
            <a:spLocks noGrp="1"/>
          </p:cNvSpPr>
          <p:nvPr/>
        </p:nvSpPr>
        <p:spPr>
          <a:xfrm>
            <a:off x="8346281" y="5310188"/>
            <a:ext cx="2286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B7E1D0FE-F39E-4044-80CE-234DAB9F16B4}"/>
              </a:ext>
            </a:extLst>
          </p:cNvPr>
          <p:cNvSpPr>
            <a:spLocks noGrp="1"/>
          </p:cNvSpPr>
          <p:nvPr/>
        </p:nvSpPr>
        <p:spPr>
          <a:xfrm>
            <a:off x="8346281" y="5988844"/>
            <a:ext cx="2286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4D2EF753-4129-4713-9020-6B1B7C50EDB7}"/>
              </a:ext>
            </a:extLst>
          </p:cNvPr>
          <p:cNvSpPr>
            <a:spLocks noGrp="1"/>
          </p:cNvSpPr>
          <p:nvPr/>
        </p:nvSpPr>
        <p:spPr>
          <a:xfrm>
            <a:off x="10632281" y="5310188"/>
            <a:ext cx="2286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78501C90-88A2-463E-AB60-A4D652876BA6}"/>
              </a:ext>
            </a:extLst>
          </p:cNvPr>
          <p:cNvSpPr>
            <a:spLocks noGrp="1"/>
          </p:cNvSpPr>
          <p:nvPr/>
        </p:nvSpPr>
        <p:spPr>
          <a:xfrm>
            <a:off x="10632281" y="5988844"/>
            <a:ext cx="2286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9595D4E6-85BC-40B1-91A2-DAD199C37AB3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26 + 11 = 37; the denominator stays 6.</a:t>
            </a:r>
          </a:p>
        </p:txBody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702A6D1A-49CE-4399-8F47-8D7560DC28BA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6 1/6</a:t>
            </a:r>
          </a:p>
        </p:txBody>
      </p:sp>
    </p:spTree>
    <p:extLst>
      <p:ext uri="{BB962C8B-B14F-4D97-AF65-F5344CB8AC3E}">
        <p14:creationId xmlns:p14="http://schemas.microsoft.com/office/powerpoint/2010/main" val="208922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16" grpId="0"/>
      <p:bldP spid="17" grpId="0"/>
      <p:bldP spid="19" grpId="0"/>
      <p:bldP spid="90" grpId="0"/>
      <p:bldP spid="9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CCA273CF-F33A-441F-B91B-A4C0BACA34E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DB8969E-976F-4DE0-8350-42F9B2E5836A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485D4F6-830D-4C01-9BA9-5B140FF1CF8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 1/3 + 1 5/6.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F488CD3-7793-4138-8202-B59E7013FAD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A6DC201-FB6A-458B-8661-CAD80977531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mixed numbers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787BE0D-4029-4C12-AB2B-4B4B70A58E9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FA0031C-F4B5-4A94-BCA3-35B9E1EB70AB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 1/3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AD591CF-F8DB-45CD-98CF-68853CC93109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× 3 + 1 = 16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4CB5038-E930-4890-B3D7-589DADA3E4CA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A2DF225-9773-4AA7-92A4-EA566204E229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F9A986E-738B-4D5E-8AB0-8B39403ADA62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E5E9C72-5EF8-49A5-922C-67845CF0868C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 5/6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7E4654CB-E121-4887-82F9-9431B34ED149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× 6 + 5 = 11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85461B13-3575-4CE4-A886-9EE5E6F9FA6E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2CE09B99-B5B3-4A8A-9B71-F33031E8C61F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454C40D4-D630-4763-A29A-C3C4BCA9F6BC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451488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bject-1">
            <a:extLst>
              <a:ext uri="{FF2B5EF4-FFF2-40B4-BE49-F238E27FC236}">
                <a16:creationId xmlns:a16="http://schemas.microsoft.com/office/drawing/2014/main" id="{8017F3F9-3770-414A-8728-A7B2A61F5EB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6B45336-4398-4CF5-BF2A-D2731DD4941F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63759E9-A11A-4AD7-8700-8D86BAF36F5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 1/3 + 1 5/6.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A09BF1F-0164-4F79-B24C-C5A7325C1DD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4176855-A51D-4CEA-AD78-0FF839BB4E2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mixed numbers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87E9729-C4C5-40DD-A8BF-47EC44E1E8A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FE89CC7-7ADE-4DD7-BC9E-002F7BE0C032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87E0785-D969-4143-8A6D-72338E0DF9F5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821ADD9-7BEB-470B-AC6B-300DB7C06621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982FDDB-C160-4E6A-AE65-6B2065E861ED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8EA85C9-88CB-4368-858F-E389DDA07207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831A1FA-530D-4BCC-8ADD-45A849202C5F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083002C-15FB-4709-8BD0-C0D6A613B487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E4222F3E-92E6-4646-A895-6F1136447F42}"/>
              </a:ext>
            </a:extLst>
          </p:cNvPr>
          <p:cNvSpPr>
            <a:spLocks noGrp="1"/>
          </p:cNvSpPr>
          <p:nvPr/>
        </p:nvSpPr>
        <p:spPr>
          <a:xfrm>
            <a:off x="767953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314BC2B-939F-4F7D-B9A4-B5CDBEA22BC4}"/>
              </a:ext>
            </a:extLst>
          </p:cNvPr>
          <p:cNvSpPr>
            <a:spLocks noGrp="1"/>
          </p:cNvSpPr>
          <p:nvPr/>
        </p:nvSpPr>
        <p:spPr>
          <a:xfrm>
            <a:off x="767953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9D0C7E1D-7B52-48D7-96D7-708338410F39}"/>
              </a:ext>
            </a:extLst>
          </p:cNvPr>
          <p:cNvSpPr>
            <a:spLocks noGrp="1"/>
          </p:cNvSpPr>
          <p:nvPr/>
        </p:nvSpPr>
        <p:spPr>
          <a:xfrm>
            <a:off x="767953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96E6E022-89BF-445B-8349-CAAAE1760AA8}"/>
              </a:ext>
            </a:extLst>
          </p:cNvPr>
          <p:cNvSpPr>
            <a:spLocks noGrp="1"/>
          </p:cNvSpPr>
          <p:nvPr/>
        </p:nvSpPr>
        <p:spPr>
          <a:xfrm>
            <a:off x="9572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DFA485EC-CC59-4CCC-87B7-78E96AD4AB47}"/>
              </a:ext>
            </a:extLst>
          </p:cNvPr>
          <p:cNvSpPr>
            <a:spLocks noGrp="1"/>
          </p:cNvSpPr>
          <p:nvPr/>
        </p:nvSpPr>
        <p:spPr>
          <a:xfrm>
            <a:off x="1107281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B504597-A1DA-4BF7-B8CC-29701DBF50F6}"/>
              </a:ext>
            </a:extLst>
          </p:cNvPr>
          <p:cNvSpPr>
            <a:spLocks noGrp="1"/>
          </p:cNvSpPr>
          <p:nvPr/>
        </p:nvSpPr>
        <p:spPr>
          <a:xfrm>
            <a:off x="1107281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2870425-3D5A-4121-AB84-88FC204AF743}"/>
              </a:ext>
            </a:extLst>
          </p:cNvPr>
          <p:cNvSpPr>
            <a:spLocks noGrp="1"/>
          </p:cNvSpPr>
          <p:nvPr/>
        </p:nvSpPr>
        <p:spPr>
          <a:xfrm>
            <a:off x="1107281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7AACB83-78C7-408A-8705-891FF72EC581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1B27DC9B-D68A-4EA4-BBD3-0B6243EAF856}"/>
              </a:ext>
            </a:extLst>
          </p:cNvPr>
          <p:cNvSpPr>
            <a:spLocks noGrp="1"/>
          </p:cNvSpPr>
          <p:nvPr/>
        </p:nvSpPr>
        <p:spPr>
          <a:xfrm>
            <a:off x="180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FE1AE0FF-E74C-4470-9DD5-B93FB7A9EB97}"/>
              </a:ext>
            </a:extLst>
          </p:cNvPr>
          <p:cNvSpPr>
            <a:spLocks noGrp="1"/>
          </p:cNvSpPr>
          <p:nvPr/>
        </p:nvSpPr>
        <p:spPr>
          <a:xfrm>
            <a:off x="212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42C6469E-F0E4-4F75-BC06-F200EC49B1F2}"/>
              </a:ext>
            </a:extLst>
          </p:cNvPr>
          <p:cNvSpPr>
            <a:spLocks noGrp="1"/>
          </p:cNvSpPr>
          <p:nvPr/>
        </p:nvSpPr>
        <p:spPr>
          <a:xfrm>
            <a:off x="244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50697E64-B127-4CBF-8C2B-33537D9C9554}"/>
              </a:ext>
            </a:extLst>
          </p:cNvPr>
          <p:cNvSpPr>
            <a:spLocks noGrp="1"/>
          </p:cNvSpPr>
          <p:nvPr/>
        </p:nvSpPr>
        <p:spPr>
          <a:xfrm>
            <a:off x="275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E30345FB-4092-4E8D-A7C6-2930BAA9F99D}"/>
              </a:ext>
            </a:extLst>
          </p:cNvPr>
          <p:cNvSpPr>
            <a:spLocks noGrp="1"/>
          </p:cNvSpPr>
          <p:nvPr/>
        </p:nvSpPr>
        <p:spPr>
          <a:xfrm>
            <a:off x="307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EBA37397-DF91-4931-86C3-D67687A241B3}"/>
              </a:ext>
            </a:extLst>
          </p:cNvPr>
          <p:cNvSpPr>
            <a:spLocks noGrp="1"/>
          </p:cNvSpPr>
          <p:nvPr/>
        </p:nvSpPr>
        <p:spPr>
          <a:xfrm>
            <a:off x="339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E60EE95E-08B1-493D-973E-D5A2041E6114}"/>
              </a:ext>
            </a:extLst>
          </p:cNvPr>
          <p:cNvSpPr>
            <a:spLocks noGrp="1"/>
          </p:cNvSpPr>
          <p:nvPr/>
        </p:nvSpPr>
        <p:spPr>
          <a:xfrm>
            <a:off x="371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FFE79ABC-BF32-488C-8369-7CCB60B94D46}"/>
              </a:ext>
            </a:extLst>
          </p:cNvPr>
          <p:cNvSpPr>
            <a:spLocks noGrp="1"/>
          </p:cNvSpPr>
          <p:nvPr/>
        </p:nvSpPr>
        <p:spPr>
          <a:xfrm>
            <a:off x="402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D7B3DA42-DEDE-46AD-A55D-A2A691C190C9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5325F3EB-6E44-4445-8619-F391CE53604E}"/>
              </a:ext>
            </a:extLst>
          </p:cNvPr>
          <p:cNvSpPr>
            <a:spLocks noGrp="1"/>
          </p:cNvSpPr>
          <p:nvPr/>
        </p:nvSpPr>
        <p:spPr>
          <a:xfrm>
            <a:off x="466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EC974583-E840-4A11-9D92-DD507518A407}"/>
              </a:ext>
            </a:extLst>
          </p:cNvPr>
          <p:cNvSpPr>
            <a:spLocks noGrp="1"/>
          </p:cNvSpPr>
          <p:nvPr/>
        </p:nvSpPr>
        <p:spPr>
          <a:xfrm>
            <a:off x="498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7D5B1DAB-CDEC-4B9D-B9BF-189D0F00D1B7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B81A7482-9329-4561-A0A0-83382E5F0C9E}"/>
              </a:ext>
            </a:extLst>
          </p:cNvPr>
          <p:cNvSpPr>
            <a:spLocks noGrp="1"/>
          </p:cNvSpPr>
          <p:nvPr/>
        </p:nvSpPr>
        <p:spPr>
          <a:xfrm>
            <a:off x="561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8A89CB8D-9F29-4E99-8415-60B45364B172}"/>
              </a:ext>
            </a:extLst>
          </p:cNvPr>
          <p:cNvSpPr>
            <a:spLocks noGrp="1"/>
          </p:cNvSpPr>
          <p:nvPr/>
        </p:nvSpPr>
        <p:spPr>
          <a:xfrm>
            <a:off x="593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4CFC16DC-B047-49DF-BCF1-438C0C3333A4}"/>
              </a:ext>
            </a:extLst>
          </p:cNvPr>
          <p:cNvSpPr>
            <a:spLocks noGrp="1"/>
          </p:cNvSpPr>
          <p:nvPr/>
        </p:nvSpPr>
        <p:spPr>
          <a:xfrm>
            <a:off x="625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7AA9D29C-0CC8-4A2C-BB85-2D356C7E2A13}"/>
              </a:ext>
            </a:extLst>
          </p:cNvPr>
          <p:cNvSpPr>
            <a:spLocks noGrp="1"/>
          </p:cNvSpPr>
          <p:nvPr/>
        </p:nvSpPr>
        <p:spPr>
          <a:xfrm>
            <a:off x="656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0AC58345-5634-4F9C-AD62-A96E5EF1E98B}"/>
              </a:ext>
            </a:extLst>
          </p:cNvPr>
          <p:cNvSpPr>
            <a:spLocks noGrp="1"/>
          </p:cNvSpPr>
          <p:nvPr/>
        </p:nvSpPr>
        <p:spPr>
          <a:xfrm>
            <a:off x="688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2F7C42F4-E4E5-413A-96CC-86170F4A6A26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CB73666B-91E6-4776-93DD-559BE71D440F}"/>
              </a:ext>
            </a:extLst>
          </p:cNvPr>
          <p:cNvSpPr>
            <a:spLocks noGrp="1"/>
          </p:cNvSpPr>
          <p:nvPr/>
        </p:nvSpPr>
        <p:spPr>
          <a:xfrm>
            <a:off x="752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0CA49B06-624C-4213-A7A1-873D43259BF8}"/>
              </a:ext>
            </a:extLst>
          </p:cNvPr>
          <p:cNvSpPr>
            <a:spLocks noGrp="1"/>
          </p:cNvSpPr>
          <p:nvPr/>
        </p:nvSpPr>
        <p:spPr>
          <a:xfrm>
            <a:off x="783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71E31BBF-8133-40FB-852B-6E81D7D3FC84}"/>
              </a:ext>
            </a:extLst>
          </p:cNvPr>
          <p:cNvSpPr>
            <a:spLocks noGrp="1"/>
          </p:cNvSpPr>
          <p:nvPr/>
        </p:nvSpPr>
        <p:spPr>
          <a:xfrm>
            <a:off x="815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A85AA65D-A5FF-465B-9894-08D145BF1F37}"/>
              </a:ext>
            </a:extLst>
          </p:cNvPr>
          <p:cNvSpPr>
            <a:spLocks noGrp="1"/>
          </p:cNvSpPr>
          <p:nvPr/>
        </p:nvSpPr>
        <p:spPr>
          <a:xfrm>
            <a:off x="847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E59FCD81-DE77-4455-94A0-A2A2BD37A2E1}"/>
              </a:ext>
            </a:extLst>
          </p:cNvPr>
          <p:cNvSpPr>
            <a:spLocks noGrp="1"/>
          </p:cNvSpPr>
          <p:nvPr/>
        </p:nvSpPr>
        <p:spPr>
          <a:xfrm>
            <a:off x="879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E1B5172C-D22B-433E-9BEC-508DD564D1D5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01AACC63-5264-45DA-8DD1-E06A4F7A6FA6}"/>
              </a:ext>
            </a:extLst>
          </p:cNvPr>
          <p:cNvSpPr>
            <a:spLocks noGrp="1"/>
          </p:cNvSpPr>
          <p:nvPr/>
        </p:nvSpPr>
        <p:spPr>
          <a:xfrm>
            <a:off x="942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41A9C06A-161C-41C4-A1B8-5AA3C3318399}"/>
              </a:ext>
            </a:extLst>
          </p:cNvPr>
          <p:cNvSpPr>
            <a:spLocks noGrp="1"/>
          </p:cNvSpPr>
          <p:nvPr/>
        </p:nvSpPr>
        <p:spPr>
          <a:xfrm>
            <a:off x="974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9F0E15DF-1674-48FD-A41D-F10D72CC6A24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4F39187D-133B-466D-BC76-18475509D495}"/>
              </a:ext>
            </a:extLst>
          </p:cNvPr>
          <p:cNvSpPr>
            <a:spLocks noGrp="1"/>
          </p:cNvSpPr>
          <p:nvPr/>
        </p:nvSpPr>
        <p:spPr>
          <a:xfrm>
            <a:off x="1037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22EAAA76-19A0-4B81-B8B6-26A6CA6EB6E2}"/>
              </a:ext>
            </a:extLst>
          </p:cNvPr>
          <p:cNvSpPr>
            <a:spLocks noGrp="1"/>
          </p:cNvSpPr>
          <p:nvPr/>
        </p:nvSpPr>
        <p:spPr>
          <a:xfrm>
            <a:off x="1069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F18DBC6B-8ABC-4993-AC1D-0D0602316BC9}"/>
              </a:ext>
            </a:extLst>
          </p:cNvPr>
          <p:cNvSpPr>
            <a:spLocks noGrp="1"/>
          </p:cNvSpPr>
          <p:nvPr/>
        </p:nvSpPr>
        <p:spPr>
          <a:xfrm>
            <a:off x="1101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A92793D2-1D8D-4F1B-8270-48F74789ED79}"/>
              </a:ext>
            </a:extLst>
          </p:cNvPr>
          <p:cNvSpPr>
            <a:spLocks noGrp="1"/>
          </p:cNvSpPr>
          <p:nvPr/>
        </p:nvSpPr>
        <p:spPr>
          <a:xfrm>
            <a:off x="1133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DBE8F3F6-6874-4871-B29C-9B4FD325EB2C}"/>
              </a:ext>
            </a:extLst>
          </p:cNvPr>
          <p:cNvSpPr>
            <a:spLocks noGrp="1"/>
          </p:cNvSpPr>
          <p:nvPr/>
        </p:nvSpPr>
        <p:spPr>
          <a:xfrm>
            <a:off x="11648281" y="5310188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1A9D6CBB-4343-4C92-B823-A3BBEB7A33D3}"/>
              </a:ext>
            </a:extLst>
          </p:cNvPr>
          <p:cNvSpPr>
            <a:spLocks noGrp="1"/>
          </p:cNvSpPr>
          <p:nvPr/>
        </p:nvSpPr>
        <p:spPr>
          <a:xfrm>
            <a:off x="11965781" y="5310188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161F6E27-76CE-4BDB-8A12-E197EC3ACC9A}"/>
              </a:ext>
            </a:extLst>
          </p:cNvPr>
          <p:cNvSpPr>
            <a:spLocks noGrp="1"/>
          </p:cNvSpPr>
          <p:nvPr/>
        </p:nvSpPr>
        <p:spPr>
          <a:xfrm>
            <a:off x="12283281" y="5310188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5F844413-2B5D-46B1-BC0D-9B17B0287108}"/>
              </a:ext>
            </a:extLst>
          </p:cNvPr>
          <p:cNvSpPr>
            <a:spLocks noGrp="1"/>
          </p:cNvSpPr>
          <p:nvPr/>
        </p:nvSpPr>
        <p:spPr>
          <a:xfrm>
            <a:off x="12600781" y="5310188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F15FDBF2-4547-4B2D-88B6-B2B2B54F6931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63FD3F54-C59B-4F9C-B1D3-55C0AEBAB947}"/>
              </a:ext>
            </a:extLst>
          </p:cNvPr>
          <p:cNvSpPr>
            <a:spLocks noGrp="1"/>
          </p:cNvSpPr>
          <p:nvPr/>
        </p:nvSpPr>
        <p:spPr>
          <a:xfrm>
            <a:off x="18057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6B80A395-4557-4908-A074-CD2A7873A392}"/>
              </a:ext>
            </a:extLst>
          </p:cNvPr>
          <p:cNvSpPr>
            <a:spLocks noGrp="1"/>
          </p:cNvSpPr>
          <p:nvPr/>
        </p:nvSpPr>
        <p:spPr>
          <a:xfrm>
            <a:off x="21232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1DDE76DA-9738-46DE-B0D9-755C4C3B8D32}"/>
              </a:ext>
            </a:extLst>
          </p:cNvPr>
          <p:cNvSpPr>
            <a:spLocks noGrp="1"/>
          </p:cNvSpPr>
          <p:nvPr/>
        </p:nvSpPr>
        <p:spPr>
          <a:xfrm>
            <a:off x="24407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0D7A47B3-0A38-4359-A1A8-DC2704CD22CB}"/>
              </a:ext>
            </a:extLst>
          </p:cNvPr>
          <p:cNvSpPr>
            <a:spLocks noGrp="1"/>
          </p:cNvSpPr>
          <p:nvPr/>
        </p:nvSpPr>
        <p:spPr>
          <a:xfrm>
            <a:off x="27582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E4DA6490-5AAF-48C3-BC9C-3681F7312610}"/>
              </a:ext>
            </a:extLst>
          </p:cNvPr>
          <p:cNvSpPr>
            <a:spLocks noGrp="1"/>
          </p:cNvSpPr>
          <p:nvPr/>
        </p:nvSpPr>
        <p:spPr>
          <a:xfrm>
            <a:off x="30757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F1B842F2-CD5E-4C78-BA12-74E9D853DAA4}"/>
              </a:ext>
            </a:extLst>
          </p:cNvPr>
          <p:cNvSpPr>
            <a:spLocks noGrp="1"/>
          </p:cNvSpPr>
          <p:nvPr/>
        </p:nvSpPr>
        <p:spPr>
          <a:xfrm>
            <a:off x="33932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5CFA3FA6-1601-4C0D-A4E4-A734B5820303}"/>
              </a:ext>
            </a:extLst>
          </p:cNvPr>
          <p:cNvSpPr>
            <a:spLocks noGrp="1"/>
          </p:cNvSpPr>
          <p:nvPr/>
        </p:nvSpPr>
        <p:spPr>
          <a:xfrm>
            <a:off x="37107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14429703-45FC-456E-987C-6518C1BE1EBB}"/>
              </a:ext>
            </a:extLst>
          </p:cNvPr>
          <p:cNvSpPr>
            <a:spLocks noGrp="1"/>
          </p:cNvSpPr>
          <p:nvPr/>
        </p:nvSpPr>
        <p:spPr>
          <a:xfrm>
            <a:off x="40282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A1BA4EAB-2333-487B-B7DA-C38C64D915EF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56B4E35E-0EFB-4E21-BF44-494ADD12D2DD}"/>
              </a:ext>
            </a:extLst>
          </p:cNvPr>
          <p:cNvSpPr>
            <a:spLocks noGrp="1"/>
          </p:cNvSpPr>
          <p:nvPr/>
        </p:nvSpPr>
        <p:spPr>
          <a:xfrm>
            <a:off x="46632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B3A06CFA-958E-4C61-8284-7D8869490899}"/>
              </a:ext>
            </a:extLst>
          </p:cNvPr>
          <p:cNvSpPr>
            <a:spLocks noGrp="1"/>
          </p:cNvSpPr>
          <p:nvPr/>
        </p:nvSpPr>
        <p:spPr>
          <a:xfrm>
            <a:off x="498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2B36D6CD-4C20-4B05-8D48-08788CE1EBF6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212DA905-B01B-41FB-8662-A550BE77D2A5}"/>
              </a:ext>
            </a:extLst>
          </p:cNvPr>
          <p:cNvSpPr>
            <a:spLocks noGrp="1"/>
          </p:cNvSpPr>
          <p:nvPr/>
        </p:nvSpPr>
        <p:spPr>
          <a:xfrm>
            <a:off x="561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A111E488-689B-4D77-B0F4-BD78B73CC78A}"/>
              </a:ext>
            </a:extLst>
          </p:cNvPr>
          <p:cNvSpPr>
            <a:spLocks noGrp="1"/>
          </p:cNvSpPr>
          <p:nvPr/>
        </p:nvSpPr>
        <p:spPr>
          <a:xfrm>
            <a:off x="593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A0CEA343-E3F2-4112-AAC7-EC5BCB362591}"/>
              </a:ext>
            </a:extLst>
          </p:cNvPr>
          <p:cNvSpPr>
            <a:spLocks noGrp="1"/>
          </p:cNvSpPr>
          <p:nvPr/>
        </p:nvSpPr>
        <p:spPr>
          <a:xfrm>
            <a:off x="625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D6C605ED-BD69-4DB4-9058-11C5FF46B4CC}"/>
              </a:ext>
            </a:extLst>
          </p:cNvPr>
          <p:cNvSpPr>
            <a:spLocks noGrp="1"/>
          </p:cNvSpPr>
          <p:nvPr/>
        </p:nvSpPr>
        <p:spPr>
          <a:xfrm>
            <a:off x="656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A8593D59-68FD-48D3-8471-D3F3BAE9712E}"/>
              </a:ext>
            </a:extLst>
          </p:cNvPr>
          <p:cNvSpPr>
            <a:spLocks noGrp="1"/>
          </p:cNvSpPr>
          <p:nvPr/>
        </p:nvSpPr>
        <p:spPr>
          <a:xfrm>
            <a:off x="688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9241CD34-56FB-4CB6-9F8D-1A37F41E5169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F196D4C9-08AE-4415-A640-89334843058C}"/>
              </a:ext>
            </a:extLst>
          </p:cNvPr>
          <p:cNvSpPr>
            <a:spLocks noGrp="1"/>
          </p:cNvSpPr>
          <p:nvPr/>
        </p:nvSpPr>
        <p:spPr>
          <a:xfrm>
            <a:off x="752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808CBA09-A8C6-4087-BED8-9EAA984DB267}"/>
              </a:ext>
            </a:extLst>
          </p:cNvPr>
          <p:cNvSpPr>
            <a:spLocks noGrp="1"/>
          </p:cNvSpPr>
          <p:nvPr/>
        </p:nvSpPr>
        <p:spPr>
          <a:xfrm>
            <a:off x="783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C6CAF185-E970-4714-B6BA-E1D5FF586504}"/>
              </a:ext>
            </a:extLst>
          </p:cNvPr>
          <p:cNvSpPr>
            <a:spLocks noGrp="1"/>
          </p:cNvSpPr>
          <p:nvPr/>
        </p:nvSpPr>
        <p:spPr>
          <a:xfrm>
            <a:off x="815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10B7978C-A341-48B8-8E81-89FD02C90EF2}"/>
              </a:ext>
            </a:extLst>
          </p:cNvPr>
          <p:cNvSpPr>
            <a:spLocks noGrp="1"/>
          </p:cNvSpPr>
          <p:nvPr/>
        </p:nvSpPr>
        <p:spPr>
          <a:xfrm>
            <a:off x="847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17B27081-63C2-48FF-90B4-6CD746F7444D}"/>
              </a:ext>
            </a:extLst>
          </p:cNvPr>
          <p:cNvSpPr>
            <a:spLocks noGrp="1"/>
          </p:cNvSpPr>
          <p:nvPr/>
        </p:nvSpPr>
        <p:spPr>
          <a:xfrm>
            <a:off x="879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B4BE18B0-D6F5-4187-9D50-591775A4507A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5F8A91FA-021D-466E-97D4-BB9AF491D267}"/>
              </a:ext>
            </a:extLst>
          </p:cNvPr>
          <p:cNvSpPr>
            <a:spLocks noGrp="1"/>
          </p:cNvSpPr>
          <p:nvPr/>
        </p:nvSpPr>
        <p:spPr>
          <a:xfrm>
            <a:off x="942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669563B4-4080-41A4-9AF2-1CE2A77BDFEC}"/>
              </a:ext>
            </a:extLst>
          </p:cNvPr>
          <p:cNvSpPr>
            <a:spLocks noGrp="1"/>
          </p:cNvSpPr>
          <p:nvPr/>
        </p:nvSpPr>
        <p:spPr>
          <a:xfrm>
            <a:off x="974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4A879546-F410-4DAD-A7E2-41D2FF0B5612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369DC53B-778F-497A-B6C8-397B1E4089E9}"/>
              </a:ext>
            </a:extLst>
          </p:cNvPr>
          <p:cNvSpPr>
            <a:spLocks noGrp="1"/>
          </p:cNvSpPr>
          <p:nvPr/>
        </p:nvSpPr>
        <p:spPr>
          <a:xfrm>
            <a:off x="1037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0D9E92E0-5651-4A65-8E13-974709DAE2D6}"/>
              </a:ext>
            </a:extLst>
          </p:cNvPr>
          <p:cNvSpPr>
            <a:spLocks noGrp="1"/>
          </p:cNvSpPr>
          <p:nvPr/>
        </p:nvSpPr>
        <p:spPr>
          <a:xfrm>
            <a:off x="1069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4ECD451A-E017-448C-9D8C-33B1709B2AED}"/>
              </a:ext>
            </a:extLst>
          </p:cNvPr>
          <p:cNvSpPr>
            <a:spLocks noGrp="1"/>
          </p:cNvSpPr>
          <p:nvPr/>
        </p:nvSpPr>
        <p:spPr>
          <a:xfrm>
            <a:off x="1101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FDF2FE71-47A9-449C-9325-A1D8FCF32C2C}"/>
              </a:ext>
            </a:extLst>
          </p:cNvPr>
          <p:cNvSpPr>
            <a:spLocks noGrp="1"/>
          </p:cNvSpPr>
          <p:nvPr/>
        </p:nvSpPr>
        <p:spPr>
          <a:xfrm>
            <a:off x="1133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6DA7E0B4-5A3F-4E71-9907-EFF91DE5AB65}"/>
              </a:ext>
            </a:extLst>
          </p:cNvPr>
          <p:cNvSpPr>
            <a:spLocks noGrp="1"/>
          </p:cNvSpPr>
          <p:nvPr/>
        </p:nvSpPr>
        <p:spPr>
          <a:xfrm>
            <a:off x="1164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703AD2F8-A262-4E3A-9076-9DEDB76CF7F8}"/>
              </a:ext>
            </a:extLst>
          </p:cNvPr>
          <p:cNvSpPr>
            <a:spLocks noGrp="1"/>
          </p:cNvSpPr>
          <p:nvPr/>
        </p:nvSpPr>
        <p:spPr>
          <a:xfrm>
            <a:off x="1196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9EBF4F3C-8211-4981-A3E5-47CA97DAB6B2}"/>
              </a:ext>
            </a:extLst>
          </p:cNvPr>
          <p:cNvSpPr>
            <a:spLocks noGrp="1"/>
          </p:cNvSpPr>
          <p:nvPr/>
        </p:nvSpPr>
        <p:spPr>
          <a:xfrm>
            <a:off x="1228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B8585530-8BDC-492F-B521-7113CD39145B}"/>
              </a:ext>
            </a:extLst>
          </p:cNvPr>
          <p:cNvSpPr>
            <a:spLocks noGrp="1"/>
          </p:cNvSpPr>
          <p:nvPr/>
        </p:nvSpPr>
        <p:spPr>
          <a:xfrm>
            <a:off x="1260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E6D4D225-6BC7-4889-8852-6566A854E551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190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975BEEAC-57E9-442E-84AE-DC306338DDCB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190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6EB5C786-BF16-4294-A968-200AFBA5E437}"/>
              </a:ext>
            </a:extLst>
          </p:cNvPr>
          <p:cNvSpPr>
            <a:spLocks noGrp="1"/>
          </p:cNvSpPr>
          <p:nvPr/>
        </p:nvSpPr>
        <p:spPr>
          <a:xfrm>
            <a:off x="3393281" y="5310188"/>
            <a:ext cx="190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D216DA7F-62F7-44DC-A4BD-7B9E75E47F7E}"/>
              </a:ext>
            </a:extLst>
          </p:cNvPr>
          <p:cNvSpPr>
            <a:spLocks noGrp="1"/>
          </p:cNvSpPr>
          <p:nvPr/>
        </p:nvSpPr>
        <p:spPr>
          <a:xfrm>
            <a:off x="3393281" y="5988844"/>
            <a:ext cx="190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EEF43490-1BB6-4CC5-AB72-FAAC1908138E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190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7F716314-09FC-4C95-A093-26884C8E1E8F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190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42F09E24-3CC1-4FD9-B74F-D444C72FC3C6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190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9685D10E-5F6B-4329-8EE7-8684F370C70C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190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FD4F0747-800E-4B8A-B20A-B934A2388C4A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190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EF21ABAD-9574-428B-97C6-EA16E55FA82B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190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45381EAD-4F4E-4EA6-AEE4-2DC983B547BB}"/>
              </a:ext>
            </a:extLst>
          </p:cNvPr>
          <p:cNvSpPr>
            <a:spLocks noGrp="1"/>
          </p:cNvSpPr>
          <p:nvPr/>
        </p:nvSpPr>
        <p:spPr>
          <a:xfrm>
            <a:off x="11013281" y="5310188"/>
            <a:ext cx="190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E9DD8C6C-22C2-4611-A6DC-8D9798AFA200}"/>
              </a:ext>
            </a:extLst>
          </p:cNvPr>
          <p:cNvSpPr>
            <a:spLocks noGrp="1"/>
          </p:cNvSpPr>
          <p:nvPr/>
        </p:nvSpPr>
        <p:spPr>
          <a:xfrm>
            <a:off x="11013281" y="5988844"/>
            <a:ext cx="190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A66E3588-3E4A-4DA2-9698-AC3A810DA28F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32 + 11 = 43; the denominator stays 6.</a:t>
            </a:r>
          </a:p>
        </p:txBody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6C7173C9-55B1-4F01-ABD8-6D6D23935CF8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7 1/6</a:t>
            </a:r>
          </a:p>
        </p:txBody>
      </p:sp>
    </p:spTree>
    <p:extLst>
      <p:ext uri="{BB962C8B-B14F-4D97-AF65-F5344CB8AC3E}">
        <p14:creationId xmlns:p14="http://schemas.microsoft.com/office/powerpoint/2010/main" val="34799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  <p:bldP spid="17" grpId="0"/>
      <p:bldP spid="18" grpId="0"/>
      <p:bldP spid="20" grpId="0"/>
      <p:bldP spid="105" grpId="0"/>
      <p:bldP spid="10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795ABF79-9233-4F44-99B5-8FD6BABC8F1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3B469634-E263-4D76-AE73-C6133D35B7C0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BA8BBC2-7B69-4972-B2B4-F5FFDC63858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8D4D1A1-1E39-4B4C-A4E5-3DE28F41C2C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2A1E01B-3FD5-43A8-A474-957923EA443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mixed numbers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056B052-D6C9-4A05-AF64-73DB3EFA799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81662F5-8B58-4468-A4A6-E3C7EAE2B0FE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178E0EA-5AE8-4ADA-9EE4-C801B4A2A280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1/3 + 1 5/6.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48BAC60-CDF7-4BAF-BC3B-726A53D88270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7A112D4-302D-4EA8-AB80-6958F2168942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 1/4 - 2 2/3.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B586011-C108-4A27-82EC-22FBCB3028B6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7767BA0-EADF-4E19-AF59-EC58833188B1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jug contains 3 1/2 litres. 1 3/4 litres are used and 2/3 litre is added. How much is in the jug?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8D25F04-80E0-4F11-9FB8-406D220E8F3A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D18CAA98-588B-49AA-9C3A-B0B62979E847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Calculate 2 1/3 + 1 5/6.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A489BFD8-5988-4AA1-B3CE-8110FE28819F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F0840776-4D3B-4AA8-A5A9-19DB5BB021A7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Calculate 5 1/4 - 2 2/3.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6DFCCA0E-8F34-44E4-B8EC-462E250E17D1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67CC7C8C-C34C-4B0B-9A00-D81EE5DA23D1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68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8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A jug contains 3 1/2 litres. 1 3/4 litres are used and 2/3 litre is added. How much is in the jug?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BCBABEE7-329E-4C09-B107-0859BEBF7B90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7C7AC9ED-9B2D-4F67-A982-25EA7A761189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Calculate 3/4 + 5/6.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B85DD013-A2B7-4460-A39B-9B2F6FB7F6D4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7D6D1B96-FD67-4695-B438-5AA6FDCDB341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adds or subtracts both the numerators and denominators.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DB0E27E6-B94A-4729-9B57-D7473753DFE9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F815CB4D-2081-4329-9376-EEC447CF4B74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462E6888-B1E1-490D-AFFC-64D5D8648BF9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A819FDDB-0DCB-4025-B5E9-A0238919DEC9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A jug contains 3 1/2 litres. 1 3/4 litres are used and 2/3 litre is added. How much is in the jug?</a:t>
            </a:r>
          </a:p>
        </p:txBody>
      </p:sp>
    </p:spTree>
    <p:extLst>
      <p:ext uri="{BB962C8B-B14F-4D97-AF65-F5344CB8AC3E}">
        <p14:creationId xmlns:p14="http://schemas.microsoft.com/office/powerpoint/2010/main" val="1691170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4D0D160B-076C-4D2C-9DEF-27039106E81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AFC32D6-75A8-4998-8F12-EF9775A73D6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8893F9C-E576-45A5-9411-9B34ED72717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18B316F-89B1-494E-AD19-719D3EC3EF4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mixed numbers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DD69176-CEE0-4DB5-959C-C7212967BEE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0D437D9-B5CE-4A75-8005-71D8887DFB84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EFED19C-F8A7-4A3F-A279-7F6A93BD1EBB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 1/6.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E7F061C-DF47-4BA0-A309-FD14BA72731C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1DEE32F-8985-42D5-BEC0-E485B75D7ACF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 7/12.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99B6764-0DD9-4956-B062-B65CC112DC7E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62567AA-680A-4AB5-B354-7EF3BE034516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 5/12 litres.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CAAA8E6B-EA9D-474E-9AC1-19A92F77E3BA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35CF026D-D876-46BA-B8CE-DDDCB0970EEF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 1/6.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292C422-C1B5-4C5C-B5BF-4EDBEC1457B8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15CDF578-C29B-43C0-BF02-D811CF516D9C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2 7/12.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61AD433-41E2-4BD5-9047-90366B2AA6BA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2DFFFDD-1417-46E7-A317-4A66640B57F6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2 5/12 litres.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5F4B2626-D0BB-4318-9597-3B18A4D3CF2B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317D23A0-1CB8-4CFF-A337-106F17413842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 7/12.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20A18D3C-305E-4352-BB28-8D845985E5D6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F680400F-99C6-4676-991E-9C2022C1EE55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Use equivalent fractions with a common denominator, then operate on the numerators only.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02366E4C-6E86-4AE4-9127-E466DE5C5D78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3444235-66BA-4CB4-B80C-E01CF19C3FF3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EBB0E74A-5003-4BCD-98A4-4F78C6F45459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C7C46E96-17A2-4808-A58C-7F5CF05D3903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57870908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1380</Words>
  <Application>Microsoft Office PowerPoint</Application>
  <DocSecurity>0</DocSecurity>
  <PresentationFormat>Custom</PresentationFormat>
  <Paragraphs>192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2026-09-14T13:19:13Z</dcterms:created>
  <dcterms:modified xsi:type="dcterms:W3CDTF">2026-09-14T13:19:42Z</dcterms:modified>
</cp:coreProperties>
</file>