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Subtract mixed numbers. Subtract mixed numbers.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Subtract mixed numbers. I do. Convert each mixed number into equal fractional parts before calculating.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Subtract mixed numbers. I do. Use equal-sized parts for addition or subtraction. For multiplication, partition in both directions. For division by a whole number, split each part into that many equal pieces.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Subtract mixed numbers. You do. Pause before clicking. Let pupils try independently, then reveal and discuss every step. Convert each mixed number into equal fractional parts before calculating.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Subtract mixed numbers. You do. Pause before clicking. Let pupils try independently, then reveal and discuss every step. Use equal-sized parts for addition or subtraction. For multiplication, partition in both directions. For division by a whole number, split each part into that many equal pieces.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Subtract mixed numbers. I do. Convert each mixed number into equal fractional parts before calculating.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Subtract mixed numbers. I do. Use equal-sized parts for addition or subtraction. For multiplication, partition in both directions. For division by a whole number, split each part into that many equal pieces.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Subtract mixed numbers. You do. Pause before clicking. Let pupils try independently, then reveal and discuss every step. Convert each mixed number into equal fractional parts before calculating.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Subtract mixed numbers. You do. Pause before clicking. Let pupils try independently, then reveal and discuss every step. Use equal-sized parts for addition or subtraction. For multiplication, partition in both directions. For division by a whole number, split each part into that many equal pieces.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Subtract mixed numbers.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Subtract mixed numbers.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111D5532-500C-476C-A725-10039A34D9CB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Subtract mixed numbers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56ECAFB4-F625-4354-8D9B-24B41B0798C7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D89F5B39-6F80-49A4-B16C-45DE2C011DB7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8F206F6D-8F4C-403D-B525-1FA81949A0DE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Subtract mixed numbers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FDE4826C-87C2-4E77-B4CB-E6E458057F40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0E816B5C-7258-4D1D-B90A-680F8FF7F518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To subtract mixed numbers using exchange where needed.</a:t>
            </a:r>
          </a:p>
        </p:txBody>
      </p:sp>
    </p:spTree>
    <p:extLst>
      <p:ext uri="{BB962C8B-B14F-4D97-AF65-F5344CB8AC3E}">
        <p14:creationId xmlns:p14="http://schemas.microsoft.com/office/powerpoint/2010/main" val="1139512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-1">
            <a:extLst>
              <a:ext uri="{FF2B5EF4-FFF2-40B4-BE49-F238E27FC236}">
                <a16:creationId xmlns:a16="http://schemas.microsoft.com/office/drawing/2014/main" id="{A5730EAB-AF88-4CAF-8D78-52FCDD44E95A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B9A15B85-5AD6-4145-B525-64A10B7156D6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5 1/4 − 2 2/3.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311C7FEB-5D52-4EB1-BD5A-7538586B289B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C231A04C-AF03-4AD4-A1BD-01C8E3BB29F1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Subtract mixed numbers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06CF2E9B-6602-409D-8AD2-722C292357AF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21CBF320-4ACF-4E04-B273-DF120C4A5150}"/>
              </a:ext>
            </a:extLst>
          </p:cNvPr>
          <p:cNvSpPr>
            <a:spLocks noGrp="1"/>
          </p:cNvSpPr>
          <p:nvPr/>
        </p:nvSpPr>
        <p:spPr>
          <a:xfrm>
            <a:off x="1012031" y="2917031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 1/4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1E40F8E1-09B5-4582-AA15-7CECD2F7BAC5}"/>
              </a:ext>
            </a:extLst>
          </p:cNvPr>
          <p:cNvSpPr>
            <a:spLocks noGrp="1"/>
          </p:cNvSpPr>
          <p:nvPr/>
        </p:nvSpPr>
        <p:spPr>
          <a:xfrm>
            <a:off x="4167188" y="2917031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5 × 4 + 1 = 21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E8EB5894-9A62-4D7E-B2A3-B4F7DC21D0E2}"/>
              </a:ext>
            </a:extLst>
          </p:cNvPr>
          <p:cNvSpPr>
            <a:spLocks noGrp="1"/>
          </p:cNvSpPr>
          <p:nvPr/>
        </p:nvSpPr>
        <p:spPr>
          <a:xfrm>
            <a:off x="12858750" y="26193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995312A3-F930-480E-B241-C5E0685EA5EE}"/>
              </a:ext>
            </a:extLst>
          </p:cNvPr>
          <p:cNvSpPr>
            <a:spLocks noGrp="1"/>
          </p:cNvSpPr>
          <p:nvPr/>
        </p:nvSpPr>
        <p:spPr>
          <a:xfrm>
            <a:off x="12858750" y="3476625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36D2F94F-D280-42E3-8E32-5BB2D1ACF076}"/>
              </a:ext>
            </a:extLst>
          </p:cNvPr>
          <p:cNvSpPr>
            <a:spLocks noGrp="1"/>
          </p:cNvSpPr>
          <p:nvPr/>
        </p:nvSpPr>
        <p:spPr>
          <a:xfrm>
            <a:off x="12858750" y="35718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4320684F-EBE2-4C8A-AE88-7048CB822FAC}"/>
              </a:ext>
            </a:extLst>
          </p:cNvPr>
          <p:cNvSpPr>
            <a:spLocks noGrp="1"/>
          </p:cNvSpPr>
          <p:nvPr/>
        </p:nvSpPr>
        <p:spPr>
          <a:xfrm>
            <a:off x="1012031" y="5000625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 2/3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A0F829E2-5606-477B-8FA6-2D5C06D82289}"/>
              </a:ext>
            </a:extLst>
          </p:cNvPr>
          <p:cNvSpPr>
            <a:spLocks noGrp="1"/>
          </p:cNvSpPr>
          <p:nvPr/>
        </p:nvSpPr>
        <p:spPr>
          <a:xfrm>
            <a:off x="4167188" y="5000625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 × 3 + 2 = 8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759F304E-4C42-4B33-90D1-55C837448160}"/>
              </a:ext>
            </a:extLst>
          </p:cNvPr>
          <p:cNvSpPr>
            <a:spLocks noGrp="1"/>
          </p:cNvSpPr>
          <p:nvPr/>
        </p:nvSpPr>
        <p:spPr>
          <a:xfrm>
            <a:off x="12858750" y="47029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5AC69986-1334-4300-8AAA-ADBB4D2B381C}"/>
              </a:ext>
            </a:extLst>
          </p:cNvPr>
          <p:cNvSpPr>
            <a:spLocks noGrp="1"/>
          </p:cNvSpPr>
          <p:nvPr/>
        </p:nvSpPr>
        <p:spPr>
          <a:xfrm>
            <a:off x="12858750" y="5560219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E1202B05-9DBD-4A55-BE4E-BF1204E33B29}"/>
              </a:ext>
            </a:extLst>
          </p:cNvPr>
          <p:cNvSpPr>
            <a:spLocks noGrp="1"/>
          </p:cNvSpPr>
          <p:nvPr/>
        </p:nvSpPr>
        <p:spPr>
          <a:xfrm>
            <a:off x="12858750" y="56554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49934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2" grpId="0"/>
      <p:bldP spid="13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object-1">
            <a:extLst>
              <a:ext uri="{FF2B5EF4-FFF2-40B4-BE49-F238E27FC236}">
                <a16:creationId xmlns:a16="http://schemas.microsoft.com/office/drawing/2014/main" id="{1BA6DBCD-4AD3-48DD-9DE0-BD372787DF9D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478DC15B-E8B9-4BD3-9014-FA030FD19566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5 1/4 − 2 2/3.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5926FB4B-9923-4589-811B-7D3C89533C08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E2BF9BE2-4FCC-446D-B59D-3F388CA164CE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Subtract mixed numbers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F59140D4-9874-4BB9-ABC3-CEDF50A08283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B4900E71-F214-4B13-BE53-92F9045B6BF2}"/>
              </a:ext>
            </a:extLst>
          </p:cNvPr>
          <p:cNvSpPr>
            <a:spLocks noGrp="1"/>
          </p:cNvSpPr>
          <p:nvPr/>
        </p:nvSpPr>
        <p:spPr>
          <a:xfrm>
            <a:off x="1071563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AB5B3DB1-ADEB-4E8B-AFA0-EB9463FD89F4}"/>
              </a:ext>
            </a:extLst>
          </p:cNvPr>
          <p:cNvSpPr>
            <a:spLocks noGrp="1"/>
          </p:cNvSpPr>
          <p:nvPr/>
        </p:nvSpPr>
        <p:spPr>
          <a:xfrm>
            <a:off x="1071563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2AE40D5D-1B15-483B-B4AF-2F6A7370672F}"/>
              </a:ext>
            </a:extLst>
          </p:cNvPr>
          <p:cNvSpPr>
            <a:spLocks noGrp="1"/>
          </p:cNvSpPr>
          <p:nvPr/>
        </p:nvSpPr>
        <p:spPr>
          <a:xfrm>
            <a:off x="1071563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C450CE1A-8A66-4750-9220-F08F87FB5AB0}"/>
              </a:ext>
            </a:extLst>
          </p:cNvPr>
          <p:cNvSpPr>
            <a:spLocks noGrp="1"/>
          </p:cNvSpPr>
          <p:nvPr/>
        </p:nvSpPr>
        <p:spPr>
          <a:xfrm>
            <a:off x="3095625" y="3500438"/>
            <a:ext cx="773906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FC1B27E1-8F9D-48DA-B6A2-60AC1D36A3BF}"/>
              </a:ext>
            </a:extLst>
          </p:cNvPr>
          <p:cNvSpPr>
            <a:spLocks noGrp="1"/>
          </p:cNvSpPr>
          <p:nvPr/>
        </p:nvSpPr>
        <p:spPr>
          <a:xfrm>
            <a:off x="4345781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28091E46-793A-41B9-8F46-0D1019BEC216}"/>
              </a:ext>
            </a:extLst>
          </p:cNvPr>
          <p:cNvSpPr>
            <a:spLocks noGrp="1"/>
          </p:cNvSpPr>
          <p:nvPr/>
        </p:nvSpPr>
        <p:spPr>
          <a:xfrm>
            <a:off x="4345781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07EEDD68-87B2-46C1-8AC6-B8E2C3EED2F0}"/>
              </a:ext>
            </a:extLst>
          </p:cNvPr>
          <p:cNvSpPr>
            <a:spLocks noGrp="1"/>
          </p:cNvSpPr>
          <p:nvPr/>
        </p:nvSpPr>
        <p:spPr>
          <a:xfrm>
            <a:off x="4345781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7BDDF84D-207F-4009-A023-720F907A9A5F}"/>
              </a:ext>
            </a:extLst>
          </p:cNvPr>
          <p:cNvSpPr>
            <a:spLocks noGrp="1"/>
          </p:cNvSpPr>
          <p:nvPr/>
        </p:nvSpPr>
        <p:spPr>
          <a:xfrm>
            <a:off x="7679531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63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32A43EF1-56AC-4050-922E-E11BDC65756E}"/>
              </a:ext>
            </a:extLst>
          </p:cNvPr>
          <p:cNvSpPr>
            <a:spLocks noGrp="1"/>
          </p:cNvSpPr>
          <p:nvPr/>
        </p:nvSpPr>
        <p:spPr>
          <a:xfrm>
            <a:off x="7679531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4E5F977C-0196-4AB1-B2CB-0463D07F3F81}"/>
              </a:ext>
            </a:extLst>
          </p:cNvPr>
          <p:cNvSpPr>
            <a:spLocks noGrp="1"/>
          </p:cNvSpPr>
          <p:nvPr/>
        </p:nvSpPr>
        <p:spPr>
          <a:xfrm>
            <a:off x="7679531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E4DB605A-8CB9-426A-AF60-40466850A96C}"/>
              </a:ext>
            </a:extLst>
          </p:cNvPr>
          <p:cNvSpPr>
            <a:spLocks noGrp="1"/>
          </p:cNvSpPr>
          <p:nvPr/>
        </p:nvSpPr>
        <p:spPr>
          <a:xfrm>
            <a:off x="9572625" y="3500438"/>
            <a:ext cx="773906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88FF32E0-DA89-4368-978F-F58C417CE274}"/>
              </a:ext>
            </a:extLst>
          </p:cNvPr>
          <p:cNvSpPr>
            <a:spLocks noGrp="1"/>
          </p:cNvSpPr>
          <p:nvPr/>
        </p:nvSpPr>
        <p:spPr>
          <a:xfrm>
            <a:off x="11072813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2133CCBA-2BBE-4D7A-BE47-6D93DDAA05DE}"/>
              </a:ext>
            </a:extLst>
          </p:cNvPr>
          <p:cNvSpPr>
            <a:spLocks noGrp="1"/>
          </p:cNvSpPr>
          <p:nvPr/>
        </p:nvSpPr>
        <p:spPr>
          <a:xfrm>
            <a:off x="11072813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8EAD51FF-AE49-4BA6-A49E-5B1FF5B9AE81}"/>
              </a:ext>
            </a:extLst>
          </p:cNvPr>
          <p:cNvSpPr>
            <a:spLocks noGrp="1"/>
          </p:cNvSpPr>
          <p:nvPr/>
        </p:nvSpPr>
        <p:spPr>
          <a:xfrm>
            <a:off x="11072813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9831C657-6CEE-4846-91C4-96BA5822428A}"/>
              </a:ext>
            </a:extLst>
          </p:cNvPr>
          <p:cNvSpPr>
            <a:spLocks noGrp="1"/>
          </p:cNvSpPr>
          <p:nvPr/>
        </p:nvSpPr>
        <p:spPr>
          <a:xfrm>
            <a:off x="148828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5F0D320D-E24A-4013-93AC-13E6F4F5ABEF}"/>
              </a:ext>
            </a:extLst>
          </p:cNvPr>
          <p:cNvSpPr>
            <a:spLocks noGrp="1"/>
          </p:cNvSpPr>
          <p:nvPr/>
        </p:nvSpPr>
        <p:spPr>
          <a:xfrm>
            <a:off x="164703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AF863762-A0AB-4126-A53C-903E81704BF3}"/>
              </a:ext>
            </a:extLst>
          </p:cNvPr>
          <p:cNvSpPr>
            <a:spLocks noGrp="1"/>
          </p:cNvSpPr>
          <p:nvPr/>
        </p:nvSpPr>
        <p:spPr>
          <a:xfrm>
            <a:off x="180578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0E05A9EE-81E3-43DE-B999-2C5D327DB2FD}"/>
              </a:ext>
            </a:extLst>
          </p:cNvPr>
          <p:cNvSpPr>
            <a:spLocks noGrp="1"/>
          </p:cNvSpPr>
          <p:nvPr/>
        </p:nvSpPr>
        <p:spPr>
          <a:xfrm>
            <a:off x="196453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7593FA50-D62D-4BDA-BA8C-FACBC0BED291}"/>
              </a:ext>
            </a:extLst>
          </p:cNvPr>
          <p:cNvSpPr>
            <a:spLocks noGrp="1"/>
          </p:cNvSpPr>
          <p:nvPr/>
        </p:nvSpPr>
        <p:spPr>
          <a:xfrm>
            <a:off x="212328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F3A72EB1-7550-4C4D-BFF1-617EF407FFE7}"/>
              </a:ext>
            </a:extLst>
          </p:cNvPr>
          <p:cNvSpPr>
            <a:spLocks noGrp="1"/>
          </p:cNvSpPr>
          <p:nvPr/>
        </p:nvSpPr>
        <p:spPr>
          <a:xfrm>
            <a:off x="228203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430F1CA6-D052-4B93-B39C-36C263CD9E35}"/>
              </a:ext>
            </a:extLst>
          </p:cNvPr>
          <p:cNvSpPr>
            <a:spLocks noGrp="1"/>
          </p:cNvSpPr>
          <p:nvPr/>
        </p:nvSpPr>
        <p:spPr>
          <a:xfrm>
            <a:off x="244078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CDF17D64-4441-48FC-BFFE-1703882DBAFE}"/>
              </a:ext>
            </a:extLst>
          </p:cNvPr>
          <p:cNvSpPr>
            <a:spLocks noGrp="1"/>
          </p:cNvSpPr>
          <p:nvPr/>
        </p:nvSpPr>
        <p:spPr>
          <a:xfrm>
            <a:off x="259953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B5C21E98-0B35-4F06-95BD-4CA691F74948}"/>
              </a:ext>
            </a:extLst>
          </p:cNvPr>
          <p:cNvSpPr>
            <a:spLocks noGrp="1"/>
          </p:cNvSpPr>
          <p:nvPr/>
        </p:nvSpPr>
        <p:spPr>
          <a:xfrm>
            <a:off x="275828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38838A5B-8C6D-4771-A829-CFCA1A7AD57A}"/>
              </a:ext>
            </a:extLst>
          </p:cNvPr>
          <p:cNvSpPr>
            <a:spLocks noGrp="1"/>
          </p:cNvSpPr>
          <p:nvPr/>
        </p:nvSpPr>
        <p:spPr>
          <a:xfrm>
            <a:off x="291703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0F085C7A-B6DE-40AA-97CC-D358A5B1D93D}"/>
              </a:ext>
            </a:extLst>
          </p:cNvPr>
          <p:cNvSpPr>
            <a:spLocks noGrp="1"/>
          </p:cNvSpPr>
          <p:nvPr/>
        </p:nvSpPr>
        <p:spPr>
          <a:xfrm>
            <a:off x="307578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55349FFB-DB41-423F-8AE5-AEB87FDE5780}"/>
              </a:ext>
            </a:extLst>
          </p:cNvPr>
          <p:cNvSpPr>
            <a:spLocks noGrp="1"/>
          </p:cNvSpPr>
          <p:nvPr/>
        </p:nvSpPr>
        <p:spPr>
          <a:xfrm>
            <a:off x="323453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5DE7F76E-F1EE-4117-B7A9-E674E8FB0FAC}"/>
              </a:ext>
            </a:extLst>
          </p:cNvPr>
          <p:cNvSpPr>
            <a:spLocks noGrp="1"/>
          </p:cNvSpPr>
          <p:nvPr/>
        </p:nvSpPr>
        <p:spPr>
          <a:xfrm>
            <a:off x="339328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E9DB078E-9625-458C-8F08-23481FDB6C53}"/>
              </a:ext>
            </a:extLst>
          </p:cNvPr>
          <p:cNvSpPr>
            <a:spLocks noGrp="1"/>
          </p:cNvSpPr>
          <p:nvPr/>
        </p:nvSpPr>
        <p:spPr>
          <a:xfrm>
            <a:off x="355203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EB500D82-8E89-4D3E-B83C-B5CA56021FA8}"/>
              </a:ext>
            </a:extLst>
          </p:cNvPr>
          <p:cNvSpPr>
            <a:spLocks noGrp="1"/>
          </p:cNvSpPr>
          <p:nvPr/>
        </p:nvSpPr>
        <p:spPr>
          <a:xfrm>
            <a:off x="371078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8BB810C0-444F-4023-BF9E-39643CABEC50}"/>
              </a:ext>
            </a:extLst>
          </p:cNvPr>
          <p:cNvSpPr>
            <a:spLocks noGrp="1"/>
          </p:cNvSpPr>
          <p:nvPr/>
        </p:nvSpPr>
        <p:spPr>
          <a:xfrm>
            <a:off x="386953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6" name="object-36">
            <a:extLst>
              <a:ext uri="{FF2B5EF4-FFF2-40B4-BE49-F238E27FC236}">
                <a16:creationId xmlns:a16="http://schemas.microsoft.com/office/drawing/2014/main" id="{E19CF765-927C-4EFD-BE74-1014B4A72448}"/>
              </a:ext>
            </a:extLst>
          </p:cNvPr>
          <p:cNvSpPr>
            <a:spLocks noGrp="1"/>
          </p:cNvSpPr>
          <p:nvPr/>
        </p:nvSpPr>
        <p:spPr>
          <a:xfrm>
            <a:off x="402828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7" name="object-37">
            <a:extLst>
              <a:ext uri="{FF2B5EF4-FFF2-40B4-BE49-F238E27FC236}">
                <a16:creationId xmlns:a16="http://schemas.microsoft.com/office/drawing/2014/main" id="{F463AD70-6D8B-47EB-89B5-52A41FA19312}"/>
              </a:ext>
            </a:extLst>
          </p:cNvPr>
          <p:cNvSpPr>
            <a:spLocks noGrp="1"/>
          </p:cNvSpPr>
          <p:nvPr/>
        </p:nvSpPr>
        <p:spPr>
          <a:xfrm>
            <a:off x="418703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8" name="object-38">
            <a:extLst>
              <a:ext uri="{FF2B5EF4-FFF2-40B4-BE49-F238E27FC236}">
                <a16:creationId xmlns:a16="http://schemas.microsoft.com/office/drawing/2014/main" id="{D2BEAB2F-AEAB-4FC3-B50F-42DF98AE1C9B}"/>
              </a:ext>
            </a:extLst>
          </p:cNvPr>
          <p:cNvSpPr>
            <a:spLocks noGrp="1"/>
          </p:cNvSpPr>
          <p:nvPr/>
        </p:nvSpPr>
        <p:spPr>
          <a:xfrm>
            <a:off x="434578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9" name="object-39">
            <a:extLst>
              <a:ext uri="{FF2B5EF4-FFF2-40B4-BE49-F238E27FC236}">
                <a16:creationId xmlns:a16="http://schemas.microsoft.com/office/drawing/2014/main" id="{32A75DF8-07BD-4D62-91DD-F3B6E879CB96}"/>
              </a:ext>
            </a:extLst>
          </p:cNvPr>
          <p:cNvSpPr>
            <a:spLocks noGrp="1"/>
          </p:cNvSpPr>
          <p:nvPr/>
        </p:nvSpPr>
        <p:spPr>
          <a:xfrm>
            <a:off x="450453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0" name="object-40">
            <a:extLst>
              <a:ext uri="{FF2B5EF4-FFF2-40B4-BE49-F238E27FC236}">
                <a16:creationId xmlns:a16="http://schemas.microsoft.com/office/drawing/2014/main" id="{D39178A2-3DB6-4E32-9052-C9960F113800}"/>
              </a:ext>
            </a:extLst>
          </p:cNvPr>
          <p:cNvSpPr>
            <a:spLocks noGrp="1"/>
          </p:cNvSpPr>
          <p:nvPr/>
        </p:nvSpPr>
        <p:spPr>
          <a:xfrm>
            <a:off x="466328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1" name="object-41">
            <a:extLst>
              <a:ext uri="{FF2B5EF4-FFF2-40B4-BE49-F238E27FC236}">
                <a16:creationId xmlns:a16="http://schemas.microsoft.com/office/drawing/2014/main" id="{0E9F3B57-72DD-4CC9-B1AB-1DCC1A224EFB}"/>
              </a:ext>
            </a:extLst>
          </p:cNvPr>
          <p:cNvSpPr>
            <a:spLocks noGrp="1"/>
          </p:cNvSpPr>
          <p:nvPr/>
        </p:nvSpPr>
        <p:spPr>
          <a:xfrm>
            <a:off x="482203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2" name="object-42">
            <a:extLst>
              <a:ext uri="{FF2B5EF4-FFF2-40B4-BE49-F238E27FC236}">
                <a16:creationId xmlns:a16="http://schemas.microsoft.com/office/drawing/2014/main" id="{98A5C23A-DEC8-4880-8715-0632BE91C194}"/>
              </a:ext>
            </a:extLst>
          </p:cNvPr>
          <p:cNvSpPr>
            <a:spLocks noGrp="1"/>
          </p:cNvSpPr>
          <p:nvPr/>
        </p:nvSpPr>
        <p:spPr>
          <a:xfrm>
            <a:off x="498078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3" name="object-43">
            <a:extLst>
              <a:ext uri="{FF2B5EF4-FFF2-40B4-BE49-F238E27FC236}">
                <a16:creationId xmlns:a16="http://schemas.microsoft.com/office/drawing/2014/main" id="{58C1A949-51AF-498E-80EB-851FE531DACF}"/>
              </a:ext>
            </a:extLst>
          </p:cNvPr>
          <p:cNvSpPr>
            <a:spLocks noGrp="1"/>
          </p:cNvSpPr>
          <p:nvPr/>
        </p:nvSpPr>
        <p:spPr>
          <a:xfrm>
            <a:off x="513953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4" name="object-44">
            <a:extLst>
              <a:ext uri="{FF2B5EF4-FFF2-40B4-BE49-F238E27FC236}">
                <a16:creationId xmlns:a16="http://schemas.microsoft.com/office/drawing/2014/main" id="{8A8115DE-7DD1-4117-B5D4-618D2469B400}"/>
              </a:ext>
            </a:extLst>
          </p:cNvPr>
          <p:cNvSpPr>
            <a:spLocks noGrp="1"/>
          </p:cNvSpPr>
          <p:nvPr/>
        </p:nvSpPr>
        <p:spPr>
          <a:xfrm>
            <a:off x="529828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5" name="object-45">
            <a:extLst>
              <a:ext uri="{FF2B5EF4-FFF2-40B4-BE49-F238E27FC236}">
                <a16:creationId xmlns:a16="http://schemas.microsoft.com/office/drawing/2014/main" id="{330152B5-9B5B-448D-A73C-3760017BDE7D}"/>
              </a:ext>
            </a:extLst>
          </p:cNvPr>
          <p:cNvSpPr>
            <a:spLocks noGrp="1"/>
          </p:cNvSpPr>
          <p:nvPr/>
        </p:nvSpPr>
        <p:spPr>
          <a:xfrm>
            <a:off x="545703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6" name="object-46">
            <a:extLst>
              <a:ext uri="{FF2B5EF4-FFF2-40B4-BE49-F238E27FC236}">
                <a16:creationId xmlns:a16="http://schemas.microsoft.com/office/drawing/2014/main" id="{65B201B5-2F36-4816-9465-F88C7B5482D0}"/>
              </a:ext>
            </a:extLst>
          </p:cNvPr>
          <p:cNvSpPr>
            <a:spLocks noGrp="1"/>
          </p:cNvSpPr>
          <p:nvPr/>
        </p:nvSpPr>
        <p:spPr>
          <a:xfrm>
            <a:off x="561578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7" name="object-47">
            <a:extLst>
              <a:ext uri="{FF2B5EF4-FFF2-40B4-BE49-F238E27FC236}">
                <a16:creationId xmlns:a16="http://schemas.microsoft.com/office/drawing/2014/main" id="{0DEF95E2-80A8-4201-8792-1C845A8A8B24}"/>
              </a:ext>
            </a:extLst>
          </p:cNvPr>
          <p:cNvSpPr>
            <a:spLocks noGrp="1"/>
          </p:cNvSpPr>
          <p:nvPr/>
        </p:nvSpPr>
        <p:spPr>
          <a:xfrm>
            <a:off x="577453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8" name="object-48">
            <a:extLst>
              <a:ext uri="{FF2B5EF4-FFF2-40B4-BE49-F238E27FC236}">
                <a16:creationId xmlns:a16="http://schemas.microsoft.com/office/drawing/2014/main" id="{8CDFFF99-A57A-44D4-B44B-D63E76609EC3}"/>
              </a:ext>
            </a:extLst>
          </p:cNvPr>
          <p:cNvSpPr>
            <a:spLocks noGrp="1"/>
          </p:cNvSpPr>
          <p:nvPr/>
        </p:nvSpPr>
        <p:spPr>
          <a:xfrm>
            <a:off x="593328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9" name="object-49">
            <a:extLst>
              <a:ext uri="{FF2B5EF4-FFF2-40B4-BE49-F238E27FC236}">
                <a16:creationId xmlns:a16="http://schemas.microsoft.com/office/drawing/2014/main" id="{77B9EB43-816B-4367-ACAC-96E70AE2D516}"/>
              </a:ext>
            </a:extLst>
          </p:cNvPr>
          <p:cNvSpPr>
            <a:spLocks noGrp="1"/>
          </p:cNvSpPr>
          <p:nvPr/>
        </p:nvSpPr>
        <p:spPr>
          <a:xfrm>
            <a:off x="609203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0" name="object-50">
            <a:extLst>
              <a:ext uri="{FF2B5EF4-FFF2-40B4-BE49-F238E27FC236}">
                <a16:creationId xmlns:a16="http://schemas.microsoft.com/office/drawing/2014/main" id="{168E54FB-12DA-4587-950E-445A3BB9645F}"/>
              </a:ext>
            </a:extLst>
          </p:cNvPr>
          <p:cNvSpPr>
            <a:spLocks noGrp="1"/>
          </p:cNvSpPr>
          <p:nvPr/>
        </p:nvSpPr>
        <p:spPr>
          <a:xfrm>
            <a:off x="625078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1" name="object-51">
            <a:extLst>
              <a:ext uri="{FF2B5EF4-FFF2-40B4-BE49-F238E27FC236}">
                <a16:creationId xmlns:a16="http://schemas.microsoft.com/office/drawing/2014/main" id="{29D41C29-07EB-45FF-8AB5-316426CA2D8A}"/>
              </a:ext>
            </a:extLst>
          </p:cNvPr>
          <p:cNvSpPr>
            <a:spLocks noGrp="1"/>
          </p:cNvSpPr>
          <p:nvPr/>
        </p:nvSpPr>
        <p:spPr>
          <a:xfrm>
            <a:off x="640953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2" name="object-52">
            <a:extLst>
              <a:ext uri="{FF2B5EF4-FFF2-40B4-BE49-F238E27FC236}">
                <a16:creationId xmlns:a16="http://schemas.microsoft.com/office/drawing/2014/main" id="{4778E231-A13B-4D5D-BCD1-35D55A700DF9}"/>
              </a:ext>
            </a:extLst>
          </p:cNvPr>
          <p:cNvSpPr>
            <a:spLocks noGrp="1"/>
          </p:cNvSpPr>
          <p:nvPr/>
        </p:nvSpPr>
        <p:spPr>
          <a:xfrm>
            <a:off x="656828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3" name="object-53">
            <a:extLst>
              <a:ext uri="{FF2B5EF4-FFF2-40B4-BE49-F238E27FC236}">
                <a16:creationId xmlns:a16="http://schemas.microsoft.com/office/drawing/2014/main" id="{195D2799-56C6-447D-9CB9-EA224AD1D501}"/>
              </a:ext>
            </a:extLst>
          </p:cNvPr>
          <p:cNvSpPr>
            <a:spLocks noGrp="1"/>
          </p:cNvSpPr>
          <p:nvPr/>
        </p:nvSpPr>
        <p:spPr>
          <a:xfrm>
            <a:off x="672703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4" name="object-54">
            <a:extLst>
              <a:ext uri="{FF2B5EF4-FFF2-40B4-BE49-F238E27FC236}">
                <a16:creationId xmlns:a16="http://schemas.microsoft.com/office/drawing/2014/main" id="{916B1743-7F6F-47C5-B2F8-00737F639C04}"/>
              </a:ext>
            </a:extLst>
          </p:cNvPr>
          <p:cNvSpPr>
            <a:spLocks noGrp="1"/>
          </p:cNvSpPr>
          <p:nvPr/>
        </p:nvSpPr>
        <p:spPr>
          <a:xfrm>
            <a:off x="688578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5" name="object-55">
            <a:extLst>
              <a:ext uri="{FF2B5EF4-FFF2-40B4-BE49-F238E27FC236}">
                <a16:creationId xmlns:a16="http://schemas.microsoft.com/office/drawing/2014/main" id="{803B458E-69EC-4B4F-AE60-D2672D5CA6FA}"/>
              </a:ext>
            </a:extLst>
          </p:cNvPr>
          <p:cNvSpPr>
            <a:spLocks noGrp="1"/>
          </p:cNvSpPr>
          <p:nvPr/>
        </p:nvSpPr>
        <p:spPr>
          <a:xfrm>
            <a:off x="704453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6" name="object-56">
            <a:extLst>
              <a:ext uri="{FF2B5EF4-FFF2-40B4-BE49-F238E27FC236}">
                <a16:creationId xmlns:a16="http://schemas.microsoft.com/office/drawing/2014/main" id="{C33D89AC-A068-4DDC-83B4-DA0456EF9BC1}"/>
              </a:ext>
            </a:extLst>
          </p:cNvPr>
          <p:cNvSpPr>
            <a:spLocks noGrp="1"/>
          </p:cNvSpPr>
          <p:nvPr/>
        </p:nvSpPr>
        <p:spPr>
          <a:xfrm>
            <a:off x="720328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7" name="object-57">
            <a:extLst>
              <a:ext uri="{FF2B5EF4-FFF2-40B4-BE49-F238E27FC236}">
                <a16:creationId xmlns:a16="http://schemas.microsoft.com/office/drawing/2014/main" id="{E4E35BB2-F422-4F0C-9AF5-5EB3C7CB09A6}"/>
              </a:ext>
            </a:extLst>
          </p:cNvPr>
          <p:cNvSpPr>
            <a:spLocks noGrp="1"/>
          </p:cNvSpPr>
          <p:nvPr/>
        </p:nvSpPr>
        <p:spPr>
          <a:xfrm>
            <a:off x="736203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8" name="object-58">
            <a:extLst>
              <a:ext uri="{FF2B5EF4-FFF2-40B4-BE49-F238E27FC236}">
                <a16:creationId xmlns:a16="http://schemas.microsoft.com/office/drawing/2014/main" id="{E3E9D3DA-20B9-4B51-989E-87ED3EB10255}"/>
              </a:ext>
            </a:extLst>
          </p:cNvPr>
          <p:cNvSpPr>
            <a:spLocks noGrp="1"/>
          </p:cNvSpPr>
          <p:nvPr/>
        </p:nvSpPr>
        <p:spPr>
          <a:xfrm>
            <a:off x="752078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9" name="object-59">
            <a:extLst>
              <a:ext uri="{FF2B5EF4-FFF2-40B4-BE49-F238E27FC236}">
                <a16:creationId xmlns:a16="http://schemas.microsoft.com/office/drawing/2014/main" id="{88F793EA-8662-4CAB-B512-8715219C6B4E}"/>
              </a:ext>
            </a:extLst>
          </p:cNvPr>
          <p:cNvSpPr>
            <a:spLocks noGrp="1"/>
          </p:cNvSpPr>
          <p:nvPr/>
        </p:nvSpPr>
        <p:spPr>
          <a:xfrm>
            <a:off x="767953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0" name="object-60">
            <a:extLst>
              <a:ext uri="{FF2B5EF4-FFF2-40B4-BE49-F238E27FC236}">
                <a16:creationId xmlns:a16="http://schemas.microsoft.com/office/drawing/2014/main" id="{184EBF82-6ADA-43DB-9758-2FFB2F68B181}"/>
              </a:ext>
            </a:extLst>
          </p:cNvPr>
          <p:cNvSpPr>
            <a:spLocks noGrp="1"/>
          </p:cNvSpPr>
          <p:nvPr/>
        </p:nvSpPr>
        <p:spPr>
          <a:xfrm>
            <a:off x="783828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1" name="object-61">
            <a:extLst>
              <a:ext uri="{FF2B5EF4-FFF2-40B4-BE49-F238E27FC236}">
                <a16:creationId xmlns:a16="http://schemas.microsoft.com/office/drawing/2014/main" id="{868B5328-E11B-47B6-A076-A55DF8BD9CC3}"/>
              </a:ext>
            </a:extLst>
          </p:cNvPr>
          <p:cNvSpPr>
            <a:spLocks noGrp="1"/>
          </p:cNvSpPr>
          <p:nvPr/>
        </p:nvSpPr>
        <p:spPr>
          <a:xfrm>
            <a:off x="799703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2" name="object-62">
            <a:extLst>
              <a:ext uri="{FF2B5EF4-FFF2-40B4-BE49-F238E27FC236}">
                <a16:creationId xmlns:a16="http://schemas.microsoft.com/office/drawing/2014/main" id="{68C8FDAA-2BB3-4FBC-8C18-A1FE845B80AF}"/>
              </a:ext>
            </a:extLst>
          </p:cNvPr>
          <p:cNvSpPr>
            <a:spLocks noGrp="1"/>
          </p:cNvSpPr>
          <p:nvPr/>
        </p:nvSpPr>
        <p:spPr>
          <a:xfrm>
            <a:off x="815578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3" name="object-63">
            <a:extLst>
              <a:ext uri="{FF2B5EF4-FFF2-40B4-BE49-F238E27FC236}">
                <a16:creationId xmlns:a16="http://schemas.microsoft.com/office/drawing/2014/main" id="{777D1111-8982-4B2C-97D1-D4C29941DAFF}"/>
              </a:ext>
            </a:extLst>
          </p:cNvPr>
          <p:cNvSpPr>
            <a:spLocks noGrp="1"/>
          </p:cNvSpPr>
          <p:nvPr/>
        </p:nvSpPr>
        <p:spPr>
          <a:xfrm>
            <a:off x="831453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4" name="object-64">
            <a:extLst>
              <a:ext uri="{FF2B5EF4-FFF2-40B4-BE49-F238E27FC236}">
                <a16:creationId xmlns:a16="http://schemas.microsoft.com/office/drawing/2014/main" id="{93C190FA-5259-417B-AF6F-41736E143114}"/>
              </a:ext>
            </a:extLst>
          </p:cNvPr>
          <p:cNvSpPr>
            <a:spLocks noGrp="1"/>
          </p:cNvSpPr>
          <p:nvPr/>
        </p:nvSpPr>
        <p:spPr>
          <a:xfrm>
            <a:off x="847328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5" name="object-65">
            <a:extLst>
              <a:ext uri="{FF2B5EF4-FFF2-40B4-BE49-F238E27FC236}">
                <a16:creationId xmlns:a16="http://schemas.microsoft.com/office/drawing/2014/main" id="{86DF993B-F456-48E9-AB3F-9B6A2CAC8EB1}"/>
              </a:ext>
            </a:extLst>
          </p:cNvPr>
          <p:cNvSpPr>
            <a:spLocks noGrp="1"/>
          </p:cNvSpPr>
          <p:nvPr/>
        </p:nvSpPr>
        <p:spPr>
          <a:xfrm>
            <a:off x="863203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6" name="object-66">
            <a:extLst>
              <a:ext uri="{FF2B5EF4-FFF2-40B4-BE49-F238E27FC236}">
                <a16:creationId xmlns:a16="http://schemas.microsoft.com/office/drawing/2014/main" id="{6A61C8E6-A514-4151-B924-78EAD2D6ACA6}"/>
              </a:ext>
            </a:extLst>
          </p:cNvPr>
          <p:cNvSpPr>
            <a:spLocks noGrp="1"/>
          </p:cNvSpPr>
          <p:nvPr/>
        </p:nvSpPr>
        <p:spPr>
          <a:xfrm>
            <a:off x="879078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7" name="object-67">
            <a:extLst>
              <a:ext uri="{FF2B5EF4-FFF2-40B4-BE49-F238E27FC236}">
                <a16:creationId xmlns:a16="http://schemas.microsoft.com/office/drawing/2014/main" id="{ABB6EE98-1B46-4702-B781-69AB4D662A2E}"/>
              </a:ext>
            </a:extLst>
          </p:cNvPr>
          <p:cNvSpPr>
            <a:spLocks noGrp="1"/>
          </p:cNvSpPr>
          <p:nvPr/>
        </p:nvSpPr>
        <p:spPr>
          <a:xfrm>
            <a:off x="894953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8" name="object-68">
            <a:extLst>
              <a:ext uri="{FF2B5EF4-FFF2-40B4-BE49-F238E27FC236}">
                <a16:creationId xmlns:a16="http://schemas.microsoft.com/office/drawing/2014/main" id="{BE35ACC6-D4C8-4B7E-90C6-06F8C4EDC162}"/>
              </a:ext>
            </a:extLst>
          </p:cNvPr>
          <p:cNvSpPr>
            <a:spLocks noGrp="1"/>
          </p:cNvSpPr>
          <p:nvPr/>
        </p:nvSpPr>
        <p:spPr>
          <a:xfrm>
            <a:off x="910828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9" name="object-69">
            <a:extLst>
              <a:ext uri="{FF2B5EF4-FFF2-40B4-BE49-F238E27FC236}">
                <a16:creationId xmlns:a16="http://schemas.microsoft.com/office/drawing/2014/main" id="{779F1298-A619-44D3-9411-5CD073BA4F5B}"/>
              </a:ext>
            </a:extLst>
          </p:cNvPr>
          <p:cNvSpPr>
            <a:spLocks noGrp="1"/>
          </p:cNvSpPr>
          <p:nvPr/>
        </p:nvSpPr>
        <p:spPr>
          <a:xfrm>
            <a:off x="926703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0" name="object-70">
            <a:extLst>
              <a:ext uri="{FF2B5EF4-FFF2-40B4-BE49-F238E27FC236}">
                <a16:creationId xmlns:a16="http://schemas.microsoft.com/office/drawing/2014/main" id="{E377B9C8-5E80-4684-91A2-5D270843B9D8}"/>
              </a:ext>
            </a:extLst>
          </p:cNvPr>
          <p:cNvSpPr>
            <a:spLocks noGrp="1"/>
          </p:cNvSpPr>
          <p:nvPr/>
        </p:nvSpPr>
        <p:spPr>
          <a:xfrm>
            <a:off x="942578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1" name="object-71">
            <a:extLst>
              <a:ext uri="{FF2B5EF4-FFF2-40B4-BE49-F238E27FC236}">
                <a16:creationId xmlns:a16="http://schemas.microsoft.com/office/drawing/2014/main" id="{6910309B-3908-47E5-B33F-5221CE64D8E4}"/>
              </a:ext>
            </a:extLst>
          </p:cNvPr>
          <p:cNvSpPr>
            <a:spLocks noGrp="1"/>
          </p:cNvSpPr>
          <p:nvPr/>
        </p:nvSpPr>
        <p:spPr>
          <a:xfrm>
            <a:off x="958453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2" name="object-72">
            <a:extLst>
              <a:ext uri="{FF2B5EF4-FFF2-40B4-BE49-F238E27FC236}">
                <a16:creationId xmlns:a16="http://schemas.microsoft.com/office/drawing/2014/main" id="{DE424C23-80C4-422B-B735-6825C216AF49}"/>
              </a:ext>
            </a:extLst>
          </p:cNvPr>
          <p:cNvSpPr>
            <a:spLocks noGrp="1"/>
          </p:cNvSpPr>
          <p:nvPr/>
        </p:nvSpPr>
        <p:spPr>
          <a:xfrm>
            <a:off x="974328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3" name="object-73">
            <a:extLst>
              <a:ext uri="{FF2B5EF4-FFF2-40B4-BE49-F238E27FC236}">
                <a16:creationId xmlns:a16="http://schemas.microsoft.com/office/drawing/2014/main" id="{D1E39A20-FDE2-4A19-892B-C3E535C5E3AD}"/>
              </a:ext>
            </a:extLst>
          </p:cNvPr>
          <p:cNvSpPr>
            <a:spLocks noGrp="1"/>
          </p:cNvSpPr>
          <p:nvPr/>
        </p:nvSpPr>
        <p:spPr>
          <a:xfrm>
            <a:off x="990203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4" name="object-74">
            <a:extLst>
              <a:ext uri="{FF2B5EF4-FFF2-40B4-BE49-F238E27FC236}">
                <a16:creationId xmlns:a16="http://schemas.microsoft.com/office/drawing/2014/main" id="{4880B1E5-B22F-4D39-9DFC-9159A6541219}"/>
              </a:ext>
            </a:extLst>
          </p:cNvPr>
          <p:cNvSpPr>
            <a:spLocks noGrp="1"/>
          </p:cNvSpPr>
          <p:nvPr/>
        </p:nvSpPr>
        <p:spPr>
          <a:xfrm>
            <a:off x="1006078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5" name="object-75">
            <a:extLst>
              <a:ext uri="{FF2B5EF4-FFF2-40B4-BE49-F238E27FC236}">
                <a16:creationId xmlns:a16="http://schemas.microsoft.com/office/drawing/2014/main" id="{10764AC1-0323-4047-A766-CB91CBBAAE16}"/>
              </a:ext>
            </a:extLst>
          </p:cNvPr>
          <p:cNvSpPr>
            <a:spLocks noGrp="1"/>
          </p:cNvSpPr>
          <p:nvPr/>
        </p:nvSpPr>
        <p:spPr>
          <a:xfrm>
            <a:off x="1021953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6" name="object-76">
            <a:extLst>
              <a:ext uri="{FF2B5EF4-FFF2-40B4-BE49-F238E27FC236}">
                <a16:creationId xmlns:a16="http://schemas.microsoft.com/office/drawing/2014/main" id="{5FF6454D-06BD-4E58-83BD-9BB133AAB9F5}"/>
              </a:ext>
            </a:extLst>
          </p:cNvPr>
          <p:cNvSpPr>
            <a:spLocks noGrp="1"/>
          </p:cNvSpPr>
          <p:nvPr/>
        </p:nvSpPr>
        <p:spPr>
          <a:xfrm>
            <a:off x="1037828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7" name="object-77">
            <a:extLst>
              <a:ext uri="{FF2B5EF4-FFF2-40B4-BE49-F238E27FC236}">
                <a16:creationId xmlns:a16="http://schemas.microsoft.com/office/drawing/2014/main" id="{721C692A-E657-45F3-A77B-81FC10DB75E6}"/>
              </a:ext>
            </a:extLst>
          </p:cNvPr>
          <p:cNvSpPr>
            <a:spLocks noGrp="1"/>
          </p:cNvSpPr>
          <p:nvPr/>
        </p:nvSpPr>
        <p:spPr>
          <a:xfrm>
            <a:off x="1053703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8" name="object-78">
            <a:extLst>
              <a:ext uri="{FF2B5EF4-FFF2-40B4-BE49-F238E27FC236}">
                <a16:creationId xmlns:a16="http://schemas.microsoft.com/office/drawing/2014/main" id="{2D0AB9F8-1F10-4355-8DCB-7193F360933A}"/>
              </a:ext>
            </a:extLst>
          </p:cNvPr>
          <p:cNvSpPr>
            <a:spLocks noGrp="1"/>
          </p:cNvSpPr>
          <p:nvPr/>
        </p:nvSpPr>
        <p:spPr>
          <a:xfrm>
            <a:off x="1069578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9" name="object-79">
            <a:extLst>
              <a:ext uri="{FF2B5EF4-FFF2-40B4-BE49-F238E27FC236}">
                <a16:creationId xmlns:a16="http://schemas.microsoft.com/office/drawing/2014/main" id="{E375B556-3D62-4832-BAAC-6EAFD77B7DC2}"/>
              </a:ext>
            </a:extLst>
          </p:cNvPr>
          <p:cNvSpPr>
            <a:spLocks noGrp="1"/>
          </p:cNvSpPr>
          <p:nvPr/>
        </p:nvSpPr>
        <p:spPr>
          <a:xfrm>
            <a:off x="1085453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0" name="object-80">
            <a:extLst>
              <a:ext uri="{FF2B5EF4-FFF2-40B4-BE49-F238E27FC236}">
                <a16:creationId xmlns:a16="http://schemas.microsoft.com/office/drawing/2014/main" id="{C8AFBBF8-D115-4552-A5D4-B912C3E98C58}"/>
              </a:ext>
            </a:extLst>
          </p:cNvPr>
          <p:cNvSpPr>
            <a:spLocks noGrp="1"/>
          </p:cNvSpPr>
          <p:nvPr/>
        </p:nvSpPr>
        <p:spPr>
          <a:xfrm>
            <a:off x="1101328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1" name="object-81">
            <a:extLst>
              <a:ext uri="{FF2B5EF4-FFF2-40B4-BE49-F238E27FC236}">
                <a16:creationId xmlns:a16="http://schemas.microsoft.com/office/drawing/2014/main" id="{6397CFB6-57C6-44B8-AA59-22E6A50C61A2}"/>
              </a:ext>
            </a:extLst>
          </p:cNvPr>
          <p:cNvSpPr>
            <a:spLocks noGrp="1"/>
          </p:cNvSpPr>
          <p:nvPr/>
        </p:nvSpPr>
        <p:spPr>
          <a:xfrm>
            <a:off x="1117203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2" name="object-82">
            <a:extLst>
              <a:ext uri="{FF2B5EF4-FFF2-40B4-BE49-F238E27FC236}">
                <a16:creationId xmlns:a16="http://schemas.microsoft.com/office/drawing/2014/main" id="{11E3E186-B34A-4614-B01F-CEA2E4C8530A}"/>
              </a:ext>
            </a:extLst>
          </p:cNvPr>
          <p:cNvSpPr>
            <a:spLocks noGrp="1"/>
          </p:cNvSpPr>
          <p:nvPr/>
        </p:nvSpPr>
        <p:spPr>
          <a:xfrm>
            <a:off x="11330781" y="5310188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3" name="object-83">
            <a:extLst>
              <a:ext uri="{FF2B5EF4-FFF2-40B4-BE49-F238E27FC236}">
                <a16:creationId xmlns:a16="http://schemas.microsoft.com/office/drawing/2014/main" id="{F8892213-E2F9-4988-A94C-4FAEA6A9E166}"/>
              </a:ext>
            </a:extLst>
          </p:cNvPr>
          <p:cNvSpPr>
            <a:spLocks noGrp="1"/>
          </p:cNvSpPr>
          <p:nvPr/>
        </p:nvSpPr>
        <p:spPr>
          <a:xfrm>
            <a:off x="11489531" y="5310188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84" name="object-84">
            <a:extLst>
              <a:ext uri="{FF2B5EF4-FFF2-40B4-BE49-F238E27FC236}">
                <a16:creationId xmlns:a16="http://schemas.microsoft.com/office/drawing/2014/main" id="{A6FF22F2-8824-4F59-BA24-9540B5228B7E}"/>
              </a:ext>
            </a:extLst>
          </p:cNvPr>
          <p:cNvSpPr>
            <a:spLocks noGrp="1"/>
          </p:cNvSpPr>
          <p:nvPr/>
        </p:nvSpPr>
        <p:spPr>
          <a:xfrm>
            <a:off x="11648281" y="5310188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85" name="object-85">
            <a:extLst>
              <a:ext uri="{FF2B5EF4-FFF2-40B4-BE49-F238E27FC236}">
                <a16:creationId xmlns:a16="http://schemas.microsoft.com/office/drawing/2014/main" id="{1F69BFAB-6DB7-4682-97AE-0E45306B9C8C}"/>
              </a:ext>
            </a:extLst>
          </p:cNvPr>
          <p:cNvSpPr>
            <a:spLocks noGrp="1"/>
          </p:cNvSpPr>
          <p:nvPr/>
        </p:nvSpPr>
        <p:spPr>
          <a:xfrm>
            <a:off x="11807031" y="5310188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86" name="object-86">
            <a:extLst>
              <a:ext uri="{FF2B5EF4-FFF2-40B4-BE49-F238E27FC236}">
                <a16:creationId xmlns:a16="http://schemas.microsoft.com/office/drawing/2014/main" id="{D4A53809-E4B9-48AE-B710-305ECCCDE538}"/>
              </a:ext>
            </a:extLst>
          </p:cNvPr>
          <p:cNvSpPr>
            <a:spLocks noGrp="1"/>
          </p:cNvSpPr>
          <p:nvPr/>
        </p:nvSpPr>
        <p:spPr>
          <a:xfrm>
            <a:off x="11965781" y="5310188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87" name="object-87">
            <a:extLst>
              <a:ext uri="{FF2B5EF4-FFF2-40B4-BE49-F238E27FC236}">
                <a16:creationId xmlns:a16="http://schemas.microsoft.com/office/drawing/2014/main" id="{BC02C1CB-7912-41AF-A468-877DB6785D95}"/>
              </a:ext>
            </a:extLst>
          </p:cNvPr>
          <p:cNvSpPr>
            <a:spLocks noGrp="1"/>
          </p:cNvSpPr>
          <p:nvPr/>
        </p:nvSpPr>
        <p:spPr>
          <a:xfrm>
            <a:off x="12124531" y="5310188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88" name="object-88">
            <a:extLst>
              <a:ext uri="{FF2B5EF4-FFF2-40B4-BE49-F238E27FC236}">
                <a16:creationId xmlns:a16="http://schemas.microsoft.com/office/drawing/2014/main" id="{F2EC8365-EE8E-4AC1-B515-A61E664080DC}"/>
              </a:ext>
            </a:extLst>
          </p:cNvPr>
          <p:cNvSpPr>
            <a:spLocks noGrp="1"/>
          </p:cNvSpPr>
          <p:nvPr/>
        </p:nvSpPr>
        <p:spPr>
          <a:xfrm>
            <a:off x="12283281" y="5310188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89" name="object-89">
            <a:extLst>
              <a:ext uri="{FF2B5EF4-FFF2-40B4-BE49-F238E27FC236}">
                <a16:creationId xmlns:a16="http://schemas.microsoft.com/office/drawing/2014/main" id="{795E5C0A-6E70-4661-94D7-20B883E10029}"/>
              </a:ext>
            </a:extLst>
          </p:cNvPr>
          <p:cNvSpPr>
            <a:spLocks noGrp="1"/>
          </p:cNvSpPr>
          <p:nvPr/>
        </p:nvSpPr>
        <p:spPr>
          <a:xfrm>
            <a:off x="12442031" y="5310188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90" name="object-90">
            <a:extLst>
              <a:ext uri="{FF2B5EF4-FFF2-40B4-BE49-F238E27FC236}">
                <a16:creationId xmlns:a16="http://schemas.microsoft.com/office/drawing/2014/main" id="{AA8588E7-1C02-4E81-8C49-316D7A9B2E17}"/>
              </a:ext>
            </a:extLst>
          </p:cNvPr>
          <p:cNvSpPr>
            <a:spLocks noGrp="1"/>
          </p:cNvSpPr>
          <p:nvPr/>
        </p:nvSpPr>
        <p:spPr>
          <a:xfrm>
            <a:off x="12600781" y="5310188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91" name="object-91">
            <a:extLst>
              <a:ext uri="{FF2B5EF4-FFF2-40B4-BE49-F238E27FC236}">
                <a16:creationId xmlns:a16="http://schemas.microsoft.com/office/drawing/2014/main" id="{66791390-2ECD-468C-A70D-BF2107973031}"/>
              </a:ext>
            </a:extLst>
          </p:cNvPr>
          <p:cNvSpPr>
            <a:spLocks noGrp="1"/>
          </p:cNvSpPr>
          <p:nvPr/>
        </p:nvSpPr>
        <p:spPr>
          <a:xfrm>
            <a:off x="12759531" y="5310188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92" name="object-92">
            <a:extLst>
              <a:ext uri="{FF2B5EF4-FFF2-40B4-BE49-F238E27FC236}">
                <a16:creationId xmlns:a16="http://schemas.microsoft.com/office/drawing/2014/main" id="{3A74EEA5-B3D6-44C5-AA5F-677C3FFFFDDC}"/>
              </a:ext>
            </a:extLst>
          </p:cNvPr>
          <p:cNvSpPr>
            <a:spLocks noGrp="1"/>
          </p:cNvSpPr>
          <p:nvPr/>
        </p:nvSpPr>
        <p:spPr>
          <a:xfrm>
            <a:off x="1488281" y="5988844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3" name="object-93">
            <a:extLst>
              <a:ext uri="{FF2B5EF4-FFF2-40B4-BE49-F238E27FC236}">
                <a16:creationId xmlns:a16="http://schemas.microsoft.com/office/drawing/2014/main" id="{31D4C27C-B1A8-46A3-BCC6-AC369B5B7321}"/>
              </a:ext>
            </a:extLst>
          </p:cNvPr>
          <p:cNvSpPr>
            <a:spLocks noGrp="1"/>
          </p:cNvSpPr>
          <p:nvPr/>
        </p:nvSpPr>
        <p:spPr>
          <a:xfrm>
            <a:off x="1647031" y="5988844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4" name="object-94">
            <a:extLst>
              <a:ext uri="{FF2B5EF4-FFF2-40B4-BE49-F238E27FC236}">
                <a16:creationId xmlns:a16="http://schemas.microsoft.com/office/drawing/2014/main" id="{2D2594DC-41F5-4391-BC07-E24992DE3366}"/>
              </a:ext>
            </a:extLst>
          </p:cNvPr>
          <p:cNvSpPr>
            <a:spLocks noGrp="1"/>
          </p:cNvSpPr>
          <p:nvPr/>
        </p:nvSpPr>
        <p:spPr>
          <a:xfrm>
            <a:off x="1805781" y="5988844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5" name="object-95">
            <a:extLst>
              <a:ext uri="{FF2B5EF4-FFF2-40B4-BE49-F238E27FC236}">
                <a16:creationId xmlns:a16="http://schemas.microsoft.com/office/drawing/2014/main" id="{E06107C7-A41B-4D2F-9739-70FD2B7C1245}"/>
              </a:ext>
            </a:extLst>
          </p:cNvPr>
          <p:cNvSpPr>
            <a:spLocks noGrp="1"/>
          </p:cNvSpPr>
          <p:nvPr/>
        </p:nvSpPr>
        <p:spPr>
          <a:xfrm>
            <a:off x="1964531" y="5988844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6" name="object-96">
            <a:extLst>
              <a:ext uri="{FF2B5EF4-FFF2-40B4-BE49-F238E27FC236}">
                <a16:creationId xmlns:a16="http://schemas.microsoft.com/office/drawing/2014/main" id="{E59B0237-014F-4A04-8798-AE66D2EB9DA1}"/>
              </a:ext>
            </a:extLst>
          </p:cNvPr>
          <p:cNvSpPr>
            <a:spLocks noGrp="1"/>
          </p:cNvSpPr>
          <p:nvPr/>
        </p:nvSpPr>
        <p:spPr>
          <a:xfrm>
            <a:off x="2123281" y="5988844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7" name="object-97">
            <a:extLst>
              <a:ext uri="{FF2B5EF4-FFF2-40B4-BE49-F238E27FC236}">
                <a16:creationId xmlns:a16="http://schemas.microsoft.com/office/drawing/2014/main" id="{AB334A0A-B9FF-4FE5-A678-437F8E3C89EB}"/>
              </a:ext>
            </a:extLst>
          </p:cNvPr>
          <p:cNvSpPr>
            <a:spLocks noGrp="1"/>
          </p:cNvSpPr>
          <p:nvPr/>
        </p:nvSpPr>
        <p:spPr>
          <a:xfrm>
            <a:off x="2282031" y="5988844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8" name="object-98">
            <a:extLst>
              <a:ext uri="{FF2B5EF4-FFF2-40B4-BE49-F238E27FC236}">
                <a16:creationId xmlns:a16="http://schemas.microsoft.com/office/drawing/2014/main" id="{6CF1167E-F0E8-4D98-A084-19A547BF361A}"/>
              </a:ext>
            </a:extLst>
          </p:cNvPr>
          <p:cNvSpPr>
            <a:spLocks noGrp="1"/>
          </p:cNvSpPr>
          <p:nvPr/>
        </p:nvSpPr>
        <p:spPr>
          <a:xfrm>
            <a:off x="2440781" y="5988844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9" name="object-99">
            <a:extLst>
              <a:ext uri="{FF2B5EF4-FFF2-40B4-BE49-F238E27FC236}">
                <a16:creationId xmlns:a16="http://schemas.microsoft.com/office/drawing/2014/main" id="{A6E4EBCB-B3EB-46A3-86E8-E6B3FE4B8651}"/>
              </a:ext>
            </a:extLst>
          </p:cNvPr>
          <p:cNvSpPr>
            <a:spLocks noGrp="1"/>
          </p:cNvSpPr>
          <p:nvPr/>
        </p:nvSpPr>
        <p:spPr>
          <a:xfrm>
            <a:off x="2599531" y="5988844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0" name="object-100">
            <a:extLst>
              <a:ext uri="{FF2B5EF4-FFF2-40B4-BE49-F238E27FC236}">
                <a16:creationId xmlns:a16="http://schemas.microsoft.com/office/drawing/2014/main" id="{5D1DC155-00E8-40FA-918E-F029635558BE}"/>
              </a:ext>
            </a:extLst>
          </p:cNvPr>
          <p:cNvSpPr>
            <a:spLocks noGrp="1"/>
          </p:cNvSpPr>
          <p:nvPr/>
        </p:nvSpPr>
        <p:spPr>
          <a:xfrm>
            <a:off x="2758281" y="5988844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1" name="object-101">
            <a:extLst>
              <a:ext uri="{FF2B5EF4-FFF2-40B4-BE49-F238E27FC236}">
                <a16:creationId xmlns:a16="http://schemas.microsoft.com/office/drawing/2014/main" id="{98FA8921-6B06-4793-A596-F2D0A9A56D60}"/>
              </a:ext>
            </a:extLst>
          </p:cNvPr>
          <p:cNvSpPr>
            <a:spLocks noGrp="1"/>
          </p:cNvSpPr>
          <p:nvPr/>
        </p:nvSpPr>
        <p:spPr>
          <a:xfrm>
            <a:off x="2917031" y="5988844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2" name="object-102">
            <a:extLst>
              <a:ext uri="{FF2B5EF4-FFF2-40B4-BE49-F238E27FC236}">
                <a16:creationId xmlns:a16="http://schemas.microsoft.com/office/drawing/2014/main" id="{613F6386-721A-4424-B9E5-11A8C4D2099C}"/>
              </a:ext>
            </a:extLst>
          </p:cNvPr>
          <p:cNvSpPr>
            <a:spLocks noGrp="1"/>
          </p:cNvSpPr>
          <p:nvPr/>
        </p:nvSpPr>
        <p:spPr>
          <a:xfrm>
            <a:off x="3075781" y="5988844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3" name="object-103">
            <a:extLst>
              <a:ext uri="{FF2B5EF4-FFF2-40B4-BE49-F238E27FC236}">
                <a16:creationId xmlns:a16="http://schemas.microsoft.com/office/drawing/2014/main" id="{153DE82F-D667-47DF-8553-020ADAF3A8AE}"/>
              </a:ext>
            </a:extLst>
          </p:cNvPr>
          <p:cNvSpPr>
            <a:spLocks noGrp="1"/>
          </p:cNvSpPr>
          <p:nvPr/>
        </p:nvSpPr>
        <p:spPr>
          <a:xfrm>
            <a:off x="3234531" y="5988844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4" name="object-104">
            <a:extLst>
              <a:ext uri="{FF2B5EF4-FFF2-40B4-BE49-F238E27FC236}">
                <a16:creationId xmlns:a16="http://schemas.microsoft.com/office/drawing/2014/main" id="{0F3BF257-0F5D-4DA2-B8F6-507053F4160E}"/>
              </a:ext>
            </a:extLst>
          </p:cNvPr>
          <p:cNvSpPr>
            <a:spLocks noGrp="1"/>
          </p:cNvSpPr>
          <p:nvPr/>
        </p:nvSpPr>
        <p:spPr>
          <a:xfrm>
            <a:off x="3393281" y="5988844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5" name="object-105">
            <a:extLst>
              <a:ext uri="{FF2B5EF4-FFF2-40B4-BE49-F238E27FC236}">
                <a16:creationId xmlns:a16="http://schemas.microsoft.com/office/drawing/2014/main" id="{7609F885-AA32-4FDF-A225-32CA0DE763E4}"/>
              </a:ext>
            </a:extLst>
          </p:cNvPr>
          <p:cNvSpPr>
            <a:spLocks noGrp="1"/>
          </p:cNvSpPr>
          <p:nvPr/>
        </p:nvSpPr>
        <p:spPr>
          <a:xfrm>
            <a:off x="3552031" y="5988844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6" name="object-106">
            <a:extLst>
              <a:ext uri="{FF2B5EF4-FFF2-40B4-BE49-F238E27FC236}">
                <a16:creationId xmlns:a16="http://schemas.microsoft.com/office/drawing/2014/main" id="{E28FF9D1-5581-4770-B428-19D8C12BE231}"/>
              </a:ext>
            </a:extLst>
          </p:cNvPr>
          <p:cNvSpPr>
            <a:spLocks noGrp="1"/>
          </p:cNvSpPr>
          <p:nvPr/>
        </p:nvSpPr>
        <p:spPr>
          <a:xfrm>
            <a:off x="3710781" y="5988844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7" name="object-107">
            <a:extLst>
              <a:ext uri="{FF2B5EF4-FFF2-40B4-BE49-F238E27FC236}">
                <a16:creationId xmlns:a16="http://schemas.microsoft.com/office/drawing/2014/main" id="{4B1CA041-F78C-4925-A1F7-3F19D69E1FFA}"/>
              </a:ext>
            </a:extLst>
          </p:cNvPr>
          <p:cNvSpPr>
            <a:spLocks noGrp="1"/>
          </p:cNvSpPr>
          <p:nvPr/>
        </p:nvSpPr>
        <p:spPr>
          <a:xfrm>
            <a:off x="3869531" y="5988844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8" name="object-108">
            <a:extLst>
              <a:ext uri="{FF2B5EF4-FFF2-40B4-BE49-F238E27FC236}">
                <a16:creationId xmlns:a16="http://schemas.microsoft.com/office/drawing/2014/main" id="{4D5DCEE9-9AD6-47AF-8644-CD0C70CF6984}"/>
              </a:ext>
            </a:extLst>
          </p:cNvPr>
          <p:cNvSpPr>
            <a:spLocks noGrp="1"/>
          </p:cNvSpPr>
          <p:nvPr/>
        </p:nvSpPr>
        <p:spPr>
          <a:xfrm>
            <a:off x="4028281" y="5988844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9" name="object-109">
            <a:extLst>
              <a:ext uri="{FF2B5EF4-FFF2-40B4-BE49-F238E27FC236}">
                <a16:creationId xmlns:a16="http://schemas.microsoft.com/office/drawing/2014/main" id="{DEDCDDAA-43CC-4C08-9719-47EE02D711C6}"/>
              </a:ext>
            </a:extLst>
          </p:cNvPr>
          <p:cNvSpPr>
            <a:spLocks noGrp="1"/>
          </p:cNvSpPr>
          <p:nvPr/>
        </p:nvSpPr>
        <p:spPr>
          <a:xfrm>
            <a:off x="4187031" y="5988844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0" name="object-110">
            <a:extLst>
              <a:ext uri="{FF2B5EF4-FFF2-40B4-BE49-F238E27FC236}">
                <a16:creationId xmlns:a16="http://schemas.microsoft.com/office/drawing/2014/main" id="{E6CA8457-3E24-48C8-B58F-5AD921EBAA3A}"/>
              </a:ext>
            </a:extLst>
          </p:cNvPr>
          <p:cNvSpPr>
            <a:spLocks noGrp="1"/>
          </p:cNvSpPr>
          <p:nvPr/>
        </p:nvSpPr>
        <p:spPr>
          <a:xfrm>
            <a:off x="4345781" y="5988844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1" name="object-111">
            <a:extLst>
              <a:ext uri="{FF2B5EF4-FFF2-40B4-BE49-F238E27FC236}">
                <a16:creationId xmlns:a16="http://schemas.microsoft.com/office/drawing/2014/main" id="{58B3B320-7746-42E7-97E6-D937DF1D9BA8}"/>
              </a:ext>
            </a:extLst>
          </p:cNvPr>
          <p:cNvSpPr>
            <a:spLocks noGrp="1"/>
          </p:cNvSpPr>
          <p:nvPr/>
        </p:nvSpPr>
        <p:spPr>
          <a:xfrm>
            <a:off x="4504531" y="5988844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2" name="object-112">
            <a:extLst>
              <a:ext uri="{FF2B5EF4-FFF2-40B4-BE49-F238E27FC236}">
                <a16:creationId xmlns:a16="http://schemas.microsoft.com/office/drawing/2014/main" id="{079E16F6-0E9A-4820-8B6D-7A0E43F7293F}"/>
              </a:ext>
            </a:extLst>
          </p:cNvPr>
          <p:cNvSpPr>
            <a:spLocks noGrp="1"/>
          </p:cNvSpPr>
          <p:nvPr/>
        </p:nvSpPr>
        <p:spPr>
          <a:xfrm>
            <a:off x="4663281" y="5988844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3" name="object-113">
            <a:extLst>
              <a:ext uri="{FF2B5EF4-FFF2-40B4-BE49-F238E27FC236}">
                <a16:creationId xmlns:a16="http://schemas.microsoft.com/office/drawing/2014/main" id="{8A0CCF7F-D8B4-48F5-8FD7-905386BFD271}"/>
              </a:ext>
            </a:extLst>
          </p:cNvPr>
          <p:cNvSpPr>
            <a:spLocks noGrp="1"/>
          </p:cNvSpPr>
          <p:nvPr/>
        </p:nvSpPr>
        <p:spPr>
          <a:xfrm>
            <a:off x="4822031" y="5988844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4" name="object-114">
            <a:extLst>
              <a:ext uri="{FF2B5EF4-FFF2-40B4-BE49-F238E27FC236}">
                <a16:creationId xmlns:a16="http://schemas.microsoft.com/office/drawing/2014/main" id="{27D1D519-1A80-4EDA-BA18-1854029BFD98}"/>
              </a:ext>
            </a:extLst>
          </p:cNvPr>
          <p:cNvSpPr>
            <a:spLocks noGrp="1"/>
          </p:cNvSpPr>
          <p:nvPr/>
        </p:nvSpPr>
        <p:spPr>
          <a:xfrm>
            <a:off x="4980781" y="5988844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5" name="object-115">
            <a:extLst>
              <a:ext uri="{FF2B5EF4-FFF2-40B4-BE49-F238E27FC236}">
                <a16:creationId xmlns:a16="http://schemas.microsoft.com/office/drawing/2014/main" id="{39CBE91B-9676-48D3-B2CC-ADE341FFFBD3}"/>
              </a:ext>
            </a:extLst>
          </p:cNvPr>
          <p:cNvSpPr>
            <a:spLocks noGrp="1"/>
          </p:cNvSpPr>
          <p:nvPr/>
        </p:nvSpPr>
        <p:spPr>
          <a:xfrm>
            <a:off x="5139531" y="5988844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6" name="object-116">
            <a:extLst>
              <a:ext uri="{FF2B5EF4-FFF2-40B4-BE49-F238E27FC236}">
                <a16:creationId xmlns:a16="http://schemas.microsoft.com/office/drawing/2014/main" id="{19D6F9DF-E2EC-48D9-B320-649C88A31F44}"/>
              </a:ext>
            </a:extLst>
          </p:cNvPr>
          <p:cNvSpPr>
            <a:spLocks noGrp="1"/>
          </p:cNvSpPr>
          <p:nvPr/>
        </p:nvSpPr>
        <p:spPr>
          <a:xfrm>
            <a:off x="5298281" y="5988844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7" name="object-117">
            <a:extLst>
              <a:ext uri="{FF2B5EF4-FFF2-40B4-BE49-F238E27FC236}">
                <a16:creationId xmlns:a16="http://schemas.microsoft.com/office/drawing/2014/main" id="{DFF2EAA6-6573-4DB4-8ED0-82B3CF8CA5CD}"/>
              </a:ext>
            </a:extLst>
          </p:cNvPr>
          <p:cNvSpPr>
            <a:spLocks noGrp="1"/>
          </p:cNvSpPr>
          <p:nvPr/>
        </p:nvSpPr>
        <p:spPr>
          <a:xfrm>
            <a:off x="5457031" y="5988844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8" name="object-118">
            <a:extLst>
              <a:ext uri="{FF2B5EF4-FFF2-40B4-BE49-F238E27FC236}">
                <a16:creationId xmlns:a16="http://schemas.microsoft.com/office/drawing/2014/main" id="{5A7435ED-BF08-4904-996F-ED795E04AA43}"/>
              </a:ext>
            </a:extLst>
          </p:cNvPr>
          <p:cNvSpPr>
            <a:spLocks noGrp="1"/>
          </p:cNvSpPr>
          <p:nvPr/>
        </p:nvSpPr>
        <p:spPr>
          <a:xfrm>
            <a:off x="5615781" y="5988844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9" name="object-119">
            <a:extLst>
              <a:ext uri="{FF2B5EF4-FFF2-40B4-BE49-F238E27FC236}">
                <a16:creationId xmlns:a16="http://schemas.microsoft.com/office/drawing/2014/main" id="{18BA7B28-4299-4F2A-8C1B-882E1CED8EBB}"/>
              </a:ext>
            </a:extLst>
          </p:cNvPr>
          <p:cNvSpPr>
            <a:spLocks noGrp="1"/>
          </p:cNvSpPr>
          <p:nvPr/>
        </p:nvSpPr>
        <p:spPr>
          <a:xfrm>
            <a:off x="5774531" y="5988844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20" name="object-120">
            <a:extLst>
              <a:ext uri="{FF2B5EF4-FFF2-40B4-BE49-F238E27FC236}">
                <a16:creationId xmlns:a16="http://schemas.microsoft.com/office/drawing/2014/main" id="{F9A4EE8E-3D01-4317-86C8-F26F633308C7}"/>
              </a:ext>
            </a:extLst>
          </p:cNvPr>
          <p:cNvSpPr>
            <a:spLocks noGrp="1"/>
          </p:cNvSpPr>
          <p:nvPr/>
        </p:nvSpPr>
        <p:spPr>
          <a:xfrm>
            <a:off x="5933281" y="5988844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21" name="object-121">
            <a:extLst>
              <a:ext uri="{FF2B5EF4-FFF2-40B4-BE49-F238E27FC236}">
                <a16:creationId xmlns:a16="http://schemas.microsoft.com/office/drawing/2014/main" id="{2B345987-D089-4EE2-95E1-11762BB30588}"/>
              </a:ext>
            </a:extLst>
          </p:cNvPr>
          <p:cNvSpPr>
            <a:spLocks noGrp="1"/>
          </p:cNvSpPr>
          <p:nvPr/>
        </p:nvSpPr>
        <p:spPr>
          <a:xfrm>
            <a:off x="6092031" y="5988844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22" name="object-122">
            <a:extLst>
              <a:ext uri="{FF2B5EF4-FFF2-40B4-BE49-F238E27FC236}">
                <a16:creationId xmlns:a16="http://schemas.microsoft.com/office/drawing/2014/main" id="{9BF423F9-CE47-4A28-9674-EE296FB49C8F}"/>
              </a:ext>
            </a:extLst>
          </p:cNvPr>
          <p:cNvSpPr>
            <a:spLocks noGrp="1"/>
          </p:cNvSpPr>
          <p:nvPr/>
        </p:nvSpPr>
        <p:spPr>
          <a:xfrm>
            <a:off x="6250781" y="5988844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23" name="object-123">
            <a:extLst>
              <a:ext uri="{FF2B5EF4-FFF2-40B4-BE49-F238E27FC236}">
                <a16:creationId xmlns:a16="http://schemas.microsoft.com/office/drawing/2014/main" id="{64D346AF-9B18-40CC-8587-4D08B7A397EA}"/>
              </a:ext>
            </a:extLst>
          </p:cNvPr>
          <p:cNvSpPr>
            <a:spLocks noGrp="1"/>
          </p:cNvSpPr>
          <p:nvPr/>
        </p:nvSpPr>
        <p:spPr>
          <a:xfrm>
            <a:off x="6409531" y="5988844"/>
            <a:ext cx="1587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24" name="object-124">
            <a:extLst>
              <a:ext uri="{FF2B5EF4-FFF2-40B4-BE49-F238E27FC236}">
                <a16:creationId xmlns:a16="http://schemas.microsoft.com/office/drawing/2014/main" id="{D3108C64-CE50-4B81-AC10-FFAC48F9BA24}"/>
              </a:ext>
            </a:extLst>
          </p:cNvPr>
          <p:cNvSpPr>
            <a:spLocks noGrp="1"/>
          </p:cNvSpPr>
          <p:nvPr/>
        </p:nvSpPr>
        <p:spPr>
          <a:xfrm>
            <a:off x="6568281" y="5988844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25" name="object-125">
            <a:extLst>
              <a:ext uri="{FF2B5EF4-FFF2-40B4-BE49-F238E27FC236}">
                <a16:creationId xmlns:a16="http://schemas.microsoft.com/office/drawing/2014/main" id="{3FD93BC0-F017-490F-95F7-4F4FEE80A284}"/>
              </a:ext>
            </a:extLst>
          </p:cNvPr>
          <p:cNvSpPr>
            <a:spLocks noGrp="1"/>
          </p:cNvSpPr>
          <p:nvPr/>
        </p:nvSpPr>
        <p:spPr>
          <a:xfrm>
            <a:off x="6727031" y="5988844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26" name="object-126">
            <a:extLst>
              <a:ext uri="{FF2B5EF4-FFF2-40B4-BE49-F238E27FC236}">
                <a16:creationId xmlns:a16="http://schemas.microsoft.com/office/drawing/2014/main" id="{0539F909-0CD5-4519-B873-A61557AD8343}"/>
              </a:ext>
            </a:extLst>
          </p:cNvPr>
          <p:cNvSpPr>
            <a:spLocks noGrp="1"/>
          </p:cNvSpPr>
          <p:nvPr/>
        </p:nvSpPr>
        <p:spPr>
          <a:xfrm>
            <a:off x="6885781" y="5988844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27" name="object-127">
            <a:extLst>
              <a:ext uri="{FF2B5EF4-FFF2-40B4-BE49-F238E27FC236}">
                <a16:creationId xmlns:a16="http://schemas.microsoft.com/office/drawing/2014/main" id="{E95DF999-7200-4B45-9BF6-4837E9218545}"/>
              </a:ext>
            </a:extLst>
          </p:cNvPr>
          <p:cNvSpPr>
            <a:spLocks noGrp="1"/>
          </p:cNvSpPr>
          <p:nvPr/>
        </p:nvSpPr>
        <p:spPr>
          <a:xfrm>
            <a:off x="7044531" y="5988844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28" name="object-128">
            <a:extLst>
              <a:ext uri="{FF2B5EF4-FFF2-40B4-BE49-F238E27FC236}">
                <a16:creationId xmlns:a16="http://schemas.microsoft.com/office/drawing/2014/main" id="{7A116529-61AD-47F8-9F66-6345D0D41BD3}"/>
              </a:ext>
            </a:extLst>
          </p:cNvPr>
          <p:cNvSpPr>
            <a:spLocks noGrp="1"/>
          </p:cNvSpPr>
          <p:nvPr/>
        </p:nvSpPr>
        <p:spPr>
          <a:xfrm>
            <a:off x="7203281" y="5988844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29" name="object-129">
            <a:extLst>
              <a:ext uri="{FF2B5EF4-FFF2-40B4-BE49-F238E27FC236}">
                <a16:creationId xmlns:a16="http://schemas.microsoft.com/office/drawing/2014/main" id="{0405790B-7920-4FC0-A35F-64CF6CFE3F28}"/>
              </a:ext>
            </a:extLst>
          </p:cNvPr>
          <p:cNvSpPr>
            <a:spLocks noGrp="1"/>
          </p:cNvSpPr>
          <p:nvPr/>
        </p:nvSpPr>
        <p:spPr>
          <a:xfrm>
            <a:off x="7362031" y="5988844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30" name="object-130">
            <a:extLst>
              <a:ext uri="{FF2B5EF4-FFF2-40B4-BE49-F238E27FC236}">
                <a16:creationId xmlns:a16="http://schemas.microsoft.com/office/drawing/2014/main" id="{D89BDA97-F100-4DB0-AC84-3F7C4E60B439}"/>
              </a:ext>
            </a:extLst>
          </p:cNvPr>
          <p:cNvSpPr>
            <a:spLocks noGrp="1"/>
          </p:cNvSpPr>
          <p:nvPr/>
        </p:nvSpPr>
        <p:spPr>
          <a:xfrm>
            <a:off x="7520781" y="5988844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31" name="object-131">
            <a:extLst>
              <a:ext uri="{FF2B5EF4-FFF2-40B4-BE49-F238E27FC236}">
                <a16:creationId xmlns:a16="http://schemas.microsoft.com/office/drawing/2014/main" id="{69A97F7D-8A94-41BB-9AA7-FC3271A87E8B}"/>
              </a:ext>
            </a:extLst>
          </p:cNvPr>
          <p:cNvSpPr>
            <a:spLocks noGrp="1"/>
          </p:cNvSpPr>
          <p:nvPr/>
        </p:nvSpPr>
        <p:spPr>
          <a:xfrm>
            <a:off x="7679531" y="5988844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32" name="object-132">
            <a:extLst>
              <a:ext uri="{FF2B5EF4-FFF2-40B4-BE49-F238E27FC236}">
                <a16:creationId xmlns:a16="http://schemas.microsoft.com/office/drawing/2014/main" id="{477140CF-F9C9-424E-96AB-A00D6F1714B5}"/>
              </a:ext>
            </a:extLst>
          </p:cNvPr>
          <p:cNvSpPr>
            <a:spLocks noGrp="1"/>
          </p:cNvSpPr>
          <p:nvPr/>
        </p:nvSpPr>
        <p:spPr>
          <a:xfrm>
            <a:off x="7838281" y="5988844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33" name="object-133">
            <a:extLst>
              <a:ext uri="{FF2B5EF4-FFF2-40B4-BE49-F238E27FC236}">
                <a16:creationId xmlns:a16="http://schemas.microsoft.com/office/drawing/2014/main" id="{6744C629-0E67-47F8-A019-44FC7E130D7F}"/>
              </a:ext>
            </a:extLst>
          </p:cNvPr>
          <p:cNvSpPr>
            <a:spLocks noGrp="1"/>
          </p:cNvSpPr>
          <p:nvPr/>
        </p:nvSpPr>
        <p:spPr>
          <a:xfrm>
            <a:off x="7997031" y="5988844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34" name="object-134">
            <a:extLst>
              <a:ext uri="{FF2B5EF4-FFF2-40B4-BE49-F238E27FC236}">
                <a16:creationId xmlns:a16="http://schemas.microsoft.com/office/drawing/2014/main" id="{0DE7CB74-5E23-42DB-9B48-F901C3A4E82F}"/>
              </a:ext>
            </a:extLst>
          </p:cNvPr>
          <p:cNvSpPr>
            <a:spLocks noGrp="1"/>
          </p:cNvSpPr>
          <p:nvPr/>
        </p:nvSpPr>
        <p:spPr>
          <a:xfrm>
            <a:off x="8155781" y="5988844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35" name="object-135">
            <a:extLst>
              <a:ext uri="{FF2B5EF4-FFF2-40B4-BE49-F238E27FC236}">
                <a16:creationId xmlns:a16="http://schemas.microsoft.com/office/drawing/2014/main" id="{09690AAE-C962-4C4B-B30B-24A402D50712}"/>
              </a:ext>
            </a:extLst>
          </p:cNvPr>
          <p:cNvSpPr>
            <a:spLocks noGrp="1"/>
          </p:cNvSpPr>
          <p:nvPr/>
        </p:nvSpPr>
        <p:spPr>
          <a:xfrm>
            <a:off x="8314531" y="5988844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36" name="object-136">
            <a:extLst>
              <a:ext uri="{FF2B5EF4-FFF2-40B4-BE49-F238E27FC236}">
                <a16:creationId xmlns:a16="http://schemas.microsoft.com/office/drawing/2014/main" id="{F978B3BC-AAD2-4DCE-80ED-0F9C54627ADD}"/>
              </a:ext>
            </a:extLst>
          </p:cNvPr>
          <p:cNvSpPr>
            <a:spLocks noGrp="1"/>
          </p:cNvSpPr>
          <p:nvPr/>
        </p:nvSpPr>
        <p:spPr>
          <a:xfrm>
            <a:off x="8473281" y="5988844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37" name="object-137">
            <a:extLst>
              <a:ext uri="{FF2B5EF4-FFF2-40B4-BE49-F238E27FC236}">
                <a16:creationId xmlns:a16="http://schemas.microsoft.com/office/drawing/2014/main" id="{C5234B05-0716-4CCF-9A09-4F07B2347B29}"/>
              </a:ext>
            </a:extLst>
          </p:cNvPr>
          <p:cNvSpPr>
            <a:spLocks noGrp="1"/>
          </p:cNvSpPr>
          <p:nvPr/>
        </p:nvSpPr>
        <p:spPr>
          <a:xfrm>
            <a:off x="8632031" y="5988844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38" name="object-138">
            <a:extLst>
              <a:ext uri="{FF2B5EF4-FFF2-40B4-BE49-F238E27FC236}">
                <a16:creationId xmlns:a16="http://schemas.microsoft.com/office/drawing/2014/main" id="{B7FF8377-D0D1-46EB-88F6-3D428F8418B1}"/>
              </a:ext>
            </a:extLst>
          </p:cNvPr>
          <p:cNvSpPr>
            <a:spLocks noGrp="1"/>
          </p:cNvSpPr>
          <p:nvPr/>
        </p:nvSpPr>
        <p:spPr>
          <a:xfrm>
            <a:off x="8790781" y="5988844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39" name="object-139">
            <a:extLst>
              <a:ext uri="{FF2B5EF4-FFF2-40B4-BE49-F238E27FC236}">
                <a16:creationId xmlns:a16="http://schemas.microsoft.com/office/drawing/2014/main" id="{A35456C8-73F8-4B49-95E7-FF7ABA6663EC}"/>
              </a:ext>
            </a:extLst>
          </p:cNvPr>
          <p:cNvSpPr>
            <a:spLocks noGrp="1"/>
          </p:cNvSpPr>
          <p:nvPr/>
        </p:nvSpPr>
        <p:spPr>
          <a:xfrm>
            <a:off x="8949531" y="5988844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40" name="object-140">
            <a:extLst>
              <a:ext uri="{FF2B5EF4-FFF2-40B4-BE49-F238E27FC236}">
                <a16:creationId xmlns:a16="http://schemas.microsoft.com/office/drawing/2014/main" id="{4C5A9094-5CF9-43E5-841C-3FD3C9A4F59A}"/>
              </a:ext>
            </a:extLst>
          </p:cNvPr>
          <p:cNvSpPr>
            <a:spLocks noGrp="1"/>
          </p:cNvSpPr>
          <p:nvPr/>
        </p:nvSpPr>
        <p:spPr>
          <a:xfrm>
            <a:off x="9108281" y="5988844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41" name="object-141">
            <a:extLst>
              <a:ext uri="{FF2B5EF4-FFF2-40B4-BE49-F238E27FC236}">
                <a16:creationId xmlns:a16="http://schemas.microsoft.com/office/drawing/2014/main" id="{9972CB19-0FB5-4B00-9479-82A4783906CA}"/>
              </a:ext>
            </a:extLst>
          </p:cNvPr>
          <p:cNvSpPr>
            <a:spLocks noGrp="1"/>
          </p:cNvSpPr>
          <p:nvPr/>
        </p:nvSpPr>
        <p:spPr>
          <a:xfrm>
            <a:off x="9267031" y="5988844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42" name="object-142">
            <a:extLst>
              <a:ext uri="{FF2B5EF4-FFF2-40B4-BE49-F238E27FC236}">
                <a16:creationId xmlns:a16="http://schemas.microsoft.com/office/drawing/2014/main" id="{6AB79532-5587-4CB8-B18F-A1DF2A185249}"/>
              </a:ext>
            </a:extLst>
          </p:cNvPr>
          <p:cNvSpPr>
            <a:spLocks noGrp="1"/>
          </p:cNvSpPr>
          <p:nvPr/>
        </p:nvSpPr>
        <p:spPr>
          <a:xfrm>
            <a:off x="9425781" y="5988844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43" name="object-143">
            <a:extLst>
              <a:ext uri="{FF2B5EF4-FFF2-40B4-BE49-F238E27FC236}">
                <a16:creationId xmlns:a16="http://schemas.microsoft.com/office/drawing/2014/main" id="{A1B7782C-833C-43E8-9B85-AA476404837E}"/>
              </a:ext>
            </a:extLst>
          </p:cNvPr>
          <p:cNvSpPr>
            <a:spLocks noGrp="1"/>
          </p:cNvSpPr>
          <p:nvPr/>
        </p:nvSpPr>
        <p:spPr>
          <a:xfrm>
            <a:off x="9584531" y="5988844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44" name="object-144">
            <a:extLst>
              <a:ext uri="{FF2B5EF4-FFF2-40B4-BE49-F238E27FC236}">
                <a16:creationId xmlns:a16="http://schemas.microsoft.com/office/drawing/2014/main" id="{24FA53CC-FA77-4674-BB44-793C72E30652}"/>
              </a:ext>
            </a:extLst>
          </p:cNvPr>
          <p:cNvSpPr>
            <a:spLocks noGrp="1"/>
          </p:cNvSpPr>
          <p:nvPr/>
        </p:nvSpPr>
        <p:spPr>
          <a:xfrm>
            <a:off x="9743281" y="5988844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45" name="object-145">
            <a:extLst>
              <a:ext uri="{FF2B5EF4-FFF2-40B4-BE49-F238E27FC236}">
                <a16:creationId xmlns:a16="http://schemas.microsoft.com/office/drawing/2014/main" id="{CB3C52BC-422C-4050-84B0-083BB764BF07}"/>
              </a:ext>
            </a:extLst>
          </p:cNvPr>
          <p:cNvSpPr>
            <a:spLocks noGrp="1"/>
          </p:cNvSpPr>
          <p:nvPr/>
        </p:nvSpPr>
        <p:spPr>
          <a:xfrm>
            <a:off x="9902031" y="5988844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46" name="object-146">
            <a:extLst>
              <a:ext uri="{FF2B5EF4-FFF2-40B4-BE49-F238E27FC236}">
                <a16:creationId xmlns:a16="http://schemas.microsoft.com/office/drawing/2014/main" id="{380EFB0F-3274-44EA-BE69-28D19A32DB53}"/>
              </a:ext>
            </a:extLst>
          </p:cNvPr>
          <p:cNvSpPr>
            <a:spLocks noGrp="1"/>
          </p:cNvSpPr>
          <p:nvPr/>
        </p:nvSpPr>
        <p:spPr>
          <a:xfrm>
            <a:off x="10060781" y="5988844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47" name="object-147">
            <a:extLst>
              <a:ext uri="{FF2B5EF4-FFF2-40B4-BE49-F238E27FC236}">
                <a16:creationId xmlns:a16="http://schemas.microsoft.com/office/drawing/2014/main" id="{FBED7599-B827-4CFB-8C67-7BB4D3166E8C}"/>
              </a:ext>
            </a:extLst>
          </p:cNvPr>
          <p:cNvSpPr>
            <a:spLocks noGrp="1"/>
          </p:cNvSpPr>
          <p:nvPr/>
        </p:nvSpPr>
        <p:spPr>
          <a:xfrm>
            <a:off x="10219531" y="5988844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48" name="object-148">
            <a:extLst>
              <a:ext uri="{FF2B5EF4-FFF2-40B4-BE49-F238E27FC236}">
                <a16:creationId xmlns:a16="http://schemas.microsoft.com/office/drawing/2014/main" id="{CCBA4772-0A4C-47D5-9217-D18CCA39A49D}"/>
              </a:ext>
            </a:extLst>
          </p:cNvPr>
          <p:cNvSpPr>
            <a:spLocks noGrp="1"/>
          </p:cNvSpPr>
          <p:nvPr/>
        </p:nvSpPr>
        <p:spPr>
          <a:xfrm>
            <a:off x="10378281" y="5988844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49" name="object-149">
            <a:extLst>
              <a:ext uri="{FF2B5EF4-FFF2-40B4-BE49-F238E27FC236}">
                <a16:creationId xmlns:a16="http://schemas.microsoft.com/office/drawing/2014/main" id="{71ECD9AA-9FF6-41D4-8251-12D31B07AFEF}"/>
              </a:ext>
            </a:extLst>
          </p:cNvPr>
          <p:cNvSpPr>
            <a:spLocks noGrp="1"/>
          </p:cNvSpPr>
          <p:nvPr/>
        </p:nvSpPr>
        <p:spPr>
          <a:xfrm>
            <a:off x="10537031" y="5988844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50" name="object-150">
            <a:extLst>
              <a:ext uri="{FF2B5EF4-FFF2-40B4-BE49-F238E27FC236}">
                <a16:creationId xmlns:a16="http://schemas.microsoft.com/office/drawing/2014/main" id="{0DF08B16-2B75-444B-B99F-A68803F3B514}"/>
              </a:ext>
            </a:extLst>
          </p:cNvPr>
          <p:cNvSpPr>
            <a:spLocks noGrp="1"/>
          </p:cNvSpPr>
          <p:nvPr/>
        </p:nvSpPr>
        <p:spPr>
          <a:xfrm>
            <a:off x="10695781" y="5988844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51" name="object-151">
            <a:extLst>
              <a:ext uri="{FF2B5EF4-FFF2-40B4-BE49-F238E27FC236}">
                <a16:creationId xmlns:a16="http://schemas.microsoft.com/office/drawing/2014/main" id="{FE2EB802-2E4A-4B4C-AE13-8D7FED6C7C55}"/>
              </a:ext>
            </a:extLst>
          </p:cNvPr>
          <p:cNvSpPr>
            <a:spLocks noGrp="1"/>
          </p:cNvSpPr>
          <p:nvPr/>
        </p:nvSpPr>
        <p:spPr>
          <a:xfrm>
            <a:off x="10854531" y="5988844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52" name="object-152">
            <a:extLst>
              <a:ext uri="{FF2B5EF4-FFF2-40B4-BE49-F238E27FC236}">
                <a16:creationId xmlns:a16="http://schemas.microsoft.com/office/drawing/2014/main" id="{7BCCD81E-5BF3-41CD-96B0-8A34FB3074B6}"/>
              </a:ext>
            </a:extLst>
          </p:cNvPr>
          <p:cNvSpPr>
            <a:spLocks noGrp="1"/>
          </p:cNvSpPr>
          <p:nvPr/>
        </p:nvSpPr>
        <p:spPr>
          <a:xfrm>
            <a:off x="11013281" y="5988844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53" name="object-153">
            <a:extLst>
              <a:ext uri="{FF2B5EF4-FFF2-40B4-BE49-F238E27FC236}">
                <a16:creationId xmlns:a16="http://schemas.microsoft.com/office/drawing/2014/main" id="{0722C247-A13B-43B4-A043-F607AF8D795A}"/>
              </a:ext>
            </a:extLst>
          </p:cNvPr>
          <p:cNvSpPr>
            <a:spLocks noGrp="1"/>
          </p:cNvSpPr>
          <p:nvPr/>
        </p:nvSpPr>
        <p:spPr>
          <a:xfrm>
            <a:off x="11172031" y="5988844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54" name="object-154">
            <a:extLst>
              <a:ext uri="{FF2B5EF4-FFF2-40B4-BE49-F238E27FC236}">
                <a16:creationId xmlns:a16="http://schemas.microsoft.com/office/drawing/2014/main" id="{BD999BBD-2621-44D1-8116-89B5D00B03BA}"/>
              </a:ext>
            </a:extLst>
          </p:cNvPr>
          <p:cNvSpPr>
            <a:spLocks noGrp="1"/>
          </p:cNvSpPr>
          <p:nvPr/>
        </p:nvSpPr>
        <p:spPr>
          <a:xfrm>
            <a:off x="11330781" y="5988844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55" name="object-155">
            <a:extLst>
              <a:ext uri="{FF2B5EF4-FFF2-40B4-BE49-F238E27FC236}">
                <a16:creationId xmlns:a16="http://schemas.microsoft.com/office/drawing/2014/main" id="{0D4BC7FF-59A7-4D3E-963F-A04D32DB966E}"/>
              </a:ext>
            </a:extLst>
          </p:cNvPr>
          <p:cNvSpPr>
            <a:spLocks noGrp="1"/>
          </p:cNvSpPr>
          <p:nvPr/>
        </p:nvSpPr>
        <p:spPr>
          <a:xfrm>
            <a:off x="11489531" y="5988844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56" name="object-156">
            <a:extLst>
              <a:ext uri="{FF2B5EF4-FFF2-40B4-BE49-F238E27FC236}">
                <a16:creationId xmlns:a16="http://schemas.microsoft.com/office/drawing/2014/main" id="{94BE67DC-3600-4445-938F-1451179446AD}"/>
              </a:ext>
            </a:extLst>
          </p:cNvPr>
          <p:cNvSpPr>
            <a:spLocks noGrp="1"/>
          </p:cNvSpPr>
          <p:nvPr/>
        </p:nvSpPr>
        <p:spPr>
          <a:xfrm>
            <a:off x="11648281" y="5988844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57" name="object-157">
            <a:extLst>
              <a:ext uri="{FF2B5EF4-FFF2-40B4-BE49-F238E27FC236}">
                <a16:creationId xmlns:a16="http://schemas.microsoft.com/office/drawing/2014/main" id="{1EE121BD-4208-48CB-8561-D11EAC99F36D}"/>
              </a:ext>
            </a:extLst>
          </p:cNvPr>
          <p:cNvSpPr>
            <a:spLocks noGrp="1"/>
          </p:cNvSpPr>
          <p:nvPr/>
        </p:nvSpPr>
        <p:spPr>
          <a:xfrm>
            <a:off x="11807031" y="5988844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58" name="object-158">
            <a:extLst>
              <a:ext uri="{FF2B5EF4-FFF2-40B4-BE49-F238E27FC236}">
                <a16:creationId xmlns:a16="http://schemas.microsoft.com/office/drawing/2014/main" id="{FECAD734-4DD9-4F1E-B63B-DA2D5B22F832}"/>
              </a:ext>
            </a:extLst>
          </p:cNvPr>
          <p:cNvSpPr>
            <a:spLocks noGrp="1"/>
          </p:cNvSpPr>
          <p:nvPr/>
        </p:nvSpPr>
        <p:spPr>
          <a:xfrm>
            <a:off x="11965781" y="5988844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59" name="object-159">
            <a:extLst>
              <a:ext uri="{FF2B5EF4-FFF2-40B4-BE49-F238E27FC236}">
                <a16:creationId xmlns:a16="http://schemas.microsoft.com/office/drawing/2014/main" id="{C1E650C8-0B0B-4910-8720-561F2A5B4449}"/>
              </a:ext>
            </a:extLst>
          </p:cNvPr>
          <p:cNvSpPr>
            <a:spLocks noGrp="1"/>
          </p:cNvSpPr>
          <p:nvPr/>
        </p:nvSpPr>
        <p:spPr>
          <a:xfrm>
            <a:off x="12124531" y="5988844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60" name="object-160">
            <a:extLst>
              <a:ext uri="{FF2B5EF4-FFF2-40B4-BE49-F238E27FC236}">
                <a16:creationId xmlns:a16="http://schemas.microsoft.com/office/drawing/2014/main" id="{76FB62A3-107B-4538-9515-AA721CACC9AA}"/>
              </a:ext>
            </a:extLst>
          </p:cNvPr>
          <p:cNvSpPr>
            <a:spLocks noGrp="1"/>
          </p:cNvSpPr>
          <p:nvPr/>
        </p:nvSpPr>
        <p:spPr>
          <a:xfrm>
            <a:off x="12283281" y="5988844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61" name="object-161">
            <a:extLst>
              <a:ext uri="{FF2B5EF4-FFF2-40B4-BE49-F238E27FC236}">
                <a16:creationId xmlns:a16="http://schemas.microsoft.com/office/drawing/2014/main" id="{626CC53B-2F7B-42F6-A1D8-85CD29E8BEA0}"/>
              </a:ext>
            </a:extLst>
          </p:cNvPr>
          <p:cNvSpPr>
            <a:spLocks noGrp="1"/>
          </p:cNvSpPr>
          <p:nvPr/>
        </p:nvSpPr>
        <p:spPr>
          <a:xfrm>
            <a:off x="12442031" y="5988844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62" name="object-162">
            <a:extLst>
              <a:ext uri="{FF2B5EF4-FFF2-40B4-BE49-F238E27FC236}">
                <a16:creationId xmlns:a16="http://schemas.microsoft.com/office/drawing/2014/main" id="{BC973C11-7F26-4E20-ACCC-C0DCC5CF5E33}"/>
              </a:ext>
            </a:extLst>
          </p:cNvPr>
          <p:cNvSpPr>
            <a:spLocks noGrp="1"/>
          </p:cNvSpPr>
          <p:nvPr/>
        </p:nvSpPr>
        <p:spPr>
          <a:xfrm>
            <a:off x="12600781" y="5988844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63" name="object-163">
            <a:extLst>
              <a:ext uri="{FF2B5EF4-FFF2-40B4-BE49-F238E27FC236}">
                <a16:creationId xmlns:a16="http://schemas.microsoft.com/office/drawing/2014/main" id="{2AD7AA99-0DD9-47BD-9A83-CAA5F60F9FC0}"/>
              </a:ext>
            </a:extLst>
          </p:cNvPr>
          <p:cNvSpPr>
            <a:spLocks noGrp="1"/>
          </p:cNvSpPr>
          <p:nvPr/>
        </p:nvSpPr>
        <p:spPr>
          <a:xfrm>
            <a:off x="12759531" y="5988844"/>
            <a:ext cx="1587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64" name="object-164">
            <a:extLst>
              <a:ext uri="{FF2B5EF4-FFF2-40B4-BE49-F238E27FC236}">
                <a16:creationId xmlns:a16="http://schemas.microsoft.com/office/drawing/2014/main" id="{09A2322D-EFA5-403C-8310-E9A3A9ED5020}"/>
              </a:ext>
            </a:extLst>
          </p:cNvPr>
          <p:cNvSpPr>
            <a:spLocks noGrp="1"/>
          </p:cNvSpPr>
          <p:nvPr/>
        </p:nvSpPr>
        <p:spPr>
          <a:xfrm>
            <a:off x="1488281" y="5310188"/>
            <a:ext cx="1905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165" name="object-165">
            <a:extLst>
              <a:ext uri="{FF2B5EF4-FFF2-40B4-BE49-F238E27FC236}">
                <a16:creationId xmlns:a16="http://schemas.microsoft.com/office/drawing/2014/main" id="{5A82ECA3-E7B9-42EC-95ED-ED84792D25C2}"/>
              </a:ext>
            </a:extLst>
          </p:cNvPr>
          <p:cNvSpPr>
            <a:spLocks noGrp="1"/>
          </p:cNvSpPr>
          <p:nvPr/>
        </p:nvSpPr>
        <p:spPr>
          <a:xfrm>
            <a:off x="1488281" y="5988844"/>
            <a:ext cx="1905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166" name="object-166">
            <a:extLst>
              <a:ext uri="{FF2B5EF4-FFF2-40B4-BE49-F238E27FC236}">
                <a16:creationId xmlns:a16="http://schemas.microsoft.com/office/drawing/2014/main" id="{AE2711CE-C325-412A-9D35-A48E25672E87}"/>
              </a:ext>
            </a:extLst>
          </p:cNvPr>
          <p:cNvSpPr>
            <a:spLocks noGrp="1"/>
          </p:cNvSpPr>
          <p:nvPr/>
        </p:nvSpPr>
        <p:spPr>
          <a:xfrm>
            <a:off x="3393281" y="5310188"/>
            <a:ext cx="1905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167" name="object-167">
            <a:extLst>
              <a:ext uri="{FF2B5EF4-FFF2-40B4-BE49-F238E27FC236}">
                <a16:creationId xmlns:a16="http://schemas.microsoft.com/office/drawing/2014/main" id="{15C82D1A-5079-41FA-890C-AAB83B406F8D}"/>
              </a:ext>
            </a:extLst>
          </p:cNvPr>
          <p:cNvSpPr>
            <a:spLocks noGrp="1"/>
          </p:cNvSpPr>
          <p:nvPr/>
        </p:nvSpPr>
        <p:spPr>
          <a:xfrm>
            <a:off x="3393281" y="5988844"/>
            <a:ext cx="1905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168" name="object-168">
            <a:extLst>
              <a:ext uri="{FF2B5EF4-FFF2-40B4-BE49-F238E27FC236}">
                <a16:creationId xmlns:a16="http://schemas.microsoft.com/office/drawing/2014/main" id="{1B97A5AD-DE86-49F2-974C-E9DDE7AAA00B}"/>
              </a:ext>
            </a:extLst>
          </p:cNvPr>
          <p:cNvSpPr>
            <a:spLocks noGrp="1"/>
          </p:cNvSpPr>
          <p:nvPr/>
        </p:nvSpPr>
        <p:spPr>
          <a:xfrm>
            <a:off x="5298281" y="5310188"/>
            <a:ext cx="1905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169" name="object-169">
            <a:extLst>
              <a:ext uri="{FF2B5EF4-FFF2-40B4-BE49-F238E27FC236}">
                <a16:creationId xmlns:a16="http://schemas.microsoft.com/office/drawing/2014/main" id="{97FCD4C9-8A52-47A4-93F4-4DA55D4D3EAE}"/>
              </a:ext>
            </a:extLst>
          </p:cNvPr>
          <p:cNvSpPr>
            <a:spLocks noGrp="1"/>
          </p:cNvSpPr>
          <p:nvPr/>
        </p:nvSpPr>
        <p:spPr>
          <a:xfrm>
            <a:off x="5298281" y="5988844"/>
            <a:ext cx="1905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170" name="object-170">
            <a:extLst>
              <a:ext uri="{FF2B5EF4-FFF2-40B4-BE49-F238E27FC236}">
                <a16:creationId xmlns:a16="http://schemas.microsoft.com/office/drawing/2014/main" id="{103F97E3-BF2D-4CEC-89BB-FD3BF72B69A7}"/>
              </a:ext>
            </a:extLst>
          </p:cNvPr>
          <p:cNvSpPr>
            <a:spLocks noGrp="1"/>
          </p:cNvSpPr>
          <p:nvPr/>
        </p:nvSpPr>
        <p:spPr>
          <a:xfrm>
            <a:off x="7203281" y="5310188"/>
            <a:ext cx="1905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171" name="object-171">
            <a:extLst>
              <a:ext uri="{FF2B5EF4-FFF2-40B4-BE49-F238E27FC236}">
                <a16:creationId xmlns:a16="http://schemas.microsoft.com/office/drawing/2014/main" id="{D4C3AC20-B749-4119-95BD-BF1BCE7FB4C0}"/>
              </a:ext>
            </a:extLst>
          </p:cNvPr>
          <p:cNvSpPr>
            <a:spLocks noGrp="1"/>
          </p:cNvSpPr>
          <p:nvPr/>
        </p:nvSpPr>
        <p:spPr>
          <a:xfrm>
            <a:off x="7203281" y="5988844"/>
            <a:ext cx="1905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172" name="object-172">
            <a:extLst>
              <a:ext uri="{FF2B5EF4-FFF2-40B4-BE49-F238E27FC236}">
                <a16:creationId xmlns:a16="http://schemas.microsoft.com/office/drawing/2014/main" id="{0CC1F405-A1C3-4231-8BD9-D3DD866F942A}"/>
              </a:ext>
            </a:extLst>
          </p:cNvPr>
          <p:cNvSpPr>
            <a:spLocks noGrp="1"/>
          </p:cNvSpPr>
          <p:nvPr/>
        </p:nvSpPr>
        <p:spPr>
          <a:xfrm>
            <a:off x="9108281" y="5310188"/>
            <a:ext cx="1905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173" name="object-173">
            <a:extLst>
              <a:ext uri="{FF2B5EF4-FFF2-40B4-BE49-F238E27FC236}">
                <a16:creationId xmlns:a16="http://schemas.microsoft.com/office/drawing/2014/main" id="{BAAED005-40E7-4EE0-B9CB-42CE42DD6CED}"/>
              </a:ext>
            </a:extLst>
          </p:cNvPr>
          <p:cNvSpPr>
            <a:spLocks noGrp="1"/>
          </p:cNvSpPr>
          <p:nvPr/>
        </p:nvSpPr>
        <p:spPr>
          <a:xfrm>
            <a:off x="9108281" y="5988844"/>
            <a:ext cx="1905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174" name="object-174">
            <a:extLst>
              <a:ext uri="{FF2B5EF4-FFF2-40B4-BE49-F238E27FC236}">
                <a16:creationId xmlns:a16="http://schemas.microsoft.com/office/drawing/2014/main" id="{EA719616-7509-4D88-8547-F98466D9A334}"/>
              </a:ext>
            </a:extLst>
          </p:cNvPr>
          <p:cNvSpPr>
            <a:spLocks noGrp="1"/>
          </p:cNvSpPr>
          <p:nvPr/>
        </p:nvSpPr>
        <p:spPr>
          <a:xfrm>
            <a:off x="11013281" y="5310188"/>
            <a:ext cx="1905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175" name="object-175">
            <a:extLst>
              <a:ext uri="{FF2B5EF4-FFF2-40B4-BE49-F238E27FC236}">
                <a16:creationId xmlns:a16="http://schemas.microsoft.com/office/drawing/2014/main" id="{D3F8BC8F-5763-48BF-89BF-74C2550B45B2}"/>
              </a:ext>
            </a:extLst>
          </p:cNvPr>
          <p:cNvSpPr>
            <a:spLocks noGrp="1"/>
          </p:cNvSpPr>
          <p:nvPr/>
        </p:nvSpPr>
        <p:spPr>
          <a:xfrm>
            <a:off x="11013281" y="5988844"/>
            <a:ext cx="1905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176" name="object-176">
            <a:extLst>
              <a:ext uri="{FF2B5EF4-FFF2-40B4-BE49-F238E27FC236}">
                <a16:creationId xmlns:a16="http://schemas.microsoft.com/office/drawing/2014/main" id="{31A3567D-FD33-414E-B4E9-C0714AC2A8FC}"/>
              </a:ext>
            </a:extLst>
          </p:cNvPr>
          <p:cNvSpPr>
            <a:spLocks noGrp="1"/>
          </p:cNvSpPr>
          <p:nvPr/>
        </p:nvSpPr>
        <p:spPr>
          <a:xfrm>
            <a:off x="952500" y="6607969"/>
            <a:ext cx="13335000" cy="53578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531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531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63 − 32 = 31; the denominator stays 12.</a:t>
            </a:r>
          </a:p>
        </p:txBody>
      </p:sp>
      <p:sp>
        <p:nvSpPr>
          <p:cNvPr id="177" name="object-177">
            <a:extLst>
              <a:ext uri="{FF2B5EF4-FFF2-40B4-BE49-F238E27FC236}">
                <a16:creationId xmlns:a16="http://schemas.microsoft.com/office/drawing/2014/main" id="{BF6472AF-EA21-45B4-9430-174E8C9384F9}"/>
              </a:ext>
            </a:extLst>
          </p:cNvPr>
          <p:cNvSpPr>
            <a:spLocks noGrp="1"/>
          </p:cNvSpPr>
          <p:nvPr/>
        </p:nvSpPr>
        <p:spPr>
          <a:xfrm>
            <a:off x="892969" y="7262813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Answer: 2 7/12</a:t>
            </a:r>
          </a:p>
        </p:txBody>
      </p:sp>
    </p:spTree>
    <p:extLst>
      <p:ext uri="{BB962C8B-B14F-4D97-AF65-F5344CB8AC3E}">
        <p14:creationId xmlns:p14="http://schemas.microsoft.com/office/powerpoint/2010/main" val="1350403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  <p:bldP spid="17" grpId="0"/>
      <p:bldP spid="19" grpId="0"/>
      <p:bldP spid="176" grpId="0"/>
      <p:bldP spid="17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-1">
            <a:extLst>
              <a:ext uri="{FF2B5EF4-FFF2-40B4-BE49-F238E27FC236}">
                <a16:creationId xmlns:a16="http://schemas.microsoft.com/office/drawing/2014/main" id="{0411EA38-E3A4-4C86-B086-C43A4763EA4E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BAAF87F1-CB39-4A26-9BB7-214B916DC331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2B413637-8FFE-4E54-AFAE-A87CC88A03DF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6 1/4 − 2 2/3.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97F44F8C-7649-4164-B87B-7CD0A1F14FF4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E4D1335E-C319-4D29-934A-7C0BA7509EF7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Subtract mixed numbers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F06F9DEF-BD0C-471C-99F4-86595F1D4382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CBA3D1E1-C692-4E45-861A-A3D86BE1A67B}"/>
              </a:ext>
            </a:extLst>
          </p:cNvPr>
          <p:cNvSpPr>
            <a:spLocks noGrp="1"/>
          </p:cNvSpPr>
          <p:nvPr/>
        </p:nvSpPr>
        <p:spPr>
          <a:xfrm>
            <a:off x="1012031" y="2917031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 1/4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6F012BEC-5184-459F-8153-AAFC29346454}"/>
              </a:ext>
            </a:extLst>
          </p:cNvPr>
          <p:cNvSpPr>
            <a:spLocks noGrp="1"/>
          </p:cNvSpPr>
          <p:nvPr/>
        </p:nvSpPr>
        <p:spPr>
          <a:xfrm>
            <a:off x="4167188" y="2917031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 × 4 + 1 = 25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CB5CDA23-621D-44EE-BBF8-E0DB6F235282}"/>
              </a:ext>
            </a:extLst>
          </p:cNvPr>
          <p:cNvSpPr>
            <a:spLocks noGrp="1"/>
          </p:cNvSpPr>
          <p:nvPr/>
        </p:nvSpPr>
        <p:spPr>
          <a:xfrm>
            <a:off x="12858750" y="26193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1284F44D-9971-48EA-8DAC-0EEDB7A50BB5}"/>
              </a:ext>
            </a:extLst>
          </p:cNvPr>
          <p:cNvSpPr>
            <a:spLocks noGrp="1"/>
          </p:cNvSpPr>
          <p:nvPr/>
        </p:nvSpPr>
        <p:spPr>
          <a:xfrm>
            <a:off x="12858750" y="3476625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D4557143-B279-4EE2-A659-7FD6CF42F44D}"/>
              </a:ext>
            </a:extLst>
          </p:cNvPr>
          <p:cNvSpPr>
            <a:spLocks noGrp="1"/>
          </p:cNvSpPr>
          <p:nvPr/>
        </p:nvSpPr>
        <p:spPr>
          <a:xfrm>
            <a:off x="12858750" y="35718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A7CAB635-8D82-4F1F-9EB6-DF087011C4B9}"/>
              </a:ext>
            </a:extLst>
          </p:cNvPr>
          <p:cNvSpPr>
            <a:spLocks noGrp="1"/>
          </p:cNvSpPr>
          <p:nvPr/>
        </p:nvSpPr>
        <p:spPr>
          <a:xfrm>
            <a:off x="1012031" y="5000625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 2/3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501FFE46-A422-44AE-A018-32DC6BA3BDF6}"/>
              </a:ext>
            </a:extLst>
          </p:cNvPr>
          <p:cNvSpPr>
            <a:spLocks noGrp="1"/>
          </p:cNvSpPr>
          <p:nvPr/>
        </p:nvSpPr>
        <p:spPr>
          <a:xfrm>
            <a:off x="4167188" y="5000625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 × 3 + 2 = 8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6C137C9E-DE9A-4BD5-8F20-2FE79843C299}"/>
              </a:ext>
            </a:extLst>
          </p:cNvPr>
          <p:cNvSpPr>
            <a:spLocks noGrp="1"/>
          </p:cNvSpPr>
          <p:nvPr/>
        </p:nvSpPr>
        <p:spPr>
          <a:xfrm>
            <a:off x="12858750" y="47029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15BE48F6-D717-4118-9258-95DBEA32292A}"/>
              </a:ext>
            </a:extLst>
          </p:cNvPr>
          <p:cNvSpPr>
            <a:spLocks noGrp="1"/>
          </p:cNvSpPr>
          <p:nvPr/>
        </p:nvSpPr>
        <p:spPr>
          <a:xfrm>
            <a:off x="12858750" y="5560219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8C29F069-57D9-49C8-9776-F22716950A59}"/>
              </a:ext>
            </a:extLst>
          </p:cNvPr>
          <p:cNvSpPr>
            <a:spLocks noGrp="1"/>
          </p:cNvSpPr>
          <p:nvPr/>
        </p:nvSpPr>
        <p:spPr>
          <a:xfrm>
            <a:off x="12858750" y="56554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63536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3" grpId="0"/>
      <p:bldP spid="14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object-1">
            <a:extLst>
              <a:ext uri="{FF2B5EF4-FFF2-40B4-BE49-F238E27FC236}">
                <a16:creationId xmlns:a16="http://schemas.microsoft.com/office/drawing/2014/main" id="{BD95E536-0647-4423-8EF3-62D96C886892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FEA593C7-7533-44C1-AED8-3D8B12699EEE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4F027CE2-7D13-40A6-8CAE-545200628ABD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6 1/4 − 2 2/3.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F276018C-9AE5-4AA2-A0EE-AFBBD15AA829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87B1669B-622F-4A49-9E31-DB50B82BD669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Subtract mixed numbers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DE0A2FAD-50E0-4248-8492-26E2E6A70E6A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3D91C35D-FAC2-475B-9AFA-40DA1B282C0C}"/>
              </a:ext>
            </a:extLst>
          </p:cNvPr>
          <p:cNvSpPr>
            <a:spLocks noGrp="1"/>
          </p:cNvSpPr>
          <p:nvPr/>
        </p:nvSpPr>
        <p:spPr>
          <a:xfrm>
            <a:off x="1071563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B7004284-99BB-486B-AA14-6805BAEC579C}"/>
              </a:ext>
            </a:extLst>
          </p:cNvPr>
          <p:cNvSpPr>
            <a:spLocks noGrp="1"/>
          </p:cNvSpPr>
          <p:nvPr/>
        </p:nvSpPr>
        <p:spPr>
          <a:xfrm>
            <a:off x="1071563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FB0B065F-EB13-4474-8C01-4AA03E842634}"/>
              </a:ext>
            </a:extLst>
          </p:cNvPr>
          <p:cNvSpPr>
            <a:spLocks noGrp="1"/>
          </p:cNvSpPr>
          <p:nvPr/>
        </p:nvSpPr>
        <p:spPr>
          <a:xfrm>
            <a:off x="1071563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1D4E8019-1CA5-4269-9F5C-F9EAB0D61238}"/>
              </a:ext>
            </a:extLst>
          </p:cNvPr>
          <p:cNvSpPr>
            <a:spLocks noGrp="1"/>
          </p:cNvSpPr>
          <p:nvPr/>
        </p:nvSpPr>
        <p:spPr>
          <a:xfrm>
            <a:off x="3095625" y="3500438"/>
            <a:ext cx="773906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1A16BDB2-503C-4376-875D-6CDA84F269EB}"/>
              </a:ext>
            </a:extLst>
          </p:cNvPr>
          <p:cNvSpPr>
            <a:spLocks noGrp="1"/>
          </p:cNvSpPr>
          <p:nvPr/>
        </p:nvSpPr>
        <p:spPr>
          <a:xfrm>
            <a:off x="4345781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B666BCD5-E856-4958-8031-A4D94297502F}"/>
              </a:ext>
            </a:extLst>
          </p:cNvPr>
          <p:cNvSpPr>
            <a:spLocks noGrp="1"/>
          </p:cNvSpPr>
          <p:nvPr/>
        </p:nvSpPr>
        <p:spPr>
          <a:xfrm>
            <a:off x="4345781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4D60C8CC-2EA1-449C-88FB-4AB4C363DC47}"/>
              </a:ext>
            </a:extLst>
          </p:cNvPr>
          <p:cNvSpPr>
            <a:spLocks noGrp="1"/>
          </p:cNvSpPr>
          <p:nvPr/>
        </p:nvSpPr>
        <p:spPr>
          <a:xfrm>
            <a:off x="4345781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E8211F9E-906F-4072-B00E-4227350C09F6}"/>
              </a:ext>
            </a:extLst>
          </p:cNvPr>
          <p:cNvSpPr>
            <a:spLocks noGrp="1"/>
          </p:cNvSpPr>
          <p:nvPr/>
        </p:nvSpPr>
        <p:spPr>
          <a:xfrm>
            <a:off x="7679531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CCBAF235-0936-4272-9235-50ED4D8F24F8}"/>
              </a:ext>
            </a:extLst>
          </p:cNvPr>
          <p:cNvSpPr>
            <a:spLocks noGrp="1"/>
          </p:cNvSpPr>
          <p:nvPr/>
        </p:nvSpPr>
        <p:spPr>
          <a:xfrm>
            <a:off x="7679531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8BF875A3-B4E6-4780-AD61-0911314924B8}"/>
              </a:ext>
            </a:extLst>
          </p:cNvPr>
          <p:cNvSpPr>
            <a:spLocks noGrp="1"/>
          </p:cNvSpPr>
          <p:nvPr/>
        </p:nvSpPr>
        <p:spPr>
          <a:xfrm>
            <a:off x="7679531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E0556612-F4AE-4283-89BD-93D25C8CCBF4}"/>
              </a:ext>
            </a:extLst>
          </p:cNvPr>
          <p:cNvSpPr>
            <a:spLocks noGrp="1"/>
          </p:cNvSpPr>
          <p:nvPr/>
        </p:nvSpPr>
        <p:spPr>
          <a:xfrm>
            <a:off x="9572625" y="3500438"/>
            <a:ext cx="773906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04398D7C-8014-4E78-8F3F-8A74528B0D1D}"/>
              </a:ext>
            </a:extLst>
          </p:cNvPr>
          <p:cNvSpPr>
            <a:spLocks noGrp="1"/>
          </p:cNvSpPr>
          <p:nvPr/>
        </p:nvSpPr>
        <p:spPr>
          <a:xfrm>
            <a:off x="11072813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D7ED7E01-D95D-4A65-BA76-8B4D969F887B}"/>
              </a:ext>
            </a:extLst>
          </p:cNvPr>
          <p:cNvSpPr>
            <a:spLocks noGrp="1"/>
          </p:cNvSpPr>
          <p:nvPr/>
        </p:nvSpPr>
        <p:spPr>
          <a:xfrm>
            <a:off x="11072813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7608EDEC-28FC-434D-85E3-AAEE0DB30A5A}"/>
              </a:ext>
            </a:extLst>
          </p:cNvPr>
          <p:cNvSpPr>
            <a:spLocks noGrp="1"/>
          </p:cNvSpPr>
          <p:nvPr/>
        </p:nvSpPr>
        <p:spPr>
          <a:xfrm>
            <a:off x="11072813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C1FF3CF4-5179-46FC-8E14-629303B3A3CA}"/>
              </a:ext>
            </a:extLst>
          </p:cNvPr>
          <p:cNvSpPr>
            <a:spLocks noGrp="1"/>
          </p:cNvSpPr>
          <p:nvPr/>
        </p:nvSpPr>
        <p:spPr>
          <a:xfrm>
            <a:off x="1488281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4472500A-6C64-4A6A-B040-27912588D524}"/>
              </a:ext>
            </a:extLst>
          </p:cNvPr>
          <p:cNvSpPr>
            <a:spLocks noGrp="1"/>
          </p:cNvSpPr>
          <p:nvPr/>
        </p:nvSpPr>
        <p:spPr>
          <a:xfrm>
            <a:off x="1624353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9BAF61A3-8F89-4AA0-82DB-1968B77BC692}"/>
              </a:ext>
            </a:extLst>
          </p:cNvPr>
          <p:cNvSpPr>
            <a:spLocks noGrp="1"/>
          </p:cNvSpPr>
          <p:nvPr/>
        </p:nvSpPr>
        <p:spPr>
          <a:xfrm>
            <a:off x="1760424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CDEF3F9A-E331-4873-BB57-AAC7544A3F4F}"/>
              </a:ext>
            </a:extLst>
          </p:cNvPr>
          <p:cNvSpPr>
            <a:spLocks noGrp="1"/>
          </p:cNvSpPr>
          <p:nvPr/>
        </p:nvSpPr>
        <p:spPr>
          <a:xfrm>
            <a:off x="1896496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7CDB90E0-E175-4CB5-B6FB-6D695834A27F}"/>
              </a:ext>
            </a:extLst>
          </p:cNvPr>
          <p:cNvSpPr>
            <a:spLocks noGrp="1"/>
          </p:cNvSpPr>
          <p:nvPr/>
        </p:nvSpPr>
        <p:spPr>
          <a:xfrm>
            <a:off x="2032567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F082D7DE-3CE7-4FFF-9B03-2BE547EE24F2}"/>
              </a:ext>
            </a:extLst>
          </p:cNvPr>
          <p:cNvSpPr>
            <a:spLocks noGrp="1"/>
          </p:cNvSpPr>
          <p:nvPr/>
        </p:nvSpPr>
        <p:spPr>
          <a:xfrm>
            <a:off x="2168638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3AC9592D-C73A-4D39-93C4-44366ACC0DC5}"/>
              </a:ext>
            </a:extLst>
          </p:cNvPr>
          <p:cNvSpPr>
            <a:spLocks noGrp="1"/>
          </p:cNvSpPr>
          <p:nvPr/>
        </p:nvSpPr>
        <p:spPr>
          <a:xfrm>
            <a:off x="2304710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F8A2EB8E-1B88-4560-B080-C7E173DF7492}"/>
              </a:ext>
            </a:extLst>
          </p:cNvPr>
          <p:cNvSpPr>
            <a:spLocks noGrp="1"/>
          </p:cNvSpPr>
          <p:nvPr/>
        </p:nvSpPr>
        <p:spPr>
          <a:xfrm>
            <a:off x="2440781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65B3A297-B1F6-4625-9107-3A923E0D033E}"/>
              </a:ext>
            </a:extLst>
          </p:cNvPr>
          <p:cNvSpPr>
            <a:spLocks noGrp="1"/>
          </p:cNvSpPr>
          <p:nvPr/>
        </p:nvSpPr>
        <p:spPr>
          <a:xfrm>
            <a:off x="2576853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20BD8CFC-70EA-4B1E-AA0D-4A47CBF09C72}"/>
              </a:ext>
            </a:extLst>
          </p:cNvPr>
          <p:cNvSpPr>
            <a:spLocks noGrp="1"/>
          </p:cNvSpPr>
          <p:nvPr/>
        </p:nvSpPr>
        <p:spPr>
          <a:xfrm>
            <a:off x="2712924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D8C1EBD1-6EBA-4622-A6EB-139EEF29E4A3}"/>
              </a:ext>
            </a:extLst>
          </p:cNvPr>
          <p:cNvSpPr>
            <a:spLocks noGrp="1"/>
          </p:cNvSpPr>
          <p:nvPr/>
        </p:nvSpPr>
        <p:spPr>
          <a:xfrm>
            <a:off x="2848996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169ABDAC-113B-4CBE-8804-EBB7498ABDE1}"/>
              </a:ext>
            </a:extLst>
          </p:cNvPr>
          <p:cNvSpPr>
            <a:spLocks noGrp="1"/>
          </p:cNvSpPr>
          <p:nvPr/>
        </p:nvSpPr>
        <p:spPr>
          <a:xfrm>
            <a:off x="2985067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6FE0E0DE-F1A9-4095-9B94-96F17BC4E7F6}"/>
              </a:ext>
            </a:extLst>
          </p:cNvPr>
          <p:cNvSpPr>
            <a:spLocks noGrp="1"/>
          </p:cNvSpPr>
          <p:nvPr/>
        </p:nvSpPr>
        <p:spPr>
          <a:xfrm>
            <a:off x="3121138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404A95F4-1389-4A72-9E2B-CE34164CA1DB}"/>
              </a:ext>
            </a:extLst>
          </p:cNvPr>
          <p:cNvSpPr>
            <a:spLocks noGrp="1"/>
          </p:cNvSpPr>
          <p:nvPr/>
        </p:nvSpPr>
        <p:spPr>
          <a:xfrm>
            <a:off x="3257210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AF55078D-6537-461B-BB0F-4576619D9187}"/>
              </a:ext>
            </a:extLst>
          </p:cNvPr>
          <p:cNvSpPr>
            <a:spLocks noGrp="1"/>
          </p:cNvSpPr>
          <p:nvPr/>
        </p:nvSpPr>
        <p:spPr>
          <a:xfrm>
            <a:off x="3393281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6" name="object-36">
            <a:extLst>
              <a:ext uri="{FF2B5EF4-FFF2-40B4-BE49-F238E27FC236}">
                <a16:creationId xmlns:a16="http://schemas.microsoft.com/office/drawing/2014/main" id="{FF4F5367-AF05-4F65-ADC7-2FCE51355405}"/>
              </a:ext>
            </a:extLst>
          </p:cNvPr>
          <p:cNvSpPr>
            <a:spLocks noGrp="1"/>
          </p:cNvSpPr>
          <p:nvPr/>
        </p:nvSpPr>
        <p:spPr>
          <a:xfrm>
            <a:off x="3529353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7" name="object-37">
            <a:extLst>
              <a:ext uri="{FF2B5EF4-FFF2-40B4-BE49-F238E27FC236}">
                <a16:creationId xmlns:a16="http://schemas.microsoft.com/office/drawing/2014/main" id="{891B5A21-5B1A-412C-B669-14FA01E90605}"/>
              </a:ext>
            </a:extLst>
          </p:cNvPr>
          <p:cNvSpPr>
            <a:spLocks noGrp="1"/>
          </p:cNvSpPr>
          <p:nvPr/>
        </p:nvSpPr>
        <p:spPr>
          <a:xfrm>
            <a:off x="3665424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8" name="object-38">
            <a:extLst>
              <a:ext uri="{FF2B5EF4-FFF2-40B4-BE49-F238E27FC236}">
                <a16:creationId xmlns:a16="http://schemas.microsoft.com/office/drawing/2014/main" id="{1FE1BCF9-2DC4-47D0-9053-F19EB0F290C2}"/>
              </a:ext>
            </a:extLst>
          </p:cNvPr>
          <p:cNvSpPr>
            <a:spLocks noGrp="1"/>
          </p:cNvSpPr>
          <p:nvPr/>
        </p:nvSpPr>
        <p:spPr>
          <a:xfrm>
            <a:off x="3801496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9" name="object-39">
            <a:extLst>
              <a:ext uri="{FF2B5EF4-FFF2-40B4-BE49-F238E27FC236}">
                <a16:creationId xmlns:a16="http://schemas.microsoft.com/office/drawing/2014/main" id="{F297D2AC-7190-41D5-B077-BDCC8D0E91B1}"/>
              </a:ext>
            </a:extLst>
          </p:cNvPr>
          <p:cNvSpPr>
            <a:spLocks noGrp="1"/>
          </p:cNvSpPr>
          <p:nvPr/>
        </p:nvSpPr>
        <p:spPr>
          <a:xfrm>
            <a:off x="3937567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0" name="object-40">
            <a:extLst>
              <a:ext uri="{FF2B5EF4-FFF2-40B4-BE49-F238E27FC236}">
                <a16:creationId xmlns:a16="http://schemas.microsoft.com/office/drawing/2014/main" id="{F586909C-6DA2-49A2-8E5D-0760ED95A025}"/>
              </a:ext>
            </a:extLst>
          </p:cNvPr>
          <p:cNvSpPr>
            <a:spLocks noGrp="1"/>
          </p:cNvSpPr>
          <p:nvPr/>
        </p:nvSpPr>
        <p:spPr>
          <a:xfrm>
            <a:off x="4073638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1" name="object-41">
            <a:extLst>
              <a:ext uri="{FF2B5EF4-FFF2-40B4-BE49-F238E27FC236}">
                <a16:creationId xmlns:a16="http://schemas.microsoft.com/office/drawing/2014/main" id="{75634D45-6085-40E1-AA57-C02110DB8DD8}"/>
              </a:ext>
            </a:extLst>
          </p:cNvPr>
          <p:cNvSpPr>
            <a:spLocks noGrp="1"/>
          </p:cNvSpPr>
          <p:nvPr/>
        </p:nvSpPr>
        <p:spPr>
          <a:xfrm>
            <a:off x="4209710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2" name="object-42">
            <a:extLst>
              <a:ext uri="{FF2B5EF4-FFF2-40B4-BE49-F238E27FC236}">
                <a16:creationId xmlns:a16="http://schemas.microsoft.com/office/drawing/2014/main" id="{899188C6-66AD-4538-8232-C1487A6926E7}"/>
              </a:ext>
            </a:extLst>
          </p:cNvPr>
          <p:cNvSpPr>
            <a:spLocks noGrp="1"/>
          </p:cNvSpPr>
          <p:nvPr/>
        </p:nvSpPr>
        <p:spPr>
          <a:xfrm>
            <a:off x="4345781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3" name="object-43">
            <a:extLst>
              <a:ext uri="{FF2B5EF4-FFF2-40B4-BE49-F238E27FC236}">
                <a16:creationId xmlns:a16="http://schemas.microsoft.com/office/drawing/2014/main" id="{C22B563B-0AD5-4236-BF33-3441C8BA774C}"/>
              </a:ext>
            </a:extLst>
          </p:cNvPr>
          <p:cNvSpPr>
            <a:spLocks noGrp="1"/>
          </p:cNvSpPr>
          <p:nvPr/>
        </p:nvSpPr>
        <p:spPr>
          <a:xfrm>
            <a:off x="4481853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4" name="object-44">
            <a:extLst>
              <a:ext uri="{FF2B5EF4-FFF2-40B4-BE49-F238E27FC236}">
                <a16:creationId xmlns:a16="http://schemas.microsoft.com/office/drawing/2014/main" id="{94A91D02-0CB5-42EB-99A3-D3E6D8D7B710}"/>
              </a:ext>
            </a:extLst>
          </p:cNvPr>
          <p:cNvSpPr>
            <a:spLocks noGrp="1"/>
          </p:cNvSpPr>
          <p:nvPr/>
        </p:nvSpPr>
        <p:spPr>
          <a:xfrm>
            <a:off x="4617924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5" name="object-45">
            <a:extLst>
              <a:ext uri="{FF2B5EF4-FFF2-40B4-BE49-F238E27FC236}">
                <a16:creationId xmlns:a16="http://schemas.microsoft.com/office/drawing/2014/main" id="{DF65363C-740C-425F-8617-C30C662E7286}"/>
              </a:ext>
            </a:extLst>
          </p:cNvPr>
          <p:cNvSpPr>
            <a:spLocks noGrp="1"/>
          </p:cNvSpPr>
          <p:nvPr/>
        </p:nvSpPr>
        <p:spPr>
          <a:xfrm>
            <a:off x="4753996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6" name="object-46">
            <a:extLst>
              <a:ext uri="{FF2B5EF4-FFF2-40B4-BE49-F238E27FC236}">
                <a16:creationId xmlns:a16="http://schemas.microsoft.com/office/drawing/2014/main" id="{7F5322A3-2865-4A8F-B945-DB3FCBA6B178}"/>
              </a:ext>
            </a:extLst>
          </p:cNvPr>
          <p:cNvSpPr>
            <a:spLocks noGrp="1"/>
          </p:cNvSpPr>
          <p:nvPr/>
        </p:nvSpPr>
        <p:spPr>
          <a:xfrm>
            <a:off x="4890067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7" name="object-47">
            <a:extLst>
              <a:ext uri="{FF2B5EF4-FFF2-40B4-BE49-F238E27FC236}">
                <a16:creationId xmlns:a16="http://schemas.microsoft.com/office/drawing/2014/main" id="{66ADAAA7-08A3-4083-AFF6-5092E36893CB}"/>
              </a:ext>
            </a:extLst>
          </p:cNvPr>
          <p:cNvSpPr>
            <a:spLocks noGrp="1"/>
          </p:cNvSpPr>
          <p:nvPr/>
        </p:nvSpPr>
        <p:spPr>
          <a:xfrm>
            <a:off x="5026138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8" name="object-48">
            <a:extLst>
              <a:ext uri="{FF2B5EF4-FFF2-40B4-BE49-F238E27FC236}">
                <a16:creationId xmlns:a16="http://schemas.microsoft.com/office/drawing/2014/main" id="{B6063F09-C93B-4F0D-9A33-25B0A7A32475}"/>
              </a:ext>
            </a:extLst>
          </p:cNvPr>
          <p:cNvSpPr>
            <a:spLocks noGrp="1"/>
          </p:cNvSpPr>
          <p:nvPr/>
        </p:nvSpPr>
        <p:spPr>
          <a:xfrm>
            <a:off x="5162210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9" name="object-49">
            <a:extLst>
              <a:ext uri="{FF2B5EF4-FFF2-40B4-BE49-F238E27FC236}">
                <a16:creationId xmlns:a16="http://schemas.microsoft.com/office/drawing/2014/main" id="{65F76B0C-46FF-45C3-B2D5-5D3C03EDF031}"/>
              </a:ext>
            </a:extLst>
          </p:cNvPr>
          <p:cNvSpPr>
            <a:spLocks noGrp="1"/>
          </p:cNvSpPr>
          <p:nvPr/>
        </p:nvSpPr>
        <p:spPr>
          <a:xfrm>
            <a:off x="5298281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0" name="object-50">
            <a:extLst>
              <a:ext uri="{FF2B5EF4-FFF2-40B4-BE49-F238E27FC236}">
                <a16:creationId xmlns:a16="http://schemas.microsoft.com/office/drawing/2014/main" id="{D109C9B2-8CEE-4F93-BCF1-243F4F35C3DE}"/>
              </a:ext>
            </a:extLst>
          </p:cNvPr>
          <p:cNvSpPr>
            <a:spLocks noGrp="1"/>
          </p:cNvSpPr>
          <p:nvPr/>
        </p:nvSpPr>
        <p:spPr>
          <a:xfrm>
            <a:off x="5434353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1" name="object-51">
            <a:extLst>
              <a:ext uri="{FF2B5EF4-FFF2-40B4-BE49-F238E27FC236}">
                <a16:creationId xmlns:a16="http://schemas.microsoft.com/office/drawing/2014/main" id="{C72A4A92-E471-4959-9088-956D0363963C}"/>
              </a:ext>
            </a:extLst>
          </p:cNvPr>
          <p:cNvSpPr>
            <a:spLocks noGrp="1"/>
          </p:cNvSpPr>
          <p:nvPr/>
        </p:nvSpPr>
        <p:spPr>
          <a:xfrm>
            <a:off x="5570424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2" name="object-52">
            <a:extLst>
              <a:ext uri="{FF2B5EF4-FFF2-40B4-BE49-F238E27FC236}">
                <a16:creationId xmlns:a16="http://schemas.microsoft.com/office/drawing/2014/main" id="{AAA4328E-2D00-45CA-A76B-31E08DA99A17}"/>
              </a:ext>
            </a:extLst>
          </p:cNvPr>
          <p:cNvSpPr>
            <a:spLocks noGrp="1"/>
          </p:cNvSpPr>
          <p:nvPr/>
        </p:nvSpPr>
        <p:spPr>
          <a:xfrm>
            <a:off x="5706496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3" name="object-53">
            <a:extLst>
              <a:ext uri="{FF2B5EF4-FFF2-40B4-BE49-F238E27FC236}">
                <a16:creationId xmlns:a16="http://schemas.microsoft.com/office/drawing/2014/main" id="{D79807A7-F9CE-43C2-B667-F7422B84B985}"/>
              </a:ext>
            </a:extLst>
          </p:cNvPr>
          <p:cNvSpPr>
            <a:spLocks noGrp="1"/>
          </p:cNvSpPr>
          <p:nvPr/>
        </p:nvSpPr>
        <p:spPr>
          <a:xfrm>
            <a:off x="5842567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4" name="object-54">
            <a:extLst>
              <a:ext uri="{FF2B5EF4-FFF2-40B4-BE49-F238E27FC236}">
                <a16:creationId xmlns:a16="http://schemas.microsoft.com/office/drawing/2014/main" id="{532D53E5-06B7-4040-90B4-EF406821CC4B}"/>
              </a:ext>
            </a:extLst>
          </p:cNvPr>
          <p:cNvSpPr>
            <a:spLocks noGrp="1"/>
          </p:cNvSpPr>
          <p:nvPr/>
        </p:nvSpPr>
        <p:spPr>
          <a:xfrm>
            <a:off x="5978638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5" name="object-55">
            <a:extLst>
              <a:ext uri="{FF2B5EF4-FFF2-40B4-BE49-F238E27FC236}">
                <a16:creationId xmlns:a16="http://schemas.microsoft.com/office/drawing/2014/main" id="{4EF84D71-48EF-44EF-887B-D5EA51850D7A}"/>
              </a:ext>
            </a:extLst>
          </p:cNvPr>
          <p:cNvSpPr>
            <a:spLocks noGrp="1"/>
          </p:cNvSpPr>
          <p:nvPr/>
        </p:nvSpPr>
        <p:spPr>
          <a:xfrm>
            <a:off x="6114710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6" name="object-56">
            <a:extLst>
              <a:ext uri="{FF2B5EF4-FFF2-40B4-BE49-F238E27FC236}">
                <a16:creationId xmlns:a16="http://schemas.microsoft.com/office/drawing/2014/main" id="{6FC352C0-AC75-44AE-82A6-43006E63D0E4}"/>
              </a:ext>
            </a:extLst>
          </p:cNvPr>
          <p:cNvSpPr>
            <a:spLocks noGrp="1"/>
          </p:cNvSpPr>
          <p:nvPr/>
        </p:nvSpPr>
        <p:spPr>
          <a:xfrm>
            <a:off x="6250781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7" name="object-57">
            <a:extLst>
              <a:ext uri="{FF2B5EF4-FFF2-40B4-BE49-F238E27FC236}">
                <a16:creationId xmlns:a16="http://schemas.microsoft.com/office/drawing/2014/main" id="{A756BA4C-48D6-4859-8E55-0E6DF94A2713}"/>
              </a:ext>
            </a:extLst>
          </p:cNvPr>
          <p:cNvSpPr>
            <a:spLocks noGrp="1"/>
          </p:cNvSpPr>
          <p:nvPr/>
        </p:nvSpPr>
        <p:spPr>
          <a:xfrm>
            <a:off x="6386853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8" name="object-58">
            <a:extLst>
              <a:ext uri="{FF2B5EF4-FFF2-40B4-BE49-F238E27FC236}">
                <a16:creationId xmlns:a16="http://schemas.microsoft.com/office/drawing/2014/main" id="{8C8DB13D-F4C6-4DE6-96F7-1030281B0396}"/>
              </a:ext>
            </a:extLst>
          </p:cNvPr>
          <p:cNvSpPr>
            <a:spLocks noGrp="1"/>
          </p:cNvSpPr>
          <p:nvPr/>
        </p:nvSpPr>
        <p:spPr>
          <a:xfrm>
            <a:off x="6522924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9" name="object-59">
            <a:extLst>
              <a:ext uri="{FF2B5EF4-FFF2-40B4-BE49-F238E27FC236}">
                <a16:creationId xmlns:a16="http://schemas.microsoft.com/office/drawing/2014/main" id="{37E5A55E-8A74-4F65-94B6-66A3E6539FD4}"/>
              </a:ext>
            </a:extLst>
          </p:cNvPr>
          <p:cNvSpPr>
            <a:spLocks noGrp="1"/>
          </p:cNvSpPr>
          <p:nvPr/>
        </p:nvSpPr>
        <p:spPr>
          <a:xfrm>
            <a:off x="6658996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0" name="object-60">
            <a:extLst>
              <a:ext uri="{FF2B5EF4-FFF2-40B4-BE49-F238E27FC236}">
                <a16:creationId xmlns:a16="http://schemas.microsoft.com/office/drawing/2014/main" id="{D00A4E19-73A5-446A-8D45-E0A028F1C21F}"/>
              </a:ext>
            </a:extLst>
          </p:cNvPr>
          <p:cNvSpPr>
            <a:spLocks noGrp="1"/>
          </p:cNvSpPr>
          <p:nvPr/>
        </p:nvSpPr>
        <p:spPr>
          <a:xfrm>
            <a:off x="6795067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1" name="object-61">
            <a:extLst>
              <a:ext uri="{FF2B5EF4-FFF2-40B4-BE49-F238E27FC236}">
                <a16:creationId xmlns:a16="http://schemas.microsoft.com/office/drawing/2014/main" id="{254D48D5-FF2C-46FB-8234-D7E99FD40D9C}"/>
              </a:ext>
            </a:extLst>
          </p:cNvPr>
          <p:cNvSpPr>
            <a:spLocks noGrp="1"/>
          </p:cNvSpPr>
          <p:nvPr/>
        </p:nvSpPr>
        <p:spPr>
          <a:xfrm>
            <a:off x="6931138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2" name="object-62">
            <a:extLst>
              <a:ext uri="{FF2B5EF4-FFF2-40B4-BE49-F238E27FC236}">
                <a16:creationId xmlns:a16="http://schemas.microsoft.com/office/drawing/2014/main" id="{DBA5B42C-5182-4E9A-8A6B-725E6926C887}"/>
              </a:ext>
            </a:extLst>
          </p:cNvPr>
          <p:cNvSpPr>
            <a:spLocks noGrp="1"/>
          </p:cNvSpPr>
          <p:nvPr/>
        </p:nvSpPr>
        <p:spPr>
          <a:xfrm>
            <a:off x="7067210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3" name="object-63">
            <a:extLst>
              <a:ext uri="{FF2B5EF4-FFF2-40B4-BE49-F238E27FC236}">
                <a16:creationId xmlns:a16="http://schemas.microsoft.com/office/drawing/2014/main" id="{9D36AC7D-CD8C-43DA-B40D-45643D68FF07}"/>
              </a:ext>
            </a:extLst>
          </p:cNvPr>
          <p:cNvSpPr>
            <a:spLocks noGrp="1"/>
          </p:cNvSpPr>
          <p:nvPr/>
        </p:nvSpPr>
        <p:spPr>
          <a:xfrm>
            <a:off x="7203281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4" name="object-64">
            <a:extLst>
              <a:ext uri="{FF2B5EF4-FFF2-40B4-BE49-F238E27FC236}">
                <a16:creationId xmlns:a16="http://schemas.microsoft.com/office/drawing/2014/main" id="{25EDDEF1-2B0A-4669-BCA9-258DD4392204}"/>
              </a:ext>
            </a:extLst>
          </p:cNvPr>
          <p:cNvSpPr>
            <a:spLocks noGrp="1"/>
          </p:cNvSpPr>
          <p:nvPr/>
        </p:nvSpPr>
        <p:spPr>
          <a:xfrm>
            <a:off x="7339353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5" name="object-65">
            <a:extLst>
              <a:ext uri="{FF2B5EF4-FFF2-40B4-BE49-F238E27FC236}">
                <a16:creationId xmlns:a16="http://schemas.microsoft.com/office/drawing/2014/main" id="{2C50E430-BA57-4BC2-8EC9-5FFAC74672D6}"/>
              </a:ext>
            </a:extLst>
          </p:cNvPr>
          <p:cNvSpPr>
            <a:spLocks noGrp="1"/>
          </p:cNvSpPr>
          <p:nvPr/>
        </p:nvSpPr>
        <p:spPr>
          <a:xfrm>
            <a:off x="7475424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6" name="object-66">
            <a:extLst>
              <a:ext uri="{FF2B5EF4-FFF2-40B4-BE49-F238E27FC236}">
                <a16:creationId xmlns:a16="http://schemas.microsoft.com/office/drawing/2014/main" id="{BF7407A0-0BF2-4C5E-865F-D591EF651CEA}"/>
              </a:ext>
            </a:extLst>
          </p:cNvPr>
          <p:cNvSpPr>
            <a:spLocks noGrp="1"/>
          </p:cNvSpPr>
          <p:nvPr/>
        </p:nvSpPr>
        <p:spPr>
          <a:xfrm>
            <a:off x="7611496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7" name="object-67">
            <a:extLst>
              <a:ext uri="{FF2B5EF4-FFF2-40B4-BE49-F238E27FC236}">
                <a16:creationId xmlns:a16="http://schemas.microsoft.com/office/drawing/2014/main" id="{90041639-912F-474D-964C-4C0F067C0E12}"/>
              </a:ext>
            </a:extLst>
          </p:cNvPr>
          <p:cNvSpPr>
            <a:spLocks noGrp="1"/>
          </p:cNvSpPr>
          <p:nvPr/>
        </p:nvSpPr>
        <p:spPr>
          <a:xfrm>
            <a:off x="7747567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8" name="object-68">
            <a:extLst>
              <a:ext uri="{FF2B5EF4-FFF2-40B4-BE49-F238E27FC236}">
                <a16:creationId xmlns:a16="http://schemas.microsoft.com/office/drawing/2014/main" id="{4DF28C92-431F-4BB2-AD5C-6500317615FC}"/>
              </a:ext>
            </a:extLst>
          </p:cNvPr>
          <p:cNvSpPr>
            <a:spLocks noGrp="1"/>
          </p:cNvSpPr>
          <p:nvPr/>
        </p:nvSpPr>
        <p:spPr>
          <a:xfrm>
            <a:off x="7883638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9" name="object-69">
            <a:extLst>
              <a:ext uri="{FF2B5EF4-FFF2-40B4-BE49-F238E27FC236}">
                <a16:creationId xmlns:a16="http://schemas.microsoft.com/office/drawing/2014/main" id="{4A0D76E3-D2FE-404B-ACDD-B52A0F206346}"/>
              </a:ext>
            </a:extLst>
          </p:cNvPr>
          <p:cNvSpPr>
            <a:spLocks noGrp="1"/>
          </p:cNvSpPr>
          <p:nvPr/>
        </p:nvSpPr>
        <p:spPr>
          <a:xfrm>
            <a:off x="8019710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0" name="object-70">
            <a:extLst>
              <a:ext uri="{FF2B5EF4-FFF2-40B4-BE49-F238E27FC236}">
                <a16:creationId xmlns:a16="http://schemas.microsoft.com/office/drawing/2014/main" id="{D4D69182-00E0-4948-BFEC-23C445DA44BF}"/>
              </a:ext>
            </a:extLst>
          </p:cNvPr>
          <p:cNvSpPr>
            <a:spLocks noGrp="1"/>
          </p:cNvSpPr>
          <p:nvPr/>
        </p:nvSpPr>
        <p:spPr>
          <a:xfrm>
            <a:off x="8155781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1" name="object-71">
            <a:extLst>
              <a:ext uri="{FF2B5EF4-FFF2-40B4-BE49-F238E27FC236}">
                <a16:creationId xmlns:a16="http://schemas.microsoft.com/office/drawing/2014/main" id="{11A2A0C3-0F8F-41AD-81BF-AA3925C8986A}"/>
              </a:ext>
            </a:extLst>
          </p:cNvPr>
          <p:cNvSpPr>
            <a:spLocks noGrp="1"/>
          </p:cNvSpPr>
          <p:nvPr/>
        </p:nvSpPr>
        <p:spPr>
          <a:xfrm>
            <a:off x="8291853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2" name="object-72">
            <a:extLst>
              <a:ext uri="{FF2B5EF4-FFF2-40B4-BE49-F238E27FC236}">
                <a16:creationId xmlns:a16="http://schemas.microsoft.com/office/drawing/2014/main" id="{F31D3002-C97D-4F3A-AAD5-180214594B17}"/>
              </a:ext>
            </a:extLst>
          </p:cNvPr>
          <p:cNvSpPr>
            <a:spLocks noGrp="1"/>
          </p:cNvSpPr>
          <p:nvPr/>
        </p:nvSpPr>
        <p:spPr>
          <a:xfrm>
            <a:off x="8427924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3" name="object-73">
            <a:extLst>
              <a:ext uri="{FF2B5EF4-FFF2-40B4-BE49-F238E27FC236}">
                <a16:creationId xmlns:a16="http://schemas.microsoft.com/office/drawing/2014/main" id="{7F9A79C1-8C34-45F4-8AEC-3AE8A12FAEB4}"/>
              </a:ext>
            </a:extLst>
          </p:cNvPr>
          <p:cNvSpPr>
            <a:spLocks noGrp="1"/>
          </p:cNvSpPr>
          <p:nvPr/>
        </p:nvSpPr>
        <p:spPr>
          <a:xfrm>
            <a:off x="8563996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4" name="object-74">
            <a:extLst>
              <a:ext uri="{FF2B5EF4-FFF2-40B4-BE49-F238E27FC236}">
                <a16:creationId xmlns:a16="http://schemas.microsoft.com/office/drawing/2014/main" id="{21B7BE29-0624-4BC8-9C25-1F2D0543E4FA}"/>
              </a:ext>
            </a:extLst>
          </p:cNvPr>
          <p:cNvSpPr>
            <a:spLocks noGrp="1"/>
          </p:cNvSpPr>
          <p:nvPr/>
        </p:nvSpPr>
        <p:spPr>
          <a:xfrm>
            <a:off x="8700067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5" name="object-75">
            <a:extLst>
              <a:ext uri="{FF2B5EF4-FFF2-40B4-BE49-F238E27FC236}">
                <a16:creationId xmlns:a16="http://schemas.microsoft.com/office/drawing/2014/main" id="{63616BCE-3F96-4C5A-BF6B-A9D9F75CEDE2}"/>
              </a:ext>
            </a:extLst>
          </p:cNvPr>
          <p:cNvSpPr>
            <a:spLocks noGrp="1"/>
          </p:cNvSpPr>
          <p:nvPr/>
        </p:nvSpPr>
        <p:spPr>
          <a:xfrm>
            <a:off x="8836138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6" name="object-76">
            <a:extLst>
              <a:ext uri="{FF2B5EF4-FFF2-40B4-BE49-F238E27FC236}">
                <a16:creationId xmlns:a16="http://schemas.microsoft.com/office/drawing/2014/main" id="{50FE0408-2325-4189-ACB7-A0EB8EC8DA15}"/>
              </a:ext>
            </a:extLst>
          </p:cNvPr>
          <p:cNvSpPr>
            <a:spLocks noGrp="1"/>
          </p:cNvSpPr>
          <p:nvPr/>
        </p:nvSpPr>
        <p:spPr>
          <a:xfrm>
            <a:off x="8972210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7" name="object-77">
            <a:extLst>
              <a:ext uri="{FF2B5EF4-FFF2-40B4-BE49-F238E27FC236}">
                <a16:creationId xmlns:a16="http://schemas.microsoft.com/office/drawing/2014/main" id="{081B5E85-32C2-444C-B9C6-6E659D42DF78}"/>
              </a:ext>
            </a:extLst>
          </p:cNvPr>
          <p:cNvSpPr>
            <a:spLocks noGrp="1"/>
          </p:cNvSpPr>
          <p:nvPr/>
        </p:nvSpPr>
        <p:spPr>
          <a:xfrm>
            <a:off x="9108281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8" name="object-78">
            <a:extLst>
              <a:ext uri="{FF2B5EF4-FFF2-40B4-BE49-F238E27FC236}">
                <a16:creationId xmlns:a16="http://schemas.microsoft.com/office/drawing/2014/main" id="{7EA61D49-57D7-4412-B472-56581A45C04E}"/>
              </a:ext>
            </a:extLst>
          </p:cNvPr>
          <p:cNvSpPr>
            <a:spLocks noGrp="1"/>
          </p:cNvSpPr>
          <p:nvPr/>
        </p:nvSpPr>
        <p:spPr>
          <a:xfrm>
            <a:off x="9244353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9" name="object-79">
            <a:extLst>
              <a:ext uri="{FF2B5EF4-FFF2-40B4-BE49-F238E27FC236}">
                <a16:creationId xmlns:a16="http://schemas.microsoft.com/office/drawing/2014/main" id="{EA20D963-ECA3-480F-99AE-691B2070377F}"/>
              </a:ext>
            </a:extLst>
          </p:cNvPr>
          <p:cNvSpPr>
            <a:spLocks noGrp="1"/>
          </p:cNvSpPr>
          <p:nvPr/>
        </p:nvSpPr>
        <p:spPr>
          <a:xfrm>
            <a:off x="9380424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0" name="object-80">
            <a:extLst>
              <a:ext uri="{FF2B5EF4-FFF2-40B4-BE49-F238E27FC236}">
                <a16:creationId xmlns:a16="http://schemas.microsoft.com/office/drawing/2014/main" id="{7050668A-9D80-40D8-8587-7A6F7F14D4F7}"/>
              </a:ext>
            </a:extLst>
          </p:cNvPr>
          <p:cNvSpPr>
            <a:spLocks noGrp="1"/>
          </p:cNvSpPr>
          <p:nvPr/>
        </p:nvSpPr>
        <p:spPr>
          <a:xfrm>
            <a:off x="9516496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1" name="object-81">
            <a:extLst>
              <a:ext uri="{FF2B5EF4-FFF2-40B4-BE49-F238E27FC236}">
                <a16:creationId xmlns:a16="http://schemas.microsoft.com/office/drawing/2014/main" id="{B978538B-3C19-46B2-A8EC-A6C9FC9EE7B1}"/>
              </a:ext>
            </a:extLst>
          </p:cNvPr>
          <p:cNvSpPr>
            <a:spLocks noGrp="1"/>
          </p:cNvSpPr>
          <p:nvPr/>
        </p:nvSpPr>
        <p:spPr>
          <a:xfrm>
            <a:off x="9652567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2" name="object-82">
            <a:extLst>
              <a:ext uri="{FF2B5EF4-FFF2-40B4-BE49-F238E27FC236}">
                <a16:creationId xmlns:a16="http://schemas.microsoft.com/office/drawing/2014/main" id="{4B4A9823-F74B-449E-9DD2-D5EE08F297FB}"/>
              </a:ext>
            </a:extLst>
          </p:cNvPr>
          <p:cNvSpPr>
            <a:spLocks noGrp="1"/>
          </p:cNvSpPr>
          <p:nvPr/>
        </p:nvSpPr>
        <p:spPr>
          <a:xfrm>
            <a:off x="9788638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3" name="object-83">
            <a:extLst>
              <a:ext uri="{FF2B5EF4-FFF2-40B4-BE49-F238E27FC236}">
                <a16:creationId xmlns:a16="http://schemas.microsoft.com/office/drawing/2014/main" id="{A17626F4-13BB-49C9-82D6-75677DD4BEDB}"/>
              </a:ext>
            </a:extLst>
          </p:cNvPr>
          <p:cNvSpPr>
            <a:spLocks noGrp="1"/>
          </p:cNvSpPr>
          <p:nvPr/>
        </p:nvSpPr>
        <p:spPr>
          <a:xfrm>
            <a:off x="9924710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4" name="object-84">
            <a:extLst>
              <a:ext uri="{FF2B5EF4-FFF2-40B4-BE49-F238E27FC236}">
                <a16:creationId xmlns:a16="http://schemas.microsoft.com/office/drawing/2014/main" id="{09E02BF2-DDE4-49CE-8339-E9C456B1FCFC}"/>
              </a:ext>
            </a:extLst>
          </p:cNvPr>
          <p:cNvSpPr>
            <a:spLocks noGrp="1"/>
          </p:cNvSpPr>
          <p:nvPr/>
        </p:nvSpPr>
        <p:spPr>
          <a:xfrm>
            <a:off x="10060781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5" name="object-85">
            <a:extLst>
              <a:ext uri="{FF2B5EF4-FFF2-40B4-BE49-F238E27FC236}">
                <a16:creationId xmlns:a16="http://schemas.microsoft.com/office/drawing/2014/main" id="{F1F3DBB2-13E6-4AE4-BB06-BD4183306D9E}"/>
              </a:ext>
            </a:extLst>
          </p:cNvPr>
          <p:cNvSpPr>
            <a:spLocks noGrp="1"/>
          </p:cNvSpPr>
          <p:nvPr/>
        </p:nvSpPr>
        <p:spPr>
          <a:xfrm>
            <a:off x="10196853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6" name="object-86">
            <a:extLst>
              <a:ext uri="{FF2B5EF4-FFF2-40B4-BE49-F238E27FC236}">
                <a16:creationId xmlns:a16="http://schemas.microsoft.com/office/drawing/2014/main" id="{333C24DE-ACC0-49F9-AA2E-8691A07733FE}"/>
              </a:ext>
            </a:extLst>
          </p:cNvPr>
          <p:cNvSpPr>
            <a:spLocks noGrp="1"/>
          </p:cNvSpPr>
          <p:nvPr/>
        </p:nvSpPr>
        <p:spPr>
          <a:xfrm>
            <a:off x="10332924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7" name="object-87">
            <a:extLst>
              <a:ext uri="{FF2B5EF4-FFF2-40B4-BE49-F238E27FC236}">
                <a16:creationId xmlns:a16="http://schemas.microsoft.com/office/drawing/2014/main" id="{D4950794-0245-4409-BAE2-01F6BB71832C}"/>
              </a:ext>
            </a:extLst>
          </p:cNvPr>
          <p:cNvSpPr>
            <a:spLocks noGrp="1"/>
          </p:cNvSpPr>
          <p:nvPr/>
        </p:nvSpPr>
        <p:spPr>
          <a:xfrm>
            <a:off x="10468996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8" name="object-88">
            <a:extLst>
              <a:ext uri="{FF2B5EF4-FFF2-40B4-BE49-F238E27FC236}">
                <a16:creationId xmlns:a16="http://schemas.microsoft.com/office/drawing/2014/main" id="{657FC195-DF35-4A63-98D8-CFA02C2C65F0}"/>
              </a:ext>
            </a:extLst>
          </p:cNvPr>
          <p:cNvSpPr>
            <a:spLocks noGrp="1"/>
          </p:cNvSpPr>
          <p:nvPr/>
        </p:nvSpPr>
        <p:spPr>
          <a:xfrm>
            <a:off x="10605067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9" name="object-89">
            <a:extLst>
              <a:ext uri="{FF2B5EF4-FFF2-40B4-BE49-F238E27FC236}">
                <a16:creationId xmlns:a16="http://schemas.microsoft.com/office/drawing/2014/main" id="{93C0E61C-4848-4975-B857-A7B3D0823DCB}"/>
              </a:ext>
            </a:extLst>
          </p:cNvPr>
          <p:cNvSpPr>
            <a:spLocks noGrp="1"/>
          </p:cNvSpPr>
          <p:nvPr/>
        </p:nvSpPr>
        <p:spPr>
          <a:xfrm>
            <a:off x="10741138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0" name="object-90">
            <a:extLst>
              <a:ext uri="{FF2B5EF4-FFF2-40B4-BE49-F238E27FC236}">
                <a16:creationId xmlns:a16="http://schemas.microsoft.com/office/drawing/2014/main" id="{CA6F8923-C419-46FF-A453-38333BE99280}"/>
              </a:ext>
            </a:extLst>
          </p:cNvPr>
          <p:cNvSpPr>
            <a:spLocks noGrp="1"/>
          </p:cNvSpPr>
          <p:nvPr/>
        </p:nvSpPr>
        <p:spPr>
          <a:xfrm>
            <a:off x="10877210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1" name="object-91">
            <a:extLst>
              <a:ext uri="{FF2B5EF4-FFF2-40B4-BE49-F238E27FC236}">
                <a16:creationId xmlns:a16="http://schemas.microsoft.com/office/drawing/2014/main" id="{91850818-721D-4707-8A93-241C9DF29ACC}"/>
              </a:ext>
            </a:extLst>
          </p:cNvPr>
          <p:cNvSpPr>
            <a:spLocks noGrp="1"/>
          </p:cNvSpPr>
          <p:nvPr/>
        </p:nvSpPr>
        <p:spPr>
          <a:xfrm>
            <a:off x="11013281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2" name="object-92">
            <a:extLst>
              <a:ext uri="{FF2B5EF4-FFF2-40B4-BE49-F238E27FC236}">
                <a16:creationId xmlns:a16="http://schemas.microsoft.com/office/drawing/2014/main" id="{9CE0F966-B7AB-4CC7-9395-F229FC5383AD}"/>
              </a:ext>
            </a:extLst>
          </p:cNvPr>
          <p:cNvSpPr>
            <a:spLocks noGrp="1"/>
          </p:cNvSpPr>
          <p:nvPr/>
        </p:nvSpPr>
        <p:spPr>
          <a:xfrm>
            <a:off x="11149353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3" name="object-93">
            <a:extLst>
              <a:ext uri="{FF2B5EF4-FFF2-40B4-BE49-F238E27FC236}">
                <a16:creationId xmlns:a16="http://schemas.microsoft.com/office/drawing/2014/main" id="{6BA1D3CE-99AA-4FBC-A5D9-158EEFCE0B3B}"/>
              </a:ext>
            </a:extLst>
          </p:cNvPr>
          <p:cNvSpPr>
            <a:spLocks noGrp="1"/>
          </p:cNvSpPr>
          <p:nvPr/>
        </p:nvSpPr>
        <p:spPr>
          <a:xfrm>
            <a:off x="11285424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4" name="object-94">
            <a:extLst>
              <a:ext uri="{FF2B5EF4-FFF2-40B4-BE49-F238E27FC236}">
                <a16:creationId xmlns:a16="http://schemas.microsoft.com/office/drawing/2014/main" id="{E949678A-F18D-4F77-8D2F-36745E8D4AF5}"/>
              </a:ext>
            </a:extLst>
          </p:cNvPr>
          <p:cNvSpPr>
            <a:spLocks noGrp="1"/>
          </p:cNvSpPr>
          <p:nvPr/>
        </p:nvSpPr>
        <p:spPr>
          <a:xfrm>
            <a:off x="11421496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5" name="object-95">
            <a:extLst>
              <a:ext uri="{FF2B5EF4-FFF2-40B4-BE49-F238E27FC236}">
                <a16:creationId xmlns:a16="http://schemas.microsoft.com/office/drawing/2014/main" id="{79FA9F68-D549-4505-86FB-666B4EE2722E}"/>
              </a:ext>
            </a:extLst>
          </p:cNvPr>
          <p:cNvSpPr>
            <a:spLocks noGrp="1"/>
          </p:cNvSpPr>
          <p:nvPr/>
        </p:nvSpPr>
        <p:spPr>
          <a:xfrm>
            <a:off x="11557567" y="5310188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6" name="object-96">
            <a:extLst>
              <a:ext uri="{FF2B5EF4-FFF2-40B4-BE49-F238E27FC236}">
                <a16:creationId xmlns:a16="http://schemas.microsoft.com/office/drawing/2014/main" id="{23972ACC-E129-46A3-AF8F-2A4D6AC225B7}"/>
              </a:ext>
            </a:extLst>
          </p:cNvPr>
          <p:cNvSpPr>
            <a:spLocks noGrp="1"/>
          </p:cNvSpPr>
          <p:nvPr/>
        </p:nvSpPr>
        <p:spPr>
          <a:xfrm>
            <a:off x="11693638" y="5310188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97" name="object-97">
            <a:extLst>
              <a:ext uri="{FF2B5EF4-FFF2-40B4-BE49-F238E27FC236}">
                <a16:creationId xmlns:a16="http://schemas.microsoft.com/office/drawing/2014/main" id="{C5BC688A-CB90-4647-AECC-E5AFB45090CE}"/>
              </a:ext>
            </a:extLst>
          </p:cNvPr>
          <p:cNvSpPr>
            <a:spLocks noGrp="1"/>
          </p:cNvSpPr>
          <p:nvPr/>
        </p:nvSpPr>
        <p:spPr>
          <a:xfrm>
            <a:off x="11829710" y="5310188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98" name="object-98">
            <a:extLst>
              <a:ext uri="{FF2B5EF4-FFF2-40B4-BE49-F238E27FC236}">
                <a16:creationId xmlns:a16="http://schemas.microsoft.com/office/drawing/2014/main" id="{0B0059C9-4002-4C20-BA99-6222CCFDECE6}"/>
              </a:ext>
            </a:extLst>
          </p:cNvPr>
          <p:cNvSpPr>
            <a:spLocks noGrp="1"/>
          </p:cNvSpPr>
          <p:nvPr/>
        </p:nvSpPr>
        <p:spPr>
          <a:xfrm>
            <a:off x="11965781" y="5310188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99" name="object-99">
            <a:extLst>
              <a:ext uri="{FF2B5EF4-FFF2-40B4-BE49-F238E27FC236}">
                <a16:creationId xmlns:a16="http://schemas.microsoft.com/office/drawing/2014/main" id="{39AE3B39-192E-47F5-A840-EEFD6D88151D}"/>
              </a:ext>
            </a:extLst>
          </p:cNvPr>
          <p:cNvSpPr>
            <a:spLocks noGrp="1"/>
          </p:cNvSpPr>
          <p:nvPr/>
        </p:nvSpPr>
        <p:spPr>
          <a:xfrm>
            <a:off x="12101853" y="5310188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00" name="object-100">
            <a:extLst>
              <a:ext uri="{FF2B5EF4-FFF2-40B4-BE49-F238E27FC236}">
                <a16:creationId xmlns:a16="http://schemas.microsoft.com/office/drawing/2014/main" id="{F1BABE82-FDD7-4157-8BA4-D7C1ABD33AED}"/>
              </a:ext>
            </a:extLst>
          </p:cNvPr>
          <p:cNvSpPr>
            <a:spLocks noGrp="1"/>
          </p:cNvSpPr>
          <p:nvPr/>
        </p:nvSpPr>
        <p:spPr>
          <a:xfrm>
            <a:off x="12237924" y="5310188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01" name="object-101">
            <a:extLst>
              <a:ext uri="{FF2B5EF4-FFF2-40B4-BE49-F238E27FC236}">
                <a16:creationId xmlns:a16="http://schemas.microsoft.com/office/drawing/2014/main" id="{F442FF60-5D7D-46DA-984C-9E4802FBD166}"/>
              </a:ext>
            </a:extLst>
          </p:cNvPr>
          <p:cNvSpPr>
            <a:spLocks noGrp="1"/>
          </p:cNvSpPr>
          <p:nvPr/>
        </p:nvSpPr>
        <p:spPr>
          <a:xfrm>
            <a:off x="12373996" y="5310188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02" name="object-102">
            <a:extLst>
              <a:ext uri="{FF2B5EF4-FFF2-40B4-BE49-F238E27FC236}">
                <a16:creationId xmlns:a16="http://schemas.microsoft.com/office/drawing/2014/main" id="{0AC2C323-9200-453A-8DAC-2370EF8ED231}"/>
              </a:ext>
            </a:extLst>
          </p:cNvPr>
          <p:cNvSpPr>
            <a:spLocks noGrp="1"/>
          </p:cNvSpPr>
          <p:nvPr/>
        </p:nvSpPr>
        <p:spPr>
          <a:xfrm>
            <a:off x="12510067" y="5310188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03" name="object-103">
            <a:extLst>
              <a:ext uri="{FF2B5EF4-FFF2-40B4-BE49-F238E27FC236}">
                <a16:creationId xmlns:a16="http://schemas.microsoft.com/office/drawing/2014/main" id="{D890C904-535C-4D1B-A3EE-283CE3191FD9}"/>
              </a:ext>
            </a:extLst>
          </p:cNvPr>
          <p:cNvSpPr>
            <a:spLocks noGrp="1"/>
          </p:cNvSpPr>
          <p:nvPr/>
        </p:nvSpPr>
        <p:spPr>
          <a:xfrm>
            <a:off x="12646138" y="5310188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04" name="object-104">
            <a:extLst>
              <a:ext uri="{FF2B5EF4-FFF2-40B4-BE49-F238E27FC236}">
                <a16:creationId xmlns:a16="http://schemas.microsoft.com/office/drawing/2014/main" id="{1AEB6A23-2B70-41A9-8486-72F73F54A56D}"/>
              </a:ext>
            </a:extLst>
          </p:cNvPr>
          <p:cNvSpPr>
            <a:spLocks noGrp="1"/>
          </p:cNvSpPr>
          <p:nvPr/>
        </p:nvSpPr>
        <p:spPr>
          <a:xfrm>
            <a:off x="12782210" y="5310188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05" name="object-105">
            <a:extLst>
              <a:ext uri="{FF2B5EF4-FFF2-40B4-BE49-F238E27FC236}">
                <a16:creationId xmlns:a16="http://schemas.microsoft.com/office/drawing/2014/main" id="{51713A8F-42FF-41FD-9BCD-8E17FC003420}"/>
              </a:ext>
            </a:extLst>
          </p:cNvPr>
          <p:cNvSpPr>
            <a:spLocks noGrp="1"/>
          </p:cNvSpPr>
          <p:nvPr/>
        </p:nvSpPr>
        <p:spPr>
          <a:xfrm>
            <a:off x="1488281" y="5988844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6" name="object-106">
            <a:extLst>
              <a:ext uri="{FF2B5EF4-FFF2-40B4-BE49-F238E27FC236}">
                <a16:creationId xmlns:a16="http://schemas.microsoft.com/office/drawing/2014/main" id="{9FDE3CAA-3C95-40F2-95C8-B2A1DBB76F25}"/>
              </a:ext>
            </a:extLst>
          </p:cNvPr>
          <p:cNvSpPr>
            <a:spLocks noGrp="1"/>
          </p:cNvSpPr>
          <p:nvPr/>
        </p:nvSpPr>
        <p:spPr>
          <a:xfrm>
            <a:off x="1624353" y="5988844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7" name="object-107">
            <a:extLst>
              <a:ext uri="{FF2B5EF4-FFF2-40B4-BE49-F238E27FC236}">
                <a16:creationId xmlns:a16="http://schemas.microsoft.com/office/drawing/2014/main" id="{10D1E1EE-A1B1-480C-B267-8BAFBE9581AA}"/>
              </a:ext>
            </a:extLst>
          </p:cNvPr>
          <p:cNvSpPr>
            <a:spLocks noGrp="1"/>
          </p:cNvSpPr>
          <p:nvPr/>
        </p:nvSpPr>
        <p:spPr>
          <a:xfrm>
            <a:off x="1760424" y="5988844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8" name="object-108">
            <a:extLst>
              <a:ext uri="{FF2B5EF4-FFF2-40B4-BE49-F238E27FC236}">
                <a16:creationId xmlns:a16="http://schemas.microsoft.com/office/drawing/2014/main" id="{6BA6D6B5-BC72-4C4F-9D2E-62E6C2C62D5B}"/>
              </a:ext>
            </a:extLst>
          </p:cNvPr>
          <p:cNvSpPr>
            <a:spLocks noGrp="1"/>
          </p:cNvSpPr>
          <p:nvPr/>
        </p:nvSpPr>
        <p:spPr>
          <a:xfrm>
            <a:off x="1896496" y="5988844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9" name="object-109">
            <a:extLst>
              <a:ext uri="{FF2B5EF4-FFF2-40B4-BE49-F238E27FC236}">
                <a16:creationId xmlns:a16="http://schemas.microsoft.com/office/drawing/2014/main" id="{F7C46E9E-340D-46D0-A519-EBD923731CC3}"/>
              </a:ext>
            </a:extLst>
          </p:cNvPr>
          <p:cNvSpPr>
            <a:spLocks noGrp="1"/>
          </p:cNvSpPr>
          <p:nvPr/>
        </p:nvSpPr>
        <p:spPr>
          <a:xfrm>
            <a:off x="2032567" y="5988844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0" name="object-110">
            <a:extLst>
              <a:ext uri="{FF2B5EF4-FFF2-40B4-BE49-F238E27FC236}">
                <a16:creationId xmlns:a16="http://schemas.microsoft.com/office/drawing/2014/main" id="{5A4A291B-DAAA-4F3E-8EFC-EFA2E606DF27}"/>
              </a:ext>
            </a:extLst>
          </p:cNvPr>
          <p:cNvSpPr>
            <a:spLocks noGrp="1"/>
          </p:cNvSpPr>
          <p:nvPr/>
        </p:nvSpPr>
        <p:spPr>
          <a:xfrm>
            <a:off x="2168638" y="5988844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1" name="object-111">
            <a:extLst>
              <a:ext uri="{FF2B5EF4-FFF2-40B4-BE49-F238E27FC236}">
                <a16:creationId xmlns:a16="http://schemas.microsoft.com/office/drawing/2014/main" id="{2CD406E8-8731-421E-B8DC-90AAE4224B16}"/>
              </a:ext>
            </a:extLst>
          </p:cNvPr>
          <p:cNvSpPr>
            <a:spLocks noGrp="1"/>
          </p:cNvSpPr>
          <p:nvPr/>
        </p:nvSpPr>
        <p:spPr>
          <a:xfrm>
            <a:off x="2304710" y="5988844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2" name="object-112">
            <a:extLst>
              <a:ext uri="{FF2B5EF4-FFF2-40B4-BE49-F238E27FC236}">
                <a16:creationId xmlns:a16="http://schemas.microsoft.com/office/drawing/2014/main" id="{588AB95D-96C2-4BD6-AF73-BE79E4BCA15E}"/>
              </a:ext>
            </a:extLst>
          </p:cNvPr>
          <p:cNvSpPr>
            <a:spLocks noGrp="1"/>
          </p:cNvSpPr>
          <p:nvPr/>
        </p:nvSpPr>
        <p:spPr>
          <a:xfrm>
            <a:off x="2440781" y="5988844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3" name="object-113">
            <a:extLst>
              <a:ext uri="{FF2B5EF4-FFF2-40B4-BE49-F238E27FC236}">
                <a16:creationId xmlns:a16="http://schemas.microsoft.com/office/drawing/2014/main" id="{41972513-3462-438B-B177-9B2759DFE018}"/>
              </a:ext>
            </a:extLst>
          </p:cNvPr>
          <p:cNvSpPr>
            <a:spLocks noGrp="1"/>
          </p:cNvSpPr>
          <p:nvPr/>
        </p:nvSpPr>
        <p:spPr>
          <a:xfrm>
            <a:off x="2576853" y="5988844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4" name="object-114">
            <a:extLst>
              <a:ext uri="{FF2B5EF4-FFF2-40B4-BE49-F238E27FC236}">
                <a16:creationId xmlns:a16="http://schemas.microsoft.com/office/drawing/2014/main" id="{C0647CAC-220E-442B-9F63-D6987AB1696D}"/>
              </a:ext>
            </a:extLst>
          </p:cNvPr>
          <p:cNvSpPr>
            <a:spLocks noGrp="1"/>
          </p:cNvSpPr>
          <p:nvPr/>
        </p:nvSpPr>
        <p:spPr>
          <a:xfrm>
            <a:off x="2712924" y="5988844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5" name="object-115">
            <a:extLst>
              <a:ext uri="{FF2B5EF4-FFF2-40B4-BE49-F238E27FC236}">
                <a16:creationId xmlns:a16="http://schemas.microsoft.com/office/drawing/2014/main" id="{DA34573D-ADA1-4441-812D-A7DAFAD6ACFE}"/>
              </a:ext>
            </a:extLst>
          </p:cNvPr>
          <p:cNvSpPr>
            <a:spLocks noGrp="1"/>
          </p:cNvSpPr>
          <p:nvPr/>
        </p:nvSpPr>
        <p:spPr>
          <a:xfrm>
            <a:off x="2848996" y="5988844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6" name="object-116">
            <a:extLst>
              <a:ext uri="{FF2B5EF4-FFF2-40B4-BE49-F238E27FC236}">
                <a16:creationId xmlns:a16="http://schemas.microsoft.com/office/drawing/2014/main" id="{4B579037-FDD7-4A99-9FE3-CD8B78A0E25E}"/>
              </a:ext>
            </a:extLst>
          </p:cNvPr>
          <p:cNvSpPr>
            <a:spLocks noGrp="1"/>
          </p:cNvSpPr>
          <p:nvPr/>
        </p:nvSpPr>
        <p:spPr>
          <a:xfrm>
            <a:off x="2985067" y="5988844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7" name="object-117">
            <a:extLst>
              <a:ext uri="{FF2B5EF4-FFF2-40B4-BE49-F238E27FC236}">
                <a16:creationId xmlns:a16="http://schemas.microsoft.com/office/drawing/2014/main" id="{3A7E0E64-A8C3-49F8-AC6E-B1FDD9D1EA5A}"/>
              </a:ext>
            </a:extLst>
          </p:cNvPr>
          <p:cNvSpPr>
            <a:spLocks noGrp="1"/>
          </p:cNvSpPr>
          <p:nvPr/>
        </p:nvSpPr>
        <p:spPr>
          <a:xfrm>
            <a:off x="3121138" y="5988844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8" name="object-118">
            <a:extLst>
              <a:ext uri="{FF2B5EF4-FFF2-40B4-BE49-F238E27FC236}">
                <a16:creationId xmlns:a16="http://schemas.microsoft.com/office/drawing/2014/main" id="{431683D2-2012-4E84-850A-9C88149D6F9A}"/>
              </a:ext>
            </a:extLst>
          </p:cNvPr>
          <p:cNvSpPr>
            <a:spLocks noGrp="1"/>
          </p:cNvSpPr>
          <p:nvPr/>
        </p:nvSpPr>
        <p:spPr>
          <a:xfrm>
            <a:off x="3257210" y="5988844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9" name="object-119">
            <a:extLst>
              <a:ext uri="{FF2B5EF4-FFF2-40B4-BE49-F238E27FC236}">
                <a16:creationId xmlns:a16="http://schemas.microsoft.com/office/drawing/2014/main" id="{38F52513-E44E-4CF7-8126-6AECC321D769}"/>
              </a:ext>
            </a:extLst>
          </p:cNvPr>
          <p:cNvSpPr>
            <a:spLocks noGrp="1"/>
          </p:cNvSpPr>
          <p:nvPr/>
        </p:nvSpPr>
        <p:spPr>
          <a:xfrm>
            <a:off x="3393281" y="5988844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20" name="object-120">
            <a:extLst>
              <a:ext uri="{FF2B5EF4-FFF2-40B4-BE49-F238E27FC236}">
                <a16:creationId xmlns:a16="http://schemas.microsoft.com/office/drawing/2014/main" id="{DB5EFF73-CAF2-4DBF-9DF5-8F2F8B97A743}"/>
              </a:ext>
            </a:extLst>
          </p:cNvPr>
          <p:cNvSpPr>
            <a:spLocks noGrp="1"/>
          </p:cNvSpPr>
          <p:nvPr/>
        </p:nvSpPr>
        <p:spPr>
          <a:xfrm>
            <a:off x="3529353" y="5988844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21" name="object-121">
            <a:extLst>
              <a:ext uri="{FF2B5EF4-FFF2-40B4-BE49-F238E27FC236}">
                <a16:creationId xmlns:a16="http://schemas.microsoft.com/office/drawing/2014/main" id="{A43F6AD1-C45E-4696-900B-49C2A6BAD9EB}"/>
              </a:ext>
            </a:extLst>
          </p:cNvPr>
          <p:cNvSpPr>
            <a:spLocks noGrp="1"/>
          </p:cNvSpPr>
          <p:nvPr/>
        </p:nvSpPr>
        <p:spPr>
          <a:xfrm>
            <a:off x="3665424" y="5988844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22" name="object-122">
            <a:extLst>
              <a:ext uri="{FF2B5EF4-FFF2-40B4-BE49-F238E27FC236}">
                <a16:creationId xmlns:a16="http://schemas.microsoft.com/office/drawing/2014/main" id="{DD6EA3CB-6E3A-4F8C-9B02-A3E58C148C32}"/>
              </a:ext>
            </a:extLst>
          </p:cNvPr>
          <p:cNvSpPr>
            <a:spLocks noGrp="1"/>
          </p:cNvSpPr>
          <p:nvPr/>
        </p:nvSpPr>
        <p:spPr>
          <a:xfrm>
            <a:off x="3801496" y="5988844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23" name="object-123">
            <a:extLst>
              <a:ext uri="{FF2B5EF4-FFF2-40B4-BE49-F238E27FC236}">
                <a16:creationId xmlns:a16="http://schemas.microsoft.com/office/drawing/2014/main" id="{10C60953-D21D-4331-AC09-5FD89160F685}"/>
              </a:ext>
            </a:extLst>
          </p:cNvPr>
          <p:cNvSpPr>
            <a:spLocks noGrp="1"/>
          </p:cNvSpPr>
          <p:nvPr/>
        </p:nvSpPr>
        <p:spPr>
          <a:xfrm>
            <a:off x="3937567" y="5988844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24" name="object-124">
            <a:extLst>
              <a:ext uri="{FF2B5EF4-FFF2-40B4-BE49-F238E27FC236}">
                <a16:creationId xmlns:a16="http://schemas.microsoft.com/office/drawing/2014/main" id="{D3FE9FB1-72AB-49B3-B5E8-37195D9FA99C}"/>
              </a:ext>
            </a:extLst>
          </p:cNvPr>
          <p:cNvSpPr>
            <a:spLocks noGrp="1"/>
          </p:cNvSpPr>
          <p:nvPr/>
        </p:nvSpPr>
        <p:spPr>
          <a:xfrm>
            <a:off x="4073638" y="5988844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25" name="object-125">
            <a:extLst>
              <a:ext uri="{FF2B5EF4-FFF2-40B4-BE49-F238E27FC236}">
                <a16:creationId xmlns:a16="http://schemas.microsoft.com/office/drawing/2014/main" id="{F2D1A95D-F396-4071-AEAC-74313A73F759}"/>
              </a:ext>
            </a:extLst>
          </p:cNvPr>
          <p:cNvSpPr>
            <a:spLocks noGrp="1"/>
          </p:cNvSpPr>
          <p:nvPr/>
        </p:nvSpPr>
        <p:spPr>
          <a:xfrm>
            <a:off x="4209710" y="5988844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26" name="object-126">
            <a:extLst>
              <a:ext uri="{FF2B5EF4-FFF2-40B4-BE49-F238E27FC236}">
                <a16:creationId xmlns:a16="http://schemas.microsoft.com/office/drawing/2014/main" id="{EFF5739C-82E3-4A2C-8839-1E30CC2912F4}"/>
              </a:ext>
            </a:extLst>
          </p:cNvPr>
          <p:cNvSpPr>
            <a:spLocks noGrp="1"/>
          </p:cNvSpPr>
          <p:nvPr/>
        </p:nvSpPr>
        <p:spPr>
          <a:xfrm>
            <a:off x="4345781" y="5988844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27" name="object-127">
            <a:extLst>
              <a:ext uri="{FF2B5EF4-FFF2-40B4-BE49-F238E27FC236}">
                <a16:creationId xmlns:a16="http://schemas.microsoft.com/office/drawing/2014/main" id="{BFDC2CD8-1C6F-4383-B73B-3735EDC1B75F}"/>
              </a:ext>
            </a:extLst>
          </p:cNvPr>
          <p:cNvSpPr>
            <a:spLocks noGrp="1"/>
          </p:cNvSpPr>
          <p:nvPr/>
        </p:nvSpPr>
        <p:spPr>
          <a:xfrm>
            <a:off x="4481853" y="5988844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28" name="object-128">
            <a:extLst>
              <a:ext uri="{FF2B5EF4-FFF2-40B4-BE49-F238E27FC236}">
                <a16:creationId xmlns:a16="http://schemas.microsoft.com/office/drawing/2014/main" id="{0B13B22D-34EB-4A14-B435-16A5592A6A6F}"/>
              </a:ext>
            </a:extLst>
          </p:cNvPr>
          <p:cNvSpPr>
            <a:spLocks noGrp="1"/>
          </p:cNvSpPr>
          <p:nvPr/>
        </p:nvSpPr>
        <p:spPr>
          <a:xfrm>
            <a:off x="4617924" y="5988844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29" name="object-129">
            <a:extLst>
              <a:ext uri="{FF2B5EF4-FFF2-40B4-BE49-F238E27FC236}">
                <a16:creationId xmlns:a16="http://schemas.microsoft.com/office/drawing/2014/main" id="{C7A83173-5AED-4F18-805C-5A558B7F8824}"/>
              </a:ext>
            </a:extLst>
          </p:cNvPr>
          <p:cNvSpPr>
            <a:spLocks noGrp="1"/>
          </p:cNvSpPr>
          <p:nvPr/>
        </p:nvSpPr>
        <p:spPr>
          <a:xfrm>
            <a:off x="4753996" y="5988844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0" name="object-130">
            <a:extLst>
              <a:ext uri="{FF2B5EF4-FFF2-40B4-BE49-F238E27FC236}">
                <a16:creationId xmlns:a16="http://schemas.microsoft.com/office/drawing/2014/main" id="{6A91739B-8525-4BCC-81D2-4B0D898F828A}"/>
              </a:ext>
            </a:extLst>
          </p:cNvPr>
          <p:cNvSpPr>
            <a:spLocks noGrp="1"/>
          </p:cNvSpPr>
          <p:nvPr/>
        </p:nvSpPr>
        <p:spPr>
          <a:xfrm>
            <a:off x="4890067" y="5988844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1" name="object-131">
            <a:extLst>
              <a:ext uri="{FF2B5EF4-FFF2-40B4-BE49-F238E27FC236}">
                <a16:creationId xmlns:a16="http://schemas.microsoft.com/office/drawing/2014/main" id="{3D73D103-FC83-4F39-833E-288FBE6A4F2A}"/>
              </a:ext>
            </a:extLst>
          </p:cNvPr>
          <p:cNvSpPr>
            <a:spLocks noGrp="1"/>
          </p:cNvSpPr>
          <p:nvPr/>
        </p:nvSpPr>
        <p:spPr>
          <a:xfrm>
            <a:off x="5026138" y="5988844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2" name="object-132">
            <a:extLst>
              <a:ext uri="{FF2B5EF4-FFF2-40B4-BE49-F238E27FC236}">
                <a16:creationId xmlns:a16="http://schemas.microsoft.com/office/drawing/2014/main" id="{73722868-9C10-49F5-9A76-61AD71D89A28}"/>
              </a:ext>
            </a:extLst>
          </p:cNvPr>
          <p:cNvSpPr>
            <a:spLocks noGrp="1"/>
          </p:cNvSpPr>
          <p:nvPr/>
        </p:nvSpPr>
        <p:spPr>
          <a:xfrm>
            <a:off x="5162210" y="5988844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3" name="object-133">
            <a:extLst>
              <a:ext uri="{FF2B5EF4-FFF2-40B4-BE49-F238E27FC236}">
                <a16:creationId xmlns:a16="http://schemas.microsoft.com/office/drawing/2014/main" id="{E50622C0-B435-46E5-80E5-4B21C8E0B058}"/>
              </a:ext>
            </a:extLst>
          </p:cNvPr>
          <p:cNvSpPr>
            <a:spLocks noGrp="1"/>
          </p:cNvSpPr>
          <p:nvPr/>
        </p:nvSpPr>
        <p:spPr>
          <a:xfrm>
            <a:off x="5298281" y="5988844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4" name="object-134">
            <a:extLst>
              <a:ext uri="{FF2B5EF4-FFF2-40B4-BE49-F238E27FC236}">
                <a16:creationId xmlns:a16="http://schemas.microsoft.com/office/drawing/2014/main" id="{C6F3F930-3829-487F-9E3F-A0B77EE5DA86}"/>
              </a:ext>
            </a:extLst>
          </p:cNvPr>
          <p:cNvSpPr>
            <a:spLocks noGrp="1"/>
          </p:cNvSpPr>
          <p:nvPr/>
        </p:nvSpPr>
        <p:spPr>
          <a:xfrm>
            <a:off x="5434353" y="5988844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5" name="object-135">
            <a:extLst>
              <a:ext uri="{FF2B5EF4-FFF2-40B4-BE49-F238E27FC236}">
                <a16:creationId xmlns:a16="http://schemas.microsoft.com/office/drawing/2014/main" id="{92F1DD81-1FA8-429D-BE47-FE596E379E55}"/>
              </a:ext>
            </a:extLst>
          </p:cNvPr>
          <p:cNvSpPr>
            <a:spLocks noGrp="1"/>
          </p:cNvSpPr>
          <p:nvPr/>
        </p:nvSpPr>
        <p:spPr>
          <a:xfrm>
            <a:off x="5570424" y="5988844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6" name="object-136">
            <a:extLst>
              <a:ext uri="{FF2B5EF4-FFF2-40B4-BE49-F238E27FC236}">
                <a16:creationId xmlns:a16="http://schemas.microsoft.com/office/drawing/2014/main" id="{B7C891CC-C0BE-4835-97FE-69601FC8133D}"/>
              </a:ext>
            </a:extLst>
          </p:cNvPr>
          <p:cNvSpPr>
            <a:spLocks noGrp="1"/>
          </p:cNvSpPr>
          <p:nvPr/>
        </p:nvSpPr>
        <p:spPr>
          <a:xfrm>
            <a:off x="5706496" y="5988844"/>
            <a:ext cx="136071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7" name="object-137">
            <a:extLst>
              <a:ext uri="{FF2B5EF4-FFF2-40B4-BE49-F238E27FC236}">
                <a16:creationId xmlns:a16="http://schemas.microsoft.com/office/drawing/2014/main" id="{ED83EBBC-ACF0-47F0-94D5-427DB4A7E934}"/>
              </a:ext>
            </a:extLst>
          </p:cNvPr>
          <p:cNvSpPr>
            <a:spLocks noGrp="1"/>
          </p:cNvSpPr>
          <p:nvPr/>
        </p:nvSpPr>
        <p:spPr>
          <a:xfrm>
            <a:off x="5842567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38" name="object-138">
            <a:extLst>
              <a:ext uri="{FF2B5EF4-FFF2-40B4-BE49-F238E27FC236}">
                <a16:creationId xmlns:a16="http://schemas.microsoft.com/office/drawing/2014/main" id="{78534F4F-54F1-476B-AC89-9368EE040371}"/>
              </a:ext>
            </a:extLst>
          </p:cNvPr>
          <p:cNvSpPr>
            <a:spLocks noGrp="1"/>
          </p:cNvSpPr>
          <p:nvPr/>
        </p:nvSpPr>
        <p:spPr>
          <a:xfrm>
            <a:off x="5978638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39" name="object-139">
            <a:extLst>
              <a:ext uri="{FF2B5EF4-FFF2-40B4-BE49-F238E27FC236}">
                <a16:creationId xmlns:a16="http://schemas.microsoft.com/office/drawing/2014/main" id="{45204A64-29C9-4873-A11C-AC20FA08BE62}"/>
              </a:ext>
            </a:extLst>
          </p:cNvPr>
          <p:cNvSpPr>
            <a:spLocks noGrp="1"/>
          </p:cNvSpPr>
          <p:nvPr/>
        </p:nvSpPr>
        <p:spPr>
          <a:xfrm>
            <a:off x="6114710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40" name="object-140">
            <a:extLst>
              <a:ext uri="{FF2B5EF4-FFF2-40B4-BE49-F238E27FC236}">
                <a16:creationId xmlns:a16="http://schemas.microsoft.com/office/drawing/2014/main" id="{62F0F026-C225-4AF9-90D9-1FC313AE3A52}"/>
              </a:ext>
            </a:extLst>
          </p:cNvPr>
          <p:cNvSpPr>
            <a:spLocks noGrp="1"/>
          </p:cNvSpPr>
          <p:nvPr/>
        </p:nvSpPr>
        <p:spPr>
          <a:xfrm>
            <a:off x="6250781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41" name="object-141">
            <a:extLst>
              <a:ext uri="{FF2B5EF4-FFF2-40B4-BE49-F238E27FC236}">
                <a16:creationId xmlns:a16="http://schemas.microsoft.com/office/drawing/2014/main" id="{DFE7E871-5FE0-4B2F-9F68-E9CA89D10EF9}"/>
              </a:ext>
            </a:extLst>
          </p:cNvPr>
          <p:cNvSpPr>
            <a:spLocks noGrp="1"/>
          </p:cNvSpPr>
          <p:nvPr/>
        </p:nvSpPr>
        <p:spPr>
          <a:xfrm>
            <a:off x="6386853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42" name="object-142">
            <a:extLst>
              <a:ext uri="{FF2B5EF4-FFF2-40B4-BE49-F238E27FC236}">
                <a16:creationId xmlns:a16="http://schemas.microsoft.com/office/drawing/2014/main" id="{78C3C6F7-83FC-4904-A8E5-2918F21242F2}"/>
              </a:ext>
            </a:extLst>
          </p:cNvPr>
          <p:cNvSpPr>
            <a:spLocks noGrp="1"/>
          </p:cNvSpPr>
          <p:nvPr/>
        </p:nvSpPr>
        <p:spPr>
          <a:xfrm>
            <a:off x="6522924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43" name="object-143">
            <a:extLst>
              <a:ext uri="{FF2B5EF4-FFF2-40B4-BE49-F238E27FC236}">
                <a16:creationId xmlns:a16="http://schemas.microsoft.com/office/drawing/2014/main" id="{DB4AF7E8-33D1-484D-ADE2-67C721837707}"/>
              </a:ext>
            </a:extLst>
          </p:cNvPr>
          <p:cNvSpPr>
            <a:spLocks noGrp="1"/>
          </p:cNvSpPr>
          <p:nvPr/>
        </p:nvSpPr>
        <p:spPr>
          <a:xfrm>
            <a:off x="6658996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44" name="object-144">
            <a:extLst>
              <a:ext uri="{FF2B5EF4-FFF2-40B4-BE49-F238E27FC236}">
                <a16:creationId xmlns:a16="http://schemas.microsoft.com/office/drawing/2014/main" id="{198339CB-43EB-4156-8642-08AC9BAA5A5B}"/>
              </a:ext>
            </a:extLst>
          </p:cNvPr>
          <p:cNvSpPr>
            <a:spLocks noGrp="1"/>
          </p:cNvSpPr>
          <p:nvPr/>
        </p:nvSpPr>
        <p:spPr>
          <a:xfrm>
            <a:off x="6795067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45" name="object-145">
            <a:extLst>
              <a:ext uri="{FF2B5EF4-FFF2-40B4-BE49-F238E27FC236}">
                <a16:creationId xmlns:a16="http://schemas.microsoft.com/office/drawing/2014/main" id="{5D672160-4024-4F3F-9887-59991ABA3A77}"/>
              </a:ext>
            </a:extLst>
          </p:cNvPr>
          <p:cNvSpPr>
            <a:spLocks noGrp="1"/>
          </p:cNvSpPr>
          <p:nvPr/>
        </p:nvSpPr>
        <p:spPr>
          <a:xfrm>
            <a:off x="6931138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46" name="object-146">
            <a:extLst>
              <a:ext uri="{FF2B5EF4-FFF2-40B4-BE49-F238E27FC236}">
                <a16:creationId xmlns:a16="http://schemas.microsoft.com/office/drawing/2014/main" id="{DCF5C08F-82F6-4D51-BDA8-59B20E1F2F9B}"/>
              </a:ext>
            </a:extLst>
          </p:cNvPr>
          <p:cNvSpPr>
            <a:spLocks noGrp="1"/>
          </p:cNvSpPr>
          <p:nvPr/>
        </p:nvSpPr>
        <p:spPr>
          <a:xfrm>
            <a:off x="7067210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47" name="object-147">
            <a:extLst>
              <a:ext uri="{FF2B5EF4-FFF2-40B4-BE49-F238E27FC236}">
                <a16:creationId xmlns:a16="http://schemas.microsoft.com/office/drawing/2014/main" id="{BB1E15CB-96AE-4935-A92E-78F0D9EF517E}"/>
              </a:ext>
            </a:extLst>
          </p:cNvPr>
          <p:cNvSpPr>
            <a:spLocks noGrp="1"/>
          </p:cNvSpPr>
          <p:nvPr/>
        </p:nvSpPr>
        <p:spPr>
          <a:xfrm>
            <a:off x="7203281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48" name="object-148">
            <a:extLst>
              <a:ext uri="{FF2B5EF4-FFF2-40B4-BE49-F238E27FC236}">
                <a16:creationId xmlns:a16="http://schemas.microsoft.com/office/drawing/2014/main" id="{1F195BA0-83C3-48B7-8DF5-EEDAA88D96EF}"/>
              </a:ext>
            </a:extLst>
          </p:cNvPr>
          <p:cNvSpPr>
            <a:spLocks noGrp="1"/>
          </p:cNvSpPr>
          <p:nvPr/>
        </p:nvSpPr>
        <p:spPr>
          <a:xfrm>
            <a:off x="7339353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49" name="object-149">
            <a:extLst>
              <a:ext uri="{FF2B5EF4-FFF2-40B4-BE49-F238E27FC236}">
                <a16:creationId xmlns:a16="http://schemas.microsoft.com/office/drawing/2014/main" id="{66437E39-F83E-45D5-BA61-9DBA656C1653}"/>
              </a:ext>
            </a:extLst>
          </p:cNvPr>
          <p:cNvSpPr>
            <a:spLocks noGrp="1"/>
          </p:cNvSpPr>
          <p:nvPr/>
        </p:nvSpPr>
        <p:spPr>
          <a:xfrm>
            <a:off x="7475424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50" name="object-150">
            <a:extLst>
              <a:ext uri="{FF2B5EF4-FFF2-40B4-BE49-F238E27FC236}">
                <a16:creationId xmlns:a16="http://schemas.microsoft.com/office/drawing/2014/main" id="{3FCDDA5F-0494-4130-9E3C-0D9D25E2913D}"/>
              </a:ext>
            </a:extLst>
          </p:cNvPr>
          <p:cNvSpPr>
            <a:spLocks noGrp="1"/>
          </p:cNvSpPr>
          <p:nvPr/>
        </p:nvSpPr>
        <p:spPr>
          <a:xfrm>
            <a:off x="7611496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51" name="object-151">
            <a:extLst>
              <a:ext uri="{FF2B5EF4-FFF2-40B4-BE49-F238E27FC236}">
                <a16:creationId xmlns:a16="http://schemas.microsoft.com/office/drawing/2014/main" id="{A8708A14-ED24-48A1-A57B-570076BF9398}"/>
              </a:ext>
            </a:extLst>
          </p:cNvPr>
          <p:cNvSpPr>
            <a:spLocks noGrp="1"/>
          </p:cNvSpPr>
          <p:nvPr/>
        </p:nvSpPr>
        <p:spPr>
          <a:xfrm>
            <a:off x="7747567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52" name="object-152">
            <a:extLst>
              <a:ext uri="{FF2B5EF4-FFF2-40B4-BE49-F238E27FC236}">
                <a16:creationId xmlns:a16="http://schemas.microsoft.com/office/drawing/2014/main" id="{87F18C7C-DA99-433D-8AF5-A091C8EFB730}"/>
              </a:ext>
            </a:extLst>
          </p:cNvPr>
          <p:cNvSpPr>
            <a:spLocks noGrp="1"/>
          </p:cNvSpPr>
          <p:nvPr/>
        </p:nvSpPr>
        <p:spPr>
          <a:xfrm>
            <a:off x="7883638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53" name="object-153">
            <a:extLst>
              <a:ext uri="{FF2B5EF4-FFF2-40B4-BE49-F238E27FC236}">
                <a16:creationId xmlns:a16="http://schemas.microsoft.com/office/drawing/2014/main" id="{A0479D61-2F90-4E90-AC4A-A2C422B51E2A}"/>
              </a:ext>
            </a:extLst>
          </p:cNvPr>
          <p:cNvSpPr>
            <a:spLocks noGrp="1"/>
          </p:cNvSpPr>
          <p:nvPr/>
        </p:nvSpPr>
        <p:spPr>
          <a:xfrm>
            <a:off x="8019710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54" name="object-154">
            <a:extLst>
              <a:ext uri="{FF2B5EF4-FFF2-40B4-BE49-F238E27FC236}">
                <a16:creationId xmlns:a16="http://schemas.microsoft.com/office/drawing/2014/main" id="{A719A0AA-D075-4D51-970D-D5A30D8F70A0}"/>
              </a:ext>
            </a:extLst>
          </p:cNvPr>
          <p:cNvSpPr>
            <a:spLocks noGrp="1"/>
          </p:cNvSpPr>
          <p:nvPr/>
        </p:nvSpPr>
        <p:spPr>
          <a:xfrm>
            <a:off x="8155781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55" name="object-155">
            <a:extLst>
              <a:ext uri="{FF2B5EF4-FFF2-40B4-BE49-F238E27FC236}">
                <a16:creationId xmlns:a16="http://schemas.microsoft.com/office/drawing/2014/main" id="{B9638B2E-A60F-4215-92AC-895E1C8D9E88}"/>
              </a:ext>
            </a:extLst>
          </p:cNvPr>
          <p:cNvSpPr>
            <a:spLocks noGrp="1"/>
          </p:cNvSpPr>
          <p:nvPr/>
        </p:nvSpPr>
        <p:spPr>
          <a:xfrm>
            <a:off x="8291853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56" name="object-156">
            <a:extLst>
              <a:ext uri="{FF2B5EF4-FFF2-40B4-BE49-F238E27FC236}">
                <a16:creationId xmlns:a16="http://schemas.microsoft.com/office/drawing/2014/main" id="{95311C0C-BE6A-404A-903E-33E7E8221708}"/>
              </a:ext>
            </a:extLst>
          </p:cNvPr>
          <p:cNvSpPr>
            <a:spLocks noGrp="1"/>
          </p:cNvSpPr>
          <p:nvPr/>
        </p:nvSpPr>
        <p:spPr>
          <a:xfrm>
            <a:off x="8427924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57" name="object-157">
            <a:extLst>
              <a:ext uri="{FF2B5EF4-FFF2-40B4-BE49-F238E27FC236}">
                <a16:creationId xmlns:a16="http://schemas.microsoft.com/office/drawing/2014/main" id="{F5B3FFBD-2BB8-499B-ABF7-58582AC54713}"/>
              </a:ext>
            </a:extLst>
          </p:cNvPr>
          <p:cNvSpPr>
            <a:spLocks noGrp="1"/>
          </p:cNvSpPr>
          <p:nvPr/>
        </p:nvSpPr>
        <p:spPr>
          <a:xfrm>
            <a:off x="8563996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58" name="object-158">
            <a:extLst>
              <a:ext uri="{FF2B5EF4-FFF2-40B4-BE49-F238E27FC236}">
                <a16:creationId xmlns:a16="http://schemas.microsoft.com/office/drawing/2014/main" id="{6A0C8510-EF69-4834-B9CF-5A34B801D1F6}"/>
              </a:ext>
            </a:extLst>
          </p:cNvPr>
          <p:cNvSpPr>
            <a:spLocks noGrp="1"/>
          </p:cNvSpPr>
          <p:nvPr/>
        </p:nvSpPr>
        <p:spPr>
          <a:xfrm>
            <a:off x="8700067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59" name="object-159">
            <a:extLst>
              <a:ext uri="{FF2B5EF4-FFF2-40B4-BE49-F238E27FC236}">
                <a16:creationId xmlns:a16="http://schemas.microsoft.com/office/drawing/2014/main" id="{160B5C6F-6CFC-4D8B-9DA2-0C72417319B1}"/>
              </a:ext>
            </a:extLst>
          </p:cNvPr>
          <p:cNvSpPr>
            <a:spLocks noGrp="1"/>
          </p:cNvSpPr>
          <p:nvPr/>
        </p:nvSpPr>
        <p:spPr>
          <a:xfrm>
            <a:off x="8836138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60" name="object-160">
            <a:extLst>
              <a:ext uri="{FF2B5EF4-FFF2-40B4-BE49-F238E27FC236}">
                <a16:creationId xmlns:a16="http://schemas.microsoft.com/office/drawing/2014/main" id="{88CE20CF-DA61-4072-A156-1EF13211E4F3}"/>
              </a:ext>
            </a:extLst>
          </p:cNvPr>
          <p:cNvSpPr>
            <a:spLocks noGrp="1"/>
          </p:cNvSpPr>
          <p:nvPr/>
        </p:nvSpPr>
        <p:spPr>
          <a:xfrm>
            <a:off x="8972210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61" name="object-161">
            <a:extLst>
              <a:ext uri="{FF2B5EF4-FFF2-40B4-BE49-F238E27FC236}">
                <a16:creationId xmlns:a16="http://schemas.microsoft.com/office/drawing/2014/main" id="{3B18E98C-11D5-44AA-A13A-D5DD837D412D}"/>
              </a:ext>
            </a:extLst>
          </p:cNvPr>
          <p:cNvSpPr>
            <a:spLocks noGrp="1"/>
          </p:cNvSpPr>
          <p:nvPr/>
        </p:nvSpPr>
        <p:spPr>
          <a:xfrm>
            <a:off x="9108281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62" name="object-162">
            <a:extLst>
              <a:ext uri="{FF2B5EF4-FFF2-40B4-BE49-F238E27FC236}">
                <a16:creationId xmlns:a16="http://schemas.microsoft.com/office/drawing/2014/main" id="{A656CA3A-1F24-4ACA-B60A-95B3E7883896}"/>
              </a:ext>
            </a:extLst>
          </p:cNvPr>
          <p:cNvSpPr>
            <a:spLocks noGrp="1"/>
          </p:cNvSpPr>
          <p:nvPr/>
        </p:nvSpPr>
        <p:spPr>
          <a:xfrm>
            <a:off x="9244353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63" name="object-163">
            <a:extLst>
              <a:ext uri="{FF2B5EF4-FFF2-40B4-BE49-F238E27FC236}">
                <a16:creationId xmlns:a16="http://schemas.microsoft.com/office/drawing/2014/main" id="{0C4BE396-A81E-4CFB-A219-B0D9F269FC14}"/>
              </a:ext>
            </a:extLst>
          </p:cNvPr>
          <p:cNvSpPr>
            <a:spLocks noGrp="1"/>
          </p:cNvSpPr>
          <p:nvPr/>
        </p:nvSpPr>
        <p:spPr>
          <a:xfrm>
            <a:off x="9380424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64" name="object-164">
            <a:extLst>
              <a:ext uri="{FF2B5EF4-FFF2-40B4-BE49-F238E27FC236}">
                <a16:creationId xmlns:a16="http://schemas.microsoft.com/office/drawing/2014/main" id="{6724B172-4552-4A7B-B408-A73047F5148F}"/>
              </a:ext>
            </a:extLst>
          </p:cNvPr>
          <p:cNvSpPr>
            <a:spLocks noGrp="1"/>
          </p:cNvSpPr>
          <p:nvPr/>
        </p:nvSpPr>
        <p:spPr>
          <a:xfrm>
            <a:off x="9516496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65" name="object-165">
            <a:extLst>
              <a:ext uri="{FF2B5EF4-FFF2-40B4-BE49-F238E27FC236}">
                <a16:creationId xmlns:a16="http://schemas.microsoft.com/office/drawing/2014/main" id="{4708FDE7-3C1D-4006-B407-ED72D1168D17}"/>
              </a:ext>
            </a:extLst>
          </p:cNvPr>
          <p:cNvSpPr>
            <a:spLocks noGrp="1"/>
          </p:cNvSpPr>
          <p:nvPr/>
        </p:nvSpPr>
        <p:spPr>
          <a:xfrm>
            <a:off x="9652567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66" name="object-166">
            <a:extLst>
              <a:ext uri="{FF2B5EF4-FFF2-40B4-BE49-F238E27FC236}">
                <a16:creationId xmlns:a16="http://schemas.microsoft.com/office/drawing/2014/main" id="{1898DB33-1F78-49BE-BDD6-11B22DC21898}"/>
              </a:ext>
            </a:extLst>
          </p:cNvPr>
          <p:cNvSpPr>
            <a:spLocks noGrp="1"/>
          </p:cNvSpPr>
          <p:nvPr/>
        </p:nvSpPr>
        <p:spPr>
          <a:xfrm>
            <a:off x="9788638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67" name="object-167">
            <a:extLst>
              <a:ext uri="{FF2B5EF4-FFF2-40B4-BE49-F238E27FC236}">
                <a16:creationId xmlns:a16="http://schemas.microsoft.com/office/drawing/2014/main" id="{C10009F3-9DDF-424C-A52D-6A9AB49C8367}"/>
              </a:ext>
            </a:extLst>
          </p:cNvPr>
          <p:cNvSpPr>
            <a:spLocks noGrp="1"/>
          </p:cNvSpPr>
          <p:nvPr/>
        </p:nvSpPr>
        <p:spPr>
          <a:xfrm>
            <a:off x="9924710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68" name="object-168">
            <a:extLst>
              <a:ext uri="{FF2B5EF4-FFF2-40B4-BE49-F238E27FC236}">
                <a16:creationId xmlns:a16="http://schemas.microsoft.com/office/drawing/2014/main" id="{285FDF44-B2D0-472E-949D-E1B0A0262AD8}"/>
              </a:ext>
            </a:extLst>
          </p:cNvPr>
          <p:cNvSpPr>
            <a:spLocks noGrp="1"/>
          </p:cNvSpPr>
          <p:nvPr/>
        </p:nvSpPr>
        <p:spPr>
          <a:xfrm>
            <a:off x="10060781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69" name="object-169">
            <a:extLst>
              <a:ext uri="{FF2B5EF4-FFF2-40B4-BE49-F238E27FC236}">
                <a16:creationId xmlns:a16="http://schemas.microsoft.com/office/drawing/2014/main" id="{25B07767-86A4-440A-BC61-2DFCCAA9BE77}"/>
              </a:ext>
            </a:extLst>
          </p:cNvPr>
          <p:cNvSpPr>
            <a:spLocks noGrp="1"/>
          </p:cNvSpPr>
          <p:nvPr/>
        </p:nvSpPr>
        <p:spPr>
          <a:xfrm>
            <a:off x="10196853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70" name="object-170">
            <a:extLst>
              <a:ext uri="{FF2B5EF4-FFF2-40B4-BE49-F238E27FC236}">
                <a16:creationId xmlns:a16="http://schemas.microsoft.com/office/drawing/2014/main" id="{137ADC9D-5300-415D-9E77-CC40581B9E91}"/>
              </a:ext>
            </a:extLst>
          </p:cNvPr>
          <p:cNvSpPr>
            <a:spLocks noGrp="1"/>
          </p:cNvSpPr>
          <p:nvPr/>
        </p:nvSpPr>
        <p:spPr>
          <a:xfrm>
            <a:off x="10332924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71" name="object-171">
            <a:extLst>
              <a:ext uri="{FF2B5EF4-FFF2-40B4-BE49-F238E27FC236}">
                <a16:creationId xmlns:a16="http://schemas.microsoft.com/office/drawing/2014/main" id="{FA61D8BB-6F8E-4704-8300-5D2904F36D4D}"/>
              </a:ext>
            </a:extLst>
          </p:cNvPr>
          <p:cNvSpPr>
            <a:spLocks noGrp="1"/>
          </p:cNvSpPr>
          <p:nvPr/>
        </p:nvSpPr>
        <p:spPr>
          <a:xfrm>
            <a:off x="10468996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72" name="object-172">
            <a:extLst>
              <a:ext uri="{FF2B5EF4-FFF2-40B4-BE49-F238E27FC236}">
                <a16:creationId xmlns:a16="http://schemas.microsoft.com/office/drawing/2014/main" id="{1BC1C01F-41EF-41F6-B45C-D863594EFC52}"/>
              </a:ext>
            </a:extLst>
          </p:cNvPr>
          <p:cNvSpPr>
            <a:spLocks noGrp="1"/>
          </p:cNvSpPr>
          <p:nvPr/>
        </p:nvSpPr>
        <p:spPr>
          <a:xfrm>
            <a:off x="10605067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73" name="object-173">
            <a:extLst>
              <a:ext uri="{FF2B5EF4-FFF2-40B4-BE49-F238E27FC236}">
                <a16:creationId xmlns:a16="http://schemas.microsoft.com/office/drawing/2014/main" id="{C1DFC4AA-13F4-4D39-A745-367F0FF9C185}"/>
              </a:ext>
            </a:extLst>
          </p:cNvPr>
          <p:cNvSpPr>
            <a:spLocks noGrp="1"/>
          </p:cNvSpPr>
          <p:nvPr/>
        </p:nvSpPr>
        <p:spPr>
          <a:xfrm>
            <a:off x="10741138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74" name="object-174">
            <a:extLst>
              <a:ext uri="{FF2B5EF4-FFF2-40B4-BE49-F238E27FC236}">
                <a16:creationId xmlns:a16="http://schemas.microsoft.com/office/drawing/2014/main" id="{BE6ED10D-9F65-4116-9645-770034A13189}"/>
              </a:ext>
            </a:extLst>
          </p:cNvPr>
          <p:cNvSpPr>
            <a:spLocks noGrp="1"/>
          </p:cNvSpPr>
          <p:nvPr/>
        </p:nvSpPr>
        <p:spPr>
          <a:xfrm>
            <a:off x="10877210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75" name="object-175">
            <a:extLst>
              <a:ext uri="{FF2B5EF4-FFF2-40B4-BE49-F238E27FC236}">
                <a16:creationId xmlns:a16="http://schemas.microsoft.com/office/drawing/2014/main" id="{406233B8-8B71-48E4-BB5A-15D312575414}"/>
              </a:ext>
            </a:extLst>
          </p:cNvPr>
          <p:cNvSpPr>
            <a:spLocks noGrp="1"/>
          </p:cNvSpPr>
          <p:nvPr/>
        </p:nvSpPr>
        <p:spPr>
          <a:xfrm>
            <a:off x="11013281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76" name="object-176">
            <a:extLst>
              <a:ext uri="{FF2B5EF4-FFF2-40B4-BE49-F238E27FC236}">
                <a16:creationId xmlns:a16="http://schemas.microsoft.com/office/drawing/2014/main" id="{0F023922-1191-49A8-BF2B-B8DD108D378B}"/>
              </a:ext>
            </a:extLst>
          </p:cNvPr>
          <p:cNvSpPr>
            <a:spLocks noGrp="1"/>
          </p:cNvSpPr>
          <p:nvPr/>
        </p:nvSpPr>
        <p:spPr>
          <a:xfrm>
            <a:off x="11149353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77" name="object-177">
            <a:extLst>
              <a:ext uri="{FF2B5EF4-FFF2-40B4-BE49-F238E27FC236}">
                <a16:creationId xmlns:a16="http://schemas.microsoft.com/office/drawing/2014/main" id="{04B9A7EF-18F9-4A28-A028-4E76E8BCDACF}"/>
              </a:ext>
            </a:extLst>
          </p:cNvPr>
          <p:cNvSpPr>
            <a:spLocks noGrp="1"/>
          </p:cNvSpPr>
          <p:nvPr/>
        </p:nvSpPr>
        <p:spPr>
          <a:xfrm>
            <a:off x="11285424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78" name="object-178">
            <a:extLst>
              <a:ext uri="{FF2B5EF4-FFF2-40B4-BE49-F238E27FC236}">
                <a16:creationId xmlns:a16="http://schemas.microsoft.com/office/drawing/2014/main" id="{370BCE6F-D359-4A00-B76C-38CF6F5019DF}"/>
              </a:ext>
            </a:extLst>
          </p:cNvPr>
          <p:cNvSpPr>
            <a:spLocks noGrp="1"/>
          </p:cNvSpPr>
          <p:nvPr/>
        </p:nvSpPr>
        <p:spPr>
          <a:xfrm>
            <a:off x="11421496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79" name="object-179">
            <a:extLst>
              <a:ext uri="{FF2B5EF4-FFF2-40B4-BE49-F238E27FC236}">
                <a16:creationId xmlns:a16="http://schemas.microsoft.com/office/drawing/2014/main" id="{80FC2CAD-36C5-4C8E-8935-F2A0E16844C8}"/>
              </a:ext>
            </a:extLst>
          </p:cNvPr>
          <p:cNvSpPr>
            <a:spLocks noGrp="1"/>
          </p:cNvSpPr>
          <p:nvPr/>
        </p:nvSpPr>
        <p:spPr>
          <a:xfrm>
            <a:off x="11557567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80" name="object-180">
            <a:extLst>
              <a:ext uri="{FF2B5EF4-FFF2-40B4-BE49-F238E27FC236}">
                <a16:creationId xmlns:a16="http://schemas.microsoft.com/office/drawing/2014/main" id="{A1E0BA93-87FB-4FC7-9523-8999A784855D}"/>
              </a:ext>
            </a:extLst>
          </p:cNvPr>
          <p:cNvSpPr>
            <a:spLocks noGrp="1"/>
          </p:cNvSpPr>
          <p:nvPr/>
        </p:nvSpPr>
        <p:spPr>
          <a:xfrm>
            <a:off x="11693638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81" name="object-181">
            <a:extLst>
              <a:ext uri="{FF2B5EF4-FFF2-40B4-BE49-F238E27FC236}">
                <a16:creationId xmlns:a16="http://schemas.microsoft.com/office/drawing/2014/main" id="{762F126E-6ABB-4783-9308-4CAB14DE4D4A}"/>
              </a:ext>
            </a:extLst>
          </p:cNvPr>
          <p:cNvSpPr>
            <a:spLocks noGrp="1"/>
          </p:cNvSpPr>
          <p:nvPr/>
        </p:nvSpPr>
        <p:spPr>
          <a:xfrm>
            <a:off x="11829710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82" name="object-182">
            <a:extLst>
              <a:ext uri="{FF2B5EF4-FFF2-40B4-BE49-F238E27FC236}">
                <a16:creationId xmlns:a16="http://schemas.microsoft.com/office/drawing/2014/main" id="{9BF92F46-7CF6-4CFC-BBA9-776E28037D9F}"/>
              </a:ext>
            </a:extLst>
          </p:cNvPr>
          <p:cNvSpPr>
            <a:spLocks noGrp="1"/>
          </p:cNvSpPr>
          <p:nvPr/>
        </p:nvSpPr>
        <p:spPr>
          <a:xfrm>
            <a:off x="11965781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83" name="object-183">
            <a:extLst>
              <a:ext uri="{FF2B5EF4-FFF2-40B4-BE49-F238E27FC236}">
                <a16:creationId xmlns:a16="http://schemas.microsoft.com/office/drawing/2014/main" id="{5205149F-94BE-4E9C-B0A7-1E771CEFEBDA}"/>
              </a:ext>
            </a:extLst>
          </p:cNvPr>
          <p:cNvSpPr>
            <a:spLocks noGrp="1"/>
          </p:cNvSpPr>
          <p:nvPr/>
        </p:nvSpPr>
        <p:spPr>
          <a:xfrm>
            <a:off x="12101853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84" name="object-184">
            <a:extLst>
              <a:ext uri="{FF2B5EF4-FFF2-40B4-BE49-F238E27FC236}">
                <a16:creationId xmlns:a16="http://schemas.microsoft.com/office/drawing/2014/main" id="{8C3FAC8C-D02F-4546-994C-C94C4587AF4B}"/>
              </a:ext>
            </a:extLst>
          </p:cNvPr>
          <p:cNvSpPr>
            <a:spLocks noGrp="1"/>
          </p:cNvSpPr>
          <p:nvPr/>
        </p:nvSpPr>
        <p:spPr>
          <a:xfrm>
            <a:off x="12237924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85" name="object-185">
            <a:extLst>
              <a:ext uri="{FF2B5EF4-FFF2-40B4-BE49-F238E27FC236}">
                <a16:creationId xmlns:a16="http://schemas.microsoft.com/office/drawing/2014/main" id="{A55588AD-F98D-4421-A501-4359E07EEF09}"/>
              </a:ext>
            </a:extLst>
          </p:cNvPr>
          <p:cNvSpPr>
            <a:spLocks noGrp="1"/>
          </p:cNvSpPr>
          <p:nvPr/>
        </p:nvSpPr>
        <p:spPr>
          <a:xfrm>
            <a:off x="12373996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86" name="object-186">
            <a:extLst>
              <a:ext uri="{FF2B5EF4-FFF2-40B4-BE49-F238E27FC236}">
                <a16:creationId xmlns:a16="http://schemas.microsoft.com/office/drawing/2014/main" id="{DBBB672F-4D03-49E4-B8D8-A24082BEB579}"/>
              </a:ext>
            </a:extLst>
          </p:cNvPr>
          <p:cNvSpPr>
            <a:spLocks noGrp="1"/>
          </p:cNvSpPr>
          <p:nvPr/>
        </p:nvSpPr>
        <p:spPr>
          <a:xfrm>
            <a:off x="12510067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87" name="object-187">
            <a:extLst>
              <a:ext uri="{FF2B5EF4-FFF2-40B4-BE49-F238E27FC236}">
                <a16:creationId xmlns:a16="http://schemas.microsoft.com/office/drawing/2014/main" id="{1AF5F2B0-7635-4C9C-9B25-0A7D9983E032}"/>
              </a:ext>
            </a:extLst>
          </p:cNvPr>
          <p:cNvSpPr>
            <a:spLocks noGrp="1"/>
          </p:cNvSpPr>
          <p:nvPr/>
        </p:nvSpPr>
        <p:spPr>
          <a:xfrm>
            <a:off x="12646138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88" name="object-188">
            <a:extLst>
              <a:ext uri="{FF2B5EF4-FFF2-40B4-BE49-F238E27FC236}">
                <a16:creationId xmlns:a16="http://schemas.microsoft.com/office/drawing/2014/main" id="{2286CAD3-C6DF-4107-8051-266CBE6BBE17}"/>
              </a:ext>
            </a:extLst>
          </p:cNvPr>
          <p:cNvSpPr>
            <a:spLocks noGrp="1"/>
          </p:cNvSpPr>
          <p:nvPr/>
        </p:nvSpPr>
        <p:spPr>
          <a:xfrm>
            <a:off x="12782210" y="5988844"/>
            <a:ext cx="136071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89" name="object-189">
            <a:extLst>
              <a:ext uri="{FF2B5EF4-FFF2-40B4-BE49-F238E27FC236}">
                <a16:creationId xmlns:a16="http://schemas.microsoft.com/office/drawing/2014/main" id="{D0D7C001-FF73-4879-B7C6-E7390FBBCC47}"/>
              </a:ext>
            </a:extLst>
          </p:cNvPr>
          <p:cNvSpPr>
            <a:spLocks noGrp="1"/>
          </p:cNvSpPr>
          <p:nvPr/>
        </p:nvSpPr>
        <p:spPr>
          <a:xfrm>
            <a:off x="1488281" y="5310188"/>
            <a:ext cx="1632857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190" name="object-190">
            <a:extLst>
              <a:ext uri="{FF2B5EF4-FFF2-40B4-BE49-F238E27FC236}">
                <a16:creationId xmlns:a16="http://schemas.microsoft.com/office/drawing/2014/main" id="{93392865-679B-48FD-AD58-4DE38525360A}"/>
              </a:ext>
            </a:extLst>
          </p:cNvPr>
          <p:cNvSpPr>
            <a:spLocks noGrp="1"/>
          </p:cNvSpPr>
          <p:nvPr/>
        </p:nvSpPr>
        <p:spPr>
          <a:xfrm>
            <a:off x="1488281" y="5988844"/>
            <a:ext cx="1632857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191" name="object-191">
            <a:extLst>
              <a:ext uri="{FF2B5EF4-FFF2-40B4-BE49-F238E27FC236}">
                <a16:creationId xmlns:a16="http://schemas.microsoft.com/office/drawing/2014/main" id="{7BEB9972-8724-4EC6-A070-DAD5D2124296}"/>
              </a:ext>
            </a:extLst>
          </p:cNvPr>
          <p:cNvSpPr>
            <a:spLocks noGrp="1"/>
          </p:cNvSpPr>
          <p:nvPr/>
        </p:nvSpPr>
        <p:spPr>
          <a:xfrm>
            <a:off x="3121138" y="5310188"/>
            <a:ext cx="1632857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192" name="object-192">
            <a:extLst>
              <a:ext uri="{FF2B5EF4-FFF2-40B4-BE49-F238E27FC236}">
                <a16:creationId xmlns:a16="http://schemas.microsoft.com/office/drawing/2014/main" id="{C1112689-DFDD-4941-A25B-BA466476BE74}"/>
              </a:ext>
            </a:extLst>
          </p:cNvPr>
          <p:cNvSpPr>
            <a:spLocks noGrp="1"/>
          </p:cNvSpPr>
          <p:nvPr/>
        </p:nvSpPr>
        <p:spPr>
          <a:xfrm>
            <a:off x="3121138" y="5988844"/>
            <a:ext cx="1632857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193" name="object-193">
            <a:extLst>
              <a:ext uri="{FF2B5EF4-FFF2-40B4-BE49-F238E27FC236}">
                <a16:creationId xmlns:a16="http://schemas.microsoft.com/office/drawing/2014/main" id="{A1DAEEAF-B1A5-423E-B1B2-CAB4B7669513}"/>
              </a:ext>
            </a:extLst>
          </p:cNvPr>
          <p:cNvSpPr>
            <a:spLocks noGrp="1"/>
          </p:cNvSpPr>
          <p:nvPr/>
        </p:nvSpPr>
        <p:spPr>
          <a:xfrm>
            <a:off x="4753996" y="5310188"/>
            <a:ext cx="1632857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194" name="object-194">
            <a:extLst>
              <a:ext uri="{FF2B5EF4-FFF2-40B4-BE49-F238E27FC236}">
                <a16:creationId xmlns:a16="http://schemas.microsoft.com/office/drawing/2014/main" id="{B1F5D2EB-C4E9-4499-A079-4409BA85BEAF}"/>
              </a:ext>
            </a:extLst>
          </p:cNvPr>
          <p:cNvSpPr>
            <a:spLocks noGrp="1"/>
          </p:cNvSpPr>
          <p:nvPr/>
        </p:nvSpPr>
        <p:spPr>
          <a:xfrm>
            <a:off x="4753996" y="5988844"/>
            <a:ext cx="1632857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195" name="object-195">
            <a:extLst>
              <a:ext uri="{FF2B5EF4-FFF2-40B4-BE49-F238E27FC236}">
                <a16:creationId xmlns:a16="http://schemas.microsoft.com/office/drawing/2014/main" id="{DAF60732-E430-490D-BEDE-CDE136181087}"/>
              </a:ext>
            </a:extLst>
          </p:cNvPr>
          <p:cNvSpPr>
            <a:spLocks noGrp="1"/>
          </p:cNvSpPr>
          <p:nvPr/>
        </p:nvSpPr>
        <p:spPr>
          <a:xfrm>
            <a:off x="6386853" y="5310188"/>
            <a:ext cx="1632857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196" name="object-196">
            <a:extLst>
              <a:ext uri="{FF2B5EF4-FFF2-40B4-BE49-F238E27FC236}">
                <a16:creationId xmlns:a16="http://schemas.microsoft.com/office/drawing/2014/main" id="{ABF5EF9D-75B4-4AA6-B4F8-56E2B4797BC7}"/>
              </a:ext>
            </a:extLst>
          </p:cNvPr>
          <p:cNvSpPr>
            <a:spLocks noGrp="1"/>
          </p:cNvSpPr>
          <p:nvPr/>
        </p:nvSpPr>
        <p:spPr>
          <a:xfrm>
            <a:off x="6386853" y="5988844"/>
            <a:ext cx="1632857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197" name="object-197">
            <a:extLst>
              <a:ext uri="{FF2B5EF4-FFF2-40B4-BE49-F238E27FC236}">
                <a16:creationId xmlns:a16="http://schemas.microsoft.com/office/drawing/2014/main" id="{4983ACC7-CA4F-4EC8-902F-AE0617AACDCD}"/>
              </a:ext>
            </a:extLst>
          </p:cNvPr>
          <p:cNvSpPr>
            <a:spLocks noGrp="1"/>
          </p:cNvSpPr>
          <p:nvPr/>
        </p:nvSpPr>
        <p:spPr>
          <a:xfrm>
            <a:off x="8019710" y="5310188"/>
            <a:ext cx="1632857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198" name="object-198">
            <a:extLst>
              <a:ext uri="{FF2B5EF4-FFF2-40B4-BE49-F238E27FC236}">
                <a16:creationId xmlns:a16="http://schemas.microsoft.com/office/drawing/2014/main" id="{EA8AB83D-8062-49C0-97D3-36E075BD82B9}"/>
              </a:ext>
            </a:extLst>
          </p:cNvPr>
          <p:cNvSpPr>
            <a:spLocks noGrp="1"/>
          </p:cNvSpPr>
          <p:nvPr/>
        </p:nvSpPr>
        <p:spPr>
          <a:xfrm>
            <a:off x="8019710" y="5988844"/>
            <a:ext cx="1632857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199" name="object-199">
            <a:extLst>
              <a:ext uri="{FF2B5EF4-FFF2-40B4-BE49-F238E27FC236}">
                <a16:creationId xmlns:a16="http://schemas.microsoft.com/office/drawing/2014/main" id="{9EEE7C45-59CB-4B0C-A5F6-67A5CD589BD4}"/>
              </a:ext>
            </a:extLst>
          </p:cNvPr>
          <p:cNvSpPr>
            <a:spLocks noGrp="1"/>
          </p:cNvSpPr>
          <p:nvPr/>
        </p:nvSpPr>
        <p:spPr>
          <a:xfrm>
            <a:off x="9652567" y="5310188"/>
            <a:ext cx="1632857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200" name="object-200">
            <a:extLst>
              <a:ext uri="{FF2B5EF4-FFF2-40B4-BE49-F238E27FC236}">
                <a16:creationId xmlns:a16="http://schemas.microsoft.com/office/drawing/2014/main" id="{9DAFA682-712C-48AB-A4F4-425D68CACA8B}"/>
              </a:ext>
            </a:extLst>
          </p:cNvPr>
          <p:cNvSpPr>
            <a:spLocks noGrp="1"/>
          </p:cNvSpPr>
          <p:nvPr/>
        </p:nvSpPr>
        <p:spPr>
          <a:xfrm>
            <a:off x="9652567" y="5988844"/>
            <a:ext cx="1632857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201" name="object-201">
            <a:extLst>
              <a:ext uri="{FF2B5EF4-FFF2-40B4-BE49-F238E27FC236}">
                <a16:creationId xmlns:a16="http://schemas.microsoft.com/office/drawing/2014/main" id="{B6D30CA7-7B18-4F06-86F8-3885C9372D12}"/>
              </a:ext>
            </a:extLst>
          </p:cNvPr>
          <p:cNvSpPr>
            <a:spLocks noGrp="1"/>
          </p:cNvSpPr>
          <p:nvPr/>
        </p:nvSpPr>
        <p:spPr>
          <a:xfrm>
            <a:off x="11285424" y="5310188"/>
            <a:ext cx="1632857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202" name="object-202">
            <a:extLst>
              <a:ext uri="{FF2B5EF4-FFF2-40B4-BE49-F238E27FC236}">
                <a16:creationId xmlns:a16="http://schemas.microsoft.com/office/drawing/2014/main" id="{D4DD9D01-F57A-414B-8CAA-4543C4B1C1C1}"/>
              </a:ext>
            </a:extLst>
          </p:cNvPr>
          <p:cNvSpPr>
            <a:spLocks noGrp="1"/>
          </p:cNvSpPr>
          <p:nvPr/>
        </p:nvSpPr>
        <p:spPr>
          <a:xfrm>
            <a:off x="11285424" y="5988844"/>
            <a:ext cx="1632857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203" name="object-203">
            <a:extLst>
              <a:ext uri="{FF2B5EF4-FFF2-40B4-BE49-F238E27FC236}">
                <a16:creationId xmlns:a16="http://schemas.microsoft.com/office/drawing/2014/main" id="{D37FDCA6-614E-4D5E-AF15-A719E8644BFF}"/>
              </a:ext>
            </a:extLst>
          </p:cNvPr>
          <p:cNvSpPr>
            <a:spLocks noGrp="1"/>
          </p:cNvSpPr>
          <p:nvPr/>
        </p:nvSpPr>
        <p:spPr>
          <a:xfrm>
            <a:off x="952500" y="6607969"/>
            <a:ext cx="13335000" cy="53578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531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531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75 − 32 = 43; the denominator stays 12.</a:t>
            </a:r>
          </a:p>
        </p:txBody>
      </p:sp>
      <p:sp>
        <p:nvSpPr>
          <p:cNvPr id="204" name="object-204">
            <a:extLst>
              <a:ext uri="{FF2B5EF4-FFF2-40B4-BE49-F238E27FC236}">
                <a16:creationId xmlns:a16="http://schemas.microsoft.com/office/drawing/2014/main" id="{95F09380-E49A-4E48-B60C-33A589516712}"/>
              </a:ext>
            </a:extLst>
          </p:cNvPr>
          <p:cNvSpPr>
            <a:spLocks noGrp="1"/>
          </p:cNvSpPr>
          <p:nvPr/>
        </p:nvSpPr>
        <p:spPr>
          <a:xfrm>
            <a:off x="892969" y="7262813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Answer: 3 7/12</a:t>
            </a:r>
          </a:p>
        </p:txBody>
      </p:sp>
    </p:spTree>
    <p:extLst>
      <p:ext uri="{BB962C8B-B14F-4D97-AF65-F5344CB8AC3E}">
        <p14:creationId xmlns:p14="http://schemas.microsoft.com/office/powerpoint/2010/main" val="1857974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fill="hold">
                      <p:stCondLst>
                        <p:cond delay="indefinite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/>
      <p:bldP spid="18" grpId="0"/>
      <p:bldP spid="20" grpId="0"/>
      <p:bldP spid="203" grpId="0"/>
      <p:bldP spid="20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-1">
            <a:extLst>
              <a:ext uri="{FF2B5EF4-FFF2-40B4-BE49-F238E27FC236}">
                <a16:creationId xmlns:a16="http://schemas.microsoft.com/office/drawing/2014/main" id="{46E79C12-DA42-4896-AF84-3C97D4117710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21F1C77C-1FA9-431A-A462-540D950F793C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7 1/4 − 2 2/3.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F2B2A8F8-F2AD-4E28-A9FF-088E9D4B78A5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4633A811-5D33-488A-A4B4-536692786110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Subtract mixed numbers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DE5C604F-D9B2-45A3-9A84-2422EF78967E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FBB1516E-9399-43E0-9620-133FD3927754}"/>
              </a:ext>
            </a:extLst>
          </p:cNvPr>
          <p:cNvSpPr>
            <a:spLocks noGrp="1"/>
          </p:cNvSpPr>
          <p:nvPr/>
        </p:nvSpPr>
        <p:spPr>
          <a:xfrm>
            <a:off x="1012031" y="2917031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 1/4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5C8462A3-2F26-43EC-BBF8-1110B856ED8D}"/>
              </a:ext>
            </a:extLst>
          </p:cNvPr>
          <p:cNvSpPr>
            <a:spLocks noGrp="1"/>
          </p:cNvSpPr>
          <p:nvPr/>
        </p:nvSpPr>
        <p:spPr>
          <a:xfrm>
            <a:off x="4167188" y="2917031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7 × 4 + 1 = 29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3B295DB1-17FF-43EF-8948-F7F789A51CE9}"/>
              </a:ext>
            </a:extLst>
          </p:cNvPr>
          <p:cNvSpPr>
            <a:spLocks noGrp="1"/>
          </p:cNvSpPr>
          <p:nvPr/>
        </p:nvSpPr>
        <p:spPr>
          <a:xfrm>
            <a:off x="12858750" y="26193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C6DA0912-2DAA-4E31-A051-43A153FB2DDB}"/>
              </a:ext>
            </a:extLst>
          </p:cNvPr>
          <p:cNvSpPr>
            <a:spLocks noGrp="1"/>
          </p:cNvSpPr>
          <p:nvPr/>
        </p:nvSpPr>
        <p:spPr>
          <a:xfrm>
            <a:off x="12858750" y="3476625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89632AFB-0364-43F4-BC4F-1DAA970D4D9D}"/>
              </a:ext>
            </a:extLst>
          </p:cNvPr>
          <p:cNvSpPr>
            <a:spLocks noGrp="1"/>
          </p:cNvSpPr>
          <p:nvPr/>
        </p:nvSpPr>
        <p:spPr>
          <a:xfrm>
            <a:off x="12858750" y="35718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679CA27C-A68A-49EC-9CBE-69E290B8CDAD}"/>
              </a:ext>
            </a:extLst>
          </p:cNvPr>
          <p:cNvSpPr>
            <a:spLocks noGrp="1"/>
          </p:cNvSpPr>
          <p:nvPr/>
        </p:nvSpPr>
        <p:spPr>
          <a:xfrm>
            <a:off x="1012031" y="5000625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 2/3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FF6BF605-EB91-4488-B673-F9335C587196}"/>
              </a:ext>
            </a:extLst>
          </p:cNvPr>
          <p:cNvSpPr>
            <a:spLocks noGrp="1"/>
          </p:cNvSpPr>
          <p:nvPr/>
        </p:nvSpPr>
        <p:spPr>
          <a:xfrm>
            <a:off x="4167188" y="5000625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 × 3 + 2 = 8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0FD76DCE-75D2-4968-850F-ECCC8BA9BB5C}"/>
              </a:ext>
            </a:extLst>
          </p:cNvPr>
          <p:cNvSpPr>
            <a:spLocks noGrp="1"/>
          </p:cNvSpPr>
          <p:nvPr/>
        </p:nvSpPr>
        <p:spPr>
          <a:xfrm>
            <a:off x="12858750" y="47029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2CD40565-3351-4FE6-B6A6-1422FEDE090B}"/>
              </a:ext>
            </a:extLst>
          </p:cNvPr>
          <p:cNvSpPr>
            <a:spLocks noGrp="1"/>
          </p:cNvSpPr>
          <p:nvPr/>
        </p:nvSpPr>
        <p:spPr>
          <a:xfrm>
            <a:off x="12858750" y="5560219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3E14585F-F50A-4FEA-B07B-F07CF99D6858}"/>
              </a:ext>
            </a:extLst>
          </p:cNvPr>
          <p:cNvSpPr>
            <a:spLocks noGrp="1"/>
          </p:cNvSpPr>
          <p:nvPr/>
        </p:nvSpPr>
        <p:spPr>
          <a:xfrm>
            <a:off x="12858750" y="56554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0348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2" grpId="0"/>
      <p:bldP spid="13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object-1">
            <a:extLst>
              <a:ext uri="{FF2B5EF4-FFF2-40B4-BE49-F238E27FC236}">
                <a16:creationId xmlns:a16="http://schemas.microsoft.com/office/drawing/2014/main" id="{0FF049AB-416A-4F61-8D48-25BEB6844A79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47CB3ED3-11EA-4682-898D-69D0675650BA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7 1/4 − 2 2/3.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1E7C215F-DE5B-4690-BF09-903379C1B82E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D6754C3F-9CAD-4F61-B773-B96FA7B40DB7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Subtract mixed numbers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D51602FF-70A5-40F0-8F0C-79EB7C728263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378972C3-375B-4292-9D72-8070476B2AEE}"/>
              </a:ext>
            </a:extLst>
          </p:cNvPr>
          <p:cNvSpPr>
            <a:spLocks noGrp="1"/>
          </p:cNvSpPr>
          <p:nvPr/>
        </p:nvSpPr>
        <p:spPr>
          <a:xfrm>
            <a:off x="1071563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3B696E03-52EE-413D-A4EB-5380DFEFEDD0}"/>
              </a:ext>
            </a:extLst>
          </p:cNvPr>
          <p:cNvSpPr>
            <a:spLocks noGrp="1"/>
          </p:cNvSpPr>
          <p:nvPr/>
        </p:nvSpPr>
        <p:spPr>
          <a:xfrm>
            <a:off x="1071563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275FD55B-793A-47C1-8AAA-684B8619239E}"/>
              </a:ext>
            </a:extLst>
          </p:cNvPr>
          <p:cNvSpPr>
            <a:spLocks noGrp="1"/>
          </p:cNvSpPr>
          <p:nvPr/>
        </p:nvSpPr>
        <p:spPr>
          <a:xfrm>
            <a:off x="1071563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2F1409BB-9DB7-47BA-9EEA-76A8D2578A56}"/>
              </a:ext>
            </a:extLst>
          </p:cNvPr>
          <p:cNvSpPr>
            <a:spLocks noGrp="1"/>
          </p:cNvSpPr>
          <p:nvPr/>
        </p:nvSpPr>
        <p:spPr>
          <a:xfrm>
            <a:off x="3095625" y="3500438"/>
            <a:ext cx="773906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052B35C9-BD5C-469C-BC59-E3C5F50ED5E4}"/>
              </a:ext>
            </a:extLst>
          </p:cNvPr>
          <p:cNvSpPr>
            <a:spLocks noGrp="1"/>
          </p:cNvSpPr>
          <p:nvPr/>
        </p:nvSpPr>
        <p:spPr>
          <a:xfrm>
            <a:off x="4345781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DD53F11D-284C-4302-B41D-8B57C1F5DD09}"/>
              </a:ext>
            </a:extLst>
          </p:cNvPr>
          <p:cNvSpPr>
            <a:spLocks noGrp="1"/>
          </p:cNvSpPr>
          <p:nvPr/>
        </p:nvSpPr>
        <p:spPr>
          <a:xfrm>
            <a:off x="4345781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055AF0E4-E6D3-47C9-BDBB-BA6D1D2011A6}"/>
              </a:ext>
            </a:extLst>
          </p:cNvPr>
          <p:cNvSpPr>
            <a:spLocks noGrp="1"/>
          </p:cNvSpPr>
          <p:nvPr/>
        </p:nvSpPr>
        <p:spPr>
          <a:xfrm>
            <a:off x="4345781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A3FA96BD-B450-4BA2-BCFF-14BC1D1853CE}"/>
              </a:ext>
            </a:extLst>
          </p:cNvPr>
          <p:cNvSpPr>
            <a:spLocks noGrp="1"/>
          </p:cNvSpPr>
          <p:nvPr/>
        </p:nvSpPr>
        <p:spPr>
          <a:xfrm>
            <a:off x="7679531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87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AC8D5404-3DD4-40EA-AB46-CD7BB276FEBB}"/>
              </a:ext>
            </a:extLst>
          </p:cNvPr>
          <p:cNvSpPr>
            <a:spLocks noGrp="1"/>
          </p:cNvSpPr>
          <p:nvPr/>
        </p:nvSpPr>
        <p:spPr>
          <a:xfrm>
            <a:off x="7679531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68C1631E-A73D-4588-AE69-7B26173557D4}"/>
              </a:ext>
            </a:extLst>
          </p:cNvPr>
          <p:cNvSpPr>
            <a:spLocks noGrp="1"/>
          </p:cNvSpPr>
          <p:nvPr/>
        </p:nvSpPr>
        <p:spPr>
          <a:xfrm>
            <a:off x="7679531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411212A0-85D9-477C-B63A-0B5F111071EE}"/>
              </a:ext>
            </a:extLst>
          </p:cNvPr>
          <p:cNvSpPr>
            <a:spLocks noGrp="1"/>
          </p:cNvSpPr>
          <p:nvPr/>
        </p:nvSpPr>
        <p:spPr>
          <a:xfrm>
            <a:off x="9572625" y="3500438"/>
            <a:ext cx="773906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EF9C676B-318A-41B7-873B-5C6004B3AFA0}"/>
              </a:ext>
            </a:extLst>
          </p:cNvPr>
          <p:cNvSpPr>
            <a:spLocks noGrp="1"/>
          </p:cNvSpPr>
          <p:nvPr/>
        </p:nvSpPr>
        <p:spPr>
          <a:xfrm>
            <a:off x="11072813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8B1C917A-EC44-49F7-BA3B-5E1123E9D4BB}"/>
              </a:ext>
            </a:extLst>
          </p:cNvPr>
          <p:cNvSpPr>
            <a:spLocks noGrp="1"/>
          </p:cNvSpPr>
          <p:nvPr/>
        </p:nvSpPr>
        <p:spPr>
          <a:xfrm>
            <a:off x="11072813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FF594136-072B-40FC-B409-1C5673AE0F26}"/>
              </a:ext>
            </a:extLst>
          </p:cNvPr>
          <p:cNvSpPr>
            <a:spLocks noGrp="1"/>
          </p:cNvSpPr>
          <p:nvPr/>
        </p:nvSpPr>
        <p:spPr>
          <a:xfrm>
            <a:off x="11072813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16C3EFC1-AD75-4F23-8BF8-34A331D7588C}"/>
              </a:ext>
            </a:extLst>
          </p:cNvPr>
          <p:cNvSpPr>
            <a:spLocks noGrp="1"/>
          </p:cNvSpPr>
          <p:nvPr/>
        </p:nvSpPr>
        <p:spPr>
          <a:xfrm>
            <a:off x="1488281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763FEF3F-08CF-40E3-84CE-3744DA314EAB}"/>
              </a:ext>
            </a:extLst>
          </p:cNvPr>
          <p:cNvSpPr>
            <a:spLocks noGrp="1"/>
          </p:cNvSpPr>
          <p:nvPr/>
        </p:nvSpPr>
        <p:spPr>
          <a:xfrm>
            <a:off x="1607344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19A1B97F-6E2F-4FF4-B7E8-65C0F0700E6B}"/>
              </a:ext>
            </a:extLst>
          </p:cNvPr>
          <p:cNvSpPr>
            <a:spLocks noGrp="1"/>
          </p:cNvSpPr>
          <p:nvPr/>
        </p:nvSpPr>
        <p:spPr>
          <a:xfrm>
            <a:off x="1726406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DFD91DBB-4CE1-4A78-B339-E8DCE4070C37}"/>
              </a:ext>
            </a:extLst>
          </p:cNvPr>
          <p:cNvSpPr>
            <a:spLocks noGrp="1"/>
          </p:cNvSpPr>
          <p:nvPr/>
        </p:nvSpPr>
        <p:spPr>
          <a:xfrm>
            <a:off x="1845469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165DCB10-2484-4A60-BB4C-E484758F4FE6}"/>
              </a:ext>
            </a:extLst>
          </p:cNvPr>
          <p:cNvSpPr>
            <a:spLocks noGrp="1"/>
          </p:cNvSpPr>
          <p:nvPr/>
        </p:nvSpPr>
        <p:spPr>
          <a:xfrm>
            <a:off x="1964531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E5D3AA33-D470-4B5E-BA1C-6485D96CFABC}"/>
              </a:ext>
            </a:extLst>
          </p:cNvPr>
          <p:cNvSpPr>
            <a:spLocks noGrp="1"/>
          </p:cNvSpPr>
          <p:nvPr/>
        </p:nvSpPr>
        <p:spPr>
          <a:xfrm>
            <a:off x="2083594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DD1933E2-25F9-48A6-8980-1D3DCCD87072}"/>
              </a:ext>
            </a:extLst>
          </p:cNvPr>
          <p:cNvSpPr>
            <a:spLocks noGrp="1"/>
          </p:cNvSpPr>
          <p:nvPr/>
        </p:nvSpPr>
        <p:spPr>
          <a:xfrm>
            <a:off x="2202656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3CAA0C8E-EBB0-4522-99B1-712D237E27B1}"/>
              </a:ext>
            </a:extLst>
          </p:cNvPr>
          <p:cNvSpPr>
            <a:spLocks noGrp="1"/>
          </p:cNvSpPr>
          <p:nvPr/>
        </p:nvSpPr>
        <p:spPr>
          <a:xfrm>
            <a:off x="2321719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EDF04FD4-FDC1-4A9B-B898-7E0D5F03662B}"/>
              </a:ext>
            </a:extLst>
          </p:cNvPr>
          <p:cNvSpPr>
            <a:spLocks noGrp="1"/>
          </p:cNvSpPr>
          <p:nvPr/>
        </p:nvSpPr>
        <p:spPr>
          <a:xfrm>
            <a:off x="2440781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8A905515-0F90-411E-A6E3-1823CECB18FC}"/>
              </a:ext>
            </a:extLst>
          </p:cNvPr>
          <p:cNvSpPr>
            <a:spLocks noGrp="1"/>
          </p:cNvSpPr>
          <p:nvPr/>
        </p:nvSpPr>
        <p:spPr>
          <a:xfrm>
            <a:off x="2559844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1EF5CBD5-67CA-4C83-B6D7-45764ECA26CA}"/>
              </a:ext>
            </a:extLst>
          </p:cNvPr>
          <p:cNvSpPr>
            <a:spLocks noGrp="1"/>
          </p:cNvSpPr>
          <p:nvPr/>
        </p:nvSpPr>
        <p:spPr>
          <a:xfrm>
            <a:off x="2678906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DB313B8F-D02A-4F79-8E34-CFB5B8FCAC0B}"/>
              </a:ext>
            </a:extLst>
          </p:cNvPr>
          <p:cNvSpPr>
            <a:spLocks noGrp="1"/>
          </p:cNvSpPr>
          <p:nvPr/>
        </p:nvSpPr>
        <p:spPr>
          <a:xfrm>
            <a:off x="2797969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611B2771-AD43-40A9-B4B8-5158EDC7CC89}"/>
              </a:ext>
            </a:extLst>
          </p:cNvPr>
          <p:cNvSpPr>
            <a:spLocks noGrp="1"/>
          </p:cNvSpPr>
          <p:nvPr/>
        </p:nvSpPr>
        <p:spPr>
          <a:xfrm>
            <a:off x="2917031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62C80860-A54B-417B-B4D3-0050115F09E6}"/>
              </a:ext>
            </a:extLst>
          </p:cNvPr>
          <p:cNvSpPr>
            <a:spLocks noGrp="1"/>
          </p:cNvSpPr>
          <p:nvPr/>
        </p:nvSpPr>
        <p:spPr>
          <a:xfrm>
            <a:off x="3036094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36D0F6CD-B991-47AD-90E0-C407CFE5869C}"/>
              </a:ext>
            </a:extLst>
          </p:cNvPr>
          <p:cNvSpPr>
            <a:spLocks noGrp="1"/>
          </p:cNvSpPr>
          <p:nvPr/>
        </p:nvSpPr>
        <p:spPr>
          <a:xfrm>
            <a:off x="3155156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231DCF3A-FA30-4F21-93D3-3B30E1470C37}"/>
              </a:ext>
            </a:extLst>
          </p:cNvPr>
          <p:cNvSpPr>
            <a:spLocks noGrp="1"/>
          </p:cNvSpPr>
          <p:nvPr/>
        </p:nvSpPr>
        <p:spPr>
          <a:xfrm>
            <a:off x="3274219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6" name="object-36">
            <a:extLst>
              <a:ext uri="{FF2B5EF4-FFF2-40B4-BE49-F238E27FC236}">
                <a16:creationId xmlns:a16="http://schemas.microsoft.com/office/drawing/2014/main" id="{1D03CDD9-4090-4770-A1E7-58FFB82A0B16}"/>
              </a:ext>
            </a:extLst>
          </p:cNvPr>
          <p:cNvSpPr>
            <a:spLocks noGrp="1"/>
          </p:cNvSpPr>
          <p:nvPr/>
        </p:nvSpPr>
        <p:spPr>
          <a:xfrm>
            <a:off x="3393281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7" name="object-37">
            <a:extLst>
              <a:ext uri="{FF2B5EF4-FFF2-40B4-BE49-F238E27FC236}">
                <a16:creationId xmlns:a16="http://schemas.microsoft.com/office/drawing/2014/main" id="{07454E47-F1E0-4366-A7EC-D93B5D6E4D7E}"/>
              </a:ext>
            </a:extLst>
          </p:cNvPr>
          <p:cNvSpPr>
            <a:spLocks noGrp="1"/>
          </p:cNvSpPr>
          <p:nvPr/>
        </p:nvSpPr>
        <p:spPr>
          <a:xfrm>
            <a:off x="3512344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8" name="object-38">
            <a:extLst>
              <a:ext uri="{FF2B5EF4-FFF2-40B4-BE49-F238E27FC236}">
                <a16:creationId xmlns:a16="http://schemas.microsoft.com/office/drawing/2014/main" id="{BAEC71D0-2516-4082-B2AE-090B23FF7A33}"/>
              </a:ext>
            </a:extLst>
          </p:cNvPr>
          <p:cNvSpPr>
            <a:spLocks noGrp="1"/>
          </p:cNvSpPr>
          <p:nvPr/>
        </p:nvSpPr>
        <p:spPr>
          <a:xfrm>
            <a:off x="3631406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9" name="object-39">
            <a:extLst>
              <a:ext uri="{FF2B5EF4-FFF2-40B4-BE49-F238E27FC236}">
                <a16:creationId xmlns:a16="http://schemas.microsoft.com/office/drawing/2014/main" id="{3D8C5FBF-C800-4B90-B242-EFFF6BDCEC60}"/>
              </a:ext>
            </a:extLst>
          </p:cNvPr>
          <p:cNvSpPr>
            <a:spLocks noGrp="1"/>
          </p:cNvSpPr>
          <p:nvPr/>
        </p:nvSpPr>
        <p:spPr>
          <a:xfrm>
            <a:off x="3750469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0" name="object-40">
            <a:extLst>
              <a:ext uri="{FF2B5EF4-FFF2-40B4-BE49-F238E27FC236}">
                <a16:creationId xmlns:a16="http://schemas.microsoft.com/office/drawing/2014/main" id="{0AC9A0BB-7BCB-44E5-A4FE-58C04D428DD4}"/>
              </a:ext>
            </a:extLst>
          </p:cNvPr>
          <p:cNvSpPr>
            <a:spLocks noGrp="1"/>
          </p:cNvSpPr>
          <p:nvPr/>
        </p:nvSpPr>
        <p:spPr>
          <a:xfrm>
            <a:off x="3869531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1" name="object-41">
            <a:extLst>
              <a:ext uri="{FF2B5EF4-FFF2-40B4-BE49-F238E27FC236}">
                <a16:creationId xmlns:a16="http://schemas.microsoft.com/office/drawing/2014/main" id="{1CAFFDE9-B109-4699-A9AC-49B9EF525813}"/>
              </a:ext>
            </a:extLst>
          </p:cNvPr>
          <p:cNvSpPr>
            <a:spLocks noGrp="1"/>
          </p:cNvSpPr>
          <p:nvPr/>
        </p:nvSpPr>
        <p:spPr>
          <a:xfrm>
            <a:off x="3988594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2" name="object-42">
            <a:extLst>
              <a:ext uri="{FF2B5EF4-FFF2-40B4-BE49-F238E27FC236}">
                <a16:creationId xmlns:a16="http://schemas.microsoft.com/office/drawing/2014/main" id="{8504D548-74E8-4EAF-882D-3F20EC3518CF}"/>
              </a:ext>
            </a:extLst>
          </p:cNvPr>
          <p:cNvSpPr>
            <a:spLocks noGrp="1"/>
          </p:cNvSpPr>
          <p:nvPr/>
        </p:nvSpPr>
        <p:spPr>
          <a:xfrm>
            <a:off x="4107656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3" name="object-43">
            <a:extLst>
              <a:ext uri="{FF2B5EF4-FFF2-40B4-BE49-F238E27FC236}">
                <a16:creationId xmlns:a16="http://schemas.microsoft.com/office/drawing/2014/main" id="{7F91964A-D2CC-466B-9611-C19893C46475}"/>
              </a:ext>
            </a:extLst>
          </p:cNvPr>
          <p:cNvSpPr>
            <a:spLocks noGrp="1"/>
          </p:cNvSpPr>
          <p:nvPr/>
        </p:nvSpPr>
        <p:spPr>
          <a:xfrm>
            <a:off x="4226719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4" name="object-44">
            <a:extLst>
              <a:ext uri="{FF2B5EF4-FFF2-40B4-BE49-F238E27FC236}">
                <a16:creationId xmlns:a16="http://schemas.microsoft.com/office/drawing/2014/main" id="{3110B3F2-4F98-4ADC-9A44-6B94850C6EA0}"/>
              </a:ext>
            </a:extLst>
          </p:cNvPr>
          <p:cNvSpPr>
            <a:spLocks noGrp="1"/>
          </p:cNvSpPr>
          <p:nvPr/>
        </p:nvSpPr>
        <p:spPr>
          <a:xfrm>
            <a:off x="4345781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5" name="object-45">
            <a:extLst>
              <a:ext uri="{FF2B5EF4-FFF2-40B4-BE49-F238E27FC236}">
                <a16:creationId xmlns:a16="http://schemas.microsoft.com/office/drawing/2014/main" id="{5FDD6D62-56F6-4D48-945E-2893FD8BC407}"/>
              </a:ext>
            </a:extLst>
          </p:cNvPr>
          <p:cNvSpPr>
            <a:spLocks noGrp="1"/>
          </p:cNvSpPr>
          <p:nvPr/>
        </p:nvSpPr>
        <p:spPr>
          <a:xfrm>
            <a:off x="4464844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6" name="object-46">
            <a:extLst>
              <a:ext uri="{FF2B5EF4-FFF2-40B4-BE49-F238E27FC236}">
                <a16:creationId xmlns:a16="http://schemas.microsoft.com/office/drawing/2014/main" id="{4E9166DE-C5D9-4ADC-8DD8-56D70F3E2592}"/>
              </a:ext>
            </a:extLst>
          </p:cNvPr>
          <p:cNvSpPr>
            <a:spLocks noGrp="1"/>
          </p:cNvSpPr>
          <p:nvPr/>
        </p:nvSpPr>
        <p:spPr>
          <a:xfrm>
            <a:off x="4583906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7" name="object-47">
            <a:extLst>
              <a:ext uri="{FF2B5EF4-FFF2-40B4-BE49-F238E27FC236}">
                <a16:creationId xmlns:a16="http://schemas.microsoft.com/office/drawing/2014/main" id="{E994D696-B8CE-417A-86DA-1ADAAF0692BE}"/>
              </a:ext>
            </a:extLst>
          </p:cNvPr>
          <p:cNvSpPr>
            <a:spLocks noGrp="1"/>
          </p:cNvSpPr>
          <p:nvPr/>
        </p:nvSpPr>
        <p:spPr>
          <a:xfrm>
            <a:off x="4702969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8" name="object-48">
            <a:extLst>
              <a:ext uri="{FF2B5EF4-FFF2-40B4-BE49-F238E27FC236}">
                <a16:creationId xmlns:a16="http://schemas.microsoft.com/office/drawing/2014/main" id="{EC156E31-4CFE-4761-844B-9A3653CA3160}"/>
              </a:ext>
            </a:extLst>
          </p:cNvPr>
          <p:cNvSpPr>
            <a:spLocks noGrp="1"/>
          </p:cNvSpPr>
          <p:nvPr/>
        </p:nvSpPr>
        <p:spPr>
          <a:xfrm>
            <a:off x="4822031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9" name="object-49">
            <a:extLst>
              <a:ext uri="{FF2B5EF4-FFF2-40B4-BE49-F238E27FC236}">
                <a16:creationId xmlns:a16="http://schemas.microsoft.com/office/drawing/2014/main" id="{2A14913C-BB8B-433F-A23C-DFA474EC3B87}"/>
              </a:ext>
            </a:extLst>
          </p:cNvPr>
          <p:cNvSpPr>
            <a:spLocks noGrp="1"/>
          </p:cNvSpPr>
          <p:nvPr/>
        </p:nvSpPr>
        <p:spPr>
          <a:xfrm>
            <a:off x="4941094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0" name="object-50">
            <a:extLst>
              <a:ext uri="{FF2B5EF4-FFF2-40B4-BE49-F238E27FC236}">
                <a16:creationId xmlns:a16="http://schemas.microsoft.com/office/drawing/2014/main" id="{9124D587-F23E-41E5-89BF-CAEB0806E041}"/>
              </a:ext>
            </a:extLst>
          </p:cNvPr>
          <p:cNvSpPr>
            <a:spLocks noGrp="1"/>
          </p:cNvSpPr>
          <p:nvPr/>
        </p:nvSpPr>
        <p:spPr>
          <a:xfrm>
            <a:off x="5060156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1" name="object-51">
            <a:extLst>
              <a:ext uri="{FF2B5EF4-FFF2-40B4-BE49-F238E27FC236}">
                <a16:creationId xmlns:a16="http://schemas.microsoft.com/office/drawing/2014/main" id="{7A2A8534-756F-438D-8543-5B88D94C5306}"/>
              </a:ext>
            </a:extLst>
          </p:cNvPr>
          <p:cNvSpPr>
            <a:spLocks noGrp="1"/>
          </p:cNvSpPr>
          <p:nvPr/>
        </p:nvSpPr>
        <p:spPr>
          <a:xfrm>
            <a:off x="5179219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2" name="object-52">
            <a:extLst>
              <a:ext uri="{FF2B5EF4-FFF2-40B4-BE49-F238E27FC236}">
                <a16:creationId xmlns:a16="http://schemas.microsoft.com/office/drawing/2014/main" id="{32660103-2D0E-456C-995A-91C21AE3763C}"/>
              </a:ext>
            </a:extLst>
          </p:cNvPr>
          <p:cNvSpPr>
            <a:spLocks noGrp="1"/>
          </p:cNvSpPr>
          <p:nvPr/>
        </p:nvSpPr>
        <p:spPr>
          <a:xfrm>
            <a:off x="5298281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3" name="object-53">
            <a:extLst>
              <a:ext uri="{FF2B5EF4-FFF2-40B4-BE49-F238E27FC236}">
                <a16:creationId xmlns:a16="http://schemas.microsoft.com/office/drawing/2014/main" id="{311B49ED-2471-4D09-B9F8-3DD357F3F96E}"/>
              </a:ext>
            </a:extLst>
          </p:cNvPr>
          <p:cNvSpPr>
            <a:spLocks noGrp="1"/>
          </p:cNvSpPr>
          <p:nvPr/>
        </p:nvSpPr>
        <p:spPr>
          <a:xfrm>
            <a:off x="5417344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4" name="object-54">
            <a:extLst>
              <a:ext uri="{FF2B5EF4-FFF2-40B4-BE49-F238E27FC236}">
                <a16:creationId xmlns:a16="http://schemas.microsoft.com/office/drawing/2014/main" id="{3CBBB583-D405-4E1F-AC3A-FD26109471DE}"/>
              </a:ext>
            </a:extLst>
          </p:cNvPr>
          <p:cNvSpPr>
            <a:spLocks noGrp="1"/>
          </p:cNvSpPr>
          <p:nvPr/>
        </p:nvSpPr>
        <p:spPr>
          <a:xfrm>
            <a:off x="5536406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5" name="object-55">
            <a:extLst>
              <a:ext uri="{FF2B5EF4-FFF2-40B4-BE49-F238E27FC236}">
                <a16:creationId xmlns:a16="http://schemas.microsoft.com/office/drawing/2014/main" id="{587B248E-9E50-4BF9-9732-B6B91274E8E8}"/>
              </a:ext>
            </a:extLst>
          </p:cNvPr>
          <p:cNvSpPr>
            <a:spLocks noGrp="1"/>
          </p:cNvSpPr>
          <p:nvPr/>
        </p:nvSpPr>
        <p:spPr>
          <a:xfrm>
            <a:off x="5655469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6" name="object-56">
            <a:extLst>
              <a:ext uri="{FF2B5EF4-FFF2-40B4-BE49-F238E27FC236}">
                <a16:creationId xmlns:a16="http://schemas.microsoft.com/office/drawing/2014/main" id="{CD9CE283-BB8D-41DA-A647-15D8A222CCA1}"/>
              </a:ext>
            </a:extLst>
          </p:cNvPr>
          <p:cNvSpPr>
            <a:spLocks noGrp="1"/>
          </p:cNvSpPr>
          <p:nvPr/>
        </p:nvSpPr>
        <p:spPr>
          <a:xfrm>
            <a:off x="5774531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7" name="object-57">
            <a:extLst>
              <a:ext uri="{FF2B5EF4-FFF2-40B4-BE49-F238E27FC236}">
                <a16:creationId xmlns:a16="http://schemas.microsoft.com/office/drawing/2014/main" id="{3ABC5509-0FD0-4DB4-A536-8E2B84920941}"/>
              </a:ext>
            </a:extLst>
          </p:cNvPr>
          <p:cNvSpPr>
            <a:spLocks noGrp="1"/>
          </p:cNvSpPr>
          <p:nvPr/>
        </p:nvSpPr>
        <p:spPr>
          <a:xfrm>
            <a:off x="5893594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8" name="object-58">
            <a:extLst>
              <a:ext uri="{FF2B5EF4-FFF2-40B4-BE49-F238E27FC236}">
                <a16:creationId xmlns:a16="http://schemas.microsoft.com/office/drawing/2014/main" id="{D41B85BD-20AD-427C-A830-3FD0BBE45D63}"/>
              </a:ext>
            </a:extLst>
          </p:cNvPr>
          <p:cNvSpPr>
            <a:spLocks noGrp="1"/>
          </p:cNvSpPr>
          <p:nvPr/>
        </p:nvSpPr>
        <p:spPr>
          <a:xfrm>
            <a:off x="6012656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9" name="object-59">
            <a:extLst>
              <a:ext uri="{FF2B5EF4-FFF2-40B4-BE49-F238E27FC236}">
                <a16:creationId xmlns:a16="http://schemas.microsoft.com/office/drawing/2014/main" id="{60A84BCD-B12B-40B1-AF7E-91AA3B2B44C6}"/>
              </a:ext>
            </a:extLst>
          </p:cNvPr>
          <p:cNvSpPr>
            <a:spLocks noGrp="1"/>
          </p:cNvSpPr>
          <p:nvPr/>
        </p:nvSpPr>
        <p:spPr>
          <a:xfrm>
            <a:off x="6131719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0" name="object-60">
            <a:extLst>
              <a:ext uri="{FF2B5EF4-FFF2-40B4-BE49-F238E27FC236}">
                <a16:creationId xmlns:a16="http://schemas.microsoft.com/office/drawing/2014/main" id="{7246268B-93F2-4C27-8989-6D084E92C50E}"/>
              </a:ext>
            </a:extLst>
          </p:cNvPr>
          <p:cNvSpPr>
            <a:spLocks noGrp="1"/>
          </p:cNvSpPr>
          <p:nvPr/>
        </p:nvSpPr>
        <p:spPr>
          <a:xfrm>
            <a:off x="6250781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1" name="object-61">
            <a:extLst>
              <a:ext uri="{FF2B5EF4-FFF2-40B4-BE49-F238E27FC236}">
                <a16:creationId xmlns:a16="http://schemas.microsoft.com/office/drawing/2014/main" id="{34BAB44F-845C-4E3B-B42A-1080FD107EF5}"/>
              </a:ext>
            </a:extLst>
          </p:cNvPr>
          <p:cNvSpPr>
            <a:spLocks noGrp="1"/>
          </p:cNvSpPr>
          <p:nvPr/>
        </p:nvSpPr>
        <p:spPr>
          <a:xfrm>
            <a:off x="6369844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2" name="object-62">
            <a:extLst>
              <a:ext uri="{FF2B5EF4-FFF2-40B4-BE49-F238E27FC236}">
                <a16:creationId xmlns:a16="http://schemas.microsoft.com/office/drawing/2014/main" id="{D1842C7A-1922-4E25-BC71-1759E63A8EB1}"/>
              </a:ext>
            </a:extLst>
          </p:cNvPr>
          <p:cNvSpPr>
            <a:spLocks noGrp="1"/>
          </p:cNvSpPr>
          <p:nvPr/>
        </p:nvSpPr>
        <p:spPr>
          <a:xfrm>
            <a:off x="6488906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3" name="object-63">
            <a:extLst>
              <a:ext uri="{FF2B5EF4-FFF2-40B4-BE49-F238E27FC236}">
                <a16:creationId xmlns:a16="http://schemas.microsoft.com/office/drawing/2014/main" id="{1F0339A2-3C78-4A33-B3FB-D4BD241716A7}"/>
              </a:ext>
            </a:extLst>
          </p:cNvPr>
          <p:cNvSpPr>
            <a:spLocks noGrp="1"/>
          </p:cNvSpPr>
          <p:nvPr/>
        </p:nvSpPr>
        <p:spPr>
          <a:xfrm>
            <a:off x="6607969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4" name="object-64">
            <a:extLst>
              <a:ext uri="{FF2B5EF4-FFF2-40B4-BE49-F238E27FC236}">
                <a16:creationId xmlns:a16="http://schemas.microsoft.com/office/drawing/2014/main" id="{1D7AECEC-0FA7-4556-A06F-E66D99B83CC8}"/>
              </a:ext>
            </a:extLst>
          </p:cNvPr>
          <p:cNvSpPr>
            <a:spLocks noGrp="1"/>
          </p:cNvSpPr>
          <p:nvPr/>
        </p:nvSpPr>
        <p:spPr>
          <a:xfrm>
            <a:off x="6727031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5" name="object-65">
            <a:extLst>
              <a:ext uri="{FF2B5EF4-FFF2-40B4-BE49-F238E27FC236}">
                <a16:creationId xmlns:a16="http://schemas.microsoft.com/office/drawing/2014/main" id="{9E0E39C1-CCDE-4964-9DD1-2BE15C543467}"/>
              </a:ext>
            </a:extLst>
          </p:cNvPr>
          <p:cNvSpPr>
            <a:spLocks noGrp="1"/>
          </p:cNvSpPr>
          <p:nvPr/>
        </p:nvSpPr>
        <p:spPr>
          <a:xfrm>
            <a:off x="6846094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6" name="object-66">
            <a:extLst>
              <a:ext uri="{FF2B5EF4-FFF2-40B4-BE49-F238E27FC236}">
                <a16:creationId xmlns:a16="http://schemas.microsoft.com/office/drawing/2014/main" id="{52006F18-8E77-44D5-80EE-C0B7D8FBE190}"/>
              </a:ext>
            </a:extLst>
          </p:cNvPr>
          <p:cNvSpPr>
            <a:spLocks noGrp="1"/>
          </p:cNvSpPr>
          <p:nvPr/>
        </p:nvSpPr>
        <p:spPr>
          <a:xfrm>
            <a:off x="6965156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7" name="object-67">
            <a:extLst>
              <a:ext uri="{FF2B5EF4-FFF2-40B4-BE49-F238E27FC236}">
                <a16:creationId xmlns:a16="http://schemas.microsoft.com/office/drawing/2014/main" id="{E45D3C0E-B691-4121-B4ED-2AF91E339683}"/>
              </a:ext>
            </a:extLst>
          </p:cNvPr>
          <p:cNvSpPr>
            <a:spLocks noGrp="1"/>
          </p:cNvSpPr>
          <p:nvPr/>
        </p:nvSpPr>
        <p:spPr>
          <a:xfrm>
            <a:off x="7084219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8" name="object-68">
            <a:extLst>
              <a:ext uri="{FF2B5EF4-FFF2-40B4-BE49-F238E27FC236}">
                <a16:creationId xmlns:a16="http://schemas.microsoft.com/office/drawing/2014/main" id="{82930ABF-F673-49CF-B68C-16BD33E06ABA}"/>
              </a:ext>
            </a:extLst>
          </p:cNvPr>
          <p:cNvSpPr>
            <a:spLocks noGrp="1"/>
          </p:cNvSpPr>
          <p:nvPr/>
        </p:nvSpPr>
        <p:spPr>
          <a:xfrm>
            <a:off x="7203281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9" name="object-69">
            <a:extLst>
              <a:ext uri="{FF2B5EF4-FFF2-40B4-BE49-F238E27FC236}">
                <a16:creationId xmlns:a16="http://schemas.microsoft.com/office/drawing/2014/main" id="{22C8FCF9-B74E-4234-85F8-E770644B09DF}"/>
              </a:ext>
            </a:extLst>
          </p:cNvPr>
          <p:cNvSpPr>
            <a:spLocks noGrp="1"/>
          </p:cNvSpPr>
          <p:nvPr/>
        </p:nvSpPr>
        <p:spPr>
          <a:xfrm>
            <a:off x="7322344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0" name="object-70">
            <a:extLst>
              <a:ext uri="{FF2B5EF4-FFF2-40B4-BE49-F238E27FC236}">
                <a16:creationId xmlns:a16="http://schemas.microsoft.com/office/drawing/2014/main" id="{C05ED2F1-D0D5-4BA9-A33A-8722898D5560}"/>
              </a:ext>
            </a:extLst>
          </p:cNvPr>
          <p:cNvSpPr>
            <a:spLocks noGrp="1"/>
          </p:cNvSpPr>
          <p:nvPr/>
        </p:nvSpPr>
        <p:spPr>
          <a:xfrm>
            <a:off x="7441406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1" name="object-71">
            <a:extLst>
              <a:ext uri="{FF2B5EF4-FFF2-40B4-BE49-F238E27FC236}">
                <a16:creationId xmlns:a16="http://schemas.microsoft.com/office/drawing/2014/main" id="{312BBBCB-4B0E-4660-ACDB-CF66941C9AE2}"/>
              </a:ext>
            </a:extLst>
          </p:cNvPr>
          <p:cNvSpPr>
            <a:spLocks noGrp="1"/>
          </p:cNvSpPr>
          <p:nvPr/>
        </p:nvSpPr>
        <p:spPr>
          <a:xfrm>
            <a:off x="7560469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2" name="object-72">
            <a:extLst>
              <a:ext uri="{FF2B5EF4-FFF2-40B4-BE49-F238E27FC236}">
                <a16:creationId xmlns:a16="http://schemas.microsoft.com/office/drawing/2014/main" id="{16687B0F-2917-4D11-AE6D-408AA95D5754}"/>
              </a:ext>
            </a:extLst>
          </p:cNvPr>
          <p:cNvSpPr>
            <a:spLocks noGrp="1"/>
          </p:cNvSpPr>
          <p:nvPr/>
        </p:nvSpPr>
        <p:spPr>
          <a:xfrm>
            <a:off x="7679531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3" name="object-73">
            <a:extLst>
              <a:ext uri="{FF2B5EF4-FFF2-40B4-BE49-F238E27FC236}">
                <a16:creationId xmlns:a16="http://schemas.microsoft.com/office/drawing/2014/main" id="{68DD0B99-3200-446E-AB98-C62401C90263}"/>
              </a:ext>
            </a:extLst>
          </p:cNvPr>
          <p:cNvSpPr>
            <a:spLocks noGrp="1"/>
          </p:cNvSpPr>
          <p:nvPr/>
        </p:nvSpPr>
        <p:spPr>
          <a:xfrm>
            <a:off x="7798594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4" name="object-74">
            <a:extLst>
              <a:ext uri="{FF2B5EF4-FFF2-40B4-BE49-F238E27FC236}">
                <a16:creationId xmlns:a16="http://schemas.microsoft.com/office/drawing/2014/main" id="{C73DEB25-27D1-4D2F-8899-660559B91CBE}"/>
              </a:ext>
            </a:extLst>
          </p:cNvPr>
          <p:cNvSpPr>
            <a:spLocks noGrp="1"/>
          </p:cNvSpPr>
          <p:nvPr/>
        </p:nvSpPr>
        <p:spPr>
          <a:xfrm>
            <a:off x="7917656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5" name="object-75">
            <a:extLst>
              <a:ext uri="{FF2B5EF4-FFF2-40B4-BE49-F238E27FC236}">
                <a16:creationId xmlns:a16="http://schemas.microsoft.com/office/drawing/2014/main" id="{A31DCDD2-1887-4C84-8A52-5F9012E37C8B}"/>
              </a:ext>
            </a:extLst>
          </p:cNvPr>
          <p:cNvSpPr>
            <a:spLocks noGrp="1"/>
          </p:cNvSpPr>
          <p:nvPr/>
        </p:nvSpPr>
        <p:spPr>
          <a:xfrm>
            <a:off x="8036719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6" name="object-76">
            <a:extLst>
              <a:ext uri="{FF2B5EF4-FFF2-40B4-BE49-F238E27FC236}">
                <a16:creationId xmlns:a16="http://schemas.microsoft.com/office/drawing/2014/main" id="{1DC7E16A-2B3B-4178-9DDB-4D723FC26FAD}"/>
              </a:ext>
            </a:extLst>
          </p:cNvPr>
          <p:cNvSpPr>
            <a:spLocks noGrp="1"/>
          </p:cNvSpPr>
          <p:nvPr/>
        </p:nvSpPr>
        <p:spPr>
          <a:xfrm>
            <a:off x="8155781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7" name="object-77">
            <a:extLst>
              <a:ext uri="{FF2B5EF4-FFF2-40B4-BE49-F238E27FC236}">
                <a16:creationId xmlns:a16="http://schemas.microsoft.com/office/drawing/2014/main" id="{BAEBDA0A-B249-480B-8E2E-0A645867B179}"/>
              </a:ext>
            </a:extLst>
          </p:cNvPr>
          <p:cNvSpPr>
            <a:spLocks noGrp="1"/>
          </p:cNvSpPr>
          <p:nvPr/>
        </p:nvSpPr>
        <p:spPr>
          <a:xfrm>
            <a:off x="8274844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8" name="object-78">
            <a:extLst>
              <a:ext uri="{FF2B5EF4-FFF2-40B4-BE49-F238E27FC236}">
                <a16:creationId xmlns:a16="http://schemas.microsoft.com/office/drawing/2014/main" id="{0F065CB9-5555-40EC-BAB1-47139048591B}"/>
              </a:ext>
            </a:extLst>
          </p:cNvPr>
          <p:cNvSpPr>
            <a:spLocks noGrp="1"/>
          </p:cNvSpPr>
          <p:nvPr/>
        </p:nvSpPr>
        <p:spPr>
          <a:xfrm>
            <a:off x="8393906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9" name="object-79">
            <a:extLst>
              <a:ext uri="{FF2B5EF4-FFF2-40B4-BE49-F238E27FC236}">
                <a16:creationId xmlns:a16="http://schemas.microsoft.com/office/drawing/2014/main" id="{E7D05C6B-D873-457A-8FCE-CAC41CF68A12}"/>
              </a:ext>
            </a:extLst>
          </p:cNvPr>
          <p:cNvSpPr>
            <a:spLocks noGrp="1"/>
          </p:cNvSpPr>
          <p:nvPr/>
        </p:nvSpPr>
        <p:spPr>
          <a:xfrm>
            <a:off x="8512969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0" name="object-80">
            <a:extLst>
              <a:ext uri="{FF2B5EF4-FFF2-40B4-BE49-F238E27FC236}">
                <a16:creationId xmlns:a16="http://schemas.microsoft.com/office/drawing/2014/main" id="{A622A4D0-2709-4991-9100-75A319EF4085}"/>
              </a:ext>
            </a:extLst>
          </p:cNvPr>
          <p:cNvSpPr>
            <a:spLocks noGrp="1"/>
          </p:cNvSpPr>
          <p:nvPr/>
        </p:nvSpPr>
        <p:spPr>
          <a:xfrm>
            <a:off x="8632031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1" name="object-81">
            <a:extLst>
              <a:ext uri="{FF2B5EF4-FFF2-40B4-BE49-F238E27FC236}">
                <a16:creationId xmlns:a16="http://schemas.microsoft.com/office/drawing/2014/main" id="{22F40635-F3E4-4A18-9F54-2249E137ACF3}"/>
              </a:ext>
            </a:extLst>
          </p:cNvPr>
          <p:cNvSpPr>
            <a:spLocks noGrp="1"/>
          </p:cNvSpPr>
          <p:nvPr/>
        </p:nvSpPr>
        <p:spPr>
          <a:xfrm>
            <a:off x="8751094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2" name="object-82">
            <a:extLst>
              <a:ext uri="{FF2B5EF4-FFF2-40B4-BE49-F238E27FC236}">
                <a16:creationId xmlns:a16="http://schemas.microsoft.com/office/drawing/2014/main" id="{F9997AA5-B87A-4D20-8C98-B3C37FFC1FA6}"/>
              </a:ext>
            </a:extLst>
          </p:cNvPr>
          <p:cNvSpPr>
            <a:spLocks noGrp="1"/>
          </p:cNvSpPr>
          <p:nvPr/>
        </p:nvSpPr>
        <p:spPr>
          <a:xfrm>
            <a:off x="8870156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3" name="object-83">
            <a:extLst>
              <a:ext uri="{FF2B5EF4-FFF2-40B4-BE49-F238E27FC236}">
                <a16:creationId xmlns:a16="http://schemas.microsoft.com/office/drawing/2014/main" id="{5F160995-3829-448C-BAD6-A96C257B7CF8}"/>
              </a:ext>
            </a:extLst>
          </p:cNvPr>
          <p:cNvSpPr>
            <a:spLocks noGrp="1"/>
          </p:cNvSpPr>
          <p:nvPr/>
        </p:nvSpPr>
        <p:spPr>
          <a:xfrm>
            <a:off x="8989219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4" name="object-84">
            <a:extLst>
              <a:ext uri="{FF2B5EF4-FFF2-40B4-BE49-F238E27FC236}">
                <a16:creationId xmlns:a16="http://schemas.microsoft.com/office/drawing/2014/main" id="{8D19BDEB-852F-4A1A-B9F0-DFD356EBAA9B}"/>
              </a:ext>
            </a:extLst>
          </p:cNvPr>
          <p:cNvSpPr>
            <a:spLocks noGrp="1"/>
          </p:cNvSpPr>
          <p:nvPr/>
        </p:nvSpPr>
        <p:spPr>
          <a:xfrm>
            <a:off x="9108281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5" name="object-85">
            <a:extLst>
              <a:ext uri="{FF2B5EF4-FFF2-40B4-BE49-F238E27FC236}">
                <a16:creationId xmlns:a16="http://schemas.microsoft.com/office/drawing/2014/main" id="{375D7322-E0A3-4CDA-8BFA-AA17D5C81B98}"/>
              </a:ext>
            </a:extLst>
          </p:cNvPr>
          <p:cNvSpPr>
            <a:spLocks noGrp="1"/>
          </p:cNvSpPr>
          <p:nvPr/>
        </p:nvSpPr>
        <p:spPr>
          <a:xfrm>
            <a:off x="9227344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6" name="object-86">
            <a:extLst>
              <a:ext uri="{FF2B5EF4-FFF2-40B4-BE49-F238E27FC236}">
                <a16:creationId xmlns:a16="http://schemas.microsoft.com/office/drawing/2014/main" id="{1854F677-8A22-4736-9A83-A9A9871157F5}"/>
              </a:ext>
            </a:extLst>
          </p:cNvPr>
          <p:cNvSpPr>
            <a:spLocks noGrp="1"/>
          </p:cNvSpPr>
          <p:nvPr/>
        </p:nvSpPr>
        <p:spPr>
          <a:xfrm>
            <a:off x="9346406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7" name="object-87">
            <a:extLst>
              <a:ext uri="{FF2B5EF4-FFF2-40B4-BE49-F238E27FC236}">
                <a16:creationId xmlns:a16="http://schemas.microsoft.com/office/drawing/2014/main" id="{1C51DFBA-D678-4E58-9D11-379197A75A62}"/>
              </a:ext>
            </a:extLst>
          </p:cNvPr>
          <p:cNvSpPr>
            <a:spLocks noGrp="1"/>
          </p:cNvSpPr>
          <p:nvPr/>
        </p:nvSpPr>
        <p:spPr>
          <a:xfrm>
            <a:off x="9465469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8" name="object-88">
            <a:extLst>
              <a:ext uri="{FF2B5EF4-FFF2-40B4-BE49-F238E27FC236}">
                <a16:creationId xmlns:a16="http://schemas.microsoft.com/office/drawing/2014/main" id="{15A2B9BD-936E-4F4E-A4E0-2E4948D8C231}"/>
              </a:ext>
            </a:extLst>
          </p:cNvPr>
          <p:cNvSpPr>
            <a:spLocks noGrp="1"/>
          </p:cNvSpPr>
          <p:nvPr/>
        </p:nvSpPr>
        <p:spPr>
          <a:xfrm>
            <a:off x="9584531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9" name="object-89">
            <a:extLst>
              <a:ext uri="{FF2B5EF4-FFF2-40B4-BE49-F238E27FC236}">
                <a16:creationId xmlns:a16="http://schemas.microsoft.com/office/drawing/2014/main" id="{F8341BF0-965B-42FD-A17A-665B211C3DDA}"/>
              </a:ext>
            </a:extLst>
          </p:cNvPr>
          <p:cNvSpPr>
            <a:spLocks noGrp="1"/>
          </p:cNvSpPr>
          <p:nvPr/>
        </p:nvSpPr>
        <p:spPr>
          <a:xfrm>
            <a:off x="9703594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0" name="object-90">
            <a:extLst>
              <a:ext uri="{FF2B5EF4-FFF2-40B4-BE49-F238E27FC236}">
                <a16:creationId xmlns:a16="http://schemas.microsoft.com/office/drawing/2014/main" id="{34832971-0536-4A89-89D7-BBE27473A9A9}"/>
              </a:ext>
            </a:extLst>
          </p:cNvPr>
          <p:cNvSpPr>
            <a:spLocks noGrp="1"/>
          </p:cNvSpPr>
          <p:nvPr/>
        </p:nvSpPr>
        <p:spPr>
          <a:xfrm>
            <a:off x="9822656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1" name="object-91">
            <a:extLst>
              <a:ext uri="{FF2B5EF4-FFF2-40B4-BE49-F238E27FC236}">
                <a16:creationId xmlns:a16="http://schemas.microsoft.com/office/drawing/2014/main" id="{A3519050-9A45-4322-A2E4-F9B520156AC3}"/>
              </a:ext>
            </a:extLst>
          </p:cNvPr>
          <p:cNvSpPr>
            <a:spLocks noGrp="1"/>
          </p:cNvSpPr>
          <p:nvPr/>
        </p:nvSpPr>
        <p:spPr>
          <a:xfrm>
            <a:off x="9941719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2" name="object-92">
            <a:extLst>
              <a:ext uri="{FF2B5EF4-FFF2-40B4-BE49-F238E27FC236}">
                <a16:creationId xmlns:a16="http://schemas.microsoft.com/office/drawing/2014/main" id="{1F9F4F71-EFD9-43F7-94B8-E49622C01124}"/>
              </a:ext>
            </a:extLst>
          </p:cNvPr>
          <p:cNvSpPr>
            <a:spLocks noGrp="1"/>
          </p:cNvSpPr>
          <p:nvPr/>
        </p:nvSpPr>
        <p:spPr>
          <a:xfrm>
            <a:off x="10060781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3" name="object-93">
            <a:extLst>
              <a:ext uri="{FF2B5EF4-FFF2-40B4-BE49-F238E27FC236}">
                <a16:creationId xmlns:a16="http://schemas.microsoft.com/office/drawing/2014/main" id="{6C87B266-B23C-494A-8108-2302702B84BF}"/>
              </a:ext>
            </a:extLst>
          </p:cNvPr>
          <p:cNvSpPr>
            <a:spLocks noGrp="1"/>
          </p:cNvSpPr>
          <p:nvPr/>
        </p:nvSpPr>
        <p:spPr>
          <a:xfrm>
            <a:off x="10179844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4" name="object-94">
            <a:extLst>
              <a:ext uri="{FF2B5EF4-FFF2-40B4-BE49-F238E27FC236}">
                <a16:creationId xmlns:a16="http://schemas.microsoft.com/office/drawing/2014/main" id="{034D989C-E796-4371-BDDB-386CCA6A6373}"/>
              </a:ext>
            </a:extLst>
          </p:cNvPr>
          <p:cNvSpPr>
            <a:spLocks noGrp="1"/>
          </p:cNvSpPr>
          <p:nvPr/>
        </p:nvSpPr>
        <p:spPr>
          <a:xfrm>
            <a:off x="10298906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5" name="object-95">
            <a:extLst>
              <a:ext uri="{FF2B5EF4-FFF2-40B4-BE49-F238E27FC236}">
                <a16:creationId xmlns:a16="http://schemas.microsoft.com/office/drawing/2014/main" id="{10408E27-4E4C-4F99-B50A-A5B8C1DFD78B}"/>
              </a:ext>
            </a:extLst>
          </p:cNvPr>
          <p:cNvSpPr>
            <a:spLocks noGrp="1"/>
          </p:cNvSpPr>
          <p:nvPr/>
        </p:nvSpPr>
        <p:spPr>
          <a:xfrm>
            <a:off x="10417969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6" name="object-96">
            <a:extLst>
              <a:ext uri="{FF2B5EF4-FFF2-40B4-BE49-F238E27FC236}">
                <a16:creationId xmlns:a16="http://schemas.microsoft.com/office/drawing/2014/main" id="{4A06C58C-24F8-42EC-B76B-B93141C14754}"/>
              </a:ext>
            </a:extLst>
          </p:cNvPr>
          <p:cNvSpPr>
            <a:spLocks noGrp="1"/>
          </p:cNvSpPr>
          <p:nvPr/>
        </p:nvSpPr>
        <p:spPr>
          <a:xfrm>
            <a:off x="10537031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7" name="object-97">
            <a:extLst>
              <a:ext uri="{FF2B5EF4-FFF2-40B4-BE49-F238E27FC236}">
                <a16:creationId xmlns:a16="http://schemas.microsoft.com/office/drawing/2014/main" id="{3B45FC59-1F04-49D4-A5AF-2F7E798318F8}"/>
              </a:ext>
            </a:extLst>
          </p:cNvPr>
          <p:cNvSpPr>
            <a:spLocks noGrp="1"/>
          </p:cNvSpPr>
          <p:nvPr/>
        </p:nvSpPr>
        <p:spPr>
          <a:xfrm>
            <a:off x="10656094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8" name="object-98">
            <a:extLst>
              <a:ext uri="{FF2B5EF4-FFF2-40B4-BE49-F238E27FC236}">
                <a16:creationId xmlns:a16="http://schemas.microsoft.com/office/drawing/2014/main" id="{663883EA-CA40-4FE5-81C6-5B167E73051D}"/>
              </a:ext>
            </a:extLst>
          </p:cNvPr>
          <p:cNvSpPr>
            <a:spLocks noGrp="1"/>
          </p:cNvSpPr>
          <p:nvPr/>
        </p:nvSpPr>
        <p:spPr>
          <a:xfrm>
            <a:off x="10775156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9" name="object-99">
            <a:extLst>
              <a:ext uri="{FF2B5EF4-FFF2-40B4-BE49-F238E27FC236}">
                <a16:creationId xmlns:a16="http://schemas.microsoft.com/office/drawing/2014/main" id="{00B8D06E-C9C8-4054-A8E2-75C6A621B957}"/>
              </a:ext>
            </a:extLst>
          </p:cNvPr>
          <p:cNvSpPr>
            <a:spLocks noGrp="1"/>
          </p:cNvSpPr>
          <p:nvPr/>
        </p:nvSpPr>
        <p:spPr>
          <a:xfrm>
            <a:off x="10894219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0" name="object-100">
            <a:extLst>
              <a:ext uri="{FF2B5EF4-FFF2-40B4-BE49-F238E27FC236}">
                <a16:creationId xmlns:a16="http://schemas.microsoft.com/office/drawing/2014/main" id="{84A92D49-4817-4BE4-BC2F-88217592092B}"/>
              </a:ext>
            </a:extLst>
          </p:cNvPr>
          <p:cNvSpPr>
            <a:spLocks noGrp="1"/>
          </p:cNvSpPr>
          <p:nvPr/>
        </p:nvSpPr>
        <p:spPr>
          <a:xfrm>
            <a:off x="11013281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1" name="object-101">
            <a:extLst>
              <a:ext uri="{FF2B5EF4-FFF2-40B4-BE49-F238E27FC236}">
                <a16:creationId xmlns:a16="http://schemas.microsoft.com/office/drawing/2014/main" id="{E5C83760-E49F-441F-948E-EF2B33B0E5FB}"/>
              </a:ext>
            </a:extLst>
          </p:cNvPr>
          <p:cNvSpPr>
            <a:spLocks noGrp="1"/>
          </p:cNvSpPr>
          <p:nvPr/>
        </p:nvSpPr>
        <p:spPr>
          <a:xfrm>
            <a:off x="11132344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2" name="object-102">
            <a:extLst>
              <a:ext uri="{FF2B5EF4-FFF2-40B4-BE49-F238E27FC236}">
                <a16:creationId xmlns:a16="http://schemas.microsoft.com/office/drawing/2014/main" id="{BEBD4E73-708C-4BF7-8BB1-273A3990CE51}"/>
              </a:ext>
            </a:extLst>
          </p:cNvPr>
          <p:cNvSpPr>
            <a:spLocks noGrp="1"/>
          </p:cNvSpPr>
          <p:nvPr/>
        </p:nvSpPr>
        <p:spPr>
          <a:xfrm>
            <a:off x="11251406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3" name="object-103">
            <a:extLst>
              <a:ext uri="{FF2B5EF4-FFF2-40B4-BE49-F238E27FC236}">
                <a16:creationId xmlns:a16="http://schemas.microsoft.com/office/drawing/2014/main" id="{EBA27376-5304-4410-931E-774134A80ACB}"/>
              </a:ext>
            </a:extLst>
          </p:cNvPr>
          <p:cNvSpPr>
            <a:spLocks noGrp="1"/>
          </p:cNvSpPr>
          <p:nvPr/>
        </p:nvSpPr>
        <p:spPr>
          <a:xfrm>
            <a:off x="11370469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4" name="object-104">
            <a:extLst>
              <a:ext uri="{FF2B5EF4-FFF2-40B4-BE49-F238E27FC236}">
                <a16:creationId xmlns:a16="http://schemas.microsoft.com/office/drawing/2014/main" id="{58441D99-E7A5-4E77-BA5F-8A29472810D2}"/>
              </a:ext>
            </a:extLst>
          </p:cNvPr>
          <p:cNvSpPr>
            <a:spLocks noGrp="1"/>
          </p:cNvSpPr>
          <p:nvPr/>
        </p:nvSpPr>
        <p:spPr>
          <a:xfrm>
            <a:off x="11489531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5" name="object-105">
            <a:extLst>
              <a:ext uri="{FF2B5EF4-FFF2-40B4-BE49-F238E27FC236}">
                <a16:creationId xmlns:a16="http://schemas.microsoft.com/office/drawing/2014/main" id="{8091CA93-E92D-499D-823D-B1F962F82F89}"/>
              </a:ext>
            </a:extLst>
          </p:cNvPr>
          <p:cNvSpPr>
            <a:spLocks noGrp="1"/>
          </p:cNvSpPr>
          <p:nvPr/>
        </p:nvSpPr>
        <p:spPr>
          <a:xfrm>
            <a:off x="11608594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6" name="object-106">
            <a:extLst>
              <a:ext uri="{FF2B5EF4-FFF2-40B4-BE49-F238E27FC236}">
                <a16:creationId xmlns:a16="http://schemas.microsoft.com/office/drawing/2014/main" id="{981017FE-16F4-4F52-B9F4-8B5598719E92}"/>
              </a:ext>
            </a:extLst>
          </p:cNvPr>
          <p:cNvSpPr>
            <a:spLocks noGrp="1"/>
          </p:cNvSpPr>
          <p:nvPr/>
        </p:nvSpPr>
        <p:spPr>
          <a:xfrm>
            <a:off x="11727656" y="5310188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7" name="object-107">
            <a:extLst>
              <a:ext uri="{FF2B5EF4-FFF2-40B4-BE49-F238E27FC236}">
                <a16:creationId xmlns:a16="http://schemas.microsoft.com/office/drawing/2014/main" id="{9E471A76-DEED-4D57-BB71-CC9EAD048B43}"/>
              </a:ext>
            </a:extLst>
          </p:cNvPr>
          <p:cNvSpPr>
            <a:spLocks noGrp="1"/>
          </p:cNvSpPr>
          <p:nvPr/>
        </p:nvSpPr>
        <p:spPr>
          <a:xfrm>
            <a:off x="11846719" y="5310188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08" name="object-108">
            <a:extLst>
              <a:ext uri="{FF2B5EF4-FFF2-40B4-BE49-F238E27FC236}">
                <a16:creationId xmlns:a16="http://schemas.microsoft.com/office/drawing/2014/main" id="{8EC70F4B-DCA1-42CE-BEA2-493C94102A65}"/>
              </a:ext>
            </a:extLst>
          </p:cNvPr>
          <p:cNvSpPr>
            <a:spLocks noGrp="1"/>
          </p:cNvSpPr>
          <p:nvPr/>
        </p:nvSpPr>
        <p:spPr>
          <a:xfrm>
            <a:off x="11965781" y="5310188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09" name="object-109">
            <a:extLst>
              <a:ext uri="{FF2B5EF4-FFF2-40B4-BE49-F238E27FC236}">
                <a16:creationId xmlns:a16="http://schemas.microsoft.com/office/drawing/2014/main" id="{9CDF87E4-94AE-43A7-BFBA-5CB070456EE7}"/>
              </a:ext>
            </a:extLst>
          </p:cNvPr>
          <p:cNvSpPr>
            <a:spLocks noGrp="1"/>
          </p:cNvSpPr>
          <p:nvPr/>
        </p:nvSpPr>
        <p:spPr>
          <a:xfrm>
            <a:off x="12084844" y="5310188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10" name="object-110">
            <a:extLst>
              <a:ext uri="{FF2B5EF4-FFF2-40B4-BE49-F238E27FC236}">
                <a16:creationId xmlns:a16="http://schemas.microsoft.com/office/drawing/2014/main" id="{399F0C11-EC49-4537-B7AF-D9AB183D16D4}"/>
              </a:ext>
            </a:extLst>
          </p:cNvPr>
          <p:cNvSpPr>
            <a:spLocks noGrp="1"/>
          </p:cNvSpPr>
          <p:nvPr/>
        </p:nvSpPr>
        <p:spPr>
          <a:xfrm>
            <a:off x="12203906" y="5310188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11" name="object-111">
            <a:extLst>
              <a:ext uri="{FF2B5EF4-FFF2-40B4-BE49-F238E27FC236}">
                <a16:creationId xmlns:a16="http://schemas.microsoft.com/office/drawing/2014/main" id="{55D2B2DE-4D53-46E7-A6F2-A22ED188DA0A}"/>
              </a:ext>
            </a:extLst>
          </p:cNvPr>
          <p:cNvSpPr>
            <a:spLocks noGrp="1"/>
          </p:cNvSpPr>
          <p:nvPr/>
        </p:nvSpPr>
        <p:spPr>
          <a:xfrm>
            <a:off x="12322969" y="5310188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12" name="object-112">
            <a:extLst>
              <a:ext uri="{FF2B5EF4-FFF2-40B4-BE49-F238E27FC236}">
                <a16:creationId xmlns:a16="http://schemas.microsoft.com/office/drawing/2014/main" id="{C57BA657-9C19-47EC-9F58-7877D602A8F2}"/>
              </a:ext>
            </a:extLst>
          </p:cNvPr>
          <p:cNvSpPr>
            <a:spLocks noGrp="1"/>
          </p:cNvSpPr>
          <p:nvPr/>
        </p:nvSpPr>
        <p:spPr>
          <a:xfrm>
            <a:off x="12442031" y="5310188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13" name="object-113">
            <a:extLst>
              <a:ext uri="{FF2B5EF4-FFF2-40B4-BE49-F238E27FC236}">
                <a16:creationId xmlns:a16="http://schemas.microsoft.com/office/drawing/2014/main" id="{BCE596A0-A544-456C-8F87-43DF7EE1A27E}"/>
              </a:ext>
            </a:extLst>
          </p:cNvPr>
          <p:cNvSpPr>
            <a:spLocks noGrp="1"/>
          </p:cNvSpPr>
          <p:nvPr/>
        </p:nvSpPr>
        <p:spPr>
          <a:xfrm>
            <a:off x="12561094" y="5310188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14" name="object-114">
            <a:extLst>
              <a:ext uri="{FF2B5EF4-FFF2-40B4-BE49-F238E27FC236}">
                <a16:creationId xmlns:a16="http://schemas.microsoft.com/office/drawing/2014/main" id="{AAA3E7CA-8EC8-44A4-8469-AE13735C2714}"/>
              </a:ext>
            </a:extLst>
          </p:cNvPr>
          <p:cNvSpPr>
            <a:spLocks noGrp="1"/>
          </p:cNvSpPr>
          <p:nvPr/>
        </p:nvSpPr>
        <p:spPr>
          <a:xfrm>
            <a:off x="12680156" y="5310188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15" name="object-115">
            <a:extLst>
              <a:ext uri="{FF2B5EF4-FFF2-40B4-BE49-F238E27FC236}">
                <a16:creationId xmlns:a16="http://schemas.microsoft.com/office/drawing/2014/main" id="{46F2186E-C465-4DE6-928B-9D9FBB049FFC}"/>
              </a:ext>
            </a:extLst>
          </p:cNvPr>
          <p:cNvSpPr>
            <a:spLocks noGrp="1"/>
          </p:cNvSpPr>
          <p:nvPr/>
        </p:nvSpPr>
        <p:spPr>
          <a:xfrm>
            <a:off x="12799219" y="5310188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16" name="object-116">
            <a:extLst>
              <a:ext uri="{FF2B5EF4-FFF2-40B4-BE49-F238E27FC236}">
                <a16:creationId xmlns:a16="http://schemas.microsoft.com/office/drawing/2014/main" id="{032BB05F-0748-4F36-A651-FFB90C421997}"/>
              </a:ext>
            </a:extLst>
          </p:cNvPr>
          <p:cNvSpPr>
            <a:spLocks noGrp="1"/>
          </p:cNvSpPr>
          <p:nvPr/>
        </p:nvSpPr>
        <p:spPr>
          <a:xfrm>
            <a:off x="1488281" y="5988844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7" name="object-117">
            <a:extLst>
              <a:ext uri="{FF2B5EF4-FFF2-40B4-BE49-F238E27FC236}">
                <a16:creationId xmlns:a16="http://schemas.microsoft.com/office/drawing/2014/main" id="{822DCED2-5AFC-4535-8800-4FC57F4BAC3C}"/>
              </a:ext>
            </a:extLst>
          </p:cNvPr>
          <p:cNvSpPr>
            <a:spLocks noGrp="1"/>
          </p:cNvSpPr>
          <p:nvPr/>
        </p:nvSpPr>
        <p:spPr>
          <a:xfrm>
            <a:off x="1607344" y="5988844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8" name="object-118">
            <a:extLst>
              <a:ext uri="{FF2B5EF4-FFF2-40B4-BE49-F238E27FC236}">
                <a16:creationId xmlns:a16="http://schemas.microsoft.com/office/drawing/2014/main" id="{DDFAE3F6-E8F5-4D94-8730-5C381E2449BB}"/>
              </a:ext>
            </a:extLst>
          </p:cNvPr>
          <p:cNvSpPr>
            <a:spLocks noGrp="1"/>
          </p:cNvSpPr>
          <p:nvPr/>
        </p:nvSpPr>
        <p:spPr>
          <a:xfrm>
            <a:off x="1726406" y="5988844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9" name="object-119">
            <a:extLst>
              <a:ext uri="{FF2B5EF4-FFF2-40B4-BE49-F238E27FC236}">
                <a16:creationId xmlns:a16="http://schemas.microsoft.com/office/drawing/2014/main" id="{28352117-BBBC-4BFD-A674-8A73C32EA8DE}"/>
              </a:ext>
            </a:extLst>
          </p:cNvPr>
          <p:cNvSpPr>
            <a:spLocks noGrp="1"/>
          </p:cNvSpPr>
          <p:nvPr/>
        </p:nvSpPr>
        <p:spPr>
          <a:xfrm>
            <a:off x="1845469" y="5988844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20" name="object-120">
            <a:extLst>
              <a:ext uri="{FF2B5EF4-FFF2-40B4-BE49-F238E27FC236}">
                <a16:creationId xmlns:a16="http://schemas.microsoft.com/office/drawing/2014/main" id="{ADF9B385-B238-4B03-AE3D-A2FF339A9632}"/>
              </a:ext>
            </a:extLst>
          </p:cNvPr>
          <p:cNvSpPr>
            <a:spLocks noGrp="1"/>
          </p:cNvSpPr>
          <p:nvPr/>
        </p:nvSpPr>
        <p:spPr>
          <a:xfrm>
            <a:off x="1964531" y="5988844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21" name="object-121">
            <a:extLst>
              <a:ext uri="{FF2B5EF4-FFF2-40B4-BE49-F238E27FC236}">
                <a16:creationId xmlns:a16="http://schemas.microsoft.com/office/drawing/2014/main" id="{035A2749-E5D8-41D1-BD6F-65D28E032AE1}"/>
              </a:ext>
            </a:extLst>
          </p:cNvPr>
          <p:cNvSpPr>
            <a:spLocks noGrp="1"/>
          </p:cNvSpPr>
          <p:nvPr/>
        </p:nvSpPr>
        <p:spPr>
          <a:xfrm>
            <a:off x="2083594" y="5988844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22" name="object-122">
            <a:extLst>
              <a:ext uri="{FF2B5EF4-FFF2-40B4-BE49-F238E27FC236}">
                <a16:creationId xmlns:a16="http://schemas.microsoft.com/office/drawing/2014/main" id="{6F2E99D4-A7E2-4878-9AE7-CFD0D1337F82}"/>
              </a:ext>
            </a:extLst>
          </p:cNvPr>
          <p:cNvSpPr>
            <a:spLocks noGrp="1"/>
          </p:cNvSpPr>
          <p:nvPr/>
        </p:nvSpPr>
        <p:spPr>
          <a:xfrm>
            <a:off x="2202656" y="5988844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23" name="object-123">
            <a:extLst>
              <a:ext uri="{FF2B5EF4-FFF2-40B4-BE49-F238E27FC236}">
                <a16:creationId xmlns:a16="http://schemas.microsoft.com/office/drawing/2014/main" id="{9E93C72E-E2A4-4944-B829-08E40B64B363}"/>
              </a:ext>
            </a:extLst>
          </p:cNvPr>
          <p:cNvSpPr>
            <a:spLocks noGrp="1"/>
          </p:cNvSpPr>
          <p:nvPr/>
        </p:nvSpPr>
        <p:spPr>
          <a:xfrm>
            <a:off x="2321719" y="5988844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24" name="object-124">
            <a:extLst>
              <a:ext uri="{FF2B5EF4-FFF2-40B4-BE49-F238E27FC236}">
                <a16:creationId xmlns:a16="http://schemas.microsoft.com/office/drawing/2014/main" id="{44AB08F5-7BBF-45F2-B03E-CABE4C771FF4}"/>
              </a:ext>
            </a:extLst>
          </p:cNvPr>
          <p:cNvSpPr>
            <a:spLocks noGrp="1"/>
          </p:cNvSpPr>
          <p:nvPr/>
        </p:nvSpPr>
        <p:spPr>
          <a:xfrm>
            <a:off x="2440781" y="5988844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25" name="object-125">
            <a:extLst>
              <a:ext uri="{FF2B5EF4-FFF2-40B4-BE49-F238E27FC236}">
                <a16:creationId xmlns:a16="http://schemas.microsoft.com/office/drawing/2014/main" id="{F943554D-BF72-48B1-B9F8-3E0A25913971}"/>
              </a:ext>
            </a:extLst>
          </p:cNvPr>
          <p:cNvSpPr>
            <a:spLocks noGrp="1"/>
          </p:cNvSpPr>
          <p:nvPr/>
        </p:nvSpPr>
        <p:spPr>
          <a:xfrm>
            <a:off x="2559844" y="5988844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26" name="object-126">
            <a:extLst>
              <a:ext uri="{FF2B5EF4-FFF2-40B4-BE49-F238E27FC236}">
                <a16:creationId xmlns:a16="http://schemas.microsoft.com/office/drawing/2014/main" id="{8CBF31E0-BEA1-4C54-9A11-24B13E010C6B}"/>
              </a:ext>
            </a:extLst>
          </p:cNvPr>
          <p:cNvSpPr>
            <a:spLocks noGrp="1"/>
          </p:cNvSpPr>
          <p:nvPr/>
        </p:nvSpPr>
        <p:spPr>
          <a:xfrm>
            <a:off x="2678906" y="5988844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27" name="object-127">
            <a:extLst>
              <a:ext uri="{FF2B5EF4-FFF2-40B4-BE49-F238E27FC236}">
                <a16:creationId xmlns:a16="http://schemas.microsoft.com/office/drawing/2014/main" id="{F6918B48-CB1B-40FC-8336-453600E505A9}"/>
              </a:ext>
            </a:extLst>
          </p:cNvPr>
          <p:cNvSpPr>
            <a:spLocks noGrp="1"/>
          </p:cNvSpPr>
          <p:nvPr/>
        </p:nvSpPr>
        <p:spPr>
          <a:xfrm>
            <a:off x="2797969" y="5988844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28" name="object-128">
            <a:extLst>
              <a:ext uri="{FF2B5EF4-FFF2-40B4-BE49-F238E27FC236}">
                <a16:creationId xmlns:a16="http://schemas.microsoft.com/office/drawing/2014/main" id="{2D0883D1-6AB6-487D-AEBD-2904D6E1740E}"/>
              </a:ext>
            </a:extLst>
          </p:cNvPr>
          <p:cNvSpPr>
            <a:spLocks noGrp="1"/>
          </p:cNvSpPr>
          <p:nvPr/>
        </p:nvSpPr>
        <p:spPr>
          <a:xfrm>
            <a:off x="2917031" y="5988844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29" name="object-129">
            <a:extLst>
              <a:ext uri="{FF2B5EF4-FFF2-40B4-BE49-F238E27FC236}">
                <a16:creationId xmlns:a16="http://schemas.microsoft.com/office/drawing/2014/main" id="{6449B3C0-7D25-4B8B-880A-1A7C6274C817}"/>
              </a:ext>
            </a:extLst>
          </p:cNvPr>
          <p:cNvSpPr>
            <a:spLocks noGrp="1"/>
          </p:cNvSpPr>
          <p:nvPr/>
        </p:nvSpPr>
        <p:spPr>
          <a:xfrm>
            <a:off x="3036094" y="5988844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0" name="object-130">
            <a:extLst>
              <a:ext uri="{FF2B5EF4-FFF2-40B4-BE49-F238E27FC236}">
                <a16:creationId xmlns:a16="http://schemas.microsoft.com/office/drawing/2014/main" id="{C8319A45-0E53-4A5E-9678-EAB771CD7675}"/>
              </a:ext>
            </a:extLst>
          </p:cNvPr>
          <p:cNvSpPr>
            <a:spLocks noGrp="1"/>
          </p:cNvSpPr>
          <p:nvPr/>
        </p:nvSpPr>
        <p:spPr>
          <a:xfrm>
            <a:off x="3155156" y="5988844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1" name="object-131">
            <a:extLst>
              <a:ext uri="{FF2B5EF4-FFF2-40B4-BE49-F238E27FC236}">
                <a16:creationId xmlns:a16="http://schemas.microsoft.com/office/drawing/2014/main" id="{78669499-95AC-4D67-B422-ECEE5E7D3F78}"/>
              </a:ext>
            </a:extLst>
          </p:cNvPr>
          <p:cNvSpPr>
            <a:spLocks noGrp="1"/>
          </p:cNvSpPr>
          <p:nvPr/>
        </p:nvSpPr>
        <p:spPr>
          <a:xfrm>
            <a:off x="3274219" y="5988844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2" name="object-132">
            <a:extLst>
              <a:ext uri="{FF2B5EF4-FFF2-40B4-BE49-F238E27FC236}">
                <a16:creationId xmlns:a16="http://schemas.microsoft.com/office/drawing/2014/main" id="{6A038775-5189-45E2-998B-0AA27BDB4FEB}"/>
              </a:ext>
            </a:extLst>
          </p:cNvPr>
          <p:cNvSpPr>
            <a:spLocks noGrp="1"/>
          </p:cNvSpPr>
          <p:nvPr/>
        </p:nvSpPr>
        <p:spPr>
          <a:xfrm>
            <a:off x="3393281" y="5988844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3" name="object-133">
            <a:extLst>
              <a:ext uri="{FF2B5EF4-FFF2-40B4-BE49-F238E27FC236}">
                <a16:creationId xmlns:a16="http://schemas.microsoft.com/office/drawing/2014/main" id="{EA1F8FD6-DADD-4B3C-988F-BBFFCE1D2E00}"/>
              </a:ext>
            </a:extLst>
          </p:cNvPr>
          <p:cNvSpPr>
            <a:spLocks noGrp="1"/>
          </p:cNvSpPr>
          <p:nvPr/>
        </p:nvSpPr>
        <p:spPr>
          <a:xfrm>
            <a:off x="3512344" y="5988844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4" name="object-134">
            <a:extLst>
              <a:ext uri="{FF2B5EF4-FFF2-40B4-BE49-F238E27FC236}">
                <a16:creationId xmlns:a16="http://schemas.microsoft.com/office/drawing/2014/main" id="{885A6C32-7A1A-4236-9F96-08CFA9F2EBE6}"/>
              </a:ext>
            </a:extLst>
          </p:cNvPr>
          <p:cNvSpPr>
            <a:spLocks noGrp="1"/>
          </p:cNvSpPr>
          <p:nvPr/>
        </p:nvSpPr>
        <p:spPr>
          <a:xfrm>
            <a:off x="3631406" y="5988844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5" name="object-135">
            <a:extLst>
              <a:ext uri="{FF2B5EF4-FFF2-40B4-BE49-F238E27FC236}">
                <a16:creationId xmlns:a16="http://schemas.microsoft.com/office/drawing/2014/main" id="{70AC341C-EFE8-4736-AD4B-F521F7919F9C}"/>
              </a:ext>
            </a:extLst>
          </p:cNvPr>
          <p:cNvSpPr>
            <a:spLocks noGrp="1"/>
          </p:cNvSpPr>
          <p:nvPr/>
        </p:nvSpPr>
        <p:spPr>
          <a:xfrm>
            <a:off x="3750469" y="5988844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6" name="object-136">
            <a:extLst>
              <a:ext uri="{FF2B5EF4-FFF2-40B4-BE49-F238E27FC236}">
                <a16:creationId xmlns:a16="http://schemas.microsoft.com/office/drawing/2014/main" id="{D8425AB1-C2B0-430A-8200-F4D278C1121E}"/>
              </a:ext>
            </a:extLst>
          </p:cNvPr>
          <p:cNvSpPr>
            <a:spLocks noGrp="1"/>
          </p:cNvSpPr>
          <p:nvPr/>
        </p:nvSpPr>
        <p:spPr>
          <a:xfrm>
            <a:off x="3869531" y="5988844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7" name="object-137">
            <a:extLst>
              <a:ext uri="{FF2B5EF4-FFF2-40B4-BE49-F238E27FC236}">
                <a16:creationId xmlns:a16="http://schemas.microsoft.com/office/drawing/2014/main" id="{C2FACF1B-707F-422F-BE51-F3D359AD78E2}"/>
              </a:ext>
            </a:extLst>
          </p:cNvPr>
          <p:cNvSpPr>
            <a:spLocks noGrp="1"/>
          </p:cNvSpPr>
          <p:nvPr/>
        </p:nvSpPr>
        <p:spPr>
          <a:xfrm>
            <a:off x="3988594" y="5988844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8" name="object-138">
            <a:extLst>
              <a:ext uri="{FF2B5EF4-FFF2-40B4-BE49-F238E27FC236}">
                <a16:creationId xmlns:a16="http://schemas.microsoft.com/office/drawing/2014/main" id="{F7762610-2E0A-4E24-93D8-59D8E54CE311}"/>
              </a:ext>
            </a:extLst>
          </p:cNvPr>
          <p:cNvSpPr>
            <a:spLocks noGrp="1"/>
          </p:cNvSpPr>
          <p:nvPr/>
        </p:nvSpPr>
        <p:spPr>
          <a:xfrm>
            <a:off x="4107656" y="5988844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9" name="object-139">
            <a:extLst>
              <a:ext uri="{FF2B5EF4-FFF2-40B4-BE49-F238E27FC236}">
                <a16:creationId xmlns:a16="http://schemas.microsoft.com/office/drawing/2014/main" id="{3FDE640B-CF31-44A8-974E-276169435630}"/>
              </a:ext>
            </a:extLst>
          </p:cNvPr>
          <p:cNvSpPr>
            <a:spLocks noGrp="1"/>
          </p:cNvSpPr>
          <p:nvPr/>
        </p:nvSpPr>
        <p:spPr>
          <a:xfrm>
            <a:off x="4226719" y="5988844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40" name="object-140">
            <a:extLst>
              <a:ext uri="{FF2B5EF4-FFF2-40B4-BE49-F238E27FC236}">
                <a16:creationId xmlns:a16="http://schemas.microsoft.com/office/drawing/2014/main" id="{301758FB-6094-4F69-8378-FBEF35F0CB7F}"/>
              </a:ext>
            </a:extLst>
          </p:cNvPr>
          <p:cNvSpPr>
            <a:spLocks noGrp="1"/>
          </p:cNvSpPr>
          <p:nvPr/>
        </p:nvSpPr>
        <p:spPr>
          <a:xfrm>
            <a:off x="4345781" y="5988844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41" name="object-141">
            <a:extLst>
              <a:ext uri="{FF2B5EF4-FFF2-40B4-BE49-F238E27FC236}">
                <a16:creationId xmlns:a16="http://schemas.microsoft.com/office/drawing/2014/main" id="{AD64BDF1-01D2-41E3-9510-A323877C2187}"/>
              </a:ext>
            </a:extLst>
          </p:cNvPr>
          <p:cNvSpPr>
            <a:spLocks noGrp="1"/>
          </p:cNvSpPr>
          <p:nvPr/>
        </p:nvSpPr>
        <p:spPr>
          <a:xfrm>
            <a:off x="4464844" y="5988844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42" name="object-142">
            <a:extLst>
              <a:ext uri="{FF2B5EF4-FFF2-40B4-BE49-F238E27FC236}">
                <a16:creationId xmlns:a16="http://schemas.microsoft.com/office/drawing/2014/main" id="{45B7C6CF-6FB3-4A3C-923D-5944868DA89B}"/>
              </a:ext>
            </a:extLst>
          </p:cNvPr>
          <p:cNvSpPr>
            <a:spLocks noGrp="1"/>
          </p:cNvSpPr>
          <p:nvPr/>
        </p:nvSpPr>
        <p:spPr>
          <a:xfrm>
            <a:off x="4583906" y="5988844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43" name="object-143">
            <a:extLst>
              <a:ext uri="{FF2B5EF4-FFF2-40B4-BE49-F238E27FC236}">
                <a16:creationId xmlns:a16="http://schemas.microsoft.com/office/drawing/2014/main" id="{F3A4E71B-F9E6-425F-9450-7D6A8F33E3F2}"/>
              </a:ext>
            </a:extLst>
          </p:cNvPr>
          <p:cNvSpPr>
            <a:spLocks noGrp="1"/>
          </p:cNvSpPr>
          <p:nvPr/>
        </p:nvSpPr>
        <p:spPr>
          <a:xfrm>
            <a:off x="4702969" y="5988844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44" name="object-144">
            <a:extLst>
              <a:ext uri="{FF2B5EF4-FFF2-40B4-BE49-F238E27FC236}">
                <a16:creationId xmlns:a16="http://schemas.microsoft.com/office/drawing/2014/main" id="{FDDD0FB7-36C8-44AB-AE68-122E22B92F92}"/>
              </a:ext>
            </a:extLst>
          </p:cNvPr>
          <p:cNvSpPr>
            <a:spLocks noGrp="1"/>
          </p:cNvSpPr>
          <p:nvPr/>
        </p:nvSpPr>
        <p:spPr>
          <a:xfrm>
            <a:off x="4822031" y="5988844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45" name="object-145">
            <a:extLst>
              <a:ext uri="{FF2B5EF4-FFF2-40B4-BE49-F238E27FC236}">
                <a16:creationId xmlns:a16="http://schemas.microsoft.com/office/drawing/2014/main" id="{04ECFF4D-886C-4DC1-9F5A-A1A4919DA2E4}"/>
              </a:ext>
            </a:extLst>
          </p:cNvPr>
          <p:cNvSpPr>
            <a:spLocks noGrp="1"/>
          </p:cNvSpPr>
          <p:nvPr/>
        </p:nvSpPr>
        <p:spPr>
          <a:xfrm>
            <a:off x="4941094" y="5988844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46" name="object-146">
            <a:extLst>
              <a:ext uri="{FF2B5EF4-FFF2-40B4-BE49-F238E27FC236}">
                <a16:creationId xmlns:a16="http://schemas.microsoft.com/office/drawing/2014/main" id="{C48083F2-CE20-4D81-9F44-9944ECA59524}"/>
              </a:ext>
            </a:extLst>
          </p:cNvPr>
          <p:cNvSpPr>
            <a:spLocks noGrp="1"/>
          </p:cNvSpPr>
          <p:nvPr/>
        </p:nvSpPr>
        <p:spPr>
          <a:xfrm>
            <a:off x="5060156" y="5988844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47" name="object-147">
            <a:extLst>
              <a:ext uri="{FF2B5EF4-FFF2-40B4-BE49-F238E27FC236}">
                <a16:creationId xmlns:a16="http://schemas.microsoft.com/office/drawing/2014/main" id="{108DE645-2AFF-4EAA-ACFE-B705FD2A9F60}"/>
              </a:ext>
            </a:extLst>
          </p:cNvPr>
          <p:cNvSpPr>
            <a:spLocks noGrp="1"/>
          </p:cNvSpPr>
          <p:nvPr/>
        </p:nvSpPr>
        <p:spPr>
          <a:xfrm>
            <a:off x="5179219" y="5988844"/>
            <a:ext cx="11906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48" name="object-148">
            <a:extLst>
              <a:ext uri="{FF2B5EF4-FFF2-40B4-BE49-F238E27FC236}">
                <a16:creationId xmlns:a16="http://schemas.microsoft.com/office/drawing/2014/main" id="{657B39EC-9102-4EC5-A985-19BF59678BCB}"/>
              </a:ext>
            </a:extLst>
          </p:cNvPr>
          <p:cNvSpPr>
            <a:spLocks noGrp="1"/>
          </p:cNvSpPr>
          <p:nvPr/>
        </p:nvSpPr>
        <p:spPr>
          <a:xfrm>
            <a:off x="5298281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49" name="object-149">
            <a:extLst>
              <a:ext uri="{FF2B5EF4-FFF2-40B4-BE49-F238E27FC236}">
                <a16:creationId xmlns:a16="http://schemas.microsoft.com/office/drawing/2014/main" id="{A27DBFCA-385B-4DDC-8F88-33B04EA6F575}"/>
              </a:ext>
            </a:extLst>
          </p:cNvPr>
          <p:cNvSpPr>
            <a:spLocks noGrp="1"/>
          </p:cNvSpPr>
          <p:nvPr/>
        </p:nvSpPr>
        <p:spPr>
          <a:xfrm>
            <a:off x="5417344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50" name="object-150">
            <a:extLst>
              <a:ext uri="{FF2B5EF4-FFF2-40B4-BE49-F238E27FC236}">
                <a16:creationId xmlns:a16="http://schemas.microsoft.com/office/drawing/2014/main" id="{3CF48AFC-091C-427D-B809-8E7325C2423D}"/>
              </a:ext>
            </a:extLst>
          </p:cNvPr>
          <p:cNvSpPr>
            <a:spLocks noGrp="1"/>
          </p:cNvSpPr>
          <p:nvPr/>
        </p:nvSpPr>
        <p:spPr>
          <a:xfrm>
            <a:off x="5536406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51" name="object-151">
            <a:extLst>
              <a:ext uri="{FF2B5EF4-FFF2-40B4-BE49-F238E27FC236}">
                <a16:creationId xmlns:a16="http://schemas.microsoft.com/office/drawing/2014/main" id="{28369D7E-652F-4C55-84EE-6C9AD70A1D77}"/>
              </a:ext>
            </a:extLst>
          </p:cNvPr>
          <p:cNvSpPr>
            <a:spLocks noGrp="1"/>
          </p:cNvSpPr>
          <p:nvPr/>
        </p:nvSpPr>
        <p:spPr>
          <a:xfrm>
            <a:off x="5655469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52" name="object-152">
            <a:extLst>
              <a:ext uri="{FF2B5EF4-FFF2-40B4-BE49-F238E27FC236}">
                <a16:creationId xmlns:a16="http://schemas.microsoft.com/office/drawing/2014/main" id="{17355131-4DA9-43AE-994B-98B3C6F2CEB1}"/>
              </a:ext>
            </a:extLst>
          </p:cNvPr>
          <p:cNvSpPr>
            <a:spLocks noGrp="1"/>
          </p:cNvSpPr>
          <p:nvPr/>
        </p:nvSpPr>
        <p:spPr>
          <a:xfrm>
            <a:off x="5774531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53" name="object-153">
            <a:extLst>
              <a:ext uri="{FF2B5EF4-FFF2-40B4-BE49-F238E27FC236}">
                <a16:creationId xmlns:a16="http://schemas.microsoft.com/office/drawing/2014/main" id="{B95C2DF6-4F25-42D8-9272-853E567DA591}"/>
              </a:ext>
            </a:extLst>
          </p:cNvPr>
          <p:cNvSpPr>
            <a:spLocks noGrp="1"/>
          </p:cNvSpPr>
          <p:nvPr/>
        </p:nvSpPr>
        <p:spPr>
          <a:xfrm>
            <a:off x="5893594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54" name="object-154">
            <a:extLst>
              <a:ext uri="{FF2B5EF4-FFF2-40B4-BE49-F238E27FC236}">
                <a16:creationId xmlns:a16="http://schemas.microsoft.com/office/drawing/2014/main" id="{199F87D3-F107-42EE-BA78-F792B2C07E07}"/>
              </a:ext>
            </a:extLst>
          </p:cNvPr>
          <p:cNvSpPr>
            <a:spLocks noGrp="1"/>
          </p:cNvSpPr>
          <p:nvPr/>
        </p:nvSpPr>
        <p:spPr>
          <a:xfrm>
            <a:off x="6012656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55" name="object-155">
            <a:extLst>
              <a:ext uri="{FF2B5EF4-FFF2-40B4-BE49-F238E27FC236}">
                <a16:creationId xmlns:a16="http://schemas.microsoft.com/office/drawing/2014/main" id="{BB6089DD-49E3-48BE-86AC-D8EF5E2819C5}"/>
              </a:ext>
            </a:extLst>
          </p:cNvPr>
          <p:cNvSpPr>
            <a:spLocks noGrp="1"/>
          </p:cNvSpPr>
          <p:nvPr/>
        </p:nvSpPr>
        <p:spPr>
          <a:xfrm>
            <a:off x="6131719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56" name="object-156">
            <a:extLst>
              <a:ext uri="{FF2B5EF4-FFF2-40B4-BE49-F238E27FC236}">
                <a16:creationId xmlns:a16="http://schemas.microsoft.com/office/drawing/2014/main" id="{2916A794-76F9-4DDC-86A1-32E8F9625F64}"/>
              </a:ext>
            </a:extLst>
          </p:cNvPr>
          <p:cNvSpPr>
            <a:spLocks noGrp="1"/>
          </p:cNvSpPr>
          <p:nvPr/>
        </p:nvSpPr>
        <p:spPr>
          <a:xfrm>
            <a:off x="6250781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57" name="object-157">
            <a:extLst>
              <a:ext uri="{FF2B5EF4-FFF2-40B4-BE49-F238E27FC236}">
                <a16:creationId xmlns:a16="http://schemas.microsoft.com/office/drawing/2014/main" id="{A0454D8E-F875-4B9D-BB88-EAEEFB32DBC9}"/>
              </a:ext>
            </a:extLst>
          </p:cNvPr>
          <p:cNvSpPr>
            <a:spLocks noGrp="1"/>
          </p:cNvSpPr>
          <p:nvPr/>
        </p:nvSpPr>
        <p:spPr>
          <a:xfrm>
            <a:off x="6369844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58" name="object-158">
            <a:extLst>
              <a:ext uri="{FF2B5EF4-FFF2-40B4-BE49-F238E27FC236}">
                <a16:creationId xmlns:a16="http://schemas.microsoft.com/office/drawing/2014/main" id="{E8BCB055-EC72-4537-B855-5E0A06655164}"/>
              </a:ext>
            </a:extLst>
          </p:cNvPr>
          <p:cNvSpPr>
            <a:spLocks noGrp="1"/>
          </p:cNvSpPr>
          <p:nvPr/>
        </p:nvSpPr>
        <p:spPr>
          <a:xfrm>
            <a:off x="6488906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59" name="object-159">
            <a:extLst>
              <a:ext uri="{FF2B5EF4-FFF2-40B4-BE49-F238E27FC236}">
                <a16:creationId xmlns:a16="http://schemas.microsoft.com/office/drawing/2014/main" id="{EC1CDF0A-1AEA-4095-9F8C-E5B9479000C2}"/>
              </a:ext>
            </a:extLst>
          </p:cNvPr>
          <p:cNvSpPr>
            <a:spLocks noGrp="1"/>
          </p:cNvSpPr>
          <p:nvPr/>
        </p:nvSpPr>
        <p:spPr>
          <a:xfrm>
            <a:off x="6607969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60" name="object-160">
            <a:extLst>
              <a:ext uri="{FF2B5EF4-FFF2-40B4-BE49-F238E27FC236}">
                <a16:creationId xmlns:a16="http://schemas.microsoft.com/office/drawing/2014/main" id="{A5BEDD06-2EA1-4698-B039-417108CF5D7A}"/>
              </a:ext>
            </a:extLst>
          </p:cNvPr>
          <p:cNvSpPr>
            <a:spLocks noGrp="1"/>
          </p:cNvSpPr>
          <p:nvPr/>
        </p:nvSpPr>
        <p:spPr>
          <a:xfrm>
            <a:off x="6727031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61" name="object-161">
            <a:extLst>
              <a:ext uri="{FF2B5EF4-FFF2-40B4-BE49-F238E27FC236}">
                <a16:creationId xmlns:a16="http://schemas.microsoft.com/office/drawing/2014/main" id="{89E4A062-F2DB-4546-9311-446C24F2187B}"/>
              </a:ext>
            </a:extLst>
          </p:cNvPr>
          <p:cNvSpPr>
            <a:spLocks noGrp="1"/>
          </p:cNvSpPr>
          <p:nvPr/>
        </p:nvSpPr>
        <p:spPr>
          <a:xfrm>
            <a:off x="6846094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62" name="object-162">
            <a:extLst>
              <a:ext uri="{FF2B5EF4-FFF2-40B4-BE49-F238E27FC236}">
                <a16:creationId xmlns:a16="http://schemas.microsoft.com/office/drawing/2014/main" id="{2DF4C210-1968-4DE2-838F-F21B02FAC0EF}"/>
              </a:ext>
            </a:extLst>
          </p:cNvPr>
          <p:cNvSpPr>
            <a:spLocks noGrp="1"/>
          </p:cNvSpPr>
          <p:nvPr/>
        </p:nvSpPr>
        <p:spPr>
          <a:xfrm>
            <a:off x="6965156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63" name="object-163">
            <a:extLst>
              <a:ext uri="{FF2B5EF4-FFF2-40B4-BE49-F238E27FC236}">
                <a16:creationId xmlns:a16="http://schemas.microsoft.com/office/drawing/2014/main" id="{6E6580B3-264D-4AA6-AA43-10780245732C}"/>
              </a:ext>
            </a:extLst>
          </p:cNvPr>
          <p:cNvSpPr>
            <a:spLocks noGrp="1"/>
          </p:cNvSpPr>
          <p:nvPr/>
        </p:nvSpPr>
        <p:spPr>
          <a:xfrm>
            <a:off x="7084219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64" name="object-164">
            <a:extLst>
              <a:ext uri="{FF2B5EF4-FFF2-40B4-BE49-F238E27FC236}">
                <a16:creationId xmlns:a16="http://schemas.microsoft.com/office/drawing/2014/main" id="{A965169A-0A76-49E3-8272-673358170EFB}"/>
              </a:ext>
            </a:extLst>
          </p:cNvPr>
          <p:cNvSpPr>
            <a:spLocks noGrp="1"/>
          </p:cNvSpPr>
          <p:nvPr/>
        </p:nvSpPr>
        <p:spPr>
          <a:xfrm>
            <a:off x="7203281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65" name="object-165">
            <a:extLst>
              <a:ext uri="{FF2B5EF4-FFF2-40B4-BE49-F238E27FC236}">
                <a16:creationId xmlns:a16="http://schemas.microsoft.com/office/drawing/2014/main" id="{32F4C68E-CB03-4520-B75E-7FBDFFD05D0D}"/>
              </a:ext>
            </a:extLst>
          </p:cNvPr>
          <p:cNvSpPr>
            <a:spLocks noGrp="1"/>
          </p:cNvSpPr>
          <p:nvPr/>
        </p:nvSpPr>
        <p:spPr>
          <a:xfrm>
            <a:off x="7322344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66" name="object-166">
            <a:extLst>
              <a:ext uri="{FF2B5EF4-FFF2-40B4-BE49-F238E27FC236}">
                <a16:creationId xmlns:a16="http://schemas.microsoft.com/office/drawing/2014/main" id="{2AE6E5F3-1738-4D48-85D5-47C2676E81F8}"/>
              </a:ext>
            </a:extLst>
          </p:cNvPr>
          <p:cNvSpPr>
            <a:spLocks noGrp="1"/>
          </p:cNvSpPr>
          <p:nvPr/>
        </p:nvSpPr>
        <p:spPr>
          <a:xfrm>
            <a:off x="7441406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67" name="object-167">
            <a:extLst>
              <a:ext uri="{FF2B5EF4-FFF2-40B4-BE49-F238E27FC236}">
                <a16:creationId xmlns:a16="http://schemas.microsoft.com/office/drawing/2014/main" id="{2A855D9C-A8FC-4F8B-97FE-0E3135C901E2}"/>
              </a:ext>
            </a:extLst>
          </p:cNvPr>
          <p:cNvSpPr>
            <a:spLocks noGrp="1"/>
          </p:cNvSpPr>
          <p:nvPr/>
        </p:nvSpPr>
        <p:spPr>
          <a:xfrm>
            <a:off x="7560469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68" name="object-168">
            <a:extLst>
              <a:ext uri="{FF2B5EF4-FFF2-40B4-BE49-F238E27FC236}">
                <a16:creationId xmlns:a16="http://schemas.microsoft.com/office/drawing/2014/main" id="{38244C1D-C636-4250-AB97-E1573E3F2561}"/>
              </a:ext>
            </a:extLst>
          </p:cNvPr>
          <p:cNvSpPr>
            <a:spLocks noGrp="1"/>
          </p:cNvSpPr>
          <p:nvPr/>
        </p:nvSpPr>
        <p:spPr>
          <a:xfrm>
            <a:off x="7679531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69" name="object-169">
            <a:extLst>
              <a:ext uri="{FF2B5EF4-FFF2-40B4-BE49-F238E27FC236}">
                <a16:creationId xmlns:a16="http://schemas.microsoft.com/office/drawing/2014/main" id="{9C938143-D023-46EE-850D-EB559B9691F4}"/>
              </a:ext>
            </a:extLst>
          </p:cNvPr>
          <p:cNvSpPr>
            <a:spLocks noGrp="1"/>
          </p:cNvSpPr>
          <p:nvPr/>
        </p:nvSpPr>
        <p:spPr>
          <a:xfrm>
            <a:off x="7798594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70" name="object-170">
            <a:extLst>
              <a:ext uri="{FF2B5EF4-FFF2-40B4-BE49-F238E27FC236}">
                <a16:creationId xmlns:a16="http://schemas.microsoft.com/office/drawing/2014/main" id="{4F55D7E5-7DCD-4DDA-AF05-15C28DC06096}"/>
              </a:ext>
            </a:extLst>
          </p:cNvPr>
          <p:cNvSpPr>
            <a:spLocks noGrp="1"/>
          </p:cNvSpPr>
          <p:nvPr/>
        </p:nvSpPr>
        <p:spPr>
          <a:xfrm>
            <a:off x="7917656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71" name="object-171">
            <a:extLst>
              <a:ext uri="{FF2B5EF4-FFF2-40B4-BE49-F238E27FC236}">
                <a16:creationId xmlns:a16="http://schemas.microsoft.com/office/drawing/2014/main" id="{F8F19D66-08C5-4EB1-83D4-4FBADF572A38}"/>
              </a:ext>
            </a:extLst>
          </p:cNvPr>
          <p:cNvSpPr>
            <a:spLocks noGrp="1"/>
          </p:cNvSpPr>
          <p:nvPr/>
        </p:nvSpPr>
        <p:spPr>
          <a:xfrm>
            <a:off x="8036719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72" name="object-172">
            <a:extLst>
              <a:ext uri="{FF2B5EF4-FFF2-40B4-BE49-F238E27FC236}">
                <a16:creationId xmlns:a16="http://schemas.microsoft.com/office/drawing/2014/main" id="{4AC497CB-F824-4BFD-B0BA-9F39DC6478D6}"/>
              </a:ext>
            </a:extLst>
          </p:cNvPr>
          <p:cNvSpPr>
            <a:spLocks noGrp="1"/>
          </p:cNvSpPr>
          <p:nvPr/>
        </p:nvSpPr>
        <p:spPr>
          <a:xfrm>
            <a:off x="8155781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73" name="object-173">
            <a:extLst>
              <a:ext uri="{FF2B5EF4-FFF2-40B4-BE49-F238E27FC236}">
                <a16:creationId xmlns:a16="http://schemas.microsoft.com/office/drawing/2014/main" id="{E43A430A-E411-4029-8985-C456F7AF2E65}"/>
              </a:ext>
            </a:extLst>
          </p:cNvPr>
          <p:cNvSpPr>
            <a:spLocks noGrp="1"/>
          </p:cNvSpPr>
          <p:nvPr/>
        </p:nvSpPr>
        <p:spPr>
          <a:xfrm>
            <a:off x="8274844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74" name="object-174">
            <a:extLst>
              <a:ext uri="{FF2B5EF4-FFF2-40B4-BE49-F238E27FC236}">
                <a16:creationId xmlns:a16="http://schemas.microsoft.com/office/drawing/2014/main" id="{4A32FA75-3A4F-4E00-8C39-8D636359BAA3}"/>
              </a:ext>
            </a:extLst>
          </p:cNvPr>
          <p:cNvSpPr>
            <a:spLocks noGrp="1"/>
          </p:cNvSpPr>
          <p:nvPr/>
        </p:nvSpPr>
        <p:spPr>
          <a:xfrm>
            <a:off x="8393906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75" name="object-175">
            <a:extLst>
              <a:ext uri="{FF2B5EF4-FFF2-40B4-BE49-F238E27FC236}">
                <a16:creationId xmlns:a16="http://schemas.microsoft.com/office/drawing/2014/main" id="{67F4DA55-39C1-4430-B9D0-BD8B5FEB582A}"/>
              </a:ext>
            </a:extLst>
          </p:cNvPr>
          <p:cNvSpPr>
            <a:spLocks noGrp="1"/>
          </p:cNvSpPr>
          <p:nvPr/>
        </p:nvSpPr>
        <p:spPr>
          <a:xfrm>
            <a:off x="8512969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76" name="object-176">
            <a:extLst>
              <a:ext uri="{FF2B5EF4-FFF2-40B4-BE49-F238E27FC236}">
                <a16:creationId xmlns:a16="http://schemas.microsoft.com/office/drawing/2014/main" id="{94E6B9DF-1F50-4DE6-8BD2-35B24F2EAD66}"/>
              </a:ext>
            </a:extLst>
          </p:cNvPr>
          <p:cNvSpPr>
            <a:spLocks noGrp="1"/>
          </p:cNvSpPr>
          <p:nvPr/>
        </p:nvSpPr>
        <p:spPr>
          <a:xfrm>
            <a:off x="8632031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77" name="object-177">
            <a:extLst>
              <a:ext uri="{FF2B5EF4-FFF2-40B4-BE49-F238E27FC236}">
                <a16:creationId xmlns:a16="http://schemas.microsoft.com/office/drawing/2014/main" id="{2D27C413-351E-4560-A357-183C1169F077}"/>
              </a:ext>
            </a:extLst>
          </p:cNvPr>
          <p:cNvSpPr>
            <a:spLocks noGrp="1"/>
          </p:cNvSpPr>
          <p:nvPr/>
        </p:nvSpPr>
        <p:spPr>
          <a:xfrm>
            <a:off x="8751094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78" name="object-178">
            <a:extLst>
              <a:ext uri="{FF2B5EF4-FFF2-40B4-BE49-F238E27FC236}">
                <a16:creationId xmlns:a16="http://schemas.microsoft.com/office/drawing/2014/main" id="{ADD2915E-044C-4DD5-BCB1-2866ECC0B1EF}"/>
              </a:ext>
            </a:extLst>
          </p:cNvPr>
          <p:cNvSpPr>
            <a:spLocks noGrp="1"/>
          </p:cNvSpPr>
          <p:nvPr/>
        </p:nvSpPr>
        <p:spPr>
          <a:xfrm>
            <a:off x="8870156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79" name="object-179">
            <a:extLst>
              <a:ext uri="{FF2B5EF4-FFF2-40B4-BE49-F238E27FC236}">
                <a16:creationId xmlns:a16="http://schemas.microsoft.com/office/drawing/2014/main" id="{9C15AE35-FD07-42EB-ACEF-0BD74A4945E4}"/>
              </a:ext>
            </a:extLst>
          </p:cNvPr>
          <p:cNvSpPr>
            <a:spLocks noGrp="1"/>
          </p:cNvSpPr>
          <p:nvPr/>
        </p:nvSpPr>
        <p:spPr>
          <a:xfrm>
            <a:off x="8989219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80" name="object-180">
            <a:extLst>
              <a:ext uri="{FF2B5EF4-FFF2-40B4-BE49-F238E27FC236}">
                <a16:creationId xmlns:a16="http://schemas.microsoft.com/office/drawing/2014/main" id="{EEBF9003-F2A7-4EAD-ABED-F26A84A0BA6C}"/>
              </a:ext>
            </a:extLst>
          </p:cNvPr>
          <p:cNvSpPr>
            <a:spLocks noGrp="1"/>
          </p:cNvSpPr>
          <p:nvPr/>
        </p:nvSpPr>
        <p:spPr>
          <a:xfrm>
            <a:off x="9108281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81" name="object-181">
            <a:extLst>
              <a:ext uri="{FF2B5EF4-FFF2-40B4-BE49-F238E27FC236}">
                <a16:creationId xmlns:a16="http://schemas.microsoft.com/office/drawing/2014/main" id="{1BEBD9FD-5D43-434D-AF74-2584B5E07042}"/>
              </a:ext>
            </a:extLst>
          </p:cNvPr>
          <p:cNvSpPr>
            <a:spLocks noGrp="1"/>
          </p:cNvSpPr>
          <p:nvPr/>
        </p:nvSpPr>
        <p:spPr>
          <a:xfrm>
            <a:off x="9227344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82" name="object-182">
            <a:extLst>
              <a:ext uri="{FF2B5EF4-FFF2-40B4-BE49-F238E27FC236}">
                <a16:creationId xmlns:a16="http://schemas.microsoft.com/office/drawing/2014/main" id="{E771A649-4174-42F7-AD36-5E548BF81A1D}"/>
              </a:ext>
            </a:extLst>
          </p:cNvPr>
          <p:cNvSpPr>
            <a:spLocks noGrp="1"/>
          </p:cNvSpPr>
          <p:nvPr/>
        </p:nvSpPr>
        <p:spPr>
          <a:xfrm>
            <a:off x="9346406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83" name="object-183">
            <a:extLst>
              <a:ext uri="{FF2B5EF4-FFF2-40B4-BE49-F238E27FC236}">
                <a16:creationId xmlns:a16="http://schemas.microsoft.com/office/drawing/2014/main" id="{8C513BB3-F9EF-4A7E-AAF9-63252930146B}"/>
              </a:ext>
            </a:extLst>
          </p:cNvPr>
          <p:cNvSpPr>
            <a:spLocks noGrp="1"/>
          </p:cNvSpPr>
          <p:nvPr/>
        </p:nvSpPr>
        <p:spPr>
          <a:xfrm>
            <a:off x="9465469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84" name="object-184">
            <a:extLst>
              <a:ext uri="{FF2B5EF4-FFF2-40B4-BE49-F238E27FC236}">
                <a16:creationId xmlns:a16="http://schemas.microsoft.com/office/drawing/2014/main" id="{79EA960B-0544-4175-A0DD-C75EB604F8C8}"/>
              </a:ext>
            </a:extLst>
          </p:cNvPr>
          <p:cNvSpPr>
            <a:spLocks noGrp="1"/>
          </p:cNvSpPr>
          <p:nvPr/>
        </p:nvSpPr>
        <p:spPr>
          <a:xfrm>
            <a:off x="9584531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85" name="object-185">
            <a:extLst>
              <a:ext uri="{FF2B5EF4-FFF2-40B4-BE49-F238E27FC236}">
                <a16:creationId xmlns:a16="http://schemas.microsoft.com/office/drawing/2014/main" id="{22EFE92B-FAD2-4473-8806-B3A0BEB7BCF8}"/>
              </a:ext>
            </a:extLst>
          </p:cNvPr>
          <p:cNvSpPr>
            <a:spLocks noGrp="1"/>
          </p:cNvSpPr>
          <p:nvPr/>
        </p:nvSpPr>
        <p:spPr>
          <a:xfrm>
            <a:off x="9703594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86" name="object-186">
            <a:extLst>
              <a:ext uri="{FF2B5EF4-FFF2-40B4-BE49-F238E27FC236}">
                <a16:creationId xmlns:a16="http://schemas.microsoft.com/office/drawing/2014/main" id="{7A126A5A-48B1-4EBA-84B2-4ECDA4297A7E}"/>
              </a:ext>
            </a:extLst>
          </p:cNvPr>
          <p:cNvSpPr>
            <a:spLocks noGrp="1"/>
          </p:cNvSpPr>
          <p:nvPr/>
        </p:nvSpPr>
        <p:spPr>
          <a:xfrm>
            <a:off x="9822656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87" name="object-187">
            <a:extLst>
              <a:ext uri="{FF2B5EF4-FFF2-40B4-BE49-F238E27FC236}">
                <a16:creationId xmlns:a16="http://schemas.microsoft.com/office/drawing/2014/main" id="{621C1DA8-F6C2-43E9-9F16-A3680AC6966C}"/>
              </a:ext>
            </a:extLst>
          </p:cNvPr>
          <p:cNvSpPr>
            <a:spLocks noGrp="1"/>
          </p:cNvSpPr>
          <p:nvPr/>
        </p:nvSpPr>
        <p:spPr>
          <a:xfrm>
            <a:off x="9941719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88" name="object-188">
            <a:extLst>
              <a:ext uri="{FF2B5EF4-FFF2-40B4-BE49-F238E27FC236}">
                <a16:creationId xmlns:a16="http://schemas.microsoft.com/office/drawing/2014/main" id="{5F1BEC3E-F4AC-46B0-A94A-29F984CCA47C}"/>
              </a:ext>
            </a:extLst>
          </p:cNvPr>
          <p:cNvSpPr>
            <a:spLocks noGrp="1"/>
          </p:cNvSpPr>
          <p:nvPr/>
        </p:nvSpPr>
        <p:spPr>
          <a:xfrm>
            <a:off x="10060781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89" name="object-189">
            <a:extLst>
              <a:ext uri="{FF2B5EF4-FFF2-40B4-BE49-F238E27FC236}">
                <a16:creationId xmlns:a16="http://schemas.microsoft.com/office/drawing/2014/main" id="{4547DB17-DBC1-4C27-8A23-886D721B26D5}"/>
              </a:ext>
            </a:extLst>
          </p:cNvPr>
          <p:cNvSpPr>
            <a:spLocks noGrp="1"/>
          </p:cNvSpPr>
          <p:nvPr/>
        </p:nvSpPr>
        <p:spPr>
          <a:xfrm>
            <a:off x="10179844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90" name="object-190">
            <a:extLst>
              <a:ext uri="{FF2B5EF4-FFF2-40B4-BE49-F238E27FC236}">
                <a16:creationId xmlns:a16="http://schemas.microsoft.com/office/drawing/2014/main" id="{69959E83-6B65-4D74-963A-C0B1AC9CFCBF}"/>
              </a:ext>
            </a:extLst>
          </p:cNvPr>
          <p:cNvSpPr>
            <a:spLocks noGrp="1"/>
          </p:cNvSpPr>
          <p:nvPr/>
        </p:nvSpPr>
        <p:spPr>
          <a:xfrm>
            <a:off x="10298906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91" name="object-191">
            <a:extLst>
              <a:ext uri="{FF2B5EF4-FFF2-40B4-BE49-F238E27FC236}">
                <a16:creationId xmlns:a16="http://schemas.microsoft.com/office/drawing/2014/main" id="{42E7DE01-D7B3-4AA3-A547-8329C2B047B8}"/>
              </a:ext>
            </a:extLst>
          </p:cNvPr>
          <p:cNvSpPr>
            <a:spLocks noGrp="1"/>
          </p:cNvSpPr>
          <p:nvPr/>
        </p:nvSpPr>
        <p:spPr>
          <a:xfrm>
            <a:off x="10417969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92" name="object-192">
            <a:extLst>
              <a:ext uri="{FF2B5EF4-FFF2-40B4-BE49-F238E27FC236}">
                <a16:creationId xmlns:a16="http://schemas.microsoft.com/office/drawing/2014/main" id="{FA53F5E0-2784-48C3-B876-31216C623857}"/>
              </a:ext>
            </a:extLst>
          </p:cNvPr>
          <p:cNvSpPr>
            <a:spLocks noGrp="1"/>
          </p:cNvSpPr>
          <p:nvPr/>
        </p:nvSpPr>
        <p:spPr>
          <a:xfrm>
            <a:off x="10537031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93" name="object-193">
            <a:extLst>
              <a:ext uri="{FF2B5EF4-FFF2-40B4-BE49-F238E27FC236}">
                <a16:creationId xmlns:a16="http://schemas.microsoft.com/office/drawing/2014/main" id="{2D97536A-BAEE-4879-A6F1-17525468F7BC}"/>
              </a:ext>
            </a:extLst>
          </p:cNvPr>
          <p:cNvSpPr>
            <a:spLocks noGrp="1"/>
          </p:cNvSpPr>
          <p:nvPr/>
        </p:nvSpPr>
        <p:spPr>
          <a:xfrm>
            <a:off x="10656094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94" name="object-194">
            <a:extLst>
              <a:ext uri="{FF2B5EF4-FFF2-40B4-BE49-F238E27FC236}">
                <a16:creationId xmlns:a16="http://schemas.microsoft.com/office/drawing/2014/main" id="{EAACCC4D-F4B2-49BC-B0D2-93A5430D9844}"/>
              </a:ext>
            </a:extLst>
          </p:cNvPr>
          <p:cNvSpPr>
            <a:spLocks noGrp="1"/>
          </p:cNvSpPr>
          <p:nvPr/>
        </p:nvSpPr>
        <p:spPr>
          <a:xfrm>
            <a:off x="10775156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95" name="object-195">
            <a:extLst>
              <a:ext uri="{FF2B5EF4-FFF2-40B4-BE49-F238E27FC236}">
                <a16:creationId xmlns:a16="http://schemas.microsoft.com/office/drawing/2014/main" id="{746B0B5D-D27E-4F65-AB5F-5B0E2CC0C736}"/>
              </a:ext>
            </a:extLst>
          </p:cNvPr>
          <p:cNvSpPr>
            <a:spLocks noGrp="1"/>
          </p:cNvSpPr>
          <p:nvPr/>
        </p:nvSpPr>
        <p:spPr>
          <a:xfrm>
            <a:off x="10894219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96" name="object-196">
            <a:extLst>
              <a:ext uri="{FF2B5EF4-FFF2-40B4-BE49-F238E27FC236}">
                <a16:creationId xmlns:a16="http://schemas.microsoft.com/office/drawing/2014/main" id="{9582839A-369F-4EF1-90E4-3A2BE6DC31F5}"/>
              </a:ext>
            </a:extLst>
          </p:cNvPr>
          <p:cNvSpPr>
            <a:spLocks noGrp="1"/>
          </p:cNvSpPr>
          <p:nvPr/>
        </p:nvSpPr>
        <p:spPr>
          <a:xfrm>
            <a:off x="11013281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97" name="object-197">
            <a:extLst>
              <a:ext uri="{FF2B5EF4-FFF2-40B4-BE49-F238E27FC236}">
                <a16:creationId xmlns:a16="http://schemas.microsoft.com/office/drawing/2014/main" id="{021A0435-25AE-41E7-A062-1AECA75E5481}"/>
              </a:ext>
            </a:extLst>
          </p:cNvPr>
          <p:cNvSpPr>
            <a:spLocks noGrp="1"/>
          </p:cNvSpPr>
          <p:nvPr/>
        </p:nvSpPr>
        <p:spPr>
          <a:xfrm>
            <a:off x="11132344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98" name="object-198">
            <a:extLst>
              <a:ext uri="{FF2B5EF4-FFF2-40B4-BE49-F238E27FC236}">
                <a16:creationId xmlns:a16="http://schemas.microsoft.com/office/drawing/2014/main" id="{D618200A-7F05-469D-B94C-E1735214BC56}"/>
              </a:ext>
            </a:extLst>
          </p:cNvPr>
          <p:cNvSpPr>
            <a:spLocks noGrp="1"/>
          </p:cNvSpPr>
          <p:nvPr/>
        </p:nvSpPr>
        <p:spPr>
          <a:xfrm>
            <a:off x="11251406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99" name="object-199">
            <a:extLst>
              <a:ext uri="{FF2B5EF4-FFF2-40B4-BE49-F238E27FC236}">
                <a16:creationId xmlns:a16="http://schemas.microsoft.com/office/drawing/2014/main" id="{9D56871B-7A07-443E-8FCA-153E6D20E815}"/>
              </a:ext>
            </a:extLst>
          </p:cNvPr>
          <p:cNvSpPr>
            <a:spLocks noGrp="1"/>
          </p:cNvSpPr>
          <p:nvPr/>
        </p:nvSpPr>
        <p:spPr>
          <a:xfrm>
            <a:off x="11370469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00" name="object-200">
            <a:extLst>
              <a:ext uri="{FF2B5EF4-FFF2-40B4-BE49-F238E27FC236}">
                <a16:creationId xmlns:a16="http://schemas.microsoft.com/office/drawing/2014/main" id="{FD7E8235-B1E4-4268-B950-0375A3569F35}"/>
              </a:ext>
            </a:extLst>
          </p:cNvPr>
          <p:cNvSpPr>
            <a:spLocks noGrp="1"/>
          </p:cNvSpPr>
          <p:nvPr/>
        </p:nvSpPr>
        <p:spPr>
          <a:xfrm>
            <a:off x="11489531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01" name="object-201">
            <a:extLst>
              <a:ext uri="{FF2B5EF4-FFF2-40B4-BE49-F238E27FC236}">
                <a16:creationId xmlns:a16="http://schemas.microsoft.com/office/drawing/2014/main" id="{7F95B13B-63EB-48EA-80E7-92F042085943}"/>
              </a:ext>
            </a:extLst>
          </p:cNvPr>
          <p:cNvSpPr>
            <a:spLocks noGrp="1"/>
          </p:cNvSpPr>
          <p:nvPr/>
        </p:nvSpPr>
        <p:spPr>
          <a:xfrm>
            <a:off x="11608594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02" name="object-202">
            <a:extLst>
              <a:ext uri="{FF2B5EF4-FFF2-40B4-BE49-F238E27FC236}">
                <a16:creationId xmlns:a16="http://schemas.microsoft.com/office/drawing/2014/main" id="{67796EA1-C269-40CB-920C-E3E64F79ADE7}"/>
              </a:ext>
            </a:extLst>
          </p:cNvPr>
          <p:cNvSpPr>
            <a:spLocks noGrp="1"/>
          </p:cNvSpPr>
          <p:nvPr/>
        </p:nvSpPr>
        <p:spPr>
          <a:xfrm>
            <a:off x="11727656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03" name="object-203">
            <a:extLst>
              <a:ext uri="{FF2B5EF4-FFF2-40B4-BE49-F238E27FC236}">
                <a16:creationId xmlns:a16="http://schemas.microsoft.com/office/drawing/2014/main" id="{1664E254-8AB8-462B-B645-1A744251BEEC}"/>
              </a:ext>
            </a:extLst>
          </p:cNvPr>
          <p:cNvSpPr>
            <a:spLocks noGrp="1"/>
          </p:cNvSpPr>
          <p:nvPr/>
        </p:nvSpPr>
        <p:spPr>
          <a:xfrm>
            <a:off x="11846719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04" name="object-204">
            <a:extLst>
              <a:ext uri="{FF2B5EF4-FFF2-40B4-BE49-F238E27FC236}">
                <a16:creationId xmlns:a16="http://schemas.microsoft.com/office/drawing/2014/main" id="{4477B0DD-EAB3-4844-8F67-7389F3632A75}"/>
              </a:ext>
            </a:extLst>
          </p:cNvPr>
          <p:cNvSpPr>
            <a:spLocks noGrp="1"/>
          </p:cNvSpPr>
          <p:nvPr/>
        </p:nvSpPr>
        <p:spPr>
          <a:xfrm>
            <a:off x="11965781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05" name="object-205">
            <a:extLst>
              <a:ext uri="{FF2B5EF4-FFF2-40B4-BE49-F238E27FC236}">
                <a16:creationId xmlns:a16="http://schemas.microsoft.com/office/drawing/2014/main" id="{380ED181-9AE3-4A83-9C53-68B469FF3773}"/>
              </a:ext>
            </a:extLst>
          </p:cNvPr>
          <p:cNvSpPr>
            <a:spLocks noGrp="1"/>
          </p:cNvSpPr>
          <p:nvPr/>
        </p:nvSpPr>
        <p:spPr>
          <a:xfrm>
            <a:off x="12084844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06" name="object-206">
            <a:extLst>
              <a:ext uri="{FF2B5EF4-FFF2-40B4-BE49-F238E27FC236}">
                <a16:creationId xmlns:a16="http://schemas.microsoft.com/office/drawing/2014/main" id="{9494C3FC-C910-4AB4-BDD7-D7362912A81A}"/>
              </a:ext>
            </a:extLst>
          </p:cNvPr>
          <p:cNvSpPr>
            <a:spLocks noGrp="1"/>
          </p:cNvSpPr>
          <p:nvPr/>
        </p:nvSpPr>
        <p:spPr>
          <a:xfrm>
            <a:off x="12203906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07" name="object-207">
            <a:extLst>
              <a:ext uri="{FF2B5EF4-FFF2-40B4-BE49-F238E27FC236}">
                <a16:creationId xmlns:a16="http://schemas.microsoft.com/office/drawing/2014/main" id="{4A5A3094-B043-4DF6-BB9C-14ED36A7E0A9}"/>
              </a:ext>
            </a:extLst>
          </p:cNvPr>
          <p:cNvSpPr>
            <a:spLocks noGrp="1"/>
          </p:cNvSpPr>
          <p:nvPr/>
        </p:nvSpPr>
        <p:spPr>
          <a:xfrm>
            <a:off x="12322969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08" name="object-208">
            <a:extLst>
              <a:ext uri="{FF2B5EF4-FFF2-40B4-BE49-F238E27FC236}">
                <a16:creationId xmlns:a16="http://schemas.microsoft.com/office/drawing/2014/main" id="{3D7EF0AD-9BB5-4307-8F6C-961E35AE2144}"/>
              </a:ext>
            </a:extLst>
          </p:cNvPr>
          <p:cNvSpPr>
            <a:spLocks noGrp="1"/>
          </p:cNvSpPr>
          <p:nvPr/>
        </p:nvSpPr>
        <p:spPr>
          <a:xfrm>
            <a:off x="12442031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09" name="object-209">
            <a:extLst>
              <a:ext uri="{FF2B5EF4-FFF2-40B4-BE49-F238E27FC236}">
                <a16:creationId xmlns:a16="http://schemas.microsoft.com/office/drawing/2014/main" id="{FC9C1B88-138C-45D7-8242-C76D0D18B0A9}"/>
              </a:ext>
            </a:extLst>
          </p:cNvPr>
          <p:cNvSpPr>
            <a:spLocks noGrp="1"/>
          </p:cNvSpPr>
          <p:nvPr/>
        </p:nvSpPr>
        <p:spPr>
          <a:xfrm>
            <a:off x="12561094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10" name="object-210">
            <a:extLst>
              <a:ext uri="{FF2B5EF4-FFF2-40B4-BE49-F238E27FC236}">
                <a16:creationId xmlns:a16="http://schemas.microsoft.com/office/drawing/2014/main" id="{43909B69-5E86-40B8-B8D4-8953383C8AC8}"/>
              </a:ext>
            </a:extLst>
          </p:cNvPr>
          <p:cNvSpPr>
            <a:spLocks noGrp="1"/>
          </p:cNvSpPr>
          <p:nvPr/>
        </p:nvSpPr>
        <p:spPr>
          <a:xfrm>
            <a:off x="12680156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11" name="object-211">
            <a:extLst>
              <a:ext uri="{FF2B5EF4-FFF2-40B4-BE49-F238E27FC236}">
                <a16:creationId xmlns:a16="http://schemas.microsoft.com/office/drawing/2014/main" id="{579F6835-ED3E-4432-8E6C-100B2CBF65E2}"/>
              </a:ext>
            </a:extLst>
          </p:cNvPr>
          <p:cNvSpPr>
            <a:spLocks noGrp="1"/>
          </p:cNvSpPr>
          <p:nvPr/>
        </p:nvSpPr>
        <p:spPr>
          <a:xfrm>
            <a:off x="12799219" y="5988844"/>
            <a:ext cx="11906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12" name="object-212">
            <a:extLst>
              <a:ext uri="{FF2B5EF4-FFF2-40B4-BE49-F238E27FC236}">
                <a16:creationId xmlns:a16="http://schemas.microsoft.com/office/drawing/2014/main" id="{FF7E3BF6-380F-42A7-8B57-DC546AB9D6DA}"/>
              </a:ext>
            </a:extLst>
          </p:cNvPr>
          <p:cNvSpPr>
            <a:spLocks noGrp="1"/>
          </p:cNvSpPr>
          <p:nvPr/>
        </p:nvSpPr>
        <p:spPr>
          <a:xfrm>
            <a:off x="1488281" y="5310188"/>
            <a:ext cx="142875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213" name="object-213">
            <a:extLst>
              <a:ext uri="{FF2B5EF4-FFF2-40B4-BE49-F238E27FC236}">
                <a16:creationId xmlns:a16="http://schemas.microsoft.com/office/drawing/2014/main" id="{2B3F141E-D707-451B-9E5F-15A591F4E46A}"/>
              </a:ext>
            </a:extLst>
          </p:cNvPr>
          <p:cNvSpPr>
            <a:spLocks noGrp="1"/>
          </p:cNvSpPr>
          <p:nvPr/>
        </p:nvSpPr>
        <p:spPr>
          <a:xfrm>
            <a:off x="1488281" y="5988844"/>
            <a:ext cx="142875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214" name="object-214">
            <a:extLst>
              <a:ext uri="{FF2B5EF4-FFF2-40B4-BE49-F238E27FC236}">
                <a16:creationId xmlns:a16="http://schemas.microsoft.com/office/drawing/2014/main" id="{454660CE-D348-440F-AD08-7928FC36A5CC}"/>
              </a:ext>
            </a:extLst>
          </p:cNvPr>
          <p:cNvSpPr>
            <a:spLocks noGrp="1"/>
          </p:cNvSpPr>
          <p:nvPr/>
        </p:nvSpPr>
        <p:spPr>
          <a:xfrm>
            <a:off x="2917031" y="5310188"/>
            <a:ext cx="142875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215" name="object-215">
            <a:extLst>
              <a:ext uri="{FF2B5EF4-FFF2-40B4-BE49-F238E27FC236}">
                <a16:creationId xmlns:a16="http://schemas.microsoft.com/office/drawing/2014/main" id="{C1E3246F-F94E-4641-B695-CE50B03AA770}"/>
              </a:ext>
            </a:extLst>
          </p:cNvPr>
          <p:cNvSpPr>
            <a:spLocks noGrp="1"/>
          </p:cNvSpPr>
          <p:nvPr/>
        </p:nvSpPr>
        <p:spPr>
          <a:xfrm>
            <a:off x="2917031" y="5988844"/>
            <a:ext cx="142875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216" name="object-216">
            <a:extLst>
              <a:ext uri="{FF2B5EF4-FFF2-40B4-BE49-F238E27FC236}">
                <a16:creationId xmlns:a16="http://schemas.microsoft.com/office/drawing/2014/main" id="{DD7C60EE-1213-41A9-B4D8-4B3D76123485}"/>
              </a:ext>
            </a:extLst>
          </p:cNvPr>
          <p:cNvSpPr>
            <a:spLocks noGrp="1"/>
          </p:cNvSpPr>
          <p:nvPr/>
        </p:nvSpPr>
        <p:spPr>
          <a:xfrm>
            <a:off x="4345781" y="5310188"/>
            <a:ext cx="142875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217" name="object-217">
            <a:extLst>
              <a:ext uri="{FF2B5EF4-FFF2-40B4-BE49-F238E27FC236}">
                <a16:creationId xmlns:a16="http://schemas.microsoft.com/office/drawing/2014/main" id="{FC2C48C0-B475-4E9E-A1EF-57CE90C8398A}"/>
              </a:ext>
            </a:extLst>
          </p:cNvPr>
          <p:cNvSpPr>
            <a:spLocks noGrp="1"/>
          </p:cNvSpPr>
          <p:nvPr/>
        </p:nvSpPr>
        <p:spPr>
          <a:xfrm>
            <a:off x="4345781" y="5988844"/>
            <a:ext cx="142875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218" name="object-218">
            <a:extLst>
              <a:ext uri="{FF2B5EF4-FFF2-40B4-BE49-F238E27FC236}">
                <a16:creationId xmlns:a16="http://schemas.microsoft.com/office/drawing/2014/main" id="{980652B0-E935-42F1-AFF5-DF1E2D75CA71}"/>
              </a:ext>
            </a:extLst>
          </p:cNvPr>
          <p:cNvSpPr>
            <a:spLocks noGrp="1"/>
          </p:cNvSpPr>
          <p:nvPr/>
        </p:nvSpPr>
        <p:spPr>
          <a:xfrm>
            <a:off x="5774531" y="5310188"/>
            <a:ext cx="142875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219" name="object-219">
            <a:extLst>
              <a:ext uri="{FF2B5EF4-FFF2-40B4-BE49-F238E27FC236}">
                <a16:creationId xmlns:a16="http://schemas.microsoft.com/office/drawing/2014/main" id="{B74B6B6F-1618-4635-A144-43B78F96D2F9}"/>
              </a:ext>
            </a:extLst>
          </p:cNvPr>
          <p:cNvSpPr>
            <a:spLocks noGrp="1"/>
          </p:cNvSpPr>
          <p:nvPr/>
        </p:nvSpPr>
        <p:spPr>
          <a:xfrm>
            <a:off x="5774531" y="5988844"/>
            <a:ext cx="142875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220" name="object-220">
            <a:extLst>
              <a:ext uri="{FF2B5EF4-FFF2-40B4-BE49-F238E27FC236}">
                <a16:creationId xmlns:a16="http://schemas.microsoft.com/office/drawing/2014/main" id="{EBD96592-2C0D-4EB9-BC5B-561A86E828E3}"/>
              </a:ext>
            </a:extLst>
          </p:cNvPr>
          <p:cNvSpPr>
            <a:spLocks noGrp="1"/>
          </p:cNvSpPr>
          <p:nvPr/>
        </p:nvSpPr>
        <p:spPr>
          <a:xfrm>
            <a:off x="7203281" y="5310188"/>
            <a:ext cx="142875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221" name="object-221">
            <a:extLst>
              <a:ext uri="{FF2B5EF4-FFF2-40B4-BE49-F238E27FC236}">
                <a16:creationId xmlns:a16="http://schemas.microsoft.com/office/drawing/2014/main" id="{C42A63A4-2D4F-4671-B95A-53C7A5ABC87A}"/>
              </a:ext>
            </a:extLst>
          </p:cNvPr>
          <p:cNvSpPr>
            <a:spLocks noGrp="1"/>
          </p:cNvSpPr>
          <p:nvPr/>
        </p:nvSpPr>
        <p:spPr>
          <a:xfrm>
            <a:off x="7203281" y="5988844"/>
            <a:ext cx="142875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222" name="object-222">
            <a:extLst>
              <a:ext uri="{FF2B5EF4-FFF2-40B4-BE49-F238E27FC236}">
                <a16:creationId xmlns:a16="http://schemas.microsoft.com/office/drawing/2014/main" id="{32869F04-EEAB-46CF-AAAF-42C063A8D997}"/>
              </a:ext>
            </a:extLst>
          </p:cNvPr>
          <p:cNvSpPr>
            <a:spLocks noGrp="1"/>
          </p:cNvSpPr>
          <p:nvPr/>
        </p:nvSpPr>
        <p:spPr>
          <a:xfrm>
            <a:off x="8632031" y="5310188"/>
            <a:ext cx="142875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223" name="object-223">
            <a:extLst>
              <a:ext uri="{FF2B5EF4-FFF2-40B4-BE49-F238E27FC236}">
                <a16:creationId xmlns:a16="http://schemas.microsoft.com/office/drawing/2014/main" id="{956D94FB-5F8E-48A7-8599-FA2F3C72436F}"/>
              </a:ext>
            </a:extLst>
          </p:cNvPr>
          <p:cNvSpPr>
            <a:spLocks noGrp="1"/>
          </p:cNvSpPr>
          <p:nvPr/>
        </p:nvSpPr>
        <p:spPr>
          <a:xfrm>
            <a:off x="8632031" y="5988844"/>
            <a:ext cx="142875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224" name="object-224">
            <a:extLst>
              <a:ext uri="{FF2B5EF4-FFF2-40B4-BE49-F238E27FC236}">
                <a16:creationId xmlns:a16="http://schemas.microsoft.com/office/drawing/2014/main" id="{2CE6F1E5-6E25-4FFB-B333-6938C0694EE8}"/>
              </a:ext>
            </a:extLst>
          </p:cNvPr>
          <p:cNvSpPr>
            <a:spLocks noGrp="1"/>
          </p:cNvSpPr>
          <p:nvPr/>
        </p:nvSpPr>
        <p:spPr>
          <a:xfrm>
            <a:off x="10060781" y="5310188"/>
            <a:ext cx="142875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225" name="object-225">
            <a:extLst>
              <a:ext uri="{FF2B5EF4-FFF2-40B4-BE49-F238E27FC236}">
                <a16:creationId xmlns:a16="http://schemas.microsoft.com/office/drawing/2014/main" id="{111B3729-01E2-4F5B-8777-7C8C982846B4}"/>
              </a:ext>
            </a:extLst>
          </p:cNvPr>
          <p:cNvSpPr>
            <a:spLocks noGrp="1"/>
          </p:cNvSpPr>
          <p:nvPr/>
        </p:nvSpPr>
        <p:spPr>
          <a:xfrm>
            <a:off x="10060781" y="5988844"/>
            <a:ext cx="142875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226" name="object-226">
            <a:extLst>
              <a:ext uri="{FF2B5EF4-FFF2-40B4-BE49-F238E27FC236}">
                <a16:creationId xmlns:a16="http://schemas.microsoft.com/office/drawing/2014/main" id="{6BCC0CD2-021B-4288-A24F-6F68C53250CA}"/>
              </a:ext>
            </a:extLst>
          </p:cNvPr>
          <p:cNvSpPr>
            <a:spLocks noGrp="1"/>
          </p:cNvSpPr>
          <p:nvPr/>
        </p:nvSpPr>
        <p:spPr>
          <a:xfrm>
            <a:off x="11489531" y="5310188"/>
            <a:ext cx="142875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227" name="object-227">
            <a:extLst>
              <a:ext uri="{FF2B5EF4-FFF2-40B4-BE49-F238E27FC236}">
                <a16:creationId xmlns:a16="http://schemas.microsoft.com/office/drawing/2014/main" id="{41FF54A1-F964-432E-812A-3883C5C8D42B}"/>
              </a:ext>
            </a:extLst>
          </p:cNvPr>
          <p:cNvSpPr>
            <a:spLocks noGrp="1"/>
          </p:cNvSpPr>
          <p:nvPr/>
        </p:nvSpPr>
        <p:spPr>
          <a:xfrm>
            <a:off x="11489531" y="5988844"/>
            <a:ext cx="142875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228" name="object-228">
            <a:extLst>
              <a:ext uri="{FF2B5EF4-FFF2-40B4-BE49-F238E27FC236}">
                <a16:creationId xmlns:a16="http://schemas.microsoft.com/office/drawing/2014/main" id="{E75A7231-F6F3-41F6-932E-F93E47814D86}"/>
              </a:ext>
            </a:extLst>
          </p:cNvPr>
          <p:cNvSpPr>
            <a:spLocks noGrp="1"/>
          </p:cNvSpPr>
          <p:nvPr/>
        </p:nvSpPr>
        <p:spPr>
          <a:xfrm>
            <a:off x="952500" y="6607969"/>
            <a:ext cx="13335000" cy="53578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531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531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87 − 32 = 55; the denominator stays 12.</a:t>
            </a:r>
          </a:p>
        </p:txBody>
      </p:sp>
      <p:sp>
        <p:nvSpPr>
          <p:cNvPr id="229" name="object-229">
            <a:extLst>
              <a:ext uri="{FF2B5EF4-FFF2-40B4-BE49-F238E27FC236}">
                <a16:creationId xmlns:a16="http://schemas.microsoft.com/office/drawing/2014/main" id="{F209E82A-E255-4D5F-8FE0-80CDB0FC6346}"/>
              </a:ext>
            </a:extLst>
          </p:cNvPr>
          <p:cNvSpPr>
            <a:spLocks noGrp="1"/>
          </p:cNvSpPr>
          <p:nvPr/>
        </p:nvSpPr>
        <p:spPr>
          <a:xfrm>
            <a:off x="892969" y="7262813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Answer: 4 7/12</a:t>
            </a:r>
          </a:p>
        </p:txBody>
      </p:sp>
    </p:spTree>
    <p:extLst>
      <p:ext uri="{BB962C8B-B14F-4D97-AF65-F5344CB8AC3E}">
        <p14:creationId xmlns:p14="http://schemas.microsoft.com/office/powerpoint/2010/main" val="727651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indefinite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3" fill="hold">
                      <p:stCondLst>
                        <p:cond delay="indefinite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  <p:bldP spid="17" grpId="0"/>
      <p:bldP spid="19" grpId="0"/>
      <p:bldP spid="228" grpId="0"/>
      <p:bldP spid="2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-1">
            <a:extLst>
              <a:ext uri="{FF2B5EF4-FFF2-40B4-BE49-F238E27FC236}">
                <a16:creationId xmlns:a16="http://schemas.microsoft.com/office/drawing/2014/main" id="{D4D6AB8B-F27C-484C-A25F-6576662A9852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A15E63F6-D2B8-4333-AB10-00154828028E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95D87BC6-8158-419F-90EE-73062F3DB031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8 1/4 − 2 2/3.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49743E67-FDD1-403C-ADCF-60DA3B693ED5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DFCD71A1-BC54-44A4-BB08-AE5CFB7AB1BF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Subtract mixed numbers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E65F0150-DFEE-46F7-9100-9DD6A2DC6416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E237393E-5DD0-4DB7-AEE1-7874613CDE37}"/>
              </a:ext>
            </a:extLst>
          </p:cNvPr>
          <p:cNvSpPr>
            <a:spLocks noGrp="1"/>
          </p:cNvSpPr>
          <p:nvPr/>
        </p:nvSpPr>
        <p:spPr>
          <a:xfrm>
            <a:off x="1012031" y="2917031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 1/4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1A26C4C0-B0D7-4979-9C1A-5F40ECEFBF33}"/>
              </a:ext>
            </a:extLst>
          </p:cNvPr>
          <p:cNvSpPr>
            <a:spLocks noGrp="1"/>
          </p:cNvSpPr>
          <p:nvPr/>
        </p:nvSpPr>
        <p:spPr>
          <a:xfrm>
            <a:off x="4167188" y="2917031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8 × 4 + 1 = 33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64E1726D-235A-49B1-935F-A70DE0326EF1}"/>
              </a:ext>
            </a:extLst>
          </p:cNvPr>
          <p:cNvSpPr>
            <a:spLocks noGrp="1"/>
          </p:cNvSpPr>
          <p:nvPr/>
        </p:nvSpPr>
        <p:spPr>
          <a:xfrm>
            <a:off x="12858750" y="26193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D86CB6AC-7EFA-408F-8606-17CB2FA01FFA}"/>
              </a:ext>
            </a:extLst>
          </p:cNvPr>
          <p:cNvSpPr>
            <a:spLocks noGrp="1"/>
          </p:cNvSpPr>
          <p:nvPr/>
        </p:nvSpPr>
        <p:spPr>
          <a:xfrm>
            <a:off x="12858750" y="3476625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57BAFB21-D4B7-41B9-8BE2-55204A3DC0DB}"/>
              </a:ext>
            </a:extLst>
          </p:cNvPr>
          <p:cNvSpPr>
            <a:spLocks noGrp="1"/>
          </p:cNvSpPr>
          <p:nvPr/>
        </p:nvSpPr>
        <p:spPr>
          <a:xfrm>
            <a:off x="12858750" y="35718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5A57F585-3C01-4DDF-BEA3-FA4620B30AE7}"/>
              </a:ext>
            </a:extLst>
          </p:cNvPr>
          <p:cNvSpPr>
            <a:spLocks noGrp="1"/>
          </p:cNvSpPr>
          <p:nvPr/>
        </p:nvSpPr>
        <p:spPr>
          <a:xfrm>
            <a:off x="1012031" y="5000625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 2/3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AF1711E0-4905-49CE-8CE0-6D6772090BF8}"/>
              </a:ext>
            </a:extLst>
          </p:cNvPr>
          <p:cNvSpPr>
            <a:spLocks noGrp="1"/>
          </p:cNvSpPr>
          <p:nvPr/>
        </p:nvSpPr>
        <p:spPr>
          <a:xfrm>
            <a:off x="4167188" y="5000625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 × 3 + 2 = 8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2B1E97E0-30E1-437B-8E96-1B3CF41047DB}"/>
              </a:ext>
            </a:extLst>
          </p:cNvPr>
          <p:cNvSpPr>
            <a:spLocks noGrp="1"/>
          </p:cNvSpPr>
          <p:nvPr/>
        </p:nvSpPr>
        <p:spPr>
          <a:xfrm>
            <a:off x="12858750" y="47029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A5667B05-7EAB-4620-8328-E38D526B9E4B}"/>
              </a:ext>
            </a:extLst>
          </p:cNvPr>
          <p:cNvSpPr>
            <a:spLocks noGrp="1"/>
          </p:cNvSpPr>
          <p:nvPr/>
        </p:nvSpPr>
        <p:spPr>
          <a:xfrm>
            <a:off x="12858750" y="5560219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93D4B86B-6D9E-4623-938C-F08986DD2194}"/>
              </a:ext>
            </a:extLst>
          </p:cNvPr>
          <p:cNvSpPr>
            <a:spLocks noGrp="1"/>
          </p:cNvSpPr>
          <p:nvPr/>
        </p:nvSpPr>
        <p:spPr>
          <a:xfrm>
            <a:off x="12858750" y="56554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65931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3" grpId="0"/>
      <p:bldP spid="14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object-1">
            <a:extLst>
              <a:ext uri="{FF2B5EF4-FFF2-40B4-BE49-F238E27FC236}">
                <a16:creationId xmlns:a16="http://schemas.microsoft.com/office/drawing/2014/main" id="{6A41D5B0-8A1A-4849-A621-01B827CC15DC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2AB248A3-13FC-49AB-BC14-7C5301E7FD31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3E790F5E-CAED-47E8-9F8D-9B6EBEF2CB64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8 1/4 − 2 2/3.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CDEA46F7-8C5D-41C7-8E4C-B0C7B00377BC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118B3C5E-A39E-4D0C-8273-95C25E8B832F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Subtract mixed numbers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138C1380-20E6-44E9-A718-D3C0F689EFE5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6BBF1A41-CC47-445C-911C-E163822F73B1}"/>
              </a:ext>
            </a:extLst>
          </p:cNvPr>
          <p:cNvSpPr>
            <a:spLocks noGrp="1"/>
          </p:cNvSpPr>
          <p:nvPr/>
        </p:nvSpPr>
        <p:spPr>
          <a:xfrm>
            <a:off x="1071563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A9DD3B43-6162-4C98-A989-B40A2100290A}"/>
              </a:ext>
            </a:extLst>
          </p:cNvPr>
          <p:cNvSpPr>
            <a:spLocks noGrp="1"/>
          </p:cNvSpPr>
          <p:nvPr/>
        </p:nvSpPr>
        <p:spPr>
          <a:xfrm>
            <a:off x="1071563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41126E2F-EA56-4083-90A6-14D4650F4373}"/>
              </a:ext>
            </a:extLst>
          </p:cNvPr>
          <p:cNvSpPr>
            <a:spLocks noGrp="1"/>
          </p:cNvSpPr>
          <p:nvPr/>
        </p:nvSpPr>
        <p:spPr>
          <a:xfrm>
            <a:off x="1071563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5423F74E-4FEE-4ECB-9AA7-BE001EB9D5DD}"/>
              </a:ext>
            </a:extLst>
          </p:cNvPr>
          <p:cNvSpPr>
            <a:spLocks noGrp="1"/>
          </p:cNvSpPr>
          <p:nvPr/>
        </p:nvSpPr>
        <p:spPr>
          <a:xfrm>
            <a:off x="3095625" y="3500438"/>
            <a:ext cx="773906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921965B7-3803-4F3D-AE4C-885354EEFACC}"/>
              </a:ext>
            </a:extLst>
          </p:cNvPr>
          <p:cNvSpPr>
            <a:spLocks noGrp="1"/>
          </p:cNvSpPr>
          <p:nvPr/>
        </p:nvSpPr>
        <p:spPr>
          <a:xfrm>
            <a:off x="4345781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1D112F9E-94E7-4731-89FA-F658EB9673A3}"/>
              </a:ext>
            </a:extLst>
          </p:cNvPr>
          <p:cNvSpPr>
            <a:spLocks noGrp="1"/>
          </p:cNvSpPr>
          <p:nvPr/>
        </p:nvSpPr>
        <p:spPr>
          <a:xfrm>
            <a:off x="4345781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AC096A35-79AA-400A-AD17-E1E7208A76F0}"/>
              </a:ext>
            </a:extLst>
          </p:cNvPr>
          <p:cNvSpPr>
            <a:spLocks noGrp="1"/>
          </p:cNvSpPr>
          <p:nvPr/>
        </p:nvSpPr>
        <p:spPr>
          <a:xfrm>
            <a:off x="4345781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F36FF1CE-33C3-4EF2-9EB3-BF34E7377D28}"/>
              </a:ext>
            </a:extLst>
          </p:cNvPr>
          <p:cNvSpPr>
            <a:spLocks noGrp="1"/>
          </p:cNvSpPr>
          <p:nvPr/>
        </p:nvSpPr>
        <p:spPr>
          <a:xfrm>
            <a:off x="7679531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99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7F10B3EE-0653-42A2-BE06-51AE7CDF67EA}"/>
              </a:ext>
            </a:extLst>
          </p:cNvPr>
          <p:cNvSpPr>
            <a:spLocks noGrp="1"/>
          </p:cNvSpPr>
          <p:nvPr/>
        </p:nvSpPr>
        <p:spPr>
          <a:xfrm>
            <a:off x="7679531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845ED7EC-B723-4190-AD79-DDDF0ECDD48A}"/>
              </a:ext>
            </a:extLst>
          </p:cNvPr>
          <p:cNvSpPr>
            <a:spLocks noGrp="1"/>
          </p:cNvSpPr>
          <p:nvPr/>
        </p:nvSpPr>
        <p:spPr>
          <a:xfrm>
            <a:off x="7679531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1EC1E1F6-528F-4018-BB78-39446F4FDC94}"/>
              </a:ext>
            </a:extLst>
          </p:cNvPr>
          <p:cNvSpPr>
            <a:spLocks noGrp="1"/>
          </p:cNvSpPr>
          <p:nvPr/>
        </p:nvSpPr>
        <p:spPr>
          <a:xfrm>
            <a:off x="9572625" y="3500438"/>
            <a:ext cx="773906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F8606A38-A9E4-49BC-AE4A-A2E2B5A834FC}"/>
              </a:ext>
            </a:extLst>
          </p:cNvPr>
          <p:cNvSpPr>
            <a:spLocks noGrp="1"/>
          </p:cNvSpPr>
          <p:nvPr/>
        </p:nvSpPr>
        <p:spPr>
          <a:xfrm>
            <a:off x="11072813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02E12C32-9972-4DCC-9C62-D00D489A4A28}"/>
              </a:ext>
            </a:extLst>
          </p:cNvPr>
          <p:cNvSpPr>
            <a:spLocks noGrp="1"/>
          </p:cNvSpPr>
          <p:nvPr/>
        </p:nvSpPr>
        <p:spPr>
          <a:xfrm>
            <a:off x="11072813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A7767C9E-11F9-4DEB-97A3-3D50BC554CAB}"/>
              </a:ext>
            </a:extLst>
          </p:cNvPr>
          <p:cNvSpPr>
            <a:spLocks noGrp="1"/>
          </p:cNvSpPr>
          <p:nvPr/>
        </p:nvSpPr>
        <p:spPr>
          <a:xfrm>
            <a:off x="11072813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BC798165-5B79-4C5D-B7F8-0B472AC28321}"/>
              </a:ext>
            </a:extLst>
          </p:cNvPr>
          <p:cNvSpPr>
            <a:spLocks noGrp="1"/>
          </p:cNvSpPr>
          <p:nvPr/>
        </p:nvSpPr>
        <p:spPr>
          <a:xfrm>
            <a:off x="1488281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663B3631-71F9-4C5C-918F-D4B0B87D7FCC}"/>
              </a:ext>
            </a:extLst>
          </p:cNvPr>
          <p:cNvSpPr>
            <a:spLocks noGrp="1"/>
          </p:cNvSpPr>
          <p:nvPr/>
        </p:nvSpPr>
        <p:spPr>
          <a:xfrm>
            <a:off x="1594115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4758B35A-8DC2-42ED-89CB-9977337709E4}"/>
              </a:ext>
            </a:extLst>
          </p:cNvPr>
          <p:cNvSpPr>
            <a:spLocks noGrp="1"/>
          </p:cNvSpPr>
          <p:nvPr/>
        </p:nvSpPr>
        <p:spPr>
          <a:xfrm>
            <a:off x="1699948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57107796-863A-4748-9A17-3FCE85315C8C}"/>
              </a:ext>
            </a:extLst>
          </p:cNvPr>
          <p:cNvSpPr>
            <a:spLocks noGrp="1"/>
          </p:cNvSpPr>
          <p:nvPr/>
        </p:nvSpPr>
        <p:spPr>
          <a:xfrm>
            <a:off x="1805781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D42386E0-EA6B-4AD7-B37C-534350E9734D}"/>
              </a:ext>
            </a:extLst>
          </p:cNvPr>
          <p:cNvSpPr>
            <a:spLocks noGrp="1"/>
          </p:cNvSpPr>
          <p:nvPr/>
        </p:nvSpPr>
        <p:spPr>
          <a:xfrm>
            <a:off x="1911615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750383F7-60D1-4764-A4F3-DF8E55B971D7}"/>
              </a:ext>
            </a:extLst>
          </p:cNvPr>
          <p:cNvSpPr>
            <a:spLocks noGrp="1"/>
          </p:cNvSpPr>
          <p:nvPr/>
        </p:nvSpPr>
        <p:spPr>
          <a:xfrm>
            <a:off x="2017448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CF357783-5707-4C8E-A750-6899FD33B1F3}"/>
              </a:ext>
            </a:extLst>
          </p:cNvPr>
          <p:cNvSpPr>
            <a:spLocks noGrp="1"/>
          </p:cNvSpPr>
          <p:nvPr/>
        </p:nvSpPr>
        <p:spPr>
          <a:xfrm>
            <a:off x="2123281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EC5BE8AB-BF70-4098-8D80-462C964519C8}"/>
              </a:ext>
            </a:extLst>
          </p:cNvPr>
          <p:cNvSpPr>
            <a:spLocks noGrp="1"/>
          </p:cNvSpPr>
          <p:nvPr/>
        </p:nvSpPr>
        <p:spPr>
          <a:xfrm>
            <a:off x="2229115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69DA4B39-EB24-4B87-944F-50E8CAD227CC}"/>
              </a:ext>
            </a:extLst>
          </p:cNvPr>
          <p:cNvSpPr>
            <a:spLocks noGrp="1"/>
          </p:cNvSpPr>
          <p:nvPr/>
        </p:nvSpPr>
        <p:spPr>
          <a:xfrm>
            <a:off x="2334948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D3791FAD-65F0-4770-ABF1-2E2FBED630B7}"/>
              </a:ext>
            </a:extLst>
          </p:cNvPr>
          <p:cNvSpPr>
            <a:spLocks noGrp="1"/>
          </p:cNvSpPr>
          <p:nvPr/>
        </p:nvSpPr>
        <p:spPr>
          <a:xfrm>
            <a:off x="2440781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CD09CAED-C292-4EE3-9889-3D9AD0F17D39}"/>
              </a:ext>
            </a:extLst>
          </p:cNvPr>
          <p:cNvSpPr>
            <a:spLocks noGrp="1"/>
          </p:cNvSpPr>
          <p:nvPr/>
        </p:nvSpPr>
        <p:spPr>
          <a:xfrm>
            <a:off x="2546615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ABEFE355-75EA-42F3-A2F7-A1C5547AC5C3}"/>
              </a:ext>
            </a:extLst>
          </p:cNvPr>
          <p:cNvSpPr>
            <a:spLocks noGrp="1"/>
          </p:cNvSpPr>
          <p:nvPr/>
        </p:nvSpPr>
        <p:spPr>
          <a:xfrm>
            <a:off x="2652448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D4F62E8E-3F28-4622-B16A-AFA289FD05B2}"/>
              </a:ext>
            </a:extLst>
          </p:cNvPr>
          <p:cNvSpPr>
            <a:spLocks noGrp="1"/>
          </p:cNvSpPr>
          <p:nvPr/>
        </p:nvSpPr>
        <p:spPr>
          <a:xfrm>
            <a:off x="2758281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A62F47E9-FDE0-4300-9F50-75E87C4A71D1}"/>
              </a:ext>
            </a:extLst>
          </p:cNvPr>
          <p:cNvSpPr>
            <a:spLocks noGrp="1"/>
          </p:cNvSpPr>
          <p:nvPr/>
        </p:nvSpPr>
        <p:spPr>
          <a:xfrm>
            <a:off x="2864115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9267A1CF-5A93-47E9-AC25-B050356F85D3}"/>
              </a:ext>
            </a:extLst>
          </p:cNvPr>
          <p:cNvSpPr>
            <a:spLocks noGrp="1"/>
          </p:cNvSpPr>
          <p:nvPr/>
        </p:nvSpPr>
        <p:spPr>
          <a:xfrm>
            <a:off x="2969948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6" name="object-36">
            <a:extLst>
              <a:ext uri="{FF2B5EF4-FFF2-40B4-BE49-F238E27FC236}">
                <a16:creationId xmlns:a16="http://schemas.microsoft.com/office/drawing/2014/main" id="{9FA7C737-E8C9-4167-AD4D-DF485939B096}"/>
              </a:ext>
            </a:extLst>
          </p:cNvPr>
          <p:cNvSpPr>
            <a:spLocks noGrp="1"/>
          </p:cNvSpPr>
          <p:nvPr/>
        </p:nvSpPr>
        <p:spPr>
          <a:xfrm>
            <a:off x="3075781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7" name="object-37">
            <a:extLst>
              <a:ext uri="{FF2B5EF4-FFF2-40B4-BE49-F238E27FC236}">
                <a16:creationId xmlns:a16="http://schemas.microsoft.com/office/drawing/2014/main" id="{2EEB7427-7BD7-48CB-B87E-FAFE23BDC2E1}"/>
              </a:ext>
            </a:extLst>
          </p:cNvPr>
          <p:cNvSpPr>
            <a:spLocks noGrp="1"/>
          </p:cNvSpPr>
          <p:nvPr/>
        </p:nvSpPr>
        <p:spPr>
          <a:xfrm>
            <a:off x="3181615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8" name="object-38">
            <a:extLst>
              <a:ext uri="{FF2B5EF4-FFF2-40B4-BE49-F238E27FC236}">
                <a16:creationId xmlns:a16="http://schemas.microsoft.com/office/drawing/2014/main" id="{FEC8121F-D942-4693-B9F4-9ED14A25D614}"/>
              </a:ext>
            </a:extLst>
          </p:cNvPr>
          <p:cNvSpPr>
            <a:spLocks noGrp="1"/>
          </p:cNvSpPr>
          <p:nvPr/>
        </p:nvSpPr>
        <p:spPr>
          <a:xfrm>
            <a:off x="3287448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9" name="object-39">
            <a:extLst>
              <a:ext uri="{FF2B5EF4-FFF2-40B4-BE49-F238E27FC236}">
                <a16:creationId xmlns:a16="http://schemas.microsoft.com/office/drawing/2014/main" id="{5AC0BB4A-DA0D-4078-BC4A-223BFDA73389}"/>
              </a:ext>
            </a:extLst>
          </p:cNvPr>
          <p:cNvSpPr>
            <a:spLocks noGrp="1"/>
          </p:cNvSpPr>
          <p:nvPr/>
        </p:nvSpPr>
        <p:spPr>
          <a:xfrm>
            <a:off x="3393281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0" name="object-40">
            <a:extLst>
              <a:ext uri="{FF2B5EF4-FFF2-40B4-BE49-F238E27FC236}">
                <a16:creationId xmlns:a16="http://schemas.microsoft.com/office/drawing/2014/main" id="{CCB6E757-E278-458D-9059-08146EBD3B33}"/>
              </a:ext>
            </a:extLst>
          </p:cNvPr>
          <p:cNvSpPr>
            <a:spLocks noGrp="1"/>
          </p:cNvSpPr>
          <p:nvPr/>
        </p:nvSpPr>
        <p:spPr>
          <a:xfrm>
            <a:off x="3499115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1" name="object-41">
            <a:extLst>
              <a:ext uri="{FF2B5EF4-FFF2-40B4-BE49-F238E27FC236}">
                <a16:creationId xmlns:a16="http://schemas.microsoft.com/office/drawing/2014/main" id="{FF64738F-1539-46EC-993D-0B04BB3D2453}"/>
              </a:ext>
            </a:extLst>
          </p:cNvPr>
          <p:cNvSpPr>
            <a:spLocks noGrp="1"/>
          </p:cNvSpPr>
          <p:nvPr/>
        </p:nvSpPr>
        <p:spPr>
          <a:xfrm>
            <a:off x="3604948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2" name="object-42">
            <a:extLst>
              <a:ext uri="{FF2B5EF4-FFF2-40B4-BE49-F238E27FC236}">
                <a16:creationId xmlns:a16="http://schemas.microsoft.com/office/drawing/2014/main" id="{8592F6AD-BBEE-4C33-B59A-1B355E452901}"/>
              </a:ext>
            </a:extLst>
          </p:cNvPr>
          <p:cNvSpPr>
            <a:spLocks noGrp="1"/>
          </p:cNvSpPr>
          <p:nvPr/>
        </p:nvSpPr>
        <p:spPr>
          <a:xfrm>
            <a:off x="3710781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3" name="object-43">
            <a:extLst>
              <a:ext uri="{FF2B5EF4-FFF2-40B4-BE49-F238E27FC236}">
                <a16:creationId xmlns:a16="http://schemas.microsoft.com/office/drawing/2014/main" id="{1FE40B18-99F5-4446-8EA0-7AE9FBCB1B29}"/>
              </a:ext>
            </a:extLst>
          </p:cNvPr>
          <p:cNvSpPr>
            <a:spLocks noGrp="1"/>
          </p:cNvSpPr>
          <p:nvPr/>
        </p:nvSpPr>
        <p:spPr>
          <a:xfrm>
            <a:off x="3816615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4" name="object-44">
            <a:extLst>
              <a:ext uri="{FF2B5EF4-FFF2-40B4-BE49-F238E27FC236}">
                <a16:creationId xmlns:a16="http://schemas.microsoft.com/office/drawing/2014/main" id="{E2A725D8-7721-413B-BCC8-65E40394F113}"/>
              </a:ext>
            </a:extLst>
          </p:cNvPr>
          <p:cNvSpPr>
            <a:spLocks noGrp="1"/>
          </p:cNvSpPr>
          <p:nvPr/>
        </p:nvSpPr>
        <p:spPr>
          <a:xfrm>
            <a:off x="3922448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5" name="object-45">
            <a:extLst>
              <a:ext uri="{FF2B5EF4-FFF2-40B4-BE49-F238E27FC236}">
                <a16:creationId xmlns:a16="http://schemas.microsoft.com/office/drawing/2014/main" id="{29B4AFFC-F3B2-4134-8D1A-7C17BE7DFED6}"/>
              </a:ext>
            </a:extLst>
          </p:cNvPr>
          <p:cNvSpPr>
            <a:spLocks noGrp="1"/>
          </p:cNvSpPr>
          <p:nvPr/>
        </p:nvSpPr>
        <p:spPr>
          <a:xfrm>
            <a:off x="4028281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6" name="object-46">
            <a:extLst>
              <a:ext uri="{FF2B5EF4-FFF2-40B4-BE49-F238E27FC236}">
                <a16:creationId xmlns:a16="http://schemas.microsoft.com/office/drawing/2014/main" id="{4491FACE-DD6A-4ECE-94A3-81547037DE27}"/>
              </a:ext>
            </a:extLst>
          </p:cNvPr>
          <p:cNvSpPr>
            <a:spLocks noGrp="1"/>
          </p:cNvSpPr>
          <p:nvPr/>
        </p:nvSpPr>
        <p:spPr>
          <a:xfrm>
            <a:off x="4134115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7" name="object-47">
            <a:extLst>
              <a:ext uri="{FF2B5EF4-FFF2-40B4-BE49-F238E27FC236}">
                <a16:creationId xmlns:a16="http://schemas.microsoft.com/office/drawing/2014/main" id="{48DA123B-065E-4C4D-82FD-196570B424FA}"/>
              </a:ext>
            </a:extLst>
          </p:cNvPr>
          <p:cNvSpPr>
            <a:spLocks noGrp="1"/>
          </p:cNvSpPr>
          <p:nvPr/>
        </p:nvSpPr>
        <p:spPr>
          <a:xfrm>
            <a:off x="4239948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8" name="object-48">
            <a:extLst>
              <a:ext uri="{FF2B5EF4-FFF2-40B4-BE49-F238E27FC236}">
                <a16:creationId xmlns:a16="http://schemas.microsoft.com/office/drawing/2014/main" id="{5A09FB1D-E501-4FFC-9087-5829CB6487F4}"/>
              </a:ext>
            </a:extLst>
          </p:cNvPr>
          <p:cNvSpPr>
            <a:spLocks noGrp="1"/>
          </p:cNvSpPr>
          <p:nvPr/>
        </p:nvSpPr>
        <p:spPr>
          <a:xfrm>
            <a:off x="4345781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9" name="object-49">
            <a:extLst>
              <a:ext uri="{FF2B5EF4-FFF2-40B4-BE49-F238E27FC236}">
                <a16:creationId xmlns:a16="http://schemas.microsoft.com/office/drawing/2014/main" id="{E77B7681-D872-4934-80EA-D1F0A9ACC55D}"/>
              </a:ext>
            </a:extLst>
          </p:cNvPr>
          <p:cNvSpPr>
            <a:spLocks noGrp="1"/>
          </p:cNvSpPr>
          <p:nvPr/>
        </p:nvSpPr>
        <p:spPr>
          <a:xfrm>
            <a:off x="4451615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0" name="object-50">
            <a:extLst>
              <a:ext uri="{FF2B5EF4-FFF2-40B4-BE49-F238E27FC236}">
                <a16:creationId xmlns:a16="http://schemas.microsoft.com/office/drawing/2014/main" id="{D8C76FD9-A93C-4ED6-A427-CC805DEFA370}"/>
              </a:ext>
            </a:extLst>
          </p:cNvPr>
          <p:cNvSpPr>
            <a:spLocks noGrp="1"/>
          </p:cNvSpPr>
          <p:nvPr/>
        </p:nvSpPr>
        <p:spPr>
          <a:xfrm>
            <a:off x="4557448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1" name="object-51">
            <a:extLst>
              <a:ext uri="{FF2B5EF4-FFF2-40B4-BE49-F238E27FC236}">
                <a16:creationId xmlns:a16="http://schemas.microsoft.com/office/drawing/2014/main" id="{96AF2112-250A-4E23-9AC1-21FB39FCCE8A}"/>
              </a:ext>
            </a:extLst>
          </p:cNvPr>
          <p:cNvSpPr>
            <a:spLocks noGrp="1"/>
          </p:cNvSpPr>
          <p:nvPr/>
        </p:nvSpPr>
        <p:spPr>
          <a:xfrm>
            <a:off x="4663281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2" name="object-52">
            <a:extLst>
              <a:ext uri="{FF2B5EF4-FFF2-40B4-BE49-F238E27FC236}">
                <a16:creationId xmlns:a16="http://schemas.microsoft.com/office/drawing/2014/main" id="{EBDA47B1-6F88-4525-A619-580BC78D6BD0}"/>
              </a:ext>
            </a:extLst>
          </p:cNvPr>
          <p:cNvSpPr>
            <a:spLocks noGrp="1"/>
          </p:cNvSpPr>
          <p:nvPr/>
        </p:nvSpPr>
        <p:spPr>
          <a:xfrm>
            <a:off x="4769115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3" name="object-53">
            <a:extLst>
              <a:ext uri="{FF2B5EF4-FFF2-40B4-BE49-F238E27FC236}">
                <a16:creationId xmlns:a16="http://schemas.microsoft.com/office/drawing/2014/main" id="{81A08F43-366E-4077-8CDA-9F6A9C968229}"/>
              </a:ext>
            </a:extLst>
          </p:cNvPr>
          <p:cNvSpPr>
            <a:spLocks noGrp="1"/>
          </p:cNvSpPr>
          <p:nvPr/>
        </p:nvSpPr>
        <p:spPr>
          <a:xfrm>
            <a:off x="4874948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4" name="object-54">
            <a:extLst>
              <a:ext uri="{FF2B5EF4-FFF2-40B4-BE49-F238E27FC236}">
                <a16:creationId xmlns:a16="http://schemas.microsoft.com/office/drawing/2014/main" id="{D29B7E1E-A967-4010-BC5A-DDA20F785989}"/>
              </a:ext>
            </a:extLst>
          </p:cNvPr>
          <p:cNvSpPr>
            <a:spLocks noGrp="1"/>
          </p:cNvSpPr>
          <p:nvPr/>
        </p:nvSpPr>
        <p:spPr>
          <a:xfrm>
            <a:off x="4980781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5" name="object-55">
            <a:extLst>
              <a:ext uri="{FF2B5EF4-FFF2-40B4-BE49-F238E27FC236}">
                <a16:creationId xmlns:a16="http://schemas.microsoft.com/office/drawing/2014/main" id="{8C152C20-F73C-4269-86BA-C26B2A436895}"/>
              </a:ext>
            </a:extLst>
          </p:cNvPr>
          <p:cNvSpPr>
            <a:spLocks noGrp="1"/>
          </p:cNvSpPr>
          <p:nvPr/>
        </p:nvSpPr>
        <p:spPr>
          <a:xfrm>
            <a:off x="5086615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6" name="object-56">
            <a:extLst>
              <a:ext uri="{FF2B5EF4-FFF2-40B4-BE49-F238E27FC236}">
                <a16:creationId xmlns:a16="http://schemas.microsoft.com/office/drawing/2014/main" id="{A97186F1-6A28-4EC2-BFCE-37909B0A3C62}"/>
              </a:ext>
            </a:extLst>
          </p:cNvPr>
          <p:cNvSpPr>
            <a:spLocks noGrp="1"/>
          </p:cNvSpPr>
          <p:nvPr/>
        </p:nvSpPr>
        <p:spPr>
          <a:xfrm>
            <a:off x="5192448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7" name="object-57">
            <a:extLst>
              <a:ext uri="{FF2B5EF4-FFF2-40B4-BE49-F238E27FC236}">
                <a16:creationId xmlns:a16="http://schemas.microsoft.com/office/drawing/2014/main" id="{3D1B6227-D02D-4650-9AA7-2D9CA7B0F8A3}"/>
              </a:ext>
            </a:extLst>
          </p:cNvPr>
          <p:cNvSpPr>
            <a:spLocks noGrp="1"/>
          </p:cNvSpPr>
          <p:nvPr/>
        </p:nvSpPr>
        <p:spPr>
          <a:xfrm>
            <a:off x="5298281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8" name="object-58">
            <a:extLst>
              <a:ext uri="{FF2B5EF4-FFF2-40B4-BE49-F238E27FC236}">
                <a16:creationId xmlns:a16="http://schemas.microsoft.com/office/drawing/2014/main" id="{C7780F3B-751C-46AC-B853-DA7F55ED6621}"/>
              </a:ext>
            </a:extLst>
          </p:cNvPr>
          <p:cNvSpPr>
            <a:spLocks noGrp="1"/>
          </p:cNvSpPr>
          <p:nvPr/>
        </p:nvSpPr>
        <p:spPr>
          <a:xfrm>
            <a:off x="5404115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9" name="object-59">
            <a:extLst>
              <a:ext uri="{FF2B5EF4-FFF2-40B4-BE49-F238E27FC236}">
                <a16:creationId xmlns:a16="http://schemas.microsoft.com/office/drawing/2014/main" id="{8148A8F8-98C7-4DD8-8142-27B6FEAE6E68}"/>
              </a:ext>
            </a:extLst>
          </p:cNvPr>
          <p:cNvSpPr>
            <a:spLocks noGrp="1"/>
          </p:cNvSpPr>
          <p:nvPr/>
        </p:nvSpPr>
        <p:spPr>
          <a:xfrm>
            <a:off x="5509948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0" name="object-60">
            <a:extLst>
              <a:ext uri="{FF2B5EF4-FFF2-40B4-BE49-F238E27FC236}">
                <a16:creationId xmlns:a16="http://schemas.microsoft.com/office/drawing/2014/main" id="{AC3D882B-5EA2-4CCB-A3D3-6CDF660A09FE}"/>
              </a:ext>
            </a:extLst>
          </p:cNvPr>
          <p:cNvSpPr>
            <a:spLocks noGrp="1"/>
          </p:cNvSpPr>
          <p:nvPr/>
        </p:nvSpPr>
        <p:spPr>
          <a:xfrm>
            <a:off x="5615781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1" name="object-61">
            <a:extLst>
              <a:ext uri="{FF2B5EF4-FFF2-40B4-BE49-F238E27FC236}">
                <a16:creationId xmlns:a16="http://schemas.microsoft.com/office/drawing/2014/main" id="{F445F9B0-B822-4CE4-88E7-024CA08FD0AC}"/>
              </a:ext>
            </a:extLst>
          </p:cNvPr>
          <p:cNvSpPr>
            <a:spLocks noGrp="1"/>
          </p:cNvSpPr>
          <p:nvPr/>
        </p:nvSpPr>
        <p:spPr>
          <a:xfrm>
            <a:off x="5721615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2" name="object-62">
            <a:extLst>
              <a:ext uri="{FF2B5EF4-FFF2-40B4-BE49-F238E27FC236}">
                <a16:creationId xmlns:a16="http://schemas.microsoft.com/office/drawing/2014/main" id="{195AD0E3-DC76-4ACD-A7F1-2A6D9F6455E9}"/>
              </a:ext>
            </a:extLst>
          </p:cNvPr>
          <p:cNvSpPr>
            <a:spLocks noGrp="1"/>
          </p:cNvSpPr>
          <p:nvPr/>
        </p:nvSpPr>
        <p:spPr>
          <a:xfrm>
            <a:off x="5827448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3" name="object-63">
            <a:extLst>
              <a:ext uri="{FF2B5EF4-FFF2-40B4-BE49-F238E27FC236}">
                <a16:creationId xmlns:a16="http://schemas.microsoft.com/office/drawing/2014/main" id="{A8F03206-71AA-4582-B328-470DC34AFB6C}"/>
              </a:ext>
            </a:extLst>
          </p:cNvPr>
          <p:cNvSpPr>
            <a:spLocks noGrp="1"/>
          </p:cNvSpPr>
          <p:nvPr/>
        </p:nvSpPr>
        <p:spPr>
          <a:xfrm>
            <a:off x="5933281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4" name="object-64">
            <a:extLst>
              <a:ext uri="{FF2B5EF4-FFF2-40B4-BE49-F238E27FC236}">
                <a16:creationId xmlns:a16="http://schemas.microsoft.com/office/drawing/2014/main" id="{62A513B4-649B-47DC-9C41-7B41ACFABD63}"/>
              </a:ext>
            </a:extLst>
          </p:cNvPr>
          <p:cNvSpPr>
            <a:spLocks noGrp="1"/>
          </p:cNvSpPr>
          <p:nvPr/>
        </p:nvSpPr>
        <p:spPr>
          <a:xfrm>
            <a:off x="6039115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5" name="object-65">
            <a:extLst>
              <a:ext uri="{FF2B5EF4-FFF2-40B4-BE49-F238E27FC236}">
                <a16:creationId xmlns:a16="http://schemas.microsoft.com/office/drawing/2014/main" id="{6BBE747B-7296-4781-BCF5-E65FB80A4F88}"/>
              </a:ext>
            </a:extLst>
          </p:cNvPr>
          <p:cNvSpPr>
            <a:spLocks noGrp="1"/>
          </p:cNvSpPr>
          <p:nvPr/>
        </p:nvSpPr>
        <p:spPr>
          <a:xfrm>
            <a:off x="6144948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6" name="object-66">
            <a:extLst>
              <a:ext uri="{FF2B5EF4-FFF2-40B4-BE49-F238E27FC236}">
                <a16:creationId xmlns:a16="http://schemas.microsoft.com/office/drawing/2014/main" id="{0E856FA1-9E95-4689-91DA-97C8E74083E2}"/>
              </a:ext>
            </a:extLst>
          </p:cNvPr>
          <p:cNvSpPr>
            <a:spLocks noGrp="1"/>
          </p:cNvSpPr>
          <p:nvPr/>
        </p:nvSpPr>
        <p:spPr>
          <a:xfrm>
            <a:off x="6250781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7" name="object-67">
            <a:extLst>
              <a:ext uri="{FF2B5EF4-FFF2-40B4-BE49-F238E27FC236}">
                <a16:creationId xmlns:a16="http://schemas.microsoft.com/office/drawing/2014/main" id="{54C09C9D-1C7A-470C-99DA-5CF285D85283}"/>
              </a:ext>
            </a:extLst>
          </p:cNvPr>
          <p:cNvSpPr>
            <a:spLocks noGrp="1"/>
          </p:cNvSpPr>
          <p:nvPr/>
        </p:nvSpPr>
        <p:spPr>
          <a:xfrm>
            <a:off x="6356615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8" name="object-68">
            <a:extLst>
              <a:ext uri="{FF2B5EF4-FFF2-40B4-BE49-F238E27FC236}">
                <a16:creationId xmlns:a16="http://schemas.microsoft.com/office/drawing/2014/main" id="{7C351540-18C3-443D-A78F-D30E7ABFAC8E}"/>
              </a:ext>
            </a:extLst>
          </p:cNvPr>
          <p:cNvSpPr>
            <a:spLocks noGrp="1"/>
          </p:cNvSpPr>
          <p:nvPr/>
        </p:nvSpPr>
        <p:spPr>
          <a:xfrm>
            <a:off x="6462448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9" name="object-69">
            <a:extLst>
              <a:ext uri="{FF2B5EF4-FFF2-40B4-BE49-F238E27FC236}">
                <a16:creationId xmlns:a16="http://schemas.microsoft.com/office/drawing/2014/main" id="{BB5904BD-144B-4009-B841-205262745C00}"/>
              </a:ext>
            </a:extLst>
          </p:cNvPr>
          <p:cNvSpPr>
            <a:spLocks noGrp="1"/>
          </p:cNvSpPr>
          <p:nvPr/>
        </p:nvSpPr>
        <p:spPr>
          <a:xfrm>
            <a:off x="6568281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0" name="object-70">
            <a:extLst>
              <a:ext uri="{FF2B5EF4-FFF2-40B4-BE49-F238E27FC236}">
                <a16:creationId xmlns:a16="http://schemas.microsoft.com/office/drawing/2014/main" id="{D0886D6F-6DDF-4833-B52D-8EE8623E3087}"/>
              </a:ext>
            </a:extLst>
          </p:cNvPr>
          <p:cNvSpPr>
            <a:spLocks noGrp="1"/>
          </p:cNvSpPr>
          <p:nvPr/>
        </p:nvSpPr>
        <p:spPr>
          <a:xfrm>
            <a:off x="6674115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1" name="object-71">
            <a:extLst>
              <a:ext uri="{FF2B5EF4-FFF2-40B4-BE49-F238E27FC236}">
                <a16:creationId xmlns:a16="http://schemas.microsoft.com/office/drawing/2014/main" id="{D7222079-B058-44FC-8615-F6974092A03C}"/>
              </a:ext>
            </a:extLst>
          </p:cNvPr>
          <p:cNvSpPr>
            <a:spLocks noGrp="1"/>
          </p:cNvSpPr>
          <p:nvPr/>
        </p:nvSpPr>
        <p:spPr>
          <a:xfrm>
            <a:off x="6779948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2" name="object-72">
            <a:extLst>
              <a:ext uri="{FF2B5EF4-FFF2-40B4-BE49-F238E27FC236}">
                <a16:creationId xmlns:a16="http://schemas.microsoft.com/office/drawing/2014/main" id="{6DA6343F-7270-4FC3-BE15-D5D6A0A2C512}"/>
              </a:ext>
            </a:extLst>
          </p:cNvPr>
          <p:cNvSpPr>
            <a:spLocks noGrp="1"/>
          </p:cNvSpPr>
          <p:nvPr/>
        </p:nvSpPr>
        <p:spPr>
          <a:xfrm>
            <a:off x="6885781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3" name="object-73">
            <a:extLst>
              <a:ext uri="{FF2B5EF4-FFF2-40B4-BE49-F238E27FC236}">
                <a16:creationId xmlns:a16="http://schemas.microsoft.com/office/drawing/2014/main" id="{944333E4-20CE-4ACF-AAE9-D7DAF9FADB89}"/>
              </a:ext>
            </a:extLst>
          </p:cNvPr>
          <p:cNvSpPr>
            <a:spLocks noGrp="1"/>
          </p:cNvSpPr>
          <p:nvPr/>
        </p:nvSpPr>
        <p:spPr>
          <a:xfrm>
            <a:off x="6991615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4" name="object-74">
            <a:extLst>
              <a:ext uri="{FF2B5EF4-FFF2-40B4-BE49-F238E27FC236}">
                <a16:creationId xmlns:a16="http://schemas.microsoft.com/office/drawing/2014/main" id="{C45FD17A-A41D-4A69-B865-18C2262555D6}"/>
              </a:ext>
            </a:extLst>
          </p:cNvPr>
          <p:cNvSpPr>
            <a:spLocks noGrp="1"/>
          </p:cNvSpPr>
          <p:nvPr/>
        </p:nvSpPr>
        <p:spPr>
          <a:xfrm>
            <a:off x="7097448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5" name="object-75">
            <a:extLst>
              <a:ext uri="{FF2B5EF4-FFF2-40B4-BE49-F238E27FC236}">
                <a16:creationId xmlns:a16="http://schemas.microsoft.com/office/drawing/2014/main" id="{325DAA11-F6DF-4C16-BC76-094FB2A884E4}"/>
              </a:ext>
            </a:extLst>
          </p:cNvPr>
          <p:cNvSpPr>
            <a:spLocks noGrp="1"/>
          </p:cNvSpPr>
          <p:nvPr/>
        </p:nvSpPr>
        <p:spPr>
          <a:xfrm>
            <a:off x="7203281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6" name="object-76">
            <a:extLst>
              <a:ext uri="{FF2B5EF4-FFF2-40B4-BE49-F238E27FC236}">
                <a16:creationId xmlns:a16="http://schemas.microsoft.com/office/drawing/2014/main" id="{78DBEA72-7800-4D2E-A98E-4B236C7B6000}"/>
              </a:ext>
            </a:extLst>
          </p:cNvPr>
          <p:cNvSpPr>
            <a:spLocks noGrp="1"/>
          </p:cNvSpPr>
          <p:nvPr/>
        </p:nvSpPr>
        <p:spPr>
          <a:xfrm>
            <a:off x="7309115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7" name="object-77">
            <a:extLst>
              <a:ext uri="{FF2B5EF4-FFF2-40B4-BE49-F238E27FC236}">
                <a16:creationId xmlns:a16="http://schemas.microsoft.com/office/drawing/2014/main" id="{E790F8DA-FD18-4ECE-A636-B1892A6D7E1D}"/>
              </a:ext>
            </a:extLst>
          </p:cNvPr>
          <p:cNvSpPr>
            <a:spLocks noGrp="1"/>
          </p:cNvSpPr>
          <p:nvPr/>
        </p:nvSpPr>
        <p:spPr>
          <a:xfrm>
            <a:off x="7414948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8" name="object-78">
            <a:extLst>
              <a:ext uri="{FF2B5EF4-FFF2-40B4-BE49-F238E27FC236}">
                <a16:creationId xmlns:a16="http://schemas.microsoft.com/office/drawing/2014/main" id="{99427D4E-5F9E-47B9-A55C-DEAE7F4BE2C4}"/>
              </a:ext>
            </a:extLst>
          </p:cNvPr>
          <p:cNvSpPr>
            <a:spLocks noGrp="1"/>
          </p:cNvSpPr>
          <p:nvPr/>
        </p:nvSpPr>
        <p:spPr>
          <a:xfrm>
            <a:off x="7520781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9" name="object-79">
            <a:extLst>
              <a:ext uri="{FF2B5EF4-FFF2-40B4-BE49-F238E27FC236}">
                <a16:creationId xmlns:a16="http://schemas.microsoft.com/office/drawing/2014/main" id="{DC5FB7C9-59BC-4D50-80A2-C70F1E09BE83}"/>
              </a:ext>
            </a:extLst>
          </p:cNvPr>
          <p:cNvSpPr>
            <a:spLocks noGrp="1"/>
          </p:cNvSpPr>
          <p:nvPr/>
        </p:nvSpPr>
        <p:spPr>
          <a:xfrm>
            <a:off x="7626615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0" name="object-80">
            <a:extLst>
              <a:ext uri="{FF2B5EF4-FFF2-40B4-BE49-F238E27FC236}">
                <a16:creationId xmlns:a16="http://schemas.microsoft.com/office/drawing/2014/main" id="{2CB976D3-2120-4810-84BD-6D9E241C756F}"/>
              </a:ext>
            </a:extLst>
          </p:cNvPr>
          <p:cNvSpPr>
            <a:spLocks noGrp="1"/>
          </p:cNvSpPr>
          <p:nvPr/>
        </p:nvSpPr>
        <p:spPr>
          <a:xfrm>
            <a:off x="7732448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1" name="object-81">
            <a:extLst>
              <a:ext uri="{FF2B5EF4-FFF2-40B4-BE49-F238E27FC236}">
                <a16:creationId xmlns:a16="http://schemas.microsoft.com/office/drawing/2014/main" id="{EBD568A7-3B83-424A-8B82-B8965DFCC624}"/>
              </a:ext>
            </a:extLst>
          </p:cNvPr>
          <p:cNvSpPr>
            <a:spLocks noGrp="1"/>
          </p:cNvSpPr>
          <p:nvPr/>
        </p:nvSpPr>
        <p:spPr>
          <a:xfrm>
            <a:off x="7838281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2" name="object-82">
            <a:extLst>
              <a:ext uri="{FF2B5EF4-FFF2-40B4-BE49-F238E27FC236}">
                <a16:creationId xmlns:a16="http://schemas.microsoft.com/office/drawing/2014/main" id="{FD9ED5A5-5836-40D8-824F-1833F1ECDCDB}"/>
              </a:ext>
            </a:extLst>
          </p:cNvPr>
          <p:cNvSpPr>
            <a:spLocks noGrp="1"/>
          </p:cNvSpPr>
          <p:nvPr/>
        </p:nvSpPr>
        <p:spPr>
          <a:xfrm>
            <a:off x="7944115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3" name="object-83">
            <a:extLst>
              <a:ext uri="{FF2B5EF4-FFF2-40B4-BE49-F238E27FC236}">
                <a16:creationId xmlns:a16="http://schemas.microsoft.com/office/drawing/2014/main" id="{035E3698-256E-493A-A599-EE7E4E280808}"/>
              </a:ext>
            </a:extLst>
          </p:cNvPr>
          <p:cNvSpPr>
            <a:spLocks noGrp="1"/>
          </p:cNvSpPr>
          <p:nvPr/>
        </p:nvSpPr>
        <p:spPr>
          <a:xfrm>
            <a:off x="8049948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4" name="object-84">
            <a:extLst>
              <a:ext uri="{FF2B5EF4-FFF2-40B4-BE49-F238E27FC236}">
                <a16:creationId xmlns:a16="http://schemas.microsoft.com/office/drawing/2014/main" id="{1875183C-44E7-47DF-A2AC-946947D06FBE}"/>
              </a:ext>
            </a:extLst>
          </p:cNvPr>
          <p:cNvSpPr>
            <a:spLocks noGrp="1"/>
          </p:cNvSpPr>
          <p:nvPr/>
        </p:nvSpPr>
        <p:spPr>
          <a:xfrm>
            <a:off x="8155781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5" name="object-85">
            <a:extLst>
              <a:ext uri="{FF2B5EF4-FFF2-40B4-BE49-F238E27FC236}">
                <a16:creationId xmlns:a16="http://schemas.microsoft.com/office/drawing/2014/main" id="{7D4184F6-61E2-430E-B252-C720B79F5C17}"/>
              </a:ext>
            </a:extLst>
          </p:cNvPr>
          <p:cNvSpPr>
            <a:spLocks noGrp="1"/>
          </p:cNvSpPr>
          <p:nvPr/>
        </p:nvSpPr>
        <p:spPr>
          <a:xfrm>
            <a:off x="8261615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6" name="object-86">
            <a:extLst>
              <a:ext uri="{FF2B5EF4-FFF2-40B4-BE49-F238E27FC236}">
                <a16:creationId xmlns:a16="http://schemas.microsoft.com/office/drawing/2014/main" id="{FEDE1C64-867F-499D-AA86-E587945FC1A9}"/>
              </a:ext>
            </a:extLst>
          </p:cNvPr>
          <p:cNvSpPr>
            <a:spLocks noGrp="1"/>
          </p:cNvSpPr>
          <p:nvPr/>
        </p:nvSpPr>
        <p:spPr>
          <a:xfrm>
            <a:off x="8367448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7" name="object-87">
            <a:extLst>
              <a:ext uri="{FF2B5EF4-FFF2-40B4-BE49-F238E27FC236}">
                <a16:creationId xmlns:a16="http://schemas.microsoft.com/office/drawing/2014/main" id="{B867F0CA-5B1B-4522-B78F-5DF476BC17B9}"/>
              </a:ext>
            </a:extLst>
          </p:cNvPr>
          <p:cNvSpPr>
            <a:spLocks noGrp="1"/>
          </p:cNvSpPr>
          <p:nvPr/>
        </p:nvSpPr>
        <p:spPr>
          <a:xfrm>
            <a:off x="8473281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8" name="object-88">
            <a:extLst>
              <a:ext uri="{FF2B5EF4-FFF2-40B4-BE49-F238E27FC236}">
                <a16:creationId xmlns:a16="http://schemas.microsoft.com/office/drawing/2014/main" id="{1744783A-ED59-4025-9E43-BFD49D4AEC8C}"/>
              </a:ext>
            </a:extLst>
          </p:cNvPr>
          <p:cNvSpPr>
            <a:spLocks noGrp="1"/>
          </p:cNvSpPr>
          <p:nvPr/>
        </p:nvSpPr>
        <p:spPr>
          <a:xfrm>
            <a:off x="8579115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9" name="object-89">
            <a:extLst>
              <a:ext uri="{FF2B5EF4-FFF2-40B4-BE49-F238E27FC236}">
                <a16:creationId xmlns:a16="http://schemas.microsoft.com/office/drawing/2014/main" id="{5A6F2205-2350-47E4-8CAE-5E3FA8671C6E}"/>
              </a:ext>
            </a:extLst>
          </p:cNvPr>
          <p:cNvSpPr>
            <a:spLocks noGrp="1"/>
          </p:cNvSpPr>
          <p:nvPr/>
        </p:nvSpPr>
        <p:spPr>
          <a:xfrm>
            <a:off x="8684948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0" name="object-90">
            <a:extLst>
              <a:ext uri="{FF2B5EF4-FFF2-40B4-BE49-F238E27FC236}">
                <a16:creationId xmlns:a16="http://schemas.microsoft.com/office/drawing/2014/main" id="{B67245A3-381F-4C0C-B13D-EDE17A807A29}"/>
              </a:ext>
            </a:extLst>
          </p:cNvPr>
          <p:cNvSpPr>
            <a:spLocks noGrp="1"/>
          </p:cNvSpPr>
          <p:nvPr/>
        </p:nvSpPr>
        <p:spPr>
          <a:xfrm>
            <a:off x="8790781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1" name="object-91">
            <a:extLst>
              <a:ext uri="{FF2B5EF4-FFF2-40B4-BE49-F238E27FC236}">
                <a16:creationId xmlns:a16="http://schemas.microsoft.com/office/drawing/2014/main" id="{69B7E741-35BC-477D-B03D-5188E70E97AB}"/>
              </a:ext>
            </a:extLst>
          </p:cNvPr>
          <p:cNvSpPr>
            <a:spLocks noGrp="1"/>
          </p:cNvSpPr>
          <p:nvPr/>
        </p:nvSpPr>
        <p:spPr>
          <a:xfrm>
            <a:off x="8896615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2" name="object-92">
            <a:extLst>
              <a:ext uri="{FF2B5EF4-FFF2-40B4-BE49-F238E27FC236}">
                <a16:creationId xmlns:a16="http://schemas.microsoft.com/office/drawing/2014/main" id="{8981C869-1685-44D9-9D1A-3BEC161DD34A}"/>
              </a:ext>
            </a:extLst>
          </p:cNvPr>
          <p:cNvSpPr>
            <a:spLocks noGrp="1"/>
          </p:cNvSpPr>
          <p:nvPr/>
        </p:nvSpPr>
        <p:spPr>
          <a:xfrm>
            <a:off x="9002448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3" name="object-93">
            <a:extLst>
              <a:ext uri="{FF2B5EF4-FFF2-40B4-BE49-F238E27FC236}">
                <a16:creationId xmlns:a16="http://schemas.microsoft.com/office/drawing/2014/main" id="{9C51FCC9-2265-433C-8F57-01620F3120C4}"/>
              </a:ext>
            </a:extLst>
          </p:cNvPr>
          <p:cNvSpPr>
            <a:spLocks noGrp="1"/>
          </p:cNvSpPr>
          <p:nvPr/>
        </p:nvSpPr>
        <p:spPr>
          <a:xfrm>
            <a:off x="9108281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4" name="object-94">
            <a:extLst>
              <a:ext uri="{FF2B5EF4-FFF2-40B4-BE49-F238E27FC236}">
                <a16:creationId xmlns:a16="http://schemas.microsoft.com/office/drawing/2014/main" id="{66C49A32-3BE7-4D18-B0D6-09344E9A803A}"/>
              </a:ext>
            </a:extLst>
          </p:cNvPr>
          <p:cNvSpPr>
            <a:spLocks noGrp="1"/>
          </p:cNvSpPr>
          <p:nvPr/>
        </p:nvSpPr>
        <p:spPr>
          <a:xfrm>
            <a:off x="9214115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5" name="object-95">
            <a:extLst>
              <a:ext uri="{FF2B5EF4-FFF2-40B4-BE49-F238E27FC236}">
                <a16:creationId xmlns:a16="http://schemas.microsoft.com/office/drawing/2014/main" id="{90F48687-50AD-4F06-ACDF-1DE31E8852A8}"/>
              </a:ext>
            </a:extLst>
          </p:cNvPr>
          <p:cNvSpPr>
            <a:spLocks noGrp="1"/>
          </p:cNvSpPr>
          <p:nvPr/>
        </p:nvSpPr>
        <p:spPr>
          <a:xfrm>
            <a:off x="9319948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6" name="object-96">
            <a:extLst>
              <a:ext uri="{FF2B5EF4-FFF2-40B4-BE49-F238E27FC236}">
                <a16:creationId xmlns:a16="http://schemas.microsoft.com/office/drawing/2014/main" id="{5096CC61-A4CE-4396-B619-FDE40441344C}"/>
              </a:ext>
            </a:extLst>
          </p:cNvPr>
          <p:cNvSpPr>
            <a:spLocks noGrp="1"/>
          </p:cNvSpPr>
          <p:nvPr/>
        </p:nvSpPr>
        <p:spPr>
          <a:xfrm>
            <a:off x="9425781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7" name="object-97">
            <a:extLst>
              <a:ext uri="{FF2B5EF4-FFF2-40B4-BE49-F238E27FC236}">
                <a16:creationId xmlns:a16="http://schemas.microsoft.com/office/drawing/2014/main" id="{9825F592-FA04-4D91-811E-7F77E93492D6}"/>
              </a:ext>
            </a:extLst>
          </p:cNvPr>
          <p:cNvSpPr>
            <a:spLocks noGrp="1"/>
          </p:cNvSpPr>
          <p:nvPr/>
        </p:nvSpPr>
        <p:spPr>
          <a:xfrm>
            <a:off x="9531615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8" name="object-98">
            <a:extLst>
              <a:ext uri="{FF2B5EF4-FFF2-40B4-BE49-F238E27FC236}">
                <a16:creationId xmlns:a16="http://schemas.microsoft.com/office/drawing/2014/main" id="{1B6BD132-A569-49BA-9579-51F25DEF336D}"/>
              </a:ext>
            </a:extLst>
          </p:cNvPr>
          <p:cNvSpPr>
            <a:spLocks noGrp="1"/>
          </p:cNvSpPr>
          <p:nvPr/>
        </p:nvSpPr>
        <p:spPr>
          <a:xfrm>
            <a:off x="9637448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9" name="object-99">
            <a:extLst>
              <a:ext uri="{FF2B5EF4-FFF2-40B4-BE49-F238E27FC236}">
                <a16:creationId xmlns:a16="http://schemas.microsoft.com/office/drawing/2014/main" id="{DD7B9D60-0FF7-4BBE-B4B5-4C9EBDAA33B5}"/>
              </a:ext>
            </a:extLst>
          </p:cNvPr>
          <p:cNvSpPr>
            <a:spLocks noGrp="1"/>
          </p:cNvSpPr>
          <p:nvPr/>
        </p:nvSpPr>
        <p:spPr>
          <a:xfrm>
            <a:off x="9743281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0" name="object-100">
            <a:extLst>
              <a:ext uri="{FF2B5EF4-FFF2-40B4-BE49-F238E27FC236}">
                <a16:creationId xmlns:a16="http://schemas.microsoft.com/office/drawing/2014/main" id="{F940537E-6F40-45B7-8937-7B4D43F92CD8}"/>
              </a:ext>
            </a:extLst>
          </p:cNvPr>
          <p:cNvSpPr>
            <a:spLocks noGrp="1"/>
          </p:cNvSpPr>
          <p:nvPr/>
        </p:nvSpPr>
        <p:spPr>
          <a:xfrm>
            <a:off x="9849115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1" name="object-101">
            <a:extLst>
              <a:ext uri="{FF2B5EF4-FFF2-40B4-BE49-F238E27FC236}">
                <a16:creationId xmlns:a16="http://schemas.microsoft.com/office/drawing/2014/main" id="{2769F7DE-9DBC-47A6-83CD-F9098C683DDD}"/>
              </a:ext>
            </a:extLst>
          </p:cNvPr>
          <p:cNvSpPr>
            <a:spLocks noGrp="1"/>
          </p:cNvSpPr>
          <p:nvPr/>
        </p:nvSpPr>
        <p:spPr>
          <a:xfrm>
            <a:off x="9954948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2" name="object-102">
            <a:extLst>
              <a:ext uri="{FF2B5EF4-FFF2-40B4-BE49-F238E27FC236}">
                <a16:creationId xmlns:a16="http://schemas.microsoft.com/office/drawing/2014/main" id="{78041FF8-FFDA-4AC6-B57A-6F431B905328}"/>
              </a:ext>
            </a:extLst>
          </p:cNvPr>
          <p:cNvSpPr>
            <a:spLocks noGrp="1"/>
          </p:cNvSpPr>
          <p:nvPr/>
        </p:nvSpPr>
        <p:spPr>
          <a:xfrm>
            <a:off x="10060781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3" name="object-103">
            <a:extLst>
              <a:ext uri="{FF2B5EF4-FFF2-40B4-BE49-F238E27FC236}">
                <a16:creationId xmlns:a16="http://schemas.microsoft.com/office/drawing/2014/main" id="{72FE34E6-EFF2-43A5-9BAA-DD59C7EA7577}"/>
              </a:ext>
            </a:extLst>
          </p:cNvPr>
          <p:cNvSpPr>
            <a:spLocks noGrp="1"/>
          </p:cNvSpPr>
          <p:nvPr/>
        </p:nvSpPr>
        <p:spPr>
          <a:xfrm>
            <a:off x="10166615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4" name="object-104">
            <a:extLst>
              <a:ext uri="{FF2B5EF4-FFF2-40B4-BE49-F238E27FC236}">
                <a16:creationId xmlns:a16="http://schemas.microsoft.com/office/drawing/2014/main" id="{99A9E2F5-28B6-4FA5-A956-E0F38BCB20F3}"/>
              </a:ext>
            </a:extLst>
          </p:cNvPr>
          <p:cNvSpPr>
            <a:spLocks noGrp="1"/>
          </p:cNvSpPr>
          <p:nvPr/>
        </p:nvSpPr>
        <p:spPr>
          <a:xfrm>
            <a:off x="10272448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5" name="object-105">
            <a:extLst>
              <a:ext uri="{FF2B5EF4-FFF2-40B4-BE49-F238E27FC236}">
                <a16:creationId xmlns:a16="http://schemas.microsoft.com/office/drawing/2014/main" id="{CB2379CD-8EFF-4393-8FA3-67BF17EAC9AA}"/>
              </a:ext>
            </a:extLst>
          </p:cNvPr>
          <p:cNvSpPr>
            <a:spLocks noGrp="1"/>
          </p:cNvSpPr>
          <p:nvPr/>
        </p:nvSpPr>
        <p:spPr>
          <a:xfrm>
            <a:off x="10378281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6" name="object-106">
            <a:extLst>
              <a:ext uri="{FF2B5EF4-FFF2-40B4-BE49-F238E27FC236}">
                <a16:creationId xmlns:a16="http://schemas.microsoft.com/office/drawing/2014/main" id="{84B256BC-BEC6-4B8B-8200-9C8BE7683380}"/>
              </a:ext>
            </a:extLst>
          </p:cNvPr>
          <p:cNvSpPr>
            <a:spLocks noGrp="1"/>
          </p:cNvSpPr>
          <p:nvPr/>
        </p:nvSpPr>
        <p:spPr>
          <a:xfrm>
            <a:off x="10484115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7" name="object-107">
            <a:extLst>
              <a:ext uri="{FF2B5EF4-FFF2-40B4-BE49-F238E27FC236}">
                <a16:creationId xmlns:a16="http://schemas.microsoft.com/office/drawing/2014/main" id="{913F1D4A-97FF-4417-B3FF-450DEAE6368D}"/>
              </a:ext>
            </a:extLst>
          </p:cNvPr>
          <p:cNvSpPr>
            <a:spLocks noGrp="1"/>
          </p:cNvSpPr>
          <p:nvPr/>
        </p:nvSpPr>
        <p:spPr>
          <a:xfrm>
            <a:off x="10589948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8" name="object-108">
            <a:extLst>
              <a:ext uri="{FF2B5EF4-FFF2-40B4-BE49-F238E27FC236}">
                <a16:creationId xmlns:a16="http://schemas.microsoft.com/office/drawing/2014/main" id="{C4FC73D5-1591-4D3C-BB8E-B1C16DC0EC31}"/>
              </a:ext>
            </a:extLst>
          </p:cNvPr>
          <p:cNvSpPr>
            <a:spLocks noGrp="1"/>
          </p:cNvSpPr>
          <p:nvPr/>
        </p:nvSpPr>
        <p:spPr>
          <a:xfrm>
            <a:off x="10695781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9" name="object-109">
            <a:extLst>
              <a:ext uri="{FF2B5EF4-FFF2-40B4-BE49-F238E27FC236}">
                <a16:creationId xmlns:a16="http://schemas.microsoft.com/office/drawing/2014/main" id="{A39BA0E6-83FF-4A0C-8514-2663BDB08A2E}"/>
              </a:ext>
            </a:extLst>
          </p:cNvPr>
          <p:cNvSpPr>
            <a:spLocks noGrp="1"/>
          </p:cNvSpPr>
          <p:nvPr/>
        </p:nvSpPr>
        <p:spPr>
          <a:xfrm>
            <a:off x="10801615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0" name="object-110">
            <a:extLst>
              <a:ext uri="{FF2B5EF4-FFF2-40B4-BE49-F238E27FC236}">
                <a16:creationId xmlns:a16="http://schemas.microsoft.com/office/drawing/2014/main" id="{FDDE779E-A2DE-43D8-A69A-74EFA9E995FA}"/>
              </a:ext>
            </a:extLst>
          </p:cNvPr>
          <p:cNvSpPr>
            <a:spLocks noGrp="1"/>
          </p:cNvSpPr>
          <p:nvPr/>
        </p:nvSpPr>
        <p:spPr>
          <a:xfrm>
            <a:off x="10907448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1" name="object-111">
            <a:extLst>
              <a:ext uri="{FF2B5EF4-FFF2-40B4-BE49-F238E27FC236}">
                <a16:creationId xmlns:a16="http://schemas.microsoft.com/office/drawing/2014/main" id="{E019E7FF-643B-4A52-9331-46640294A456}"/>
              </a:ext>
            </a:extLst>
          </p:cNvPr>
          <p:cNvSpPr>
            <a:spLocks noGrp="1"/>
          </p:cNvSpPr>
          <p:nvPr/>
        </p:nvSpPr>
        <p:spPr>
          <a:xfrm>
            <a:off x="11013281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2" name="object-112">
            <a:extLst>
              <a:ext uri="{FF2B5EF4-FFF2-40B4-BE49-F238E27FC236}">
                <a16:creationId xmlns:a16="http://schemas.microsoft.com/office/drawing/2014/main" id="{0EF001AB-3CAF-4667-A514-B2A69E9F133F}"/>
              </a:ext>
            </a:extLst>
          </p:cNvPr>
          <p:cNvSpPr>
            <a:spLocks noGrp="1"/>
          </p:cNvSpPr>
          <p:nvPr/>
        </p:nvSpPr>
        <p:spPr>
          <a:xfrm>
            <a:off x="11119115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3" name="object-113">
            <a:extLst>
              <a:ext uri="{FF2B5EF4-FFF2-40B4-BE49-F238E27FC236}">
                <a16:creationId xmlns:a16="http://schemas.microsoft.com/office/drawing/2014/main" id="{DC58130B-77A9-404D-80E7-7314B0E78024}"/>
              </a:ext>
            </a:extLst>
          </p:cNvPr>
          <p:cNvSpPr>
            <a:spLocks noGrp="1"/>
          </p:cNvSpPr>
          <p:nvPr/>
        </p:nvSpPr>
        <p:spPr>
          <a:xfrm>
            <a:off x="11224948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4" name="object-114">
            <a:extLst>
              <a:ext uri="{FF2B5EF4-FFF2-40B4-BE49-F238E27FC236}">
                <a16:creationId xmlns:a16="http://schemas.microsoft.com/office/drawing/2014/main" id="{46EAC7BA-105D-4F17-8BF9-A56FFECE0EAD}"/>
              </a:ext>
            </a:extLst>
          </p:cNvPr>
          <p:cNvSpPr>
            <a:spLocks noGrp="1"/>
          </p:cNvSpPr>
          <p:nvPr/>
        </p:nvSpPr>
        <p:spPr>
          <a:xfrm>
            <a:off x="11330781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5" name="object-115">
            <a:extLst>
              <a:ext uri="{FF2B5EF4-FFF2-40B4-BE49-F238E27FC236}">
                <a16:creationId xmlns:a16="http://schemas.microsoft.com/office/drawing/2014/main" id="{1C23B797-968C-4646-BEE4-A75D07EC37B8}"/>
              </a:ext>
            </a:extLst>
          </p:cNvPr>
          <p:cNvSpPr>
            <a:spLocks noGrp="1"/>
          </p:cNvSpPr>
          <p:nvPr/>
        </p:nvSpPr>
        <p:spPr>
          <a:xfrm>
            <a:off x="11436615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6" name="object-116">
            <a:extLst>
              <a:ext uri="{FF2B5EF4-FFF2-40B4-BE49-F238E27FC236}">
                <a16:creationId xmlns:a16="http://schemas.microsoft.com/office/drawing/2014/main" id="{CDA4EF42-8A3A-4D7B-A349-C40241B7D900}"/>
              </a:ext>
            </a:extLst>
          </p:cNvPr>
          <p:cNvSpPr>
            <a:spLocks noGrp="1"/>
          </p:cNvSpPr>
          <p:nvPr/>
        </p:nvSpPr>
        <p:spPr>
          <a:xfrm>
            <a:off x="11542448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7" name="object-117">
            <a:extLst>
              <a:ext uri="{FF2B5EF4-FFF2-40B4-BE49-F238E27FC236}">
                <a16:creationId xmlns:a16="http://schemas.microsoft.com/office/drawing/2014/main" id="{8B05856E-E712-43B4-BB0B-5FEA78224528}"/>
              </a:ext>
            </a:extLst>
          </p:cNvPr>
          <p:cNvSpPr>
            <a:spLocks noGrp="1"/>
          </p:cNvSpPr>
          <p:nvPr/>
        </p:nvSpPr>
        <p:spPr>
          <a:xfrm>
            <a:off x="11648281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8" name="object-118">
            <a:extLst>
              <a:ext uri="{FF2B5EF4-FFF2-40B4-BE49-F238E27FC236}">
                <a16:creationId xmlns:a16="http://schemas.microsoft.com/office/drawing/2014/main" id="{21CB4428-1D2B-4402-9821-7D5B65555772}"/>
              </a:ext>
            </a:extLst>
          </p:cNvPr>
          <p:cNvSpPr>
            <a:spLocks noGrp="1"/>
          </p:cNvSpPr>
          <p:nvPr/>
        </p:nvSpPr>
        <p:spPr>
          <a:xfrm>
            <a:off x="11754115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9" name="object-119">
            <a:extLst>
              <a:ext uri="{FF2B5EF4-FFF2-40B4-BE49-F238E27FC236}">
                <a16:creationId xmlns:a16="http://schemas.microsoft.com/office/drawing/2014/main" id="{6D7D1355-B446-4596-832F-E5123EC06F3C}"/>
              </a:ext>
            </a:extLst>
          </p:cNvPr>
          <p:cNvSpPr>
            <a:spLocks noGrp="1"/>
          </p:cNvSpPr>
          <p:nvPr/>
        </p:nvSpPr>
        <p:spPr>
          <a:xfrm>
            <a:off x="11859948" y="5310188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20" name="object-120">
            <a:extLst>
              <a:ext uri="{FF2B5EF4-FFF2-40B4-BE49-F238E27FC236}">
                <a16:creationId xmlns:a16="http://schemas.microsoft.com/office/drawing/2014/main" id="{922ECA32-0163-41B9-9AE9-626153FC6E2D}"/>
              </a:ext>
            </a:extLst>
          </p:cNvPr>
          <p:cNvSpPr>
            <a:spLocks noGrp="1"/>
          </p:cNvSpPr>
          <p:nvPr/>
        </p:nvSpPr>
        <p:spPr>
          <a:xfrm>
            <a:off x="11965781" y="5310188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21" name="object-121">
            <a:extLst>
              <a:ext uri="{FF2B5EF4-FFF2-40B4-BE49-F238E27FC236}">
                <a16:creationId xmlns:a16="http://schemas.microsoft.com/office/drawing/2014/main" id="{B09D6F8A-DB99-4E17-908D-7A50483F758D}"/>
              </a:ext>
            </a:extLst>
          </p:cNvPr>
          <p:cNvSpPr>
            <a:spLocks noGrp="1"/>
          </p:cNvSpPr>
          <p:nvPr/>
        </p:nvSpPr>
        <p:spPr>
          <a:xfrm>
            <a:off x="12071615" y="5310188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22" name="object-122">
            <a:extLst>
              <a:ext uri="{FF2B5EF4-FFF2-40B4-BE49-F238E27FC236}">
                <a16:creationId xmlns:a16="http://schemas.microsoft.com/office/drawing/2014/main" id="{83E8566F-7C8D-40EB-8356-EBCECC9F631E}"/>
              </a:ext>
            </a:extLst>
          </p:cNvPr>
          <p:cNvSpPr>
            <a:spLocks noGrp="1"/>
          </p:cNvSpPr>
          <p:nvPr/>
        </p:nvSpPr>
        <p:spPr>
          <a:xfrm>
            <a:off x="12177448" y="5310188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23" name="object-123">
            <a:extLst>
              <a:ext uri="{FF2B5EF4-FFF2-40B4-BE49-F238E27FC236}">
                <a16:creationId xmlns:a16="http://schemas.microsoft.com/office/drawing/2014/main" id="{5FFAF531-49E7-497A-BC5D-3752A01B1A39}"/>
              </a:ext>
            </a:extLst>
          </p:cNvPr>
          <p:cNvSpPr>
            <a:spLocks noGrp="1"/>
          </p:cNvSpPr>
          <p:nvPr/>
        </p:nvSpPr>
        <p:spPr>
          <a:xfrm>
            <a:off x="12283281" y="5310188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24" name="object-124">
            <a:extLst>
              <a:ext uri="{FF2B5EF4-FFF2-40B4-BE49-F238E27FC236}">
                <a16:creationId xmlns:a16="http://schemas.microsoft.com/office/drawing/2014/main" id="{13939832-CDB4-4EF7-A86E-4818D5C0C96F}"/>
              </a:ext>
            </a:extLst>
          </p:cNvPr>
          <p:cNvSpPr>
            <a:spLocks noGrp="1"/>
          </p:cNvSpPr>
          <p:nvPr/>
        </p:nvSpPr>
        <p:spPr>
          <a:xfrm>
            <a:off x="12389115" y="5310188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25" name="object-125">
            <a:extLst>
              <a:ext uri="{FF2B5EF4-FFF2-40B4-BE49-F238E27FC236}">
                <a16:creationId xmlns:a16="http://schemas.microsoft.com/office/drawing/2014/main" id="{3A4AA8CE-5997-4C6A-A3AD-A64D99EAAE9E}"/>
              </a:ext>
            </a:extLst>
          </p:cNvPr>
          <p:cNvSpPr>
            <a:spLocks noGrp="1"/>
          </p:cNvSpPr>
          <p:nvPr/>
        </p:nvSpPr>
        <p:spPr>
          <a:xfrm>
            <a:off x="12494948" y="5310188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26" name="object-126">
            <a:extLst>
              <a:ext uri="{FF2B5EF4-FFF2-40B4-BE49-F238E27FC236}">
                <a16:creationId xmlns:a16="http://schemas.microsoft.com/office/drawing/2014/main" id="{6D24CBFA-C4A3-41B8-B179-B48ADB69A62A}"/>
              </a:ext>
            </a:extLst>
          </p:cNvPr>
          <p:cNvSpPr>
            <a:spLocks noGrp="1"/>
          </p:cNvSpPr>
          <p:nvPr/>
        </p:nvSpPr>
        <p:spPr>
          <a:xfrm>
            <a:off x="12600781" y="5310188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27" name="object-127">
            <a:extLst>
              <a:ext uri="{FF2B5EF4-FFF2-40B4-BE49-F238E27FC236}">
                <a16:creationId xmlns:a16="http://schemas.microsoft.com/office/drawing/2014/main" id="{A428672F-11E1-468C-BC03-70D67CAE1705}"/>
              </a:ext>
            </a:extLst>
          </p:cNvPr>
          <p:cNvSpPr>
            <a:spLocks noGrp="1"/>
          </p:cNvSpPr>
          <p:nvPr/>
        </p:nvSpPr>
        <p:spPr>
          <a:xfrm>
            <a:off x="12706615" y="5310188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28" name="object-128">
            <a:extLst>
              <a:ext uri="{FF2B5EF4-FFF2-40B4-BE49-F238E27FC236}">
                <a16:creationId xmlns:a16="http://schemas.microsoft.com/office/drawing/2014/main" id="{D119DDF9-2A84-4C33-9EFA-E01ED6590E92}"/>
              </a:ext>
            </a:extLst>
          </p:cNvPr>
          <p:cNvSpPr>
            <a:spLocks noGrp="1"/>
          </p:cNvSpPr>
          <p:nvPr/>
        </p:nvSpPr>
        <p:spPr>
          <a:xfrm>
            <a:off x="12812448" y="5310188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29" name="object-129">
            <a:extLst>
              <a:ext uri="{FF2B5EF4-FFF2-40B4-BE49-F238E27FC236}">
                <a16:creationId xmlns:a16="http://schemas.microsoft.com/office/drawing/2014/main" id="{582861EE-F219-4ADD-A3D4-6688C2C630B7}"/>
              </a:ext>
            </a:extLst>
          </p:cNvPr>
          <p:cNvSpPr>
            <a:spLocks noGrp="1"/>
          </p:cNvSpPr>
          <p:nvPr/>
        </p:nvSpPr>
        <p:spPr>
          <a:xfrm>
            <a:off x="1488281" y="5988844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0" name="object-130">
            <a:extLst>
              <a:ext uri="{FF2B5EF4-FFF2-40B4-BE49-F238E27FC236}">
                <a16:creationId xmlns:a16="http://schemas.microsoft.com/office/drawing/2014/main" id="{26BA25ED-9FEF-49ED-B3E4-AD7BEB163A19}"/>
              </a:ext>
            </a:extLst>
          </p:cNvPr>
          <p:cNvSpPr>
            <a:spLocks noGrp="1"/>
          </p:cNvSpPr>
          <p:nvPr/>
        </p:nvSpPr>
        <p:spPr>
          <a:xfrm>
            <a:off x="1594115" y="5988844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1" name="object-131">
            <a:extLst>
              <a:ext uri="{FF2B5EF4-FFF2-40B4-BE49-F238E27FC236}">
                <a16:creationId xmlns:a16="http://schemas.microsoft.com/office/drawing/2014/main" id="{10B7C84A-926D-4829-B056-5737D7D105FE}"/>
              </a:ext>
            </a:extLst>
          </p:cNvPr>
          <p:cNvSpPr>
            <a:spLocks noGrp="1"/>
          </p:cNvSpPr>
          <p:nvPr/>
        </p:nvSpPr>
        <p:spPr>
          <a:xfrm>
            <a:off x="1699948" y="5988844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2" name="object-132">
            <a:extLst>
              <a:ext uri="{FF2B5EF4-FFF2-40B4-BE49-F238E27FC236}">
                <a16:creationId xmlns:a16="http://schemas.microsoft.com/office/drawing/2014/main" id="{3E4B2BC8-5C7D-441A-93AA-8FB347FBEA51}"/>
              </a:ext>
            </a:extLst>
          </p:cNvPr>
          <p:cNvSpPr>
            <a:spLocks noGrp="1"/>
          </p:cNvSpPr>
          <p:nvPr/>
        </p:nvSpPr>
        <p:spPr>
          <a:xfrm>
            <a:off x="1805781" y="5988844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3" name="object-133">
            <a:extLst>
              <a:ext uri="{FF2B5EF4-FFF2-40B4-BE49-F238E27FC236}">
                <a16:creationId xmlns:a16="http://schemas.microsoft.com/office/drawing/2014/main" id="{769EDF59-E0E0-4906-92BF-3F1F9248857A}"/>
              </a:ext>
            </a:extLst>
          </p:cNvPr>
          <p:cNvSpPr>
            <a:spLocks noGrp="1"/>
          </p:cNvSpPr>
          <p:nvPr/>
        </p:nvSpPr>
        <p:spPr>
          <a:xfrm>
            <a:off x="1911615" y="5988844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4" name="object-134">
            <a:extLst>
              <a:ext uri="{FF2B5EF4-FFF2-40B4-BE49-F238E27FC236}">
                <a16:creationId xmlns:a16="http://schemas.microsoft.com/office/drawing/2014/main" id="{E5B18B91-E264-48CE-9B3B-C6CE33D97AD4}"/>
              </a:ext>
            </a:extLst>
          </p:cNvPr>
          <p:cNvSpPr>
            <a:spLocks noGrp="1"/>
          </p:cNvSpPr>
          <p:nvPr/>
        </p:nvSpPr>
        <p:spPr>
          <a:xfrm>
            <a:off x="2017448" y="5988844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5" name="object-135">
            <a:extLst>
              <a:ext uri="{FF2B5EF4-FFF2-40B4-BE49-F238E27FC236}">
                <a16:creationId xmlns:a16="http://schemas.microsoft.com/office/drawing/2014/main" id="{6D2CA007-DC00-4DB7-A28C-6F693333DF4C}"/>
              </a:ext>
            </a:extLst>
          </p:cNvPr>
          <p:cNvSpPr>
            <a:spLocks noGrp="1"/>
          </p:cNvSpPr>
          <p:nvPr/>
        </p:nvSpPr>
        <p:spPr>
          <a:xfrm>
            <a:off x="2123281" y="5988844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6" name="object-136">
            <a:extLst>
              <a:ext uri="{FF2B5EF4-FFF2-40B4-BE49-F238E27FC236}">
                <a16:creationId xmlns:a16="http://schemas.microsoft.com/office/drawing/2014/main" id="{1E261B1A-3C43-4B96-899A-2F7BA33DD742}"/>
              </a:ext>
            </a:extLst>
          </p:cNvPr>
          <p:cNvSpPr>
            <a:spLocks noGrp="1"/>
          </p:cNvSpPr>
          <p:nvPr/>
        </p:nvSpPr>
        <p:spPr>
          <a:xfrm>
            <a:off x="2229115" y="5988844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7" name="object-137">
            <a:extLst>
              <a:ext uri="{FF2B5EF4-FFF2-40B4-BE49-F238E27FC236}">
                <a16:creationId xmlns:a16="http://schemas.microsoft.com/office/drawing/2014/main" id="{E6D865F3-51BE-4ACD-A266-FA6A38A67CBE}"/>
              </a:ext>
            </a:extLst>
          </p:cNvPr>
          <p:cNvSpPr>
            <a:spLocks noGrp="1"/>
          </p:cNvSpPr>
          <p:nvPr/>
        </p:nvSpPr>
        <p:spPr>
          <a:xfrm>
            <a:off x="2334948" y="5988844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8" name="object-138">
            <a:extLst>
              <a:ext uri="{FF2B5EF4-FFF2-40B4-BE49-F238E27FC236}">
                <a16:creationId xmlns:a16="http://schemas.microsoft.com/office/drawing/2014/main" id="{977D2571-FF34-44AF-8A48-32263C45D064}"/>
              </a:ext>
            </a:extLst>
          </p:cNvPr>
          <p:cNvSpPr>
            <a:spLocks noGrp="1"/>
          </p:cNvSpPr>
          <p:nvPr/>
        </p:nvSpPr>
        <p:spPr>
          <a:xfrm>
            <a:off x="2440781" y="5988844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9" name="object-139">
            <a:extLst>
              <a:ext uri="{FF2B5EF4-FFF2-40B4-BE49-F238E27FC236}">
                <a16:creationId xmlns:a16="http://schemas.microsoft.com/office/drawing/2014/main" id="{CAC1420C-0DF0-4511-8B56-AD7CFEBA312A}"/>
              </a:ext>
            </a:extLst>
          </p:cNvPr>
          <p:cNvSpPr>
            <a:spLocks noGrp="1"/>
          </p:cNvSpPr>
          <p:nvPr/>
        </p:nvSpPr>
        <p:spPr>
          <a:xfrm>
            <a:off x="2546615" y="5988844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40" name="object-140">
            <a:extLst>
              <a:ext uri="{FF2B5EF4-FFF2-40B4-BE49-F238E27FC236}">
                <a16:creationId xmlns:a16="http://schemas.microsoft.com/office/drawing/2014/main" id="{54A66722-C060-44DE-BE39-CADB3F80C3C9}"/>
              </a:ext>
            </a:extLst>
          </p:cNvPr>
          <p:cNvSpPr>
            <a:spLocks noGrp="1"/>
          </p:cNvSpPr>
          <p:nvPr/>
        </p:nvSpPr>
        <p:spPr>
          <a:xfrm>
            <a:off x="2652448" y="5988844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41" name="object-141">
            <a:extLst>
              <a:ext uri="{FF2B5EF4-FFF2-40B4-BE49-F238E27FC236}">
                <a16:creationId xmlns:a16="http://schemas.microsoft.com/office/drawing/2014/main" id="{3E96C773-DE37-456E-9ACE-71C3B35BBF37}"/>
              </a:ext>
            </a:extLst>
          </p:cNvPr>
          <p:cNvSpPr>
            <a:spLocks noGrp="1"/>
          </p:cNvSpPr>
          <p:nvPr/>
        </p:nvSpPr>
        <p:spPr>
          <a:xfrm>
            <a:off x="2758281" y="5988844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42" name="object-142">
            <a:extLst>
              <a:ext uri="{FF2B5EF4-FFF2-40B4-BE49-F238E27FC236}">
                <a16:creationId xmlns:a16="http://schemas.microsoft.com/office/drawing/2014/main" id="{BCBB0647-9A42-4556-A595-1453026B02D8}"/>
              </a:ext>
            </a:extLst>
          </p:cNvPr>
          <p:cNvSpPr>
            <a:spLocks noGrp="1"/>
          </p:cNvSpPr>
          <p:nvPr/>
        </p:nvSpPr>
        <p:spPr>
          <a:xfrm>
            <a:off x="2864115" y="5988844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43" name="object-143">
            <a:extLst>
              <a:ext uri="{FF2B5EF4-FFF2-40B4-BE49-F238E27FC236}">
                <a16:creationId xmlns:a16="http://schemas.microsoft.com/office/drawing/2014/main" id="{9DF08699-1FFE-43EA-BC29-CB7F4DF7DBD8}"/>
              </a:ext>
            </a:extLst>
          </p:cNvPr>
          <p:cNvSpPr>
            <a:spLocks noGrp="1"/>
          </p:cNvSpPr>
          <p:nvPr/>
        </p:nvSpPr>
        <p:spPr>
          <a:xfrm>
            <a:off x="2969948" y="5988844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44" name="object-144">
            <a:extLst>
              <a:ext uri="{FF2B5EF4-FFF2-40B4-BE49-F238E27FC236}">
                <a16:creationId xmlns:a16="http://schemas.microsoft.com/office/drawing/2014/main" id="{B8881AEA-6D44-48A8-9DAD-F2A103713B4D}"/>
              </a:ext>
            </a:extLst>
          </p:cNvPr>
          <p:cNvSpPr>
            <a:spLocks noGrp="1"/>
          </p:cNvSpPr>
          <p:nvPr/>
        </p:nvSpPr>
        <p:spPr>
          <a:xfrm>
            <a:off x="3075781" y="5988844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45" name="object-145">
            <a:extLst>
              <a:ext uri="{FF2B5EF4-FFF2-40B4-BE49-F238E27FC236}">
                <a16:creationId xmlns:a16="http://schemas.microsoft.com/office/drawing/2014/main" id="{DD226844-C5B5-4CFA-8C7A-BEA26109CAB0}"/>
              </a:ext>
            </a:extLst>
          </p:cNvPr>
          <p:cNvSpPr>
            <a:spLocks noGrp="1"/>
          </p:cNvSpPr>
          <p:nvPr/>
        </p:nvSpPr>
        <p:spPr>
          <a:xfrm>
            <a:off x="3181615" y="5988844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46" name="object-146">
            <a:extLst>
              <a:ext uri="{FF2B5EF4-FFF2-40B4-BE49-F238E27FC236}">
                <a16:creationId xmlns:a16="http://schemas.microsoft.com/office/drawing/2014/main" id="{9FBC258E-B06B-46EC-B053-FC149CBBE05E}"/>
              </a:ext>
            </a:extLst>
          </p:cNvPr>
          <p:cNvSpPr>
            <a:spLocks noGrp="1"/>
          </p:cNvSpPr>
          <p:nvPr/>
        </p:nvSpPr>
        <p:spPr>
          <a:xfrm>
            <a:off x="3287448" y="5988844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47" name="object-147">
            <a:extLst>
              <a:ext uri="{FF2B5EF4-FFF2-40B4-BE49-F238E27FC236}">
                <a16:creationId xmlns:a16="http://schemas.microsoft.com/office/drawing/2014/main" id="{B92C3F4A-B1AC-4590-9931-EA2079117BF4}"/>
              </a:ext>
            </a:extLst>
          </p:cNvPr>
          <p:cNvSpPr>
            <a:spLocks noGrp="1"/>
          </p:cNvSpPr>
          <p:nvPr/>
        </p:nvSpPr>
        <p:spPr>
          <a:xfrm>
            <a:off x="3393281" y="5988844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48" name="object-148">
            <a:extLst>
              <a:ext uri="{FF2B5EF4-FFF2-40B4-BE49-F238E27FC236}">
                <a16:creationId xmlns:a16="http://schemas.microsoft.com/office/drawing/2014/main" id="{CA0D559C-8F26-4558-8643-37E5AEE1C522}"/>
              </a:ext>
            </a:extLst>
          </p:cNvPr>
          <p:cNvSpPr>
            <a:spLocks noGrp="1"/>
          </p:cNvSpPr>
          <p:nvPr/>
        </p:nvSpPr>
        <p:spPr>
          <a:xfrm>
            <a:off x="3499115" y="5988844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49" name="object-149">
            <a:extLst>
              <a:ext uri="{FF2B5EF4-FFF2-40B4-BE49-F238E27FC236}">
                <a16:creationId xmlns:a16="http://schemas.microsoft.com/office/drawing/2014/main" id="{07D84695-B4BB-46C4-93E1-A0FFB7EAF273}"/>
              </a:ext>
            </a:extLst>
          </p:cNvPr>
          <p:cNvSpPr>
            <a:spLocks noGrp="1"/>
          </p:cNvSpPr>
          <p:nvPr/>
        </p:nvSpPr>
        <p:spPr>
          <a:xfrm>
            <a:off x="3604948" y="5988844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50" name="object-150">
            <a:extLst>
              <a:ext uri="{FF2B5EF4-FFF2-40B4-BE49-F238E27FC236}">
                <a16:creationId xmlns:a16="http://schemas.microsoft.com/office/drawing/2014/main" id="{24339E4C-336E-47D1-AEBC-10DFF831B525}"/>
              </a:ext>
            </a:extLst>
          </p:cNvPr>
          <p:cNvSpPr>
            <a:spLocks noGrp="1"/>
          </p:cNvSpPr>
          <p:nvPr/>
        </p:nvSpPr>
        <p:spPr>
          <a:xfrm>
            <a:off x="3710781" y="5988844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51" name="object-151">
            <a:extLst>
              <a:ext uri="{FF2B5EF4-FFF2-40B4-BE49-F238E27FC236}">
                <a16:creationId xmlns:a16="http://schemas.microsoft.com/office/drawing/2014/main" id="{50C36314-F48D-42E6-8F59-C877CA2F88F5}"/>
              </a:ext>
            </a:extLst>
          </p:cNvPr>
          <p:cNvSpPr>
            <a:spLocks noGrp="1"/>
          </p:cNvSpPr>
          <p:nvPr/>
        </p:nvSpPr>
        <p:spPr>
          <a:xfrm>
            <a:off x="3816615" y="5988844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52" name="object-152">
            <a:extLst>
              <a:ext uri="{FF2B5EF4-FFF2-40B4-BE49-F238E27FC236}">
                <a16:creationId xmlns:a16="http://schemas.microsoft.com/office/drawing/2014/main" id="{30926E8C-E182-4A11-9288-926BEA05E267}"/>
              </a:ext>
            </a:extLst>
          </p:cNvPr>
          <p:cNvSpPr>
            <a:spLocks noGrp="1"/>
          </p:cNvSpPr>
          <p:nvPr/>
        </p:nvSpPr>
        <p:spPr>
          <a:xfrm>
            <a:off x="3922448" y="5988844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53" name="object-153">
            <a:extLst>
              <a:ext uri="{FF2B5EF4-FFF2-40B4-BE49-F238E27FC236}">
                <a16:creationId xmlns:a16="http://schemas.microsoft.com/office/drawing/2014/main" id="{8D7A2FAE-78CE-4600-912E-21B9185EF153}"/>
              </a:ext>
            </a:extLst>
          </p:cNvPr>
          <p:cNvSpPr>
            <a:spLocks noGrp="1"/>
          </p:cNvSpPr>
          <p:nvPr/>
        </p:nvSpPr>
        <p:spPr>
          <a:xfrm>
            <a:off x="4028281" y="5988844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54" name="object-154">
            <a:extLst>
              <a:ext uri="{FF2B5EF4-FFF2-40B4-BE49-F238E27FC236}">
                <a16:creationId xmlns:a16="http://schemas.microsoft.com/office/drawing/2014/main" id="{625C1794-2ABA-4FA5-B9DF-644E37C74B9F}"/>
              </a:ext>
            </a:extLst>
          </p:cNvPr>
          <p:cNvSpPr>
            <a:spLocks noGrp="1"/>
          </p:cNvSpPr>
          <p:nvPr/>
        </p:nvSpPr>
        <p:spPr>
          <a:xfrm>
            <a:off x="4134115" y="5988844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55" name="object-155">
            <a:extLst>
              <a:ext uri="{FF2B5EF4-FFF2-40B4-BE49-F238E27FC236}">
                <a16:creationId xmlns:a16="http://schemas.microsoft.com/office/drawing/2014/main" id="{E76E1939-08B7-4453-AFB5-44936ADB4067}"/>
              </a:ext>
            </a:extLst>
          </p:cNvPr>
          <p:cNvSpPr>
            <a:spLocks noGrp="1"/>
          </p:cNvSpPr>
          <p:nvPr/>
        </p:nvSpPr>
        <p:spPr>
          <a:xfrm>
            <a:off x="4239948" y="5988844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56" name="object-156">
            <a:extLst>
              <a:ext uri="{FF2B5EF4-FFF2-40B4-BE49-F238E27FC236}">
                <a16:creationId xmlns:a16="http://schemas.microsoft.com/office/drawing/2014/main" id="{A2222614-86AD-4D91-B146-74D1B81F6926}"/>
              </a:ext>
            </a:extLst>
          </p:cNvPr>
          <p:cNvSpPr>
            <a:spLocks noGrp="1"/>
          </p:cNvSpPr>
          <p:nvPr/>
        </p:nvSpPr>
        <p:spPr>
          <a:xfrm>
            <a:off x="4345781" y="5988844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57" name="object-157">
            <a:extLst>
              <a:ext uri="{FF2B5EF4-FFF2-40B4-BE49-F238E27FC236}">
                <a16:creationId xmlns:a16="http://schemas.microsoft.com/office/drawing/2014/main" id="{C7441862-AEC9-4210-B48F-F35FD4E0793B}"/>
              </a:ext>
            </a:extLst>
          </p:cNvPr>
          <p:cNvSpPr>
            <a:spLocks noGrp="1"/>
          </p:cNvSpPr>
          <p:nvPr/>
        </p:nvSpPr>
        <p:spPr>
          <a:xfrm>
            <a:off x="4451615" y="5988844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58" name="object-158">
            <a:extLst>
              <a:ext uri="{FF2B5EF4-FFF2-40B4-BE49-F238E27FC236}">
                <a16:creationId xmlns:a16="http://schemas.microsoft.com/office/drawing/2014/main" id="{46C19B6A-62F3-4709-9A2D-61BD1ED3388C}"/>
              </a:ext>
            </a:extLst>
          </p:cNvPr>
          <p:cNvSpPr>
            <a:spLocks noGrp="1"/>
          </p:cNvSpPr>
          <p:nvPr/>
        </p:nvSpPr>
        <p:spPr>
          <a:xfrm>
            <a:off x="4557448" y="5988844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59" name="object-159">
            <a:extLst>
              <a:ext uri="{FF2B5EF4-FFF2-40B4-BE49-F238E27FC236}">
                <a16:creationId xmlns:a16="http://schemas.microsoft.com/office/drawing/2014/main" id="{32C362D6-2157-427E-B84D-02699358581D}"/>
              </a:ext>
            </a:extLst>
          </p:cNvPr>
          <p:cNvSpPr>
            <a:spLocks noGrp="1"/>
          </p:cNvSpPr>
          <p:nvPr/>
        </p:nvSpPr>
        <p:spPr>
          <a:xfrm>
            <a:off x="4663281" y="5988844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60" name="object-160">
            <a:extLst>
              <a:ext uri="{FF2B5EF4-FFF2-40B4-BE49-F238E27FC236}">
                <a16:creationId xmlns:a16="http://schemas.microsoft.com/office/drawing/2014/main" id="{C28D46B6-B11B-40EA-A150-CE96B8E4F876}"/>
              </a:ext>
            </a:extLst>
          </p:cNvPr>
          <p:cNvSpPr>
            <a:spLocks noGrp="1"/>
          </p:cNvSpPr>
          <p:nvPr/>
        </p:nvSpPr>
        <p:spPr>
          <a:xfrm>
            <a:off x="4769115" y="5988844"/>
            <a:ext cx="105833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61" name="object-161">
            <a:extLst>
              <a:ext uri="{FF2B5EF4-FFF2-40B4-BE49-F238E27FC236}">
                <a16:creationId xmlns:a16="http://schemas.microsoft.com/office/drawing/2014/main" id="{6B51AC85-D97B-4B5F-9312-60D5823A7123}"/>
              </a:ext>
            </a:extLst>
          </p:cNvPr>
          <p:cNvSpPr>
            <a:spLocks noGrp="1"/>
          </p:cNvSpPr>
          <p:nvPr/>
        </p:nvSpPr>
        <p:spPr>
          <a:xfrm>
            <a:off x="4874948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62" name="object-162">
            <a:extLst>
              <a:ext uri="{FF2B5EF4-FFF2-40B4-BE49-F238E27FC236}">
                <a16:creationId xmlns:a16="http://schemas.microsoft.com/office/drawing/2014/main" id="{035831F2-8E3C-4C78-87AF-BC4A69F687EC}"/>
              </a:ext>
            </a:extLst>
          </p:cNvPr>
          <p:cNvSpPr>
            <a:spLocks noGrp="1"/>
          </p:cNvSpPr>
          <p:nvPr/>
        </p:nvSpPr>
        <p:spPr>
          <a:xfrm>
            <a:off x="4980781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63" name="object-163">
            <a:extLst>
              <a:ext uri="{FF2B5EF4-FFF2-40B4-BE49-F238E27FC236}">
                <a16:creationId xmlns:a16="http://schemas.microsoft.com/office/drawing/2014/main" id="{2EBC77F6-AA85-4D60-A4C4-397226C4B8DD}"/>
              </a:ext>
            </a:extLst>
          </p:cNvPr>
          <p:cNvSpPr>
            <a:spLocks noGrp="1"/>
          </p:cNvSpPr>
          <p:nvPr/>
        </p:nvSpPr>
        <p:spPr>
          <a:xfrm>
            <a:off x="5086615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64" name="object-164">
            <a:extLst>
              <a:ext uri="{FF2B5EF4-FFF2-40B4-BE49-F238E27FC236}">
                <a16:creationId xmlns:a16="http://schemas.microsoft.com/office/drawing/2014/main" id="{D697C825-239B-4B72-BEFE-FC9F4D0734E1}"/>
              </a:ext>
            </a:extLst>
          </p:cNvPr>
          <p:cNvSpPr>
            <a:spLocks noGrp="1"/>
          </p:cNvSpPr>
          <p:nvPr/>
        </p:nvSpPr>
        <p:spPr>
          <a:xfrm>
            <a:off x="5192448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65" name="object-165">
            <a:extLst>
              <a:ext uri="{FF2B5EF4-FFF2-40B4-BE49-F238E27FC236}">
                <a16:creationId xmlns:a16="http://schemas.microsoft.com/office/drawing/2014/main" id="{A317D40D-92C0-496B-9847-B8625566FFE8}"/>
              </a:ext>
            </a:extLst>
          </p:cNvPr>
          <p:cNvSpPr>
            <a:spLocks noGrp="1"/>
          </p:cNvSpPr>
          <p:nvPr/>
        </p:nvSpPr>
        <p:spPr>
          <a:xfrm>
            <a:off x="5298281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66" name="object-166">
            <a:extLst>
              <a:ext uri="{FF2B5EF4-FFF2-40B4-BE49-F238E27FC236}">
                <a16:creationId xmlns:a16="http://schemas.microsoft.com/office/drawing/2014/main" id="{F693C9F0-0E18-4450-8049-78B065CE86E9}"/>
              </a:ext>
            </a:extLst>
          </p:cNvPr>
          <p:cNvSpPr>
            <a:spLocks noGrp="1"/>
          </p:cNvSpPr>
          <p:nvPr/>
        </p:nvSpPr>
        <p:spPr>
          <a:xfrm>
            <a:off x="5404115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67" name="object-167">
            <a:extLst>
              <a:ext uri="{FF2B5EF4-FFF2-40B4-BE49-F238E27FC236}">
                <a16:creationId xmlns:a16="http://schemas.microsoft.com/office/drawing/2014/main" id="{61D2E0C1-5898-461C-B57B-E76BA2C36956}"/>
              </a:ext>
            </a:extLst>
          </p:cNvPr>
          <p:cNvSpPr>
            <a:spLocks noGrp="1"/>
          </p:cNvSpPr>
          <p:nvPr/>
        </p:nvSpPr>
        <p:spPr>
          <a:xfrm>
            <a:off x="5509948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68" name="object-168">
            <a:extLst>
              <a:ext uri="{FF2B5EF4-FFF2-40B4-BE49-F238E27FC236}">
                <a16:creationId xmlns:a16="http://schemas.microsoft.com/office/drawing/2014/main" id="{0A448374-A2A2-452D-AB1B-8FBF3BC10314}"/>
              </a:ext>
            </a:extLst>
          </p:cNvPr>
          <p:cNvSpPr>
            <a:spLocks noGrp="1"/>
          </p:cNvSpPr>
          <p:nvPr/>
        </p:nvSpPr>
        <p:spPr>
          <a:xfrm>
            <a:off x="5615781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69" name="object-169">
            <a:extLst>
              <a:ext uri="{FF2B5EF4-FFF2-40B4-BE49-F238E27FC236}">
                <a16:creationId xmlns:a16="http://schemas.microsoft.com/office/drawing/2014/main" id="{A9311470-4765-452E-BFE8-4578B66CD1F3}"/>
              </a:ext>
            </a:extLst>
          </p:cNvPr>
          <p:cNvSpPr>
            <a:spLocks noGrp="1"/>
          </p:cNvSpPr>
          <p:nvPr/>
        </p:nvSpPr>
        <p:spPr>
          <a:xfrm>
            <a:off x="5721615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70" name="object-170">
            <a:extLst>
              <a:ext uri="{FF2B5EF4-FFF2-40B4-BE49-F238E27FC236}">
                <a16:creationId xmlns:a16="http://schemas.microsoft.com/office/drawing/2014/main" id="{8655F24B-1659-4ACE-949F-9FF3C7142D01}"/>
              </a:ext>
            </a:extLst>
          </p:cNvPr>
          <p:cNvSpPr>
            <a:spLocks noGrp="1"/>
          </p:cNvSpPr>
          <p:nvPr/>
        </p:nvSpPr>
        <p:spPr>
          <a:xfrm>
            <a:off x="5827448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71" name="object-171">
            <a:extLst>
              <a:ext uri="{FF2B5EF4-FFF2-40B4-BE49-F238E27FC236}">
                <a16:creationId xmlns:a16="http://schemas.microsoft.com/office/drawing/2014/main" id="{6B334878-C268-4695-98D1-E4BB87025C2C}"/>
              </a:ext>
            </a:extLst>
          </p:cNvPr>
          <p:cNvSpPr>
            <a:spLocks noGrp="1"/>
          </p:cNvSpPr>
          <p:nvPr/>
        </p:nvSpPr>
        <p:spPr>
          <a:xfrm>
            <a:off x="5933281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72" name="object-172">
            <a:extLst>
              <a:ext uri="{FF2B5EF4-FFF2-40B4-BE49-F238E27FC236}">
                <a16:creationId xmlns:a16="http://schemas.microsoft.com/office/drawing/2014/main" id="{243DF565-F637-4ABA-9351-D63A89278D44}"/>
              </a:ext>
            </a:extLst>
          </p:cNvPr>
          <p:cNvSpPr>
            <a:spLocks noGrp="1"/>
          </p:cNvSpPr>
          <p:nvPr/>
        </p:nvSpPr>
        <p:spPr>
          <a:xfrm>
            <a:off x="6039115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73" name="object-173">
            <a:extLst>
              <a:ext uri="{FF2B5EF4-FFF2-40B4-BE49-F238E27FC236}">
                <a16:creationId xmlns:a16="http://schemas.microsoft.com/office/drawing/2014/main" id="{1B10B10B-61A0-444A-B217-0813EDD2CEA8}"/>
              </a:ext>
            </a:extLst>
          </p:cNvPr>
          <p:cNvSpPr>
            <a:spLocks noGrp="1"/>
          </p:cNvSpPr>
          <p:nvPr/>
        </p:nvSpPr>
        <p:spPr>
          <a:xfrm>
            <a:off x="6144948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74" name="object-174">
            <a:extLst>
              <a:ext uri="{FF2B5EF4-FFF2-40B4-BE49-F238E27FC236}">
                <a16:creationId xmlns:a16="http://schemas.microsoft.com/office/drawing/2014/main" id="{B40E523D-9679-40D0-BDEF-580F62838F96}"/>
              </a:ext>
            </a:extLst>
          </p:cNvPr>
          <p:cNvSpPr>
            <a:spLocks noGrp="1"/>
          </p:cNvSpPr>
          <p:nvPr/>
        </p:nvSpPr>
        <p:spPr>
          <a:xfrm>
            <a:off x="6250781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75" name="object-175">
            <a:extLst>
              <a:ext uri="{FF2B5EF4-FFF2-40B4-BE49-F238E27FC236}">
                <a16:creationId xmlns:a16="http://schemas.microsoft.com/office/drawing/2014/main" id="{4ABA6941-BCE7-4242-A4C0-F04A9300728A}"/>
              </a:ext>
            </a:extLst>
          </p:cNvPr>
          <p:cNvSpPr>
            <a:spLocks noGrp="1"/>
          </p:cNvSpPr>
          <p:nvPr/>
        </p:nvSpPr>
        <p:spPr>
          <a:xfrm>
            <a:off x="6356615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76" name="object-176">
            <a:extLst>
              <a:ext uri="{FF2B5EF4-FFF2-40B4-BE49-F238E27FC236}">
                <a16:creationId xmlns:a16="http://schemas.microsoft.com/office/drawing/2014/main" id="{2C076472-2D21-4828-963D-4443DAC0DEBB}"/>
              </a:ext>
            </a:extLst>
          </p:cNvPr>
          <p:cNvSpPr>
            <a:spLocks noGrp="1"/>
          </p:cNvSpPr>
          <p:nvPr/>
        </p:nvSpPr>
        <p:spPr>
          <a:xfrm>
            <a:off x="6462448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77" name="object-177">
            <a:extLst>
              <a:ext uri="{FF2B5EF4-FFF2-40B4-BE49-F238E27FC236}">
                <a16:creationId xmlns:a16="http://schemas.microsoft.com/office/drawing/2014/main" id="{0F5B058F-9518-48D4-9D19-BBBB9746A7B6}"/>
              </a:ext>
            </a:extLst>
          </p:cNvPr>
          <p:cNvSpPr>
            <a:spLocks noGrp="1"/>
          </p:cNvSpPr>
          <p:nvPr/>
        </p:nvSpPr>
        <p:spPr>
          <a:xfrm>
            <a:off x="6568281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78" name="object-178">
            <a:extLst>
              <a:ext uri="{FF2B5EF4-FFF2-40B4-BE49-F238E27FC236}">
                <a16:creationId xmlns:a16="http://schemas.microsoft.com/office/drawing/2014/main" id="{5B70576C-D4E2-429A-B584-D655DE977031}"/>
              </a:ext>
            </a:extLst>
          </p:cNvPr>
          <p:cNvSpPr>
            <a:spLocks noGrp="1"/>
          </p:cNvSpPr>
          <p:nvPr/>
        </p:nvSpPr>
        <p:spPr>
          <a:xfrm>
            <a:off x="6674115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79" name="object-179">
            <a:extLst>
              <a:ext uri="{FF2B5EF4-FFF2-40B4-BE49-F238E27FC236}">
                <a16:creationId xmlns:a16="http://schemas.microsoft.com/office/drawing/2014/main" id="{33ED40B2-228F-43A1-9914-F387795103CB}"/>
              </a:ext>
            </a:extLst>
          </p:cNvPr>
          <p:cNvSpPr>
            <a:spLocks noGrp="1"/>
          </p:cNvSpPr>
          <p:nvPr/>
        </p:nvSpPr>
        <p:spPr>
          <a:xfrm>
            <a:off x="6779948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80" name="object-180">
            <a:extLst>
              <a:ext uri="{FF2B5EF4-FFF2-40B4-BE49-F238E27FC236}">
                <a16:creationId xmlns:a16="http://schemas.microsoft.com/office/drawing/2014/main" id="{ECB62C89-201D-46AB-B609-A06F50E6ABDD}"/>
              </a:ext>
            </a:extLst>
          </p:cNvPr>
          <p:cNvSpPr>
            <a:spLocks noGrp="1"/>
          </p:cNvSpPr>
          <p:nvPr/>
        </p:nvSpPr>
        <p:spPr>
          <a:xfrm>
            <a:off x="6885781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81" name="object-181">
            <a:extLst>
              <a:ext uri="{FF2B5EF4-FFF2-40B4-BE49-F238E27FC236}">
                <a16:creationId xmlns:a16="http://schemas.microsoft.com/office/drawing/2014/main" id="{B64C39FF-9812-49A1-8CA6-B1FE5BE86EF3}"/>
              </a:ext>
            </a:extLst>
          </p:cNvPr>
          <p:cNvSpPr>
            <a:spLocks noGrp="1"/>
          </p:cNvSpPr>
          <p:nvPr/>
        </p:nvSpPr>
        <p:spPr>
          <a:xfrm>
            <a:off x="6991615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82" name="object-182">
            <a:extLst>
              <a:ext uri="{FF2B5EF4-FFF2-40B4-BE49-F238E27FC236}">
                <a16:creationId xmlns:a16="http://schemas.microsoft.com/office/drawing/2014/main" id="{6F7A8882-DAA4-4098-9840-CA06955447F6}"/>
              </a:ext>
            </a:extLst>
          </p:cNvPr>
          <p:cNvSpPr>
            <a:spLocks noGrp="1"/>
          </p:cNvSpPr>
          <p:nvPr/>
        </p:nvSpPr>
        <p:spPr>
          <a:xfrm>
            <a:off x="7097448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83" name="object-183">
            <a:extLst>
              <a:ext uri="{FF2B5EF4-FFF2-40B4-BE49-F238E27FC236}">
                <a16:creationId xmlns:a16="http://schemas.microsoft.com/office/drawing/2014/main" id="{AD16F779-542E-4939-A48A-B70A0ADEAA1B}"/>
              </a:ext>
            </a:extLst>
          </p:cNvPr>
          <p:cNvSpPr>
            <a:spLocks noGrp="1"/>
          </p:cNvSpPr>
          <p:nvPr/>
        </p:nvSpPr>
        <p:spPr>
          <a:xfrm>
            <a:off x="7203281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84" name="object-184">
            <a:extLst>
              <a:ext uri="{FF2B5EF4-FFF2-40B4-BE49-F238E27FC236}">
                <a16:creationId xmlns:a16="http://schemas.microsoft.com/office/drawing/2014/main" id="{DBDF1308-CDD2-4ACD-9789-1313A7FBD2B8}"/>
              </a:ext>
            </a:extLst>
          </p:cNvPr>
          <p:cNvSpPr>
            <a:spLocks noGrp="1"/>
          </p:cNvSpPr>
          <p:nvPr/>
        </p:nvSpPr>
        <p:spPr>
          <a:xfrm>
            <a:off x="7309115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85" name="object-185">
            <a:extLst>
              <a:ext uri="{FF2B5EF4-FFF2-40B4-BE49-F238E27FC236}">
                <a16:creationId xmlns:a16="http://schemas.microsoft.com/office/drawing/2014/main" id="{E0A9EEB7-8C30-41A5-AB4D-F118DFD56192}"/>
              </a:ext>
            </a:extLst>
          </p:cNvPr>
          <p:cNvSpPr>
            <a:spLocks noGrp="1"/>
          </p:cNvSpPr>
          <p:nvPr/>
        </p:nvSpPr>
        <p:spPr>
          <a:xfrm>
            <a:off x="7414948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86" name="object-186">
            <a:extLst>
              <a:ext uri="{FF2B5EF4-FFF2-40B4-BE49-F238E27FC236}">
                <a16:creationId xmlns:a16="http://schemas.microsoft.com/office/drawing/2014/main" id="{C1E9B24D-FA2C-49A9-BAEC-6271DAA9D8A0}"/>
              </a:ext>
            </a:extLst>
          </p:cNvPr>
          <p:cNvSpPr>
            <a:spLocks noGrp="1"/>
          </p:cNvSpPr>
          <p:nvPr/>
        </p:nvSpPr>
        <p:spPr>
          <a:xfrm>
            <a:off x="7520781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87" name="object-187">
            <a:extLst>
              <a:ext uri="{FF2B5EF4-FFF2-40B4-BE49-F238E27FC236}">
                <a16:creationId xmlns:a16="http://schemas.microsoft.com/office/drawing/2014/main" id="{C573C617-F017-4723-8075-6789CAEEF6A1}"/>
              </a:ext>
            </a:extLst>
          </p:cNvPr>
          <p:cNvSpPr>
            <a:spLocks noGrp="1"/>
          </p:cNvSpPr>
          <p:nvPr/>
        </p:nvSpPr>
        <p:spPr>
          <a:xfrm>
            <a:off x="7626615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88" name="object-188">
            <a:extLst>
              <a:ext uri="{FF2B5EF4-FFF2-40B4-BE49-F238E27FC236}">
                <a16:creationId xmlns:a16="http://schemas.microsoft.com/office/drawing/2014/main" id="{DBB46A3C-34E1-4E30-B0E5-AF70CD3C36AA}"/>
              </a:ext>
            </a:extLst>
          </p:cNvPr>
          <p:cNvSpPr>
            <a:spLocks noGrp="1"/>
          </p:cNvSpPr>
          <p:nvPr/>
        </p:nvSpPr>
        <p:spPr>
          <a:xfrm>
            <a:off x="7732448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89" name="object-189">
            <a:extLst>
              <a:ext uri="{FF2B5EF4-FFF2-40B4-BE49-F238E27FC236}">
                <a16:creationId xmlns:a16="http://schemas.microsoft.com/office/drawing/2014/main" id="{7A0EB6D6-9B08-458C-BF67-3CA78ACC6412}"/>
              </a:ext>
            </a:extLst>
          </p:cNvPr>
          <p:cNvSpPr>
            <a:spLocks noGrp="1"/>
          </p:cNvSpPr>
          <p:nvPr/>
        </p:nvSpPr>
        <p:spPr>
          <a:xfrm>
            <a:off x="7838281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90" name="object-190">
            <a:extLst>
              <a:ext uri="{FF2B5EF4-FFF2-40B4-BE49-F238E27FC236}">
                <a16:creationId xmlns:a16="http://schemas.microsoft.com/office/drawing/2014/main" id="{8EBA9D53-876A-4F44-AB65-6D50F0885423}"/>
              </a:ext>
            </a:extLst>
          </p:cNvPr>
          <p:cNvSpPr>
            <a:spLocks noGrp="1"/>
          </p:cNvSpPr>
          <p:nvPr/>
        </p:nvSpPr>
        <p:spPr>
          <a:xfrm>
            <a:off x="7944115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91" name="object-191">
            <a:extLst>
              <a:ext uri="{FF2B5EF4-FFF2-40B4-BE49-F238E27FC236}">
                <a16:creationId xmlns:a16="http://schemas.microsoft.com/office/drawing/2014/main" id="{E6044A0B-577F-4D41-9E26-BF1247B69A9B}"/>
              </a:ext>
            </a:extLst>
          </p:cNvPr>
          <p:cNvSpPr>
            <a:spLocks noGrp="1"/>
          </p:cNvSpPr>
          <p:nvPr/>
        </p:nvSpPr>
        <p:spPr>
          <a:xfrm>
            <a:off x="8049948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92" name="object-192">
            <a:extLst>
              <a:ext uri="{FF2B5EF4-FFF2-40B4-BE49-F238E27FC236}">
                <a16:creationId xmlns:a16="http://schemas.microsoft.com/office/drawing/2014/main" id="{C3E86A35-021A-4739-96A7-BA0E2095B866}"/>
              </a:ext>
            </a:extLst>
          </p:cNvPr>
          <p:cNvSpPr>
            <a:spLocks noGrp="1"/>
          </p:cNvSpPr>
          <p:nvPr/>
        </p:nvSpPr>
        <p:spPr>
          <a:xfrm>
            <a:off x="8155781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93" name="object-193">
            <a:extLst>
              <a:ext uri="{FF2B5EF4-FFF2-40B4-BE49-F238E27FC236}">
                <a16:creationId xmlns:a16="http://schemas.microsoft.com/office/drawing/2014/main" id="{AAB16A28-13DD-4E4B-AC65-FA85344E3796}"/>
              </a:ext>
            </a:extLst>
          </p:cNvPr>
          <p:cNvSpPr>
            <a:spLocks noGrp="1"/>
          </p:cNvSpPr>
          <p:nvPr/>
        </p:nvSpPr>
        <p:spPr>
          <a:xfrm>
            <a:off x="8261615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94" name="object-194">
            <a:extLst>
              <a:ext uri="{FF2B5EF4-FFF2-40B4-BE49-F238E27FC236}">
                <a16:creationId xmlns:a16="http://schemas.microsoft.com/office/drawing/2014/main" id="{6F4BC601-D778-4A40-857D-F564B4E62D04}"/>
              </a:ext>
            </a:extLst>
          </p:cNvPr>
          <p:cNvSpPr>
            <a:spLocks noGrp="1"/>
          </p:cNvSpPr>
          <p:nvPr/>
        </p:nvSpPr>
        <p:spPr>
          <a:xfrm>
            <a:off x="8367448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95" name="object-195">
            <a:extLst>
              <a:ext uri="{FF2B5EF4-FFF2-40B4-BE49-F238E27FC236}">
                <a16:creationId xmlns:a16="http://schemas.microsoft.com/office/drawing/2014/main" id="{CE5F1D3B-2CA8-4183-B049-536A55CFE223}"/>
              </a:ext>
            </a:extLst>
          </p:cNvPr>
          <p:cNvSpPr>
            <a:spLocks noGrp="1"/>
          </p:cNvSpPr>
          <p:nvPr/>
        </p:nvSpPr>
        <p:spPr>
          <a:xfrm>
            <a:off x="8473281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96" name="object-196">
            <a:extLst>
              <a:ext uri="{FF2B5EF4-FFF2-40B4-BE49-F238E27FC236}">
                <a16:creationId xmlns:a16="http://schemas.microsoft.com/office/drawing/2014/main" id="{0868B709-4711-4200-91DD-1C5007834562}"/>
              </a:ext>
            </a:extLst>
          </p:cNvPr>
          <p:cNvSpPr>
            <a:spLocks noGrp="1"/>
          </p:cNvSpPr>
          <p:nvPr/>
        </p:nvSpPr>
        <p:spPr>
          <a:xfrm>
            <a:off x="8579115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97" name="object-197">
            <a:extLst>
              <a:ext uri="{FF2B5EF4-FFF2-40B4-BE49-F238E27FC236}">
                <a16:creationId xmlns:a16="http://schemas.microsoft.com/office/drawing/2014/main" id="{DAB13E7D-D146-4A84-B645-382DE5273DF4}"/>
              </a:ext>
            </a:extLst>
          </p:cNvPr>
          <p:cNvSpPr>
            <a:spLocks noGrp="1"/>
          </p:cNvSpPr>
          <p:nvPr/>
        </p:nvSpPr>
        <p:spPr>
          <a:xfrm>
            <a:off x="8684948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98" name="object-198">
            <a:extLst>
              <a:ext uri="{FF2B5EF4-FFF2-40B4-BE49-F238E27FC236}">
                <a16:creationId xmlns:a16="http://schemas.microsoft.com/office/drawing/2014/main" id="{26D3E908-2678-442C-BCF4-14B1A790324E}"/>
              </a:ext>
            </a:extLst>
          </p:cNvPr>
          <p:cNvSpPr>
            <a:spLocks noGrp="1"/>
          </p:cNvSpPr>
          <p:nvPr/>
        </p:nvSpPr>
        <p:spPr>
          <a:xfrm>
            <a:off x="8790781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99" name="object-199">
            <a:extLst>
              <a:ext uri="{FF2B5EF4-FFF2-40B4-BE49-F238E27FC236}">
                <a16:creationId xmlns:a16="http://schemas.microsoft.com/office/drawing/2014/main" id="{7E895C34-8231-49A3-9C03-8943DF0F5D8A}"/>
              </a:ext>
            </a:extLst>
          </p:cNvPr>
          <p:cNvSpPr>
            <a:spLocks noGrp="1"/>
          </p:cNvSpPr>
          <p:nvPr/>
        </p:nvSpPr>
        <p:spPr>
          <a:xfrm>
            <a:off x="8896615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00" name="object-200">
            <a:extLst>
              <a:ext uri="{FF2B5EF4-FFF2-40B4-BE49-F238E27FC236}">
                <a16:creationId xmlns:a16="http://schemas.microsoft.com/office/drawing/2014/main" id="{B0E67965-0B78-4122-B2E4-1B30BF85B2D2}"/>
              </a:ext>
            </a:extLst>
          </p:cNvPr>
          <p:cNvSpPr>
            <a:spLocks noGrp="1"/>
          </p:cNvSpPr>
          <p:nvPr/>
        </p:nvSpPr>
        <p:spPr>
          <a:xfrm>
            <a:off x="9002448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01" name="object-201">
            <a:extLst>
              <a:ext uri="{FF2B5EF4-FFF2-40B4-BE49-F238E27FC236}">
                <a16:creationId xmlns:a16="http://schemas.microsoft.com/office/drawing/2014/main" id="{462BD1D8-531F-4223-BCB7-439B193940EC}"/>
              </a:ext>
            </a:extLst>
          </p:cNvPr>
          <p:cNvSpPr>
            <a:spLocks noGrp="1"/>
          </p:cNvSpPr>
          <p:nvPr/>
        </p:nvSpPr>
        <p:spPr>
          <a:xfrm>
            <a:off x="9108281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02" name="object-202">
            <a:extLst>
              <a:ext uri="{FF2B5EF4-FFF2-40B4-BE49-F238E27FC236}">
                <a16:creationId xmlns:a16="http://schemas.microsoft.com/office/drawing/2014/main" id="{9E77AF63-1900-4047-8175-7BEA9FDABCA8}"/>
              </a:ext>
            </a:extLst>
          </p:cNvPr>
          <p:cNvSpPr>
            <a:spLocks noGrp="1"/>
          </p:cNvSpPr>
          <p:nvPr/>
        </p:nvSpPr>
        <p:spPr>
          <a:xfrm>
            <a:off x="9214115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03" name="object-203">
            <a:extLst>
              <a:ext uri="{FF2B5EF4-FFF2-40B4-BE49-F238E27FC236}">
                <a16:creationId xmlns:a16="http://schemas.microsoft.com/office/drawing/2014/main" id="{FF36044F-456A-47EF-8186-9AE0511C53F6}"/>
              </a:ext>
            </a:extLst>
          </p:cNvPr>
          <p:cNvSpPr>
            <a:spLocks noGrp="1"/>
          </p:cNvSpPr>
          <p:nvPr/>
        </p:nvSpPr>
        <p:spPr>
          <a:xfrm>
            <a:off x="9319948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04" name="object-204">
            <a:extLst>
              <a:ext uri="{FF2B5EF4-FFF2-40B4-BE49-F238E27FC236}">
                <a16:creationId xmlns:a16="http://schemas.microsoft.com/office/drawing/2014/main" id="{1F3A52F0-6466-4322-A8E8-303E47501289}"/>
              </a:ext>
            </a:extLst>
          </p:cNvPr>
          <p:cNvSpPr>
            <a:spLocks noGrp="1"/>
          </p:cNvSpPr>
          <p:nvPr/>
        </p:nvSpPr>
        <p:spPr>
          <a:xfrm>
            <a:off x="9425781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05" name="object-205">
            <a:extLst>
              <a:ext uri="{FF2B5EF4-FFF2-40B4-BE49-F238E27FC236}">
                <a16:creationId xmlns:a16="http://schemas.microsoft.com/office/drawing/2014/main" id="{38712D85-FC84-4286-8DD3-655D96E52C0B}"/>
              </a:ext>
            </a:extLst>
          </p:cNvPr>
          <p:cNvSpPr>
            <a:spLocks noGrp="1"/>
          </p:cNvSpPr>
          <p:nvPr/>
        </p:nvSpPr>
        <p:spPr>
          <a:xfrm>
            <a:off x="9531615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06" name="object-206">
            <a:extLst>
              <a:ext uri="{FF2B5EF4-FFF2-40B4-BE49-F238E27FC236}">
                <a16:creationId xmlns:a16="http://schemas.microsoft.com/office/drawing/2014/main" id="{5895088C-F998-47E4-AA91-4D268657F3E4}"/>
              </a:ext>
            </a:extLst>
          </p:cNvPr>
          <p:cNvSpPr>
            <a:spLocks noGrp="1"/>
          </p:cNvSpPr>
          <p:nvPr/>
        </p:nvSpPr>
        <p:spPr>
          <a:xfrm>
            <a:off x="9637448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07" name="object-207">
            <a:extLst>
              <a:ext uri="{FF2B5EF4-FFF2-40B4-BE49-F238E27FC236}">
                <a16:creationId xmlns:a16="http://schemas.microsoft.com/office/drawing/2014/main" id="{C23C579B-2AFC-43CD-B93A-29FDBBEB0D1D}"/>
              </a:ext>
            </a:extLst>
          </p:cNvPr>
          <p:cNvSpPr>
            <a:spLocks noGrp="1"/>
          </p:cNvSpPr>
          <p:nvPr/>
        </p:nvSpPr>
        <p:spPr>
          <a:xfrm>
            <a:off x="9743281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08" name="object-208">
            <a:extLst>
              <a:ext uri="{FF2B5EF4-FFF2-40B4-BE49-F238E27FC236}">
                <a16:creationId xmlns:a16="http://schemas.microsoft.com/office/drawing/2014/main" id="{32A51554-8C27-4DC6-814D-8819CA21F577}"/>
              </a:ext>
            </a:extLst>
          </p:cNvPr>
          <p:cNvSpPr>
            <a:spLocks noGrp="1"/>
          </p:cNvSpPr>
          <p:nvPr/>
        </p:nvSpPr>
        <p:spPr>
          <a:xfrm>
            <a:off x="9849115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09" name="object-209">
            <a:extLst>
              <a:ext uri="{FF2B5EF4-FFF2-40B4-BE49-F238E27FC236}">
                <a16:creationId xmlns:a16="http://schemas.microsoft.com/office/drawing/2014/main" id="{1C7980CF-8DE3-4DCE-86B0-14DDAF86DA64}"/>
              </a:ext>
            </a:extLst>
          </p:cNvPr>
          <p:cNvSpPr>
            <a:spLocks noGrp="1"/>
          </p:cNvSpPr>
          <p:nvPr/>
        </p:nvSpPr>
        <p:spPr>
          <a:xfrm>
            <a:off x="9954948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10" name="object-210">
            <a:extLst>
              <a:ext uri="{FF2B5EF4-FFF2-40B4-BE49-F238E27FC236}">
                <a16:creationId xmlns:a16="http://schemas.microsoft.com/office/drawing/2014/main" id="{3376F92D-40C3-4316-81DB-385ADEF021EF}"/>
              </a:ext>
            </a:extLst>
          </p:cNvPr>
          <p:cNvSpPr>
            <a:spLocks noGrp="1"/>
          </p:cNvSpPr>
          <p:nvPr/>
        </p:nvSpPr>
        <p:spPr>
          <a:xfrm>
            <a:off x="10060781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11" name="object-211">
            <a:extLst>
              <a:ext uri="{FF2B5EF4-FFF2-40B4-BE49-F238E27FC236}">
                <a16:creationId xmlns:a16="http://schemas.microsoft.com/office/drawing/2014/main" id="{D7A0F034-4E35-4DD0-B07F-7173719A9279}"/>
              </a:ext>
            </a:extLst>
          </p:cNvPr>
          <p:cNvSpPr>
            <a:spLocks noGrp="1"/>
          </p:cNvSpPr>
          <p:nvPr/>
        </p:nvSpPr>
        <p:spPr>
          <a:xfrm>
            <a:off x="10166615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12" name="object-212">
            <a:extLst>
              <a:ext uri="{FF2B5EF4-FFF2-40B4-BE49-F238E27FC236}">
                <a16:creationId xmlns:a16="http://schemas.microsoft.com/office/drawing/2014/main" id="{2EC61949-B063-4A75-92D9-D98C50D55111}"/>
              </a:ext>
            </a:extLst>
          </p:cNvPr>
          <p:cNvSpPr>
            <a:spLocks noGrp="1"/>
          </p:cNvSpPr>
          <p:nvPr/>
        </p:nvSpPr>
        <p:spPr>
          <a:xfrm>
            <a:off x="10272448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13" name="object-213">
            <a:extLst>
              <a:ext uri="{FF2B5EF4-FFF2-40B4-BE49-F238E27FC236}">
                <a16:creationId xmlns:a16="http://schemas.microsoft.com/office/drawing/2014/main" id="{7CAACDAC-F6D9-4E51-BB55-31A160FC82EA}"/>
              </a:ext>
            </a:extLst>
          </p:cNvPr>
          <p:cNvSpPr>
            <a:spLocks noGrp="1"/>
          </p:cNvSpPr>
          <p:nvPr/>
        </p:nvSpPr>
        <p:spPr>
          <a:xfrm>
            <a:off x="10378281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14" name="object-214">
            <a:extLst>
              <a:ext uri="{FF2B5EF4-FFF2-40B4-BE49-F238E27FC236}">
                <a16:creationId xmlns:a16="http://schemas.microsoft.com/office/drawing/2014/main" id="{98054276-9854-4F78-8F4E-592ED5A433E7}"/>
              </a:ext>
            </a:extLst>
          </p:cNvPr>
          <p:cNvSpPr>
            <a:spLocks noGrp="1"/>
          </p:cNvSpPr>
          <p:nvPr/>
        </p:nvSpPr>
        <p:spPr>
          <a:xfrm>
            <a:off x="10484115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15" name="object-215">
            <a:extLst>
              <a:ext uri="{FF2B5EF4-FFF2-40B4-BE49-F238E27FC236}">
                <a16:creationId xmlns:a16="http://schemas.microsoft.com/office/drawing/2014/main" id="{CE4E1CC1-F9F1-40D7-A1CA-D064728B25D4}"/>
              </a:ext>
            </a:extLst>
          </p:cNvPr>
          <p:cNvSpPr>
            <a:spLocks noGrp="1"/>
          </p:cNvSpPr>
          <p:nvPr/>
        </p:nvSpPr>
        <p:spPr>
          <a:xfrm>
            <a:off x="10589948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16" name="object-216">
            <a:extLst>
              <a:ext uri="{FF2B5EF4-FFF2-40B4-BE49-F238E27FC236}">
                <a16:creationId xmlns:a16="http://schemas.microsoft.com/office/drawing/2014/main" id="{FFBFC0FA-1F78-4666-9907-D97110EB70DB}"/>
              </a:ext>
            </a:extLst>
          </p:cNvPr>
          <p:cNvSpPr>
            <a:spLocks noGrp="1"/>
          </p:cNvSpPr>
          <p:nvPr/>
        </p:nvSpPr>
        <p:spPr>
          <a:xfrm>
            <a:off x="10695781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17" name="object-217">
            <a:extLst>
              <a:ext uri="{FF2B5EF4-FFF2-40B4-BE49-F238E27FC236}">
                <a16:creationId xmlns:a16="http://schemas.microsoft.com/office/drawing/2014/main" id="{BB8AFABA-83FC-4915-A620-21B8DC0067B2}"/>
              </a:ext>
            </a:extLst>
          </p:cNvPr>
          <p:cNvSpPr>
            <a:spLocks noGrp="1"/>
          </p:cNvSpPr>
          <p:nvPr/>
        </p:nvSpPr>
        <p:spPr>
          <a:xfrm>
            <a:off x="10801615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18" name="object-218">
            <a:extLst>
              <a:ext uri="{FF2B5EF4-FFF2-40B4-BE49-F238E27FC236}">
                <a16:creationId xmlns:a16="http://schemas.microsoft.com/office/drawing/2014/main" id="{CF2AE661-0864-49C6-8ECB-CF56CF7A4DA3}"/>
              </a:ext>
            </a:extLst>
          </p:cNvPr>
          <p:cNvSpPr>
            <a:spLocks noGrp="1"/>
          </p:cNvSpPr>
          <p:nvPr/>
        </p:nvSpPr>
        <p:spPr>
          <a:xfrm>
            <a:off x="10907448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19" name="object-219">
            <a:extLst>
              <a:ext uri="{FF2B5EF4-FFF2-40B4-BE49-F238E27FC236}">
                <a16:creationId xmlns:a16="http://schemas.microsoft.com/office/drawing/2014/main" id="{E0F6E037-8BE0-466D-BEED-B1E0DF2571B2}"/>
              </a:ext>
            </a:extLst>
          </p:cNvPr>
          <p:cNvSpPr>
            <a:spLocks noGrp="1"/>
          </p:cNvSpPr>
          <p:nvPr/>
        </p:nvSpPr>
        <p:spPr>
          <a:xfrm>
            <a:off x="11013281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20" name="object-220">
            <a:extLst>
              <a:ext uri="{FF2B5EF4-FFF2-40B4-BE49-F238E27FC236}">
                <a16:creationId xmlns:a16="http://schemas.microsoft.com/office/drawing/2014/main" id="{ADE881C7-320B-460B-9AFE-F3AA6CAFF83A}"/>
              </a:ext>
            </a:extLst>
          </p:cNvPr>
          <p:cNvSpPr>
            <a:spLocks noGrp="1"/>
          </p:cNvSpPr>
          <p:nvPr/>
        </p:nvSpPr>
        <p:spPr>
          <a:xfrm>
            <a:off x="11119115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21" name="object-221">
            <a:extLst>
              <a:ext uri="{FF2B5EF4-FFF2-40B4-BE49-F238E27FC236}">
                <a16:creationId xmlns:a16="http://schemas.microsoft.com/office/drawing/2014/main" id="{9A7C7ED2-7A25-486A-BC34-10DE57884048}"/>
              </a:ext>
            </a:extLst>
          </p:cNvPr>
          <p:cNvSpPr>
            <a:spLocks noGrp="1"/>
          </p:cNvSpPr>
          <p:nvPr/>
        </p:nvSpPr>
        <p:spPr>
          <a:xfrm>
            <a:off x="11224948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22" name="object-222">
            <a:extLst>
              <a:ext uri="{FF2B5EF4-FFF2-40B4-BE49-F238E27FC236}">
                <a16:creationId xmlns:a16="http://schemas.microsoft.com/office/drawing/2014/main" id="{7C4CB8C0-8331-495C-ADCF-958D7F1BC969}"/>
              </a:ext>
            </a:extLst>
          </p:cNvPr>
          <p:cNvSpPr>
            <a:spLocks noGrp="1"/>
          </p:cNvSpPr>
          <p:nvPr/>
        </p:nvSpPr>
        <p:spPr>
          <a:xfrm>
            <a:off x="11330781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23" name="object-223">
            <a:extLst>
              <a:ext uri="{FF2B5EF4-FFF2-40B4-BE49-F238E27FC236}">
                <a16:creationId xmlns:a16="http://schemas.microsoft.com/office/drawing/2014/main" id="{C508A4A8-3198-468D-8B11-1EB7F6E07878}"/>
              </a:ext>
            </a:extLst>
          </p:cNvPr>
          <p:cNvSpPr>
            <a:spLocks noGrp="1"/>
          </p:cNvSpPr>
          <p:nvPr/>
        </p:nvSpPr>
        <p:spPr>
          <a:xfrm>
            <a:off x="11436615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24" name="object-224">
            <a:extLst>
              <a:ext uri="{FF2B5EF4-FFF2-40B4-BE49-F238E27FC236}">
                <a16:creationId xmlns:a16="http://schemas.microsoft.com/office/drawing/2014/main" id="{ABE00BE6-B002-4946-9C92-BF4B2DCC9A97}"/>
              </a:ext>
            </a:extLst>
          </p:cNvPr>
          <p:cNvSpPr>
            <a:spLocks noGrp="1"/>
          </p:cNvSpPr>
          <p:nvPr/>
        </p:nvSpPr>
        <p:spPr>
          <a:xfrm>
            <a:off x="11542448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25" name="object-225">
            <a:extLst>
              <a:ext uri="{FF2B5EF4-FFF2-40B4-BE49-F238E27FC236}">
                <a16:creationId xmlns:a16="http://schemas.microsoft.com/office/drawing/2014/main" id="{E7C446F2-A5C3-4BA0-A4D6-4037D227E710}"/>
              </a:ext>
            </a:extLst>
          </p:cNvPr>
          <p:cNvSpPr>
            <a:spLocks noGrp="1"/>
          </p:cNvSpPr>
          <p:nvPr/>
        </p:nvSpPr>
        <p:spPr>
          <a:xfrm>
            <a:off x="11648281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26" name="object-226">
            <a:extLst>
              <a:ext uri="{FF2B5EF4-FFF2-40B4-BE49-F238E27FC236}">
                <a16:creationId xmlns:a16="http://schemas.microsoft.com/office/drawing/2014/main" id="{68944898-A8D6-43A1-8C98-F93D40E13524}"/>
              </a:ext>
            </a:extLst>
          </p:cNvPr>
          <p:cNvSpPr>
            <a:spLocks noGrp="1"/>
          </p:cNvSpPr>
          <p:nvPr/>
        </p:nvSpPr>
        <p:spPr>
          <a:xfrm>
            <a:off x="11754115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27" name="object-227">
            <a:extLst>
              <a:ext uri="{FF2B5EF4-FFF2-40B4-BE49-F238E27FC236}">
                <a16:creationId xmlns:a16="http://schemas.microsoft.com/office/drawing/2014/main" id="{F2C8E41E-6FD3-4C15-9B05-F27D3B549546}"/>
              </a:ext>
            </a:extLst>
          </p:cNvPr>
          <p:cNvSpPr>
            <a:spLocks noGrp="1"/>
          </p:cNvSpPr>
          <p:nvPr/>
        </p:nvSpPr>
        <p:spPr>
          <a:xfrm>
            <a:off x="11859948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28" name="object-228">
            <a:extLst>
              <a:ext uri="{FF2B5EF4-FFF2-40B4-BE49-F238E27FC236}">
                <a16:creationId xmlns:a16="http://schemas.microsoft.com/office/drawing/2014/main" id="{423DAF7E-437A-4088-8293-B492226EE661}"/>
              </a:ext>
            </a:extLst>
          </p:cNvPr>
          <p:cNvSpPr>
            <a:spLocks noGrp="1"/>
          </p:cNvSpPr>
          <p:nvPr/>
        </p:nvSpPr>
        <p:spPr>
          <a:xfrm>
            <a:off x="11965781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29" name="object-229">
            <a:extLst>
              <a:ext uri="{FF2B5EF4-FFF2-40B4-BE49-F238E27FC236}">
                <a16:creationId xmlns:a16="http://schemas.microsoft.com/office/drawing/2014/main" id="{DAAF3CFC-442F-466E-B31E-A6DAB4687242}"/>
              </a:ext>
            </a:extLst>
          </p:cNvPr>
          <p:cNvSpPr>
            <a:spLocks noGrp="1"/>
          </p:cNvSpPr>
          <p:nvPr/>
        </p:nvSpPr>
        <p:spPr>
          <a:xfrm>
            <a:off x="12071615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30" name="object-230">
            <a:extLst>
              <a:ext uri="{FF2B5EF4-FFF2-40B4-BE49-F238E27FC236}">
                <a16:creationId xmlns:a16="http://schemas.microsoft.com/office/drawing/2014/main" id="{BF6F00BF-64B9-446B-B65B-63A4C69CD2F6}"/>
              </a:ext>
            </a:extLst>
          </p:cNvPr>
          <p:cNvSpPr>
            <a:spLocks noGrp="1"/>
          </p:cNvSpPr>
          <p:nvPr/>
        </p:nvSpPr>
        <p:spPr>
          <a:xfrm>
            <a:off x="12177448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31" name="object-231">
            <a:extLst>
              <a:ext uri="{FF2B5EF4-FFF2-40B4-BE49-F238E27FC236}">
                <a16:creationId xmlns:a16="http://schemas.microsoft.com/office/drawing/2014/main" id="{77AC3067-4EA5-4365-9BAD-2293752829D8}"/>
              </a:ext>
            </a:extLst>
          </p:cNvPr>
          <p:cNvSpPr>
            <a:spLocks noGrp="1"/>
          </p:cNvSpPr>
          <p:nvPr/>
        </p:nvSpPr>
        <p:spPr>
          <a:xfrm>
            <a:off x="12283281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32" name="object-232">
            <a:extLst>
              <a:ext uri="{FF2B5EF4-FFF2-40B4-BE49-F238E27FC236}">
                <a16:creationId xmlns:a16="http://schemas.microsoft.com/office/drawing/2014/main" id="{E2D13F3E-CC51-4799-8D05-BBD9B9C653DC}"/>
              </a:ext>
            </a:extLst>
          </p:cNvPr>
          <p:cNvSpPr>
            <a:spLocks noGrp="1"/>
          </p:cNvSpPr>
          <p:nvPr/>
        </p:nvSpPr>
        <p:spPr>
          <a:xfrm>
            <a:off x="12389115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33" name="object-233">
            <a:extLst>
              <a:ext uri="{FF2B5EF4-FFF2-40B4-BE49-F238E27FC236}">
                <a16:creationId xmlns:a16="http://schemas.microsoft.com/office/drawing/2014/main" id="{C99BBF45-6182-49F5-8B35-4388640C2C0B}"/>
              </a:ext>
            </a:extLst>
          </p:cNvPr>
          <p:cNvSpPr>
            <a:spLocks noGrp="1"/>
          </p:cNvSpPr>
          <p:nvPr/>
        </p:nvSpPr>
        <p:spPr>
          <a:xfrm>
            <a:off x="12494948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34" name="object-234">
            <a:extLst>
              <a:ext uri="{FF2B5EF4-FFF2-40B4-BE49-F238E27FC236}">
                <a16:creationId xmlns:a16="http://schemas.microsoft.com/office/drawing/2014/main" id="{8FD503DA-50FC-4083-A05F-99AE14FA702C}"/>
              </a:ext>
            </a:extLst>
          </p:cNvPr>
          <p:cNvSpPr>
            <a:spLocks noGrp="1"/>
          </p:cNvSpPr>
          <p:nvPr/>
        </p:nvSpPr>
        <p:spPr>
          <a:xfrm>
            <a:off x="12600781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35" name="object-235">
            <a:extLst>
              <a:ext uri="{FF2B5EF4-FFF2-40B4-BE49-F238E27FC236}">
                <a16:creationId xmlns:a16="http://schemas.microsoft.com/office/drawing/2014/main" id="{CF78AAB2-6596-465D-B505-760E6EF12CA4}"/>
              </a:ext>
            </a:extLst>
          </p:cNvPr>
          <p:cNvSpPr>
            <a:spLocks noGrp="1"/>
          </p:cNvSpPr>
          <p:nvPr/>
        </p:nvSpPr>
        <p:spPr>
          <a:xfrm>
            <a:off x="12706615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36" name="object-236">
            <a:extLst>
              <a:ext uri="{FF2B5EF4-FFF2-40B4-BE49-F238E27FC236}">
                <a16:creationId xmlns:a16="http://schemas.microsoft.com/office/drawing/2014/main" id="{8BED7AF3-DCB5-40F0-921A-680F7881690E}"/>
              </a:ext>
            </a:extLst>
          </p:cNvPr>
          <p:cNvSpPr>
            <a:spLocks noGrp="1"/>
          </p:cNvSpPr>
          <p:nvPr/>
        </p:nvSpPr>
        <p:spPr>
          <a:xfrm>
            <a:off x="12812448" y="5988844"/>
            <a:ext cx="105833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37" name="object-237">
            <a:extLst>
              <a:ext uri="{FF2B5EF4-FFF2-40B4-BE49-F238E27FC236}">
                <a16:creationId xmlns:a16="http://schemas.microsoft.com/office/drawing/2014/main" id="{21E17B01-92DA-4CA5-A4B7-21B9D11684DA}"/>
              </a:ext>
            </a:extLst>
          </p:cNvPr>
          <p:cNvSpPr>
            <a:spLocks noGrp="1"/>
          </p:cNvSpPr>
          <p:nvPr/>
        </p:nvSpPr>
        <p:spPr>
          <a:xfrm>
            <a:off x="1488281" y="5310188"/>
            <a:ext cx="1270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238" name="object-238">
            <a:extLst>
              <a:ext uri="{FF2B5EF4-FFF2-40B4-BE49-F238E27FC236}">
                <a16:creationId xmlns:a16="http://schemas.microsoft.com/office/drawing/2014/main" id="{0823DFA6-F692-433E-8752-58F209ACD6E2}"/>
              </a:ext>
            </a:extLst>
          </p:cNvPr>
          <p:cNvSpPr>
            <a:spLocks noGrp="1"/>
          </p:cNvSpPr>
          <p:nvPr/>
        </p:nvSpPr>
        <p:spPr>
          <a:xfrm>
            <a:off x="1488281" y="5988844"/>
            <a:ext cx="1270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239" name="object-239">
            <a:extLst>
              <a:ext uri="{FF2B5EF4-FFF2-40B4-BE49-F238E27FC236}">
                <a16:creationId xmlns:a16="http://schemas.microsoft.com/office/drawing/2014/main" id="{08E29B6B-8A27-4F9C-AF13-6220441715CE}"/>
              </a:ext>
            </a:extLst>
          </p:cNvPr>
          <p:cNvSpPr>
            <a:spLocks noGrp="1"/>
          </p:cNvSpPr>
          <p:nvPr/>
        </p:nvSpPr>
        <p:spPr>
          <a:xfrm>
            <a:off x="2758281" y="5310188"/>
            <a:ext cx="1270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240" name="object-240">
            <a:extLst>
              <a:ext uri="{FF2B5EF4-FFF2-40B4-BE49-F238E27FC236}">
                <a16:creationId xmlns:a16="http://schemas.microsoft.com/office/drawing/2014/main" id="{877E087F-F37B-4DA8-A63F-965C07FA5F17}"/>
              </a:ext>
            </a:extLst>
          </p:cNvPr>
          <p:cNvSpPr>
            <a:spLocks noGrp="1"/>
          </p:cNvSpPr>
          <p:nvPr/>
        </p:nvSpPr>
        <p:spPr>
          <a:xfrm>
            <a:off x="2758281" y="5988844"/>
            <a:ext cx="1270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241" name="object-241">
            <a:extLst>
              <a:ext uri="{FF2B5EF4-FFF2-40B4-BE49-F238E27FC236}">
                <a16:creationId xmlns:a16="http://schemas.microsoft.com/office/drawing/2014/main" id="{9ADAF980-5E78-478B-8848-394F5D1F3C08}"/>
              </a:ext>
            </a:extLst>
          </p:cNvPr>
          <p:cNvSpPr>
            <a:spLocks noGrp="1"/>
          </p:cNvSpPr>
          <p:nvPr/>
        </p:nvSpPr>
        <p:spPr>
          <a:xfrm>
            <a:off x="4028281" y="5310188"/>
            <a:ext cx="1270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242" name="object-242">
            <a:extLst>
              <a:ext uri="{FF2B5EF4-FFF2-40B4-BE49-F238E27FC236}">
                <a16:creationId xmlns:a16="http://schemas.microsoft.com/office/drawing/2014/main" id="{1094EBF7-3DFD-4B8E-A4E1-1C680206ED25}"/>
              </a:ext>
            </a:extLst>
          </p:cNvPr>
          <p:cNvSpPr>
            <a:spLocks noGrp="1"/>
          </p:cNvSpPr>
          <p:nvPr/>
        </p:nvSpPr>
        <p:spPr>
          <a:xfrm>
            <a:off x="4028281" y="5988844"/>
            <a:ext cx="1270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243" name="object-243">
            <a:extLst>
              <a:ext uri="{FF2B5EF4-FFF2-40B4-BE49-F238E27FC236}">
                <a16:creationId xmlns:a16="http://schemas.microsoft.com/office/drawing/2014/main" id="{09300F62-4BF6-4972-A488-23795205CD1D}"/>
              </a:ext>
            </a:extLst>
          </p:cNvPr>
          <p:cNvSpPr>
            <a:spLocks noGrp="1"/>
          </p:cNvSpPr>
          <p:nvPr/>
        </p:nvSpPr>
        <p:spPr>
          <a:xfrm>
            <a:off x="5298281" y="5310188"/>
            <a:ext cx="1270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244" name="object-244">
            <a:extLst>
              <a:ext uri="{FF2B5EF4-FFF2-40B4-BE49-F238E27FC236}">
                <a16:creationId xmlns:a16="http://schemas.microsoft.com/office/drawing/2014/main" id="{5BB20735-59A6-48FF-AA65-AD89D94B041D}"/>
              </a:ext>
            </a:extLst>
          </p:cNvPr>
          <p:cNvSpPr>
            <a:spLocks noGrp="1"/>
          </p:cNvSpPr>
          <p:nvPr/>
        </p:nvSpPr>
        <p:spPr>
          <a:xfrm>
            <a:off x="5298281" y="5988844"/>
            <a:ext cx="1270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245" name="object-245">
            <a:extLst>
              <a:ext uri="{FF2B5EF4-FFF2-40B4-BE49-F238E27FC236}">
                <a16:creationId xmlns:a16="http://schemas.microsoft.com/office/drawing/2014/main" id="{39A905C9-6EB9-4EB0-8414-4619BCB4C0FE}"/>
              </a:ext>
            </a:extLst>
          </p:cNvPr>
          <p:cNvSpPr>
            <a:spLocks noGrp="1"/>
          </p:cNvSpPr>
          <p:nvPr/>
        </p:nvSpPr>
        <p:spPr>
          <a:xfrm>
            <a:off x="6568281" y="5310188"/>
            <a:ext cx="1270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246" name="object-246">
            <a:extLst>
              <a:ext uri="{FF2B5EF4-FFF2-40B4-BE49-F238E27FC236}">
                <a16:creationId xmlns:a16="http://schemas.microsoft.com/office/drawing/2014/main" id="{31F9D027-3688-40EC-B583-DA3A8EC3E0F8}"/>
              </a:ext>
            </a:extLst>
          </p:cNvPr>
          <p:cNvSpPr>
            <a:spLocks noGrp="1"/>
          </p:cNvSpPr>
          <p:nvPr/>
        </p:nvSpPr>
        <p:spPr>
          <a:xfrm>
            <a:off x="6568281" y="5988844"/>
            <a:ext cx="1270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247" name="object-247">
            <a:extLst>
              <a:ext uri="{FF2B5EF4-FFF2-40B4-BE49-F238E27FC236}">
                <a16:creationId xmlns:a16="http://schemas.microsoft.com/office/drawing/2014/main" id="{6B78352B-6831-4C0F-826B-145ED9E772CC}"/>
              </a:ext>
            </a:extLst>
          </p:cNvPr>
          <p:cNvSpPr>
            <a:spLocks noGrp="1"/>
          </p:cNvSpPr>
          <p:nvPr/>
        </p:nvSpPr>
        <p:spPr>
          <a:xfrm>
            <a:off x="7838281" y="5310188"/>
            <a:ext cx="1270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248" name="object-248">
            <a:extLst>
              <a:ext uri="{FF2B5EF4-FFF2-40B4-BE49-F238E27FC236}">
                <a16:creationId xmlns:a16="http://schemas.microsoft.com/office/drawing/2014/main" id="{E2F4316C-6EBC-4548-87F1-5783D66B59F9}"/>
              </a:ext>
            </a:extLst>
          </p:cNvPr>
          <p:cNvSpPr>
            <a:spLocks noGrp="1"/>
          </p:cNvSpPr>
          <p:nvPr/>
        </p:nvSpPr>
        <p:spPr>
          <a:xfrm>
            <a:off x="7838281" y="5988844"/>
            <a:ext cx="1270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249" name="object-249">
            <a:extLst>
              <a:ext uri="{FF2B5EF4-FFF2-40B4-BE49-F238E27FC236}">
                <a16:creationId xmlns:a16="http://schemas.microsoft.com/office/drawing/2014/main" id="{4EA5D3E6-021F-406D-BA49-10A2AA5176A0}"/>
              </a:ext>
            </a:extLst>
          </p:cNvPr>
          <p:cNvSpPr>
            <a:spLocks noGrp="1"/>
          </p:cNvSpPr>
          <p:nvPr/>
        </p:nvSpPr>
        <p:spPr>
          <a:xfrm>
            <a:off x="9108281" y="5310188"/>
            <a:ext cx="1270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250" name="object-250">
            <a:extLst>
              <a:ext uri="{FF2B5EF4-FFF2-40B4-BE49-F238E27FC236}">
                <a16:creationId xmlns:a16="http://schemas.microsoft.com/office/drawing/2014/main" id="{B457008C-0D60-4C98-BCE5-264D4DB5C867}"/>
              </a:ext>
            </a:extLst>
          </p:cNvPr>
          <p:cNvSpPr>
            <a:spLocks noGrp="1"/>
          </p:cNvSpPr>
          <p:nvPr/>
        </p:nvSpPr>
        <p:spPr>
          <a:xfrm>
            <a:off x="9108281" y="5988844"/>
            <a:ext cx="1270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251" name="object-251">
            <a:extLst>
              <a:ext uri="{FF2B5EF4-FFF2-40B4-BE49-F238E27FC236}">
                <a16:creationId xmlns:a16="http://schemas.microsoft.com/office/drawing/2014/main" id="{55FF7AD6-0BB2-42DF-B3B6-9BFC7D20C751}"/>
              </a:ext>
            </a:extLst>
          </p:cNvPr>
          <p:cNvSpPr>
            <a:spLocks noGrp="1"/>
          </p:cNvSpPr>
          <p:nvPr/>
        </p:nvSpPr>
        <p:spPr>
          <a:xfrm>
            <a:off x="10378281" y="5310188"/>
            <a:ext cx="1270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252" name="object-252">
            <a:extLst>
              <a:ext uri="{FF2B5EF4-FFF2-40B4-BE49-F238E27FC236}">
                <a16:creationId xmlns:a16="http://schemas.microsoft.com/office/drawing/2014/main" id="{EDAD72B7-535D-4ACD-A705-10AA57209F01}"/>
              </a:ext>
            </a:extLst>
          </p:cNvPr>
          <p:cNvSpPr>
            <a:spLocks noGrp="1"/>
          </p:cNvSpPr>
          <p:nvPr/>
        </p:nvSpPr>
        <p:spPr>
          <a:xfrm>
            <a:off x="10378281" y="5988844"/>
            <a:ext cx="1270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253" name="object-253">
            <a:extLst>
              <a:ext uri="{FF2B5EF4-FFF2-40B4-BE49-F238E27FC236}">
                <a16:creationId xmlns:a16="http://schemas.microsoft.com/office/drawing/2014/main" id="{D4961143-1F21-4FE4-AA3A-5034DDA371BA}"/>
              </a:ext>
            </a:extLst>
          </p:cNvPr>
          <p:cNvSpPr>
            <a:spLocks noGrp="1"/>
          </p:cNvSpPr>
          <p:nvPr/>
        </p:nvSpPr>
        <p:spPr>
          <a:xfrm>
            <a:off x="11648281" y="5310188"/>
            <a:ext cx="1270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254" name="object-254">
            <a:extLst>
              <a:ext uri="{FF2B5EF4-FFF2-40B4-BE49-F238E27FC236}">
                <a16:creationId xmlns:a16="http://schemas.microsoft.com/office/drawing/2014/main" id="{64882096-BA90-42CA-B01C-CBFFAEC16FD2}"/>
              </a:ext>
            </a:extLst>
          </p:cNvPr>
          <p:cNvSpPr>
            <a:spLocks noGrp="1"/>
          </p:cNvSpPr>
          <p:nvPr/>
        </p:nvSpPr>
        <p:spPr>
          <a:xfrm>
            <a:off x="11648281" y="5988844"/>
            <a:ext cx="1270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255" name="object-255">
            <a:extLst>
              <a:ext uri="{FF2B5EF4-FFF2-40B4-BE49-F238E27FC236}">
                <a16:creationId xmlns:a16="http://schemas.microsoft.com/office/drawing/2014/main" id="{BB372043-9038-4F9E-9B54-09C83C84C466}"/>
              </a:ext>
            </a:extLst>
          </p:cNvPr>
          <p:cNvSpPr>
            <a:spLocks noGrp="1"/>
          </p:cNvSpPr>
          <p:nvPr/>
        </p:nvSpPr>
        <p:spPr>
          <a:xfrm>
            <a:off x="952500" y="6607969"/>
            <a:ext cx="13335000" cy="53578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531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531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99 − 32 = 67; the denominator stays 12.</a:t>
            </a:r>
          </a:p>
        </p:txBody>
      </p:sp>
      <p:sp>
        <p:nvSpPr>
          <p:cNvPr id="256" name="object-256">
            <a:extLst>
              <a:ext uri="{FF2B5EF4-FFF2-40B4-BE49-F238E27FC236}">
                <a16:creationId xmlns:a16="http://schemas.microsoft.com/office/drawing/2014/main" id="{37BB74E4-3F1D-4555-85A1-595D5046BF0E}"/>
              </a:ext>
            </a:extLst>
          </p:cNvPr>
          <p:cNvSpPr>
            <a:spLocks noGrp="1"/>
          </p:cNvSpPr>
          <p:nvPr/>
        </p:nvSpPr>
        <p:spPr>
          <a:xfrm>
            <a:off x="892969" y="7262813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Answer: 5 7/12</a:t>
            </a:r>
          </a:p>
        </p:txBody>
      </p:sp>
    </p:spTree>
    <p:extLst>
      <p:ext uri="{BB962C8B-B14F-4D97-AF65-F5344CB8AC3E}">
        <p14:creationId xmlns:p14="http://schemas.microsoft.com/office/powerpoint/2010/main" val="113511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1" fill="hold">
                      <p:stCondLst>
                        <p:cond delay="indefinite"/>
                      </p:stCondLst>
                      <p:childTnLst>
                        <p:par>
                          <p:cTn id="492" fill="hold">
                            <p:stCondLst>
                              <p:cond delay="0"/>
                            </p:stCondLst>
                            <p:childTnLst>
                              <p:par>
                                <p:cTn id="4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5" fill="hold">
                      <p:stCondLst>
                        <p:cond delay="indefinite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/>
      <p:bldP spid="18" grpId="0"/>
      <p:bldP spid="20" grpId="0"/>
      <p:bldP spid="255" grpId="0"/>
      <p:bldP spid="25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-1">
            <a:extLst>
              <a:ext uri="{FF2B5EF4-FFF2-40B4-BE49-F238E27FC236}">
                <a16:creationId xmlns:a16="http://schemas.microsoft.com/office/drawing/2014/main" id="{54E43151-24A2-4849-BD92-5C3A61D15409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5BCB909E-993D-4268-8277-CD90BD115E98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DA61E5CF-5682-4C3C-91B6-2BBF80E276A2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C3340C03-4D1A-4AE7-A448-91819E08FAC4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5B13A014-4353-4486-A902-1C51722EE1E9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Subtract mixed numbers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602869B5-889A-408E-8CB0-7236AECA4F27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DEEBF944-9333-4AFB-9A1A-6B4E489CDEE1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BCFF4ADA-1D45-4D63-8F06-7A8CB8C7E688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5 1/4 - 2 2/3.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9E47FCCA-7737-4FC6-AF6F-8FC0BF19B3F2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BBA8D2E4-A8BE-4E15-A956-572A33874C62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 jug contains 3 1/2 litres. 1 3/4 litres are used and 2/3 litre is added. How much is in the jug?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1D910F5E-FBAF-468F-8E15-97E2733A84F7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6F6B3734-148A-44FF-B452-05918040137F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3/4 + 5/6.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145FD59A-CA64-49C5-BB3A-AC4576C54EE2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B628D5D6-D48E-4815-A441-03CB7152F7D9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Solve this independently and show every stage: Calculate 5 1/4 - 2 2/3.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C24FF3A3-0CB8-4A25-B01D-C61A05B2A7BF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36644FB2-46B6-456A-B71D-4AED6493AF38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a second method or representation for: A jug contains 3 1/2 litres. 1 3/4 litres are used and 2/3 litre is added. How much is in the jug?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B9DD8601-0C85-40DC-9969-DDAC8653A2E6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09162D4D-B19B-4584-AA15-7CF8712CFC6D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this result using an inverse, estimate or known fact: Calculate 3/4 + 5/6.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B3256FB9-1355-4918-8E32-A4C891E8BEE8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56102BCB-F344-4210-A0AF-D737CD9A4301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Prove or explain your reasoning: Calculate 7/8 - 5/12.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488E87FD-7C63-4919-B33F-38549FBC387B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247F1516-9463-4C16-B9DA-9034F8839FAD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Identify and correct this misconception: Miro adds or subtracts both the numerators and denominators.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A88BF21A-432A-4E61-AD50-87398C1EDEC3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8385263C-1C59-4859-B478-CCA3200DAC76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 complete sentence explaining how you checked one answer.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7417EB34-781F-4FF5-B70B-92CB2AAAD431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B3DCF77E-FE4C-444C-8183-F76C39231F79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and solve a similar question to: Calculate 3/4 + 5/6.</a:t>
            </a:r>
          </a:p>
        </p:txBody>
      </p:sp>
    </p:spTree>
    <p:extLst>
      <p:ext uri="{BB962C8B-B14F-4D97-AF65-F5344CB8AC3E}">
        <p14:creationId xmlns:p14="http://schemas.microsoft.com/office/powerpoint/2010/main" val="566703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EF1A525B-C0E5-412A-BC9A-C055E15E00DA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66CA49B2-DE7F-4A89-A614-FF3D00D94DBB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770E7336-7ECE-4D43-91D1-0F732D332F2F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5EF906BC-D3C0-44C0-8487-FF2D8A6C19AA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Subtract mixed numbers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EC77138B-8D1A-42CB-963C-BCFC0B2BE9E3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22FBDB51-8C80-4737-B691-38490F5997CA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E3FA6342-F1F3-4044-99CD-90492BC642B0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2 7/12.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E746B8F7-EB83-43C6-B257-CD260E18FF5C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B1A44FE2-FA88-4833-A443-D4003958B391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2 5/12 litres.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D41DD7F1-E77D-4CB6-A265-DEAA0DBE808A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4CA571B5-0E81-41E6-864D-93FFAB97D396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1 7/12.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13E47E58-DD06-4E88-B448-5566AB196459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8FB7E4FC-5166-4E48-BDDA-9E7661016C4D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2 7/12.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9425872B-B848-4549-A1E1-8DC2AB83C666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FB1B3653-B71F-46D1-B756-4513DD89D167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2 5/12 litres. Method or representation may vary.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7F03AC07-A715-4066-8720-94648FBB6B99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16362E46-DDC4-4381-B7A3-BDF4DB37CD2B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1 7/12. A valid check must be shown.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D8C0ED00-B070-4880-9CC9-80B1D63E7FB4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2716CBE7-FD34-47CE-A275-C8C376D9F883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11/24. The explanation must show why the method works.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FD581D8B-8CD1-4FF7-9816-6273CAB423BE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1E5859C5-C288-402A-9B6A-8B67BCFF66F8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Use equivalent fractions with a common denominator, then operate on the numerators only.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028DF91A-92A7-4E61-AE31-D7426F203E27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33C1DDB9-8282-4DAE-9713-D732EBD68140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 should name an inverse, estimate, boundary, known fact or equivalent representation.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2E88D3E5-7A5E-4D87-B161-BAAA19A1C996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EBF00B74-9B6D-455B-8F2A-065D6AD6E2E3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vary. The new question must use the same mathematical structure and include a correct solution.</a:t>
            </a:r>
          </a:p>
        </p:txBody>
      </p:sp>
    </p:spTree>
    <p:extLst>
      <p:ext uri="{BB962C8B-B14F-4D97-AF65-F5344CB8AC3E}">
        <p14:creationId xmlns:p14="http://schemas.microsoft.com/office/powerpoint/2010/main" val="136507888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1358</Words>
  <Application>Microsoft Office PowerPoint</Application>
  <DocSecurity>0</DocSecurity>
  <PresentationFormat>Custom</PresentationFormat>
  <Paragraphs>192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2026-09-14T13:19:13Z</dcterms:created>
  <dcterms:modified xsi:type="dcterms:W3CDTF">2026-09-14T13:19:45Z</dcterms:modified>
</cp:coreProperties>
</file>