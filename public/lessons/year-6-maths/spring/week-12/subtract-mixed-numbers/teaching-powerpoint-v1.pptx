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efad390815243af" /><Relationship Type="http://schemas.openxmlformats.org/officeDocument/2006/relationships/extended-properties" Target="/docProps/app.xml" Id="Rabeadbe8c7b5498b" /><Relationship Type="http://schemas.openxmlformats.org/officeDocument/2006/relationships/officeDocument" Target="/ppt/presentation.xml" Id="R7084f79e4cd449f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f477ae1eb924262"/>
  </p:sldMasterIdLst>
  <p:notesMasterIdLst>
    <p:notesMasterId xmlns:r="http://schemas.openxmlformats.org/officeDocument/2006/relationships" r:id="R531ac243d1b84210"/>
  </p:notesMasterIdLst>
  <p:sldIdLst>
    <p:sldId xmlns:r="http://schemas.openxmlformats.org/officeDocument/2006/relationships" id="256" r:id="R573034893ab54142"/>
    <p:sldId xmlns:r="http://schemas.openxmlformats.org/officeDocument/2006/relationships" id="257" r:id="Rba9e05d6537c4091"/>
    <p:sldId xmlns:r="http://schemas.openxmlformats.org/officeDocument/2006/relationships" id="258" r:id="R81beeac35c4f42d2"/>
    <p:sldId xmlns:r="http://schemas.openxmlformats.org/officeDocument/2006/relationships" id="259" r:id="Rdbb5f3f889fc460e"/>
    <p:sldId xmlns:r="http://schemas.openxmlformats.org/officeDocument/2006/relationships" id="260" r:id="Rebb7081bb2bb40d4"/>
    <p:sldId xmlns:r="http://schemas.openxmlformats.org/officeDocument/2006/relationships" id="261" r:id="Rf333524221f64429"/>
    <p:sldId xmlns:r="http://schemas.openxmlformats.org/officeDocument/2006/relationships" id="262" r:id="Rd0820315a2504904"/>
    <p:sldId xmlns:r="http://schemas.openxmlformats.org/officeDocument/2006/relationships" id="263" r:id="Re65ff7f932c04183"/>
    <p:sldId xmlns:r="http://schemas.openxmlformats.org/officeDocument/2006/relationships" id="264" r:id="Rae2d6310951d40a3"/>
    <p:sldId xmlns:r="http://schemas.openxmlformats.org/officeDocument/2006/relationships" id="265" r:id="R6d31767f207943e5"/>
    <p:sldId xmlns:r="http://schemas.openxmlformats.org/officeDocument/2006/relationships" id="266" r:id="Ra7dea885f05e4f01"/>
    <p:sldId xmlns:r="http://schemas.openxmlformats.org/officeDocument/2006/relationships" id="267" r:id="Rcab81eeb47ec49c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ff5563123d441a1" /><Relationship Type="http://schemas.openxmlformats.org/officeDocument/2006/relationships/slideMaster" Target="/ppt/slideMasters/slideMaster1.xml" Id="Raf477ae1eb924262" /><Relationship Type="http://schemas.openxmlformats.org/officeDocument/2006/relationships/notesMaster" Target="/ppt/notesMasters/notesMaster1.xml" Id="R531ac243d1b84210" /><Relationship Type="http://schemas.openxmlformats.org/officeDocument/2006/relationships/presProps" Target="/ppt/presProps.xml" Id="R19fcb39547b04b59" /><Relationship Type="http://schemas.openxmlformats.org/officeDocument/2006/relationships/tableStyles" Target="/ppt/tableStyles.xml" Id="Rb6912258bddf447c" /><Relationship Type="http://schemas.openxmlformats.org/officeDocument/2006/relationships/slide" Target="/ppt/slides/slide1.xml" Id="R573034893ab54142" /><Relationship Type="http://schemas.openxmlformats.org/officeDocument/2006/relationships/slide" Target="/ppt/slides/slide2.xml" Id="Rba9e05d6537c4091" /><Relationship Type="http://schemas.openxmlformats.org/officeDocument/2006/relationships/slide" Target="/ppt/slides/slide3.xml" Id="R81beeac35c4f42d2" /><Relationship Type="http://schemas.openxmlformats.org/officeDocument/2006/relationships/slide" Target="/ppt/slides/slide4.xml" Id="Rdbb5f3f889fc460e" /><Relationship Type="http://schemas.openxmlformats.org/officeDocument/2006/relationships/slide" Target="/ppt/slides/slide5.xml" Id="Rebb7081bb2bb40d4" /><Relationship Type="http://schemas.openxmlformats.org/officeDocument/2006/relationships/slide" Target="/ppt/slides/slide6.xml" Id="Rf333524221f64429" /><Relationship Type="http://schemas.openxmlformats.org/officeDocument/2006/relationships/slide" Target="/ppt/slides/slide7.xml" Id="Rd0820315a2504904" /><Relationship Type="http://schemas.openxmlformats.org/officeDocument/2006/relationships/slide" Target="/ppt/slides/slide8.xml" Id="Re65ff7f932c04183" /><Relationship Type="http://schemas.openxmlformats.org/officeDocument/2006/relationships/slide" Target="/ppt/slides/slide9.xml" Id="Rae2d6310951d40a3" /><Relationship Type="http://schemas.openxmlformats.org/officeDocument/2006/relationships/slide" Target="/ppt/slides/slide10.xml" Id="R6d31767f207943e5" /><Relationship Type="http://schemas.openxmlformats.org/officeDocument/2006/relationships/slide" Target="/ppt/slides/slide11.xml" Id="Ra7dea885f05e4f01" /><Relationship Type="http://schemas.openxmlformats.org/officeDocument/2006/relationships/slide" Target="/ppt/slides/slide12.xml" Id="Rcab81eeb47ec49c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95cc7c66560411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5f7382f955b452e" /><Relationship Type="http://schemas.openxmlformats.org/officeDocument/2006/relationships/notesMaster" Target="/ppt/notesMasters/notesMaster1.xml" Id="R5346d41e49b04b9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d168fbe4a8f45a3" /><Relationship Type="http://schemas.openxmlformats.org/officeDocument/2006/relationships/notesMaster" Target="/ppt/notesMasters/notesMaster1.xml" Id="R296efe8cc186406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b74250020124ae6" /><Relationship Type="http://schemas.openxmlformats.org/officeDocument/2006/relationships/notesMaster" Target="/ppt/notesMasters/notesMaster1.xml" Id="Rbb0d7a4cfee14d1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d750ee8aed44131" /><Relationship Type="http://schemas.openxmlformats.org/officeDocument/2006/relationships/notesMaster" Target="/ppt/notesMasters/notesMaster1.xml" Id="R7d5c3f6daa2d4da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c3052e4c01c4df0" /><Relationship Type="http://schemas.openxmlformats.org/officeDocument/2006/relationships/notesMaster" Target="/ppt/notesMasters/notesMaster1.xml" Id="R79cd736f29014dd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da2ae549ca04f91" /><Relationship Type="http://schemas.openxmlformats.org/officeDocument/2006/relationships/notesMaster" Target="/ppt/notesMasters/notesMaster1.xml" Id="R5b59aa0e6a43488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377c0852c304652" /><Relationship Type="http://schemas.openxmlformats.org/officeDocument/2006/relationships/notesMaster" Target="/ppt/notesMasters/notesMaster1.xml" Id="Rd6bb58fa609449d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b09e94acf8843b4" /><Relationship Type="http://schemas.openxmlformats.org/officeDocument/2006/relationships/notesMaster" Target="/ppt/notesMasters/notesMaster1.xml" Id="Ra51b7c514521490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8df4038a8fe4cdb" /><Relationship Type="http://schemas.openxmlformats.org/officeDocument/2006/relationships/notesMaster" Target="/ppt/notesMasters/notesMaster1.xml" Id="R0e06983c87584ec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7075063c5f54d53" /><Relationship Type="http://schemas.openxmlformats.org/officeDocument/2006/relationships/notesMaster" Target="/ppt/notesMasters/notesMaster1.xml" Id="Rd3a95b64dc604df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2d0821b9bc84b21" /><Relationship Type="http://schemas.openxmlformats.org/officeDocument/2006/relationships/notesMaster" Target="/ppt/notesMasters/notesMaster1.xml" Id="R4328d9a90fc9447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ab453becdbd43d0" /><Relationship Type="http://schemas.openxmlformats.org/officeDocument/2006/relationships/notesMaster" Target="/ppt/notesMasters/notesMaster1.xml" Id="R829f3ecdafb4427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Fraction strips, multiplication grid, bar models,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2 5/12 litres. | Find a common denominator before combining fractions. | Use equivalent fractions with a common denominator, then operate on the numerators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common denominator, equivalent fraction, improper fraction, mixed number, sum, difference.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2 7/12.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2 5/12 litres.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equivalent fractions with a common denominator, then operate on the numerators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2 5/12 litres..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1 7/12..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11/24.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1 7/12.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1 7/12. | Use equivalent fractions with a common denominator, then operate on the numerators only.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e1675734664d0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09d190fc02540ff" /><Relationship Type="http://schemas.openxmlformats.org/officeDocument/2006/relationships/slideLayout" Target="/ppt/slideLayouts/slideLayout1.xml" Id="R6ba6580a063d4f5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ba6580a063d4f5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174fa45d6d4243" /><Relationship Type="http://schemas.openxmlformats.org/officeDocument/2006/relationships/notesSlide" Target="/ppt/notesSlides/notesSlide1.xml" Id="Re6b5c04832454f9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d2376a114f4ed8" /><Relationship Type="http://schemas.openxmlformats.org/officeDocument/2006/relationships/notesSlide" Target="/ppt/notesSlides/notesSlide2.xml" Id="R6476b5d8807a448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5eea84943540c3" /><Relationship Type="http://schemas.openxmlformats.org/officeDocument/2006/relationships/notesSlide" Target="/ppt/notesSlides/notesSlide3.xml" Id="R04b8788fa5a84da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6a213693c04f5c" /><Relationship Type="http://schemas.openxmlformats.org/officeDocument/2006/relationships/notesSlide" Target="/ppt/notesSlides/notesSlide4.xml" Id="R2e0404d534d9428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688130cf584b77" /><Relationship Type="http://schemas.openxmlformats.org/officeDocument/2006/relationships/notesSlide" Target="/ppt/notesSlides/notesSlide5.xml" Id="Rc515d7f764894f4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21dbf33fc849d5" /><Relationship Type="http://schemas.openxmlformats.org/officeDocument/2006/relationships/notesSlide" Target="/ppt/notesSlides/notesSlide6.xml" Id="Rfb9b403a585d44c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159c69b2724c88" /><Relationship Type="http://schemas.openxmlformats.org/officeDocument/2006/relationships/image" Target="/ppt/media/image.png" Id="R81b63a6743984a4a" /><Relationship Type="http://schemas.openxmlformats.org/officeDocument/2006/relationships/notesSlide" Target="/ppt/notesSlides/notesSlide7.xml" Id="R5601355ca7a5425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5be2930de1463a" /><Relationship Type="http://schemas.openxmlformats.org/officeDocument/2006/relationships/notesSlide" Target="/ppt/notesSlides/notesSlide8.xml" Id="Rb69e0cd4aa73478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574be1b78e4dea" /><Relationship Type="http://schemas.openxmlformats.org/officeDocument/2006/relationships/notesSlide" Target="/ppt/notesSlides/notesSlide9.xml" Id="R779e2bbed2d8468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8cb6ed00d54267" /><Relationship Type="http://schemas.openxmlformats.org/officeDocument/2006/relationships/notesSlide" Target="/ppt/notesSlides/notesSlide10.xml" Id="Re3c66a1742c2402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a6d28b911b4988" /><Relationship Type="http://schemas.openxmlformats.org/officeDocument/2006/relationships/notesSlide" Target="/ppt/notesSlides/notesSlide11.xml" Id="R5cd049d4e493406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2b8845ae7c4186" /><Relationship Type="http://schemas.openxmlformats.org/officeDocument/2006/relationships/notesSlide" Target="/ppt/notesSlides/notesSlide12.xml" Id="Rdde6f4441f0b45c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3DA914-C5AA-4564-9162-E85849CFE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FBC266-C13B-4B7B-BAAD-147EC914E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FDA5C2-19AB-4771-86EA-341CAE2F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21B30C-2E6A-413A-AE39-737394F0F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B7DB7E-F6DD-482A-907F-D854421DA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Subtract mixed numbers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121E86-6E33-48B2-918A-7A2F70F1E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B53739-2246-4A73-A484-B87EE280B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4FCA1A-677C-4055-A8F3-71EA719D4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subtract mixed numbers using exchange where needed.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4A5838-1935-45A0-A815-F21F7A547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AFA57F-16F7-4E8E-BD71-B670848C2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Fraction strips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69E31B-5EF0-4E63-AD60-AFE14C945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0343436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A0BD5D-423D-4518-8F59-DF169CE05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FDE2D4-74FF-4F18-B279-907FE4A25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497152-0F03-44EF-8131-8ADF8DD09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61F042-C095-43FC-A055-8D6C58F4C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EC249A-7803-4913-83B8-AACEAB9B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9B08D8-744C-468D-A611-64577B0E0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02289F-693E-405C-B4BD-F83E48435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CBFCB1-799E-48AB-B17D-2574A3512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7A67AD-0664-4738-85AC-4A74E655E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6D7C4D-D9D3-4D61-96F0-FA746121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333523-A631-4A31-90DA-B14348567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31AFB2-9700-44AD-AA14-7635EDD18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9B8238-0B16-4A98-921A-B8FE062D9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Add and subtract fractions with related denominators and convert improper fractions and mixed numbers.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836037-7253-4524-8614-223F64FFE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2AD3DB-6D25-49EB-8247-BC6B17C15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F8901C-4981-4B7F-8163-042F97D1F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4A1769-401A-4374-9B47-CD1A75D9B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jug contains 3 1/2 litres. 1 3/4 litres are used and 2/3 litre is added. How much is in the jug?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412C6E-BB30-4712-BBE2-E9E8C4426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FFCC47-2A8A-4152-9F79-3B90F10F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37C163-C9CF-41FB-8F54-79AFA66C3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3A31AA-8ABC-410E-856F-EB37CE3EE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5 1/4 - 2 2/3.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0ACDBC-E785-4759-9720-F1400F093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04172214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CFB95B-BBB3-4455-929D-D6C6ACC2F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459C9D-52FC-435F-A65A-105FF1807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C6BE9B-6485-4AA8-9110-6CAB514CC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13E264-46D5-4EDC-BA71-765C4F868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7F639E-F14D-4FC7-8506-F5F4B3C8F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5FCEAE-CA9E-4E2F-BFDD-6751FD52B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395837-6F5E-460B-BE64-CC5B7C1D8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7BCA2B-BE34-4957-B33A-7D98807FC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870B83-8708-41D0-83F3-27B4E05C7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B20D40-E9BB-4F0C-8371-3AFA3FCC0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subtract mixed numbers using exchange where needed.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977FBC-0B45-4392-BC76-74273A4E1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4F6860-BBEC-4AE1-9C89-EF7A6BD33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Find a common denominator before combining fractions.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4BA7AF-FF27-422C-9BC8-B3BEFDC50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Add or subtract the numerators while keeping the denominator.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5C73D4-2C39-4ABA-A515-A0F370109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and convert the answer when appropriate.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4ED3F2-D992-4A5B-8614-1AB05172D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common denominator  |  equivalent fraction  |  improper fraction  |  mixed number  |  sum  |  difference</a:t>
            </a:r>
          </a:p>
        </p:txBody>
      </p:sp>
    </p:spTree>
    <p:extLst>
      <p:ext uri="{BB962C8B-B14F-4D97-AF65-F5344CB8AC3E}">
        <p14:creationId xmlns:p14="http://schemas.microsoft.com/office/powerpoint/2010/main" val="123421186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8A454C-10BD-45F6-8E5B-134793026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21A648-F043-445D-85FF-D1D223F8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9925FD-4BE6-45DB-98CC-522B9E6FA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AB022D-502A-4E69-8D85-AF86F342A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FF852B-7168-4CEC-8B11-988F13CEA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EE4137-21C1-4F2A-A808-E76FAC403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CD51CA-07AB-4EBC-93FB-51BEE7899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AFF824-BDF1-42FA-861B-1A18D6D6B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1DCADA-FBEF-4522-AEBB-82D724801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9E3439-6CA6-4095-87B8-6ACB05664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 1/4 - 2 2/3.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2C6ADC-9201-48CB-B561-61C697EDF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22A8C0-7435-43C6-AF26-7B0BEB2BE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D5F029-C54A-450F-858B-03350AC4E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5 1/4 - 2 2/3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2C31F4-49F3-476E-88BB-503A32681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717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005A47-978B-4437-B261-F5E724EF1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051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8D4EB4-8E6B-4A97-8A1A-60956658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1940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Common denominator = 12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36F01C-B143-447C-B06C-0645F29D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766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FC7D95-36F4-4E24-9E2E-4109F2BBD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099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456D62-3089-4AD3-A32A-1C015CB8E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5242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5 3/12 - 2 8/12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012C1A-5F7B-43AF-8C1F-143594D32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814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72F3F9-DD36-4006-B6CC-24FF63C09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148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11AE98-0EEA-4BA6-9347-18696850A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2910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Exchange: 4 15/12 - 2 8/12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DDC16D-C58D-475D-B1A8-E016B89B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863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3B1671-95E3-4938-84D9-7C284D2F1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19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0BC432-BE29-4E5A-807E-8283C56BE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9339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 7/12</a:t>
            </a:r>
          </a:p>
        </p:txBody>
      </p:sp>
    </p:spTree>
    <p:extLst>
      <p:ext uri="{BB962C8B-B14F-4D97-AF65-F5344CB8AC3E}">
        <p14:creationId xmlns:p14="http://schemas.microsoft.com/office/powerpoint/2010/main" val="9997130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  <p:bldP spid="25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C1120F-F1E2-4C2A-A9EA-FC45EF67C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6A02D5-E191-4B20-B935-96700C6E9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421C4C-1CE1-4F53-81CE-EE1F3E640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4451CD-C198-4520-A9EE-C667CA796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6996FE-8AAE-4FDD-9AA2-E7F1F9632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A6ADDA-EC42-4747-8904-6B91595E0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8A2133-DB65-478E-A61C-9F97A8733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94A814-A2A4-482B-B742-E5A1527FB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6286D6-F7B5-4F3B-ADA9-8C74A9B2E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633E4F-A370-47C4-99A7-D86026549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9DE4F0-C2D4-493D-B005-B651235F2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 7/12.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5CB2B8-4065-4D13-B525-1BA6B3E9F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5D3F24-6432-4D65-80E2-0A453332F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and convert the answer when appropriate.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E66C46-9FEF-4903-B090-DF437F939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82664608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DA492A-8664-42E2-9A1F-436F2C85F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75C934-420D-40F2-873C-0A328E41D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EAE5B1-5B3A-4C73-8912-060B091D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D41229-9DE2-454A-B184-6560633ED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849EFB-6F7D-4B4E-A4ED-29D368C6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27D9B1-E93D-4F5D-9B4A-2741921A0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863285-0444-419D-89AC-2032E5976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19B50E-1926-4B44-AF7A-26EB265A3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816943-6BAD-49F1-B3B3-7C5381C98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C857E0-8BFE-4506-B9F5-4A12D9235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jug contains 3 1/2 litres. 1 3/4 litres are used and 2/3 litre is added. How much is in the jug?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51F25C-D592-4C8D-80F7-195CEB51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3E774E-75E2-486F-8B6F-EB65DDAFE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466A0B-7FF7-48A7-A598-008840506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44EBA4-475D-4674-BD0E-61C9F0BAB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7B92E2-32FA-4263-96D4-4693C50AC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 5/12 litres.</a:t>
            </a:r>
          </a:p>
        </p:txBody>
      </p:sp>
    </p:spTree>
    <p:extLst>
      <p:ext uri="{BB962C8B-B14F-4D97-AF65-F5344CB8AC3E}">
        <p14:creationId xmlns:p14="http://schemas.microsoft.com/office/powerpoint/2010/main" val="55527489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2CA10E-6079-448A-9EB5-ADC0B5513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EF3430-6BDC-436C-AF5A-9E852BD94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117748-F50E-469D-A641-03FDFA0F0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506090-6A06-45CD-90AC-97EE133EE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E41B30-469E-4B2C-B321-83258ED76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9407D-A07F-486F-A079-C8A71FFF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9565D9-9A46-4DDC-A3B2-063B6A183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F66DB4-BAE7-4445-80D5-4B5522C25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F7355C-61BD-4B64-9B7C-B6FE46AFC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mixed numbers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b63a6743984a4a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482AEF-98C8-4E27-BF1B-0198C775C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7844A4-1A53-4F06-B07C-8BE33CFA0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adds or subtracts both the numerators and denominators.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D43448-01BE-4631-A295-9AEABCE3D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25388C-01AD-4449-970B-8B679BE1B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D7E488-14E8-449D-A8D5-4D47455A0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equivalent fractions with a common denominator, then operate on the numerators only.</a:t>
            </a:r>
          </a:p>
        </p:txBody>
      </p:sp>
    </p:spTree>
    <p:extLst>
      <p:ext uri="{BB962C8B-B14F-4D97-AF65-F5344CB8AC3E}">
        <p14:creationId xmlns:p14="http://schemas.microsoft.com/office/powerpoint/2010/main" val="111923075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AB0A07-55D3-4C5B-966B-304616B37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29595A-4112-49DD-B29D-A5700EAD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6A4C5B-CE18-4F5B-BEFB-D2A2AFD29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294746-C181-43AF-98B4-C9319BDC7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04A8C6-09DF-4C9B-A1DF-7BFBF8FFF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1E343D-3EF2-4FD1-BBD6-C0A0D288F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47796E-B3CB-4720-B399-5BE8E8F17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63C57F-A881-4AED-8038-2B72A60F2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F39D34-5D55-4533-94C3-8AF9DC627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D92C37-99D6-470A-84FC-BBD7B37A0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A39C20-C7F8-4229-BFEB-59A19E52E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D8BA9D-C0D6-4B08-A8CB-E5FFACE56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B67B47-C79D-4258-A4AD-07ABAABEB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jug contains 3 1/2 litres. 1 3/4 litres are used and 2/3 litre is added. How much is in the jug?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3A4BC0-4CF5-41D2-9768-AE4D8D452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370055-0C43-4226-893C-FC110A9BA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CC9D36-04CF-4BD2-A8F6-AABF3CC7F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4911AA-4E82-4755-A2EC-B4F4E097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ADDBFB-8A94-431B-A26A-968033831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F79CE7-A17B-4A45-9DAC-500BB5DED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538C34-5507-4AC7-861F-50275CDE6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6C2433-0F16-44A3-8BFF-C7D2AB17C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 5/12 litres.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A24068-81EE-4808-BF6E-8AD152E39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33407408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983FD7-4B41-4BB5-A704-F355A02C6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D4FE0A-2A39-4230-AFDC-D4921260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A72719-F8A8-4938-B6C2-52874F60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7F1409-809C-4418-B2F2-3563C64A9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1A1C4D-A449-46B3-BF44-C6925CE6B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A44011-DE5C-4A6F-A6BC-EA63F711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FBD030-52BC-4157-AB2E-921389143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E15F01-82FB-42CC-9EC4-FFBCFCA6C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A6780C-3515-4D7E-B2A5-91F3439BB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996844-F624-405A-8AB0-BA8ED6A0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687579-FA37-49AB-80B7-EFC80F5D3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D1F2C0-00F4-4B4B-B6E2-60E968E6E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6D9876-BA9E-4212-9055-0459F2D38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3/4 + 5/6.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355667-A22B-4DA0-A5A2-C84BBFB44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40A4E5-1C99-4C84-B719-4B8D7D635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89AD4F-8973-49BC-919C-4CE9F1572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280E20-FBF7-4443-B451-2140566A1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23EB41-0CB0-4717-86F2-9089B7002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3E8C50-3160-4993-9EB2-DF5C38FD7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07D062-AC56-4F32-83CC-C9286DDDC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595395-7EDD-4753-9B13-DBFC9AF4A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46815118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857F34-F6BA-41AB-84B4-C162A15DC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C03868-6E8A-47FE-B862-A90CF1B70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46802D-66D7-44C6-91E5-D084849B2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5F290A-BF87-4969-B243-9FFF2F09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9F05E9-9686-4CC9-A11D-B73639777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23C864-E4FA-49EC-A219-5C2535B7E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CD85DF-5632-45C9-B5E6-05EC90A80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A83B2C-26D1-4A1B-B01C-B5D280C56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881EA6-C5D5-45BE-9EA0-A787C26BE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CBC31E-CDF3-45EE-BA9F-FAD0571DD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Calculate 7/8 - 5/12.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E06D69-C6CB-45C7-B793-ED03D3B10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EA8FBE-B68B-446A-9D19-9263135B4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A9A12C-F8DF-439B-9663-4E968FCD0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11/24.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81431332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AA49EF-4DC2-461B-A3C5-E5CA56957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E163C4-A966-412A-BF50-4F0293A34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5FFE1F-2F94-40C0-BD1A-DD5996CCB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579962-6E87-4CF4-A245-C9D819DC2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88E344-A715-4369-9412-B8A09CF90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D342CF-07D7-4941-B010-5A09DB84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338699-B5BC-4E6B-B324-CA92E3875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AE271D-B6CA-4EF4-8760-B5A65D557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8F09A5-425D-4524-B4D4-153F9A29C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9A9D7C-513C-4477-A6D2-D64DD3A5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17A132-538C-4788-9FC1-8CF1FC862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014D9D-27A8-4E79-AFE5-59F214CE6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3/4 + 5/6.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F67205-B14E-4E07-B377-5A177927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448E54-5294-42D2-AD01-4290FE5D2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5EC701-4EEA-4FBE-9EEC-DEE8BFBE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B5D933-254F-4D51-A628-6873DAE8D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 7/12.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D7DCCD-8BA9-4C70-A43C-D69D9C92E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D9F630-3A08-45EA-9D0D-91A7C68F9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07642307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921F95-1D8B-4F37-AB53-F2DBC180E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65302F-2FE4-47CB-8CB0-8197F563B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B87443-AEE9-479F-97A4-AC88C2FFD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768FC3-E29F-4652-9BEF-95B451B2B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A67382-740F-4197-B154-0A730FF14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1EC235-29B6-4D10-8A08-692C296C6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9B41BF-6EB3-45CA-B9D0-BBA2BC60B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627A84-4354-4EAA-8271-94BE3178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E02164-3710-475A-B691-BA55AA214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F75973-F326-4BA2-82AF-CC9297348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06659E-2D30-4DF1-B97F-C9C2B1305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EB8DF7-B1BB-4022-B114-01499E666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54C8BF-74B6-4207-A0FB-B201AC1A2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3/4 + 5/6.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655B85-2BD8-4848-876F-07816BB85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CBBF10-F971-4C42-9665-8C4BAF324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6267B8-3A06-4653-BC1B-C261BB58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730134-16D2-4A88-88CB-8F3BD1C38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adds or subtracts both the numerators and denominators.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AEA17C-600D-4A7C-BFBA-6D9DF3529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B17BE6-BB01-44E4-8AFE-BAF4B637A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A89711-022E-4723-8B6F-21860737F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71B1C5-39A1-4872-A832-52FA81484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A44062-8E16-435F-A6C2-74058D7E1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10783873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2026-09-09T22:13:35.6840000Z</dcterms:created>
  <dcterms:modified xsi:type="dcterms:W3CDTF">2026-09-09T22:13:35.6840000Z</dcterms:modified>
</coreProperties>
</file>