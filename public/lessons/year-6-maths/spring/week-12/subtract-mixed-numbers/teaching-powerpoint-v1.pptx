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f37373626c48bb" /><Relationship Type="http://schemas.openxmlformats.org/officeDocument/2006/relationships/extended-properties" Target="/docProps/app.xml" Id="R39a697075b6d46b4" /><Relationship Type="http://schemas.openxmlformats.org/officeDocument/2006/relationships/officeDocument" Target="/ppt/presentation.xml" Id="R13df1c3b57cb4c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fc3e354f7214094"/>
  </p:sldMasterIdLst>
  <p:notesMasterIdLst>
    <p:notesMasterId xmlns:r="http://schemas.openxmlformats.org/officeDocument/2006/relationships" r:id="Rd95391790ba04b05"/>
  </p:notesMasterIdLst>
  <p:sldIdLst>
    <p:sldId xmlns:r="http://schemas.openxmlformats.org/officeDocument/2006/relationships" id="256" r:id="R52f996a7c8214c6b"/>
    <p:sldId xmlns:r="http://schemas.openxmlformats.org/officeDocument/2006/relationships" id="257" r:id="Ra8de4d8dcf51412b"/>
    <p:sldId xmlns:r="http://schemas.openxmlformats.org/officeDocument/2006/relationships" id="258" r:id="Rad777c43dbad414e"/>
    <p:sldId xmlns:r="http://schemas.openxmlformats.org/officeDocument/2006/relationships" id="259" r:id="Rffb836eaf1fe4202"/>
    <p:sldId xmlns:r="http://schemas.openxmlformats.org/officeDocument/2006/relationships" id="260" r:id="R96cd28683b0e47c5"/>
    <p:sldId xmlns:r="http://schemas.openxmlformats.org/officeDocument/2006/relationships" id="261" r:id="Rb10c27c3dd3c45de"/>
    <p:sldId xmlns:r="http://schemas.openxmlformats.org/officeDocument/2006/relationships" id="262" r:id="Rc1e92a1d51bc4ab6"/>
    <p:sldId xmlns:r="http://schemas.openxmlformats.org/officeDocument/2006/relationships" id="263" r:id="R75b2b3a7b11d4c3b"/>
    <p:sldId xmlns:r="http://schemas.openxmlformats.org/officeDocument/2006/relationships" id="264" r:id="R4eeecd0e2f034503"/>
    <p:sldId xmlns:r="http://schemas.openxmlformats.org/officeDocument/2006/relationships" id="265" r:id="Rca4af3061d3041e1"/>
    <p:sldId xmlns:r="http://schemas.openxmlformats.org/officeDocument/2006/relationships" id="266" r:id="R390a365e3d1a4976"/>
    <p:sldId xmlns:r="http://schemas.openxmlformats.org/officeDocument/2006/relationships" id="267" r:id="Raf715ad4b34b4d9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6acaa5717e406b" /><Relationship Type="http://schemas.openxmlformats.org/officeDocument/2006/relationships/slideMaster" Target="/ppt/slideMasters/slideMaster1.xml" Id="R8fc3e354f7214094" /><Relationship Type="http://schemas.openxmlformats.org/officeDocument/2006/relationships/notesMaster" Target="/ppt/notesMasters/notesMaster1.xml" Id="Rd95391790ba04b05" /><Relationship Type="http://schemas.openxmlformats.org/officeDocument/2006/relationships/presProps" Target="/ppt/presProps.xml" Id="R398c9d1144894e23" /><Relationship Type="http://schemas.openxmlformats.org/officeDocument/2006/relationships/tableStyles" Target="/ppt/tableStyles.xml" Id="R5e5e733063f249fd" /><Relationship Type="http://schemas.openxmlformats.org/officeDocument/2006/relationships/slide" Target="/ppt/slides/slide1.xml" Id="R52f996a7c8214c6b" /><Relationship Type="http://schemas.openxmlformats.org/officeDocument/2006/relationships/slide" Target="/ppt/slides/slide2.xml" Id="Ra8de4d8dcf51412b" /><Relationship Type="http://schemas.openxmlformats.org/officeDocument/2006/relationships/slide" Target="/ppt/slides/slide3.xml" Id="Rad777c43dbad414e" /><Relationship Type="http://schemas.openxmlformats.org/officeDocument/2006/relationships/slide" Target="/ppt/slides/slide4.xml" Id="Rffb836eaf1fe4202" /><Relationship Type="http://schemas.openxmlformats.org/officeDocument/2006/relationships/slide" Target="/ppt/slides/slide5.xml" Id="R96cd28683b0e47c5" /><Relationship Type="http://schemas.openxmlformats.org/officeDocument/2006/relationships/slide" Target="/ppt/slides/slide6.xml" Id="Rb10c27c3dd3c45de" /><Relationship Type="http://schemas.openxmlformats.org/officeDocument/2006/relationships/slide" Target="/ppt/slides/slide7.xml" Id="Rc1e92a1d51bc4ab6" /><Relationship Type="http://schemas.openxmlformats.org/officeDocument/2006/relationships/slide" Target="/ppt/slides/slide8.xml" Id="R75b2b3a7b11d4c3b" /><Relationship Type="http://schemas.openxmlformats.org/officeDocument/2006/relationships/slide" Target="/ppt/slides/slide9.xml" Id="R4eeecd0e2f034503" /><Relationship Type="http://schemas.openxmlformats.org/officeDocument/2006/relationships/slide" Target="/ppt/slides/slide10.xml" Id="Rca4af3061d3041e1" /><Relationship Type="http://schemas.openxmlformats.org/officeDocument/2006/relationships/slide" Target="/ppt/slides/slide11.xml" Id="R390a365e3d1a4976" /><Relationship Type="http://schemas.openxmlformats.org/officeDocument/2006/relationships/slide" Target="/ppt/slides/slide12.xml" Id="Raf715ad4b34b4d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b350d9715643f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5999ad4bccf461b" /><Relationship Type="http://schemas.openxmlformats.org/officeDocument/2006/relationships/notesMaster" Target="/ppt/notesMasters/notesMaster1.xml" Id="Reee7baad62614c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e577c9e0fb4973" /><Relationship Type="http://schemas.openxmlformats.org/officeDocument/2006/relationships/notesMaster" Target="/ppt/notesMasters/notesMaster1.xml" Id="R27e824d55d7d48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02afa504274fcb" /><Relationship Type="http://schemas.openxmlformats.org/officeDocument/2006/relationships/notesMaster" Target="/ppt/notesMasters/notesMaster1.xml" Id="R724d0de3091f4ef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4de4bfbf9824274" /><Relationship Type="http://schemas.openxmlformats.org/officeDocument/2006/relationships/notesMaster" Target="/ppt/notesMasters/notesMaster1.xml" Id="R099ddf8c384b4f7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688e0f276304e3c" /><Relationship Type="http://schemas.openxmlformats.org/officeDocument/2006/relationships/notesMaster" Target="/ppt/notesMasters/notesMaster1.xml" Id="R2ac901e59f09484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18d2bb22ce4d6f" /><Relationship Type="http://schemas.openxmlformats.org/officeDocument/2006/relationships/notesMaster" Target="/ppt/notesMasters/notesMaster1.xml" Id="R7cca76cd675a4d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0a9ad713b464bf9" /><Relationship Type="http://schemas.openxmlformats.org/officeDocument/2006/relationships/notesMaster" Target="/ppt/notesMasters/notesMaster1.xml" Id="R71fe10ace7444bb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743c2c779543f5" /><Relationship Type="http://schemas.openxmlformats.org/officeDocument/2006/relationships/notesMaster" Target="/ppt/notesMasters/notesMaster1.xml" Id="R43b49f3b90884c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002224a811485b" /><Relationship Type="http://schemas.openxmlformats.org/officeDocument/2006/relationships/notesMaster" Target="/ppt/notesMasters/notesMaster1.xml" Id="R99a398b01bb9495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e8d8799611b4eaa" /><Relationship Type="http://schemas.openxmlformats.org/officeDocument/2006/relationships/notesMaster" Target="/ppt/notesMasters/notesMaster1.xml" Id="Rc12720564dbe494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fb91f1011234a91" /><Relationship Type="http://schemas.openxmlformats.org/officeDocument/2006/relationships/notesMaster" Target="/ppt/notesMasters/notesMaster1.xml" Id="Rff41daaed3064a5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b20c264d0c44bb7" /><Relationship Type="http://schemas.openxmlformats.org/officeDocument/2006/relationships/notesMaster" Target="/ppt/notesMasters/notesMaster1.xml" Id="R72b99677ae16480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bar models,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 5/12 litres. | Find a common denominator before combining fractions. |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common denominator, equivalent fraction, improper fraction, mixed number, sum, difference.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2 7/12.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 5/12 litres.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Use equivalent fractions with a common denominator, then operate on the numerators only.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 5/12 litres..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1 7/12..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11/24.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1 7/12.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1 7/12. | Use equivalent fractions with a common denominator, then operate on the numerators only.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16c019556f49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0797a4e2d7425a" /><Relationship Type="http://schemas.openxmlformats.org/officeDocument/2006/relationships/slideLayout" Target="/ppt/slideLayouts/slideLayout1.xml" Id="R4f9f80c1faa44c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9f80c1faa44c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4e088b8094a50" /><Relationship Type="http://schemas.openxmlformats.org/officeDocument/2006/relationships/notesSlide" Target="/ppt/notesSlides/notesSlide1.xml" Id="R63f58e907fec46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d6333d7a34503" /><Relationship Type="http://schemas.openxmlformats.org/officeDocument/2006/relationships/notesSlide" Target="/ppt/notesSlides/notesSlide2.xml" Id="R79645d3455504b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2aeb5ac744472a" /><Relationship Type="http://schemas.openxmlformats.org/officeDocument/2006/relationships/notesSlide" Target="/ppt/notesSlides/notesSlide3.xml" Id="Rb4c0891b78d345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dfb50b59ab4958" /><Relationship Type="http://schemas.openxmlformats.org/officeDocument/2006/relationships/notesSlide" Target="/ppt/notesSlides/notesSlide4.xml" Id="R29e1bb434e6a4ac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424c2795ce4eb5" /><Relationship Type="http://schemas.openxmlformats.org/officeDocument/2006/relationships/notesSlide" Target="/ppt/notesSlides/notesSlide5.xml" Id="R065426f08cb9455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3a1341151742ab" /><Relationship Type="http://schemas.openxmlformats.org/officeDocument/2006/relationships/notesSlide" Target="/ppt/notesSlides/notesSlide6.xml" Id="Redc6659c6911439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46dafc079b4ca6" /><Relationship Type="http://schemas.openxmlformats.org/officeDocument/2006/relationships/image" Target="/ppt/media/image.png" Id="R574b1ecc60ed450b" /><Relationship Type="http://schemas.openxmlformats.org/officeDocument/2006/relationships/notesSlide" Target="/ppt/notesSlides/notesSlide7.xml" Id="R5343a32f37054c9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20fa7eeef84bd5" /><Relationship Type="http://schemas.openxmlformats.org/officeDocument/2006/relationships/notesSlide" Target="/ppt/notesSlides/notesSlide8.xml" Id="R6f4926e70fc747c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ce31adfab2454d" /><Relationship Type="http://schemas.openxmlformats.org/officeDocument/2006/relationships/notesSlide" Target="/ppt/notesSlides/notesSlide9.xml" Id="Rc49258ddf0a044f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56d577d3af46f6" /><Relationship Type="http://schemas.openxmlformats.org/officeDocument/2006/relationships/notesSlide" Target="/ppt/notesSlides/notesSlide10.xml" Id="R618dc6cce55d4ab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b24860132a4ead" /><Relationship Type="http://schemas.openxmlformats.org/officeDocument/2006/relationships/notesSlide" Target="/ppt/notesSlides/notesSlide11.xml" Id="R7096064bd65747c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3718fb2a4a436c" /><Relationship Type="http://schemas.openxmlformats.org/officeDocument/2006/relationships/notesSlide" Target="/ppt/notesSlides/notesSlide12.xml" Id="R408fc392635a47a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FC2CE7-6693-4FF9-98E0-BFDB1F57D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A81A20-3ED3-465D-9675-A55949507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AA4200-AB1A-4FB4-91B2-B126ACD01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9ABF21-8C20-4A1C-89BF-9830A9C86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F7327-CEC1-41BF-9836-A5F63FC90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4C13A5-96B1-4D36-BE01-D7D93EA21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8C9C5F-E89F-4C97-A201-3E728BAE5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4F1C96-8889-4A0F-B377-F5C0A88B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subtract mixed numbers using exchange where needed.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98F328-ECAE-4099-8F0E-19140D5C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5BF36A-C119-4801-A8BA-ACEB2FFA2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E5A387-E72A-457A-97DA-A2F621861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15070061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06F58FC-23A2-422C-9F4C-5C49C170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7E0CDE-5612-4C83-9C54-74B21A7BB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09ABD1-0972-47CB-B66E-62420E1E4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17EC757-78B4-4490-AF46-C0BCFCC44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0C22C4-869B-4E29-A77E-36F34AE56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97F3AD-FE3C-4462-A76A-77B9DEF6A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9CDE772-E61D-4B6C-A51C-0B0A82C9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0E912A-6110-460C-8137-AA25B0711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8E9408-DCC1-421E-9B80-2269F7539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F031CF-E082-4B12-AB9C-EE50ED0F0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9A3B41-636C-4058-BF7E-2D2D9E4C3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F20000-8564-4EB2-9322-F3E626807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ED1A2F-882F-4802-8DD7-52663A5A4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Add and subtract fractions with related denominators and convert improper fractions and mixed numbers.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F1D65E-C2FB-4B3B-AC99-3EF904454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F76140-D0E7-48F5-9DAA-6587FEAD3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DC033D-A496-4C37-889D-50039491E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16A9CA-0BAB-43CC-9B39-2E302FE2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AB7A7D-5EB8-42B4-81D8-8F4ACD00D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E395FE-FF2E-4782-B3F0-000A40C21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7D039A-2D90-4B10-A470-077AD0B6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09ACB7-25BD-4C73-9CA0-455313FDB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5 1/4 - 2 2/3.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66141B-C15C-4D04-A4D4-3737616CB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412819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C90424-0E59-43F9-AC4F-0BBF41828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C64272-CE1C-4327-A224-EEE0AED37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422ABE-58BF-47E9-9F5A-52B5AE614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9D67FC-CA93-4467-B4A0-593B00E23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F34346-E2E4-42B7-900F-CDCFA2993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8B8444-3FB9-47F6-8369-61A0C6813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00F105-F420-450B-A5EB-262CEA7AC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B3BBA8-9100-46AC-BDC0-F281C87A4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398C36-A120-487E-A73B-47AED0501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9AFF64-462C-471A-96E5-9BD0E077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subtract mixed numbers using exchange where needed.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F6E5BC-04DD-4BD3-805D-5873E65C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0B369-5EEA-4268-9BE3-B7FFEE83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Find a common denominator before combining fractions.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6DAD50-FD5A-48D7-B3EF-2B3DC70B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Add or subtract the numerators while keeping the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A4EBD2-E5EA-4567-8E74-D56BE0AEC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and convert the answer when appropriate.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B556D9-24C1-44A5-B298-3A3D27E5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common denominator  |  equivalent fraction  |  improper fraction  |  mixed number  |  sum  |  difference</a:t>
            </a:r>
          </a:p>
        </p:txBody>
      </p:sp>
    </p:spTree>
    <p:extLst>
      <p:ext uri="{BB962C8B-B14F-4D97-AF65-F5344CB8AC3E}">
        <p14:creationId xmlns:p14="http://schemas.microsoft.com/office/powerpoint/2010/main" val="54230472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3DF7AB5-E198-409C-A502-B7C529FDE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641708-36C4-4D42-8798-BD9D6CAD8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DB00C9-D1B7-4EC8-9914-BC841B06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C3902A-3731-4143-87C3-0A2E4C67E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0520D0-6CE8-422F-92A5-5A594252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931B44-8118-4286-9C6B-32FF496C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CAFC5F-283C-483D-87D5-00A64662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91578-EC40-4F90-AB3E-F0A16E44E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F451E78-155C-4167-81EF-2057A003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9056A3-CBEB-440C-93BB-A683EDE43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5 1/4 - 2 2/3.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A79AAB-E723-4C98-847D-E23E8BA6F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BF1C80-31F2-49F6-B30C-AD7856BD4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ACC542-6323-4093-B8F0-AEF1FF595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Find a common denominator before combining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92F11B-AF22-40E7-BDFC-8B251FDAD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A44810-6EE2-4DD7-9362-FDEC76F73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E23066-DC25-4314-8428-91D28DDA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Add or subtract the numerators while keeping the denominator.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B433C9-DCBA-45B5-8633-7F502426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8C3652-70B5-4FCA-A1DF-11179FF9D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B27360-C49E-4DB8-BFD7-57008563B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2 7/12.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6E8CA6-761D-4689-9272-4C4F656A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88849C-52FD-41E0-AE23-8C410B7A3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71D0C9-5656-4829-B41F-B4F12946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and convert the answer when appropriate.</a:t>
            </a:r>
          </a:p>
        </p:txBody>
      </p:sp>
    </p:spTree>
    <p:extLst>
      <p:ext uri="{BB962C8B-B14F-4D97-AF65-F5344CB8AC3E}">
        <p14:creationId xmlns:p14="http://schemas.microsoft.com/office/powerpoint/2010/main" val="18408846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0C9987B-2D4E-4405-8A09-0B83F9667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7AE45F-8DE3-4C03-8913-5276735D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0305B6-A039-442D-9FA2-3933BB5DF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BC6B8D-58D5-4E12-A8F4-283183C45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2082A8A-29CF-4FB0-83E5-E883600E4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8E203E7-843C-437A-BB9F-F066277B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F12722-4A05-431C-A6AE-230D16288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758AAA-E81A-4029-9676-C92C32E81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F727F1-8BC7-4C3C-8C4B-31C34064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1C7B3-7FE3-4F13-9F14-23B28094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9596948-B8CE-49C3-BDF7-CA9765BA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 7/12.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CE45AA-0269-4CE7-9025-A26FA489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C23721-F80F-4BC4-8981-3E34598B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and convert the answer when appropriate.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8A1132-301A-485C-8A4C-780D4233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79124103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2AA8B7-E1C5-43E9-ADA5-057146F34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983E19-B718-4AE8-9D01-3FC324515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D103DA-6C68-4079-AAB1-E213AE416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2DEAD5-F39D-46C9-913B-0AC196BD9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46044A-D83A-4672-A316-67FCA9BF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23B917-1A6F-4081-8F2D-AA5AD9755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0A88DF-8A92-4680-B76F-64465DD9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3383EB-5ED2-43E8-A7B4-8DE3C608A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524D4F-74DD-4869-96C9-441236577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4E10B0-920C-4357-AAA8-70EE5987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9C0CDC-AE95-4D90-8E98-4D87011AC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75A735-7C1D-4853-9726-2B8DDCEE5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40A6E97-9132-4335-8640-CCDA03CFC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9A27F1-5D9E-43BD-9518-E2320BD5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AB85A1-B8EC-4C1E-910C-9CBA2B7D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 5/12 litres.</a:t>
            </a:r>
          </a:p>
        </p:txBody>
      </p:sp>
    </p:spTree>
    <p:extLst>
      <p:ext uri="{BB962C8B-B14F-4D97-AF65-F5344CB8AC3E}">
        <p14:creationId xmlns:p14="http://schemas.microsoft.com/office/powerpoint/2010/main" val="57186772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477168-5580-43F5-A49B-F9C771BA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CE089-97B0-4CDE-8E5F-3EBC7372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00260-DE3C-486E-986C-D4098B783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65F795-2E30-44F1-ACA1-67762F42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2AD987-4F92-4F5A-A601-557AB2EF2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FFC4301-300D-4A31-BE95-175E47ABC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EDE4E0-7E85-4C45-9D8E-2EB06A15A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BD7196-6F50-4249-83B3-C82E7D61A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BA15A-030F-4B88-A4D4-7B166604E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4b1ecc60ed450b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B4C73A-E813-4407-8243-03EF1E01B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44721C-A324-457B-BDC2-6879FF98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adds or subtracts both the numerators and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B62FFC-91DD-4012-A949-529F2D674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E38A4F-F686-46D5-B277-7AA417DFC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F088D-FE07-4904-AB53-D59CEBDA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Use equivalent fractions with a common denominator, then operate on the numerators only.</a:t>
            </a:r>
          </a:p>
        </p:txBody>
      </p:sp>
    </p:spTree>
    <p:extLst>
      <p:ext uri="{BB962C8B-B14F-4D97-AF65-F5344CB8AC3E}">
        <p14:creationId xmlns:p14="http://schemas.microsoft.com/office/powerpoint/2010/main" val="3124087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74A115-A06B-4472-A9F2-62F8B403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B33182-AFFF-4909-AF0A-9D473BEFC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9F2648-DFB9-4B85-A8E0-6768929DD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54C0975-86F2-40F8-BE41-B01B6816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846D5-45AD-45CE-A2A5-9AD6304C0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5AE5F0-08A0-4D9E-A80D-E4F971737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588B33-BBA1-4FFA-945E-79B69702E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3CE5F3-1BA9-44DA-A789-C017E2329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56EA0-CAF3-4FFF-AA86-17B2CE3C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4142D1-0CF8-43B1-B665-5AB191CFF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BB0B255-8657-48C6-BF30-19FD862EA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132ECF-2CDB-44B1-BAE5-679A7E65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AE9219-9C34-460F-A116-80751C24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jug contains 3 1/2 litres. 1 3/4 litres are used and 2/3 litre is added. How much is in the jug?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DE4B8B-E853-4310-B365-4BE1F6BD5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10803E-6EB0-4EE7-A888-0198097BA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A28901-624A-4B1C-8092-0B895C9C1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D3ACFE-2CBF-4A6F-8A70-DD178078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0FF280-479A-4CF0-818D-71EE8CCEA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8AB95C-0A25-4D6F-8A54-E176AD6CD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E6768-6E35-47E3-AAE4-7E3181218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AC9DE6-DA4A-4D66-9F69-287D9DD1F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 5/12 litres.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471D0A-EA1B-4B39-859B-FE860CA78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9898949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A7015A-40F9-476C-8537-02A383C03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E9FD7A6-4DD6-4181-9D94-62CDC8030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F004B5-63B8-48F0-88CC-134C7F8B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408D0-8901-4086-B6AA-90EADE6C7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CE5783-DB7D-431B-A21A-376D4B2A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A0EE4B-CA40-491E-BD24-579FACB09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C59F4C-A399-4898-BDCF-E2425FA59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C88202-E997-4D30-ABA9-7688172F2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82A198-5FB0-4511-87D5-EFF4A6F9E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C7D8FB-5540-4626-B05B-4E249AA9F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D302FD8-E9D7-45E7-AFB9-E9AE5E23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CF6D58-A5C9-4F51-B297-01592434A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201F8A-9AC0-45DC-AB90-96A877FD6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279B8B-E804-47C4-9046-FA509E28E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1FFBB4-DCF8-4D1B-8159-36DC63F8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7BED7B-209E-48B2-BB97-785CBCF1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54267E-BB1C-417B-957F-5D71D7E03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97F94E-B04D-45D3-8706-7A6DF410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E952EA7-8A49-42C4-8B76-E4A9E1688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966176-E42A-4D68-A69B-3A6FCB661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561BF2-C00F-4A39-8EB8-09517457C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99804086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FF6034-8202-4B14-A187-8E078CA36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1FEEC5-54B0-422A-B2D6-43B249FE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795F872-C909-4D16-B451-4B634912C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CEBA3A-D41A-4F17-9D33-57C030180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1D6A59-DAF2-4881-91C3-377A5DAF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BC9204-4DA8-46DC-B03F-F50B17EE9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988A44-0E59-4F8E-934A-5313D7B358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31BC73-EC24-4B9A-BEE5-FABBBC345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CD0B8-BABF-45C1-99EE-E709887F1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37D27C-8848-4FC0-A61F-4CF06CA63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Calculate 7/8 - 5/12.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DBA7E8-085E-4C57-AD04-3B6303F5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789549-CB70-4BF3-AC2A-A902E4BD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55C066-8B8D-48A0-8B10-352CDA5C9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11/24.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9828704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E7D634-5764-42E7-9A9D-B490BF671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DC047F-D14F-43A1-AE0D-591CC0B2C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1B98E8-CCC0-4F94-A049-30B84DC42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DBBD20-B3E3-4EAA-9E38-786DF2D9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91D22B-9093-4BDB-B23F-B6928223A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0A7F46-91D2-4075-90FA-858464A9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D2D784-E39B-4612-B10F-83075E886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E4CB8-9F69-4BAB-BA9E-1635006A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2962E8-9D2D-4064-B0DF-CFF6D7E1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DE535-CAC1-41C5-B9E4-28F8E3A8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5DB9436-39ED-4025-B16A-F55C27B6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F3D597-A3D3-4C83-98AC-B5A3B3DC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BA7C8E-803B-48A1-AB96-7D1FE7D6E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E558E3-E440-47B2-BAE8-0876A9559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FA4783-A974-4F67-9B1A-3078F095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346E07-9416-491F-8CE3-E51FEBD5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1 7/12.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61C075-1389-4989-AAA4-3EE619E70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3578705-A04D-4E73-8FAD-BF7C1F0B4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76530901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0A4B56-C4B6-429A-AC44-7E0B7EDD5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3C033-84E3-42F7-9244-4113D71E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779D71-9761-4582-963E-3B23113B6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017482-A05E-4F50-A419-C9C652678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41C150-6B34-403C-BE37-12F4F071E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BD0686-7BA4-4CF7-AF7F-FDC6D197D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50A304-018E-44F2-87BB-59DED36F6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A7D57-DBC6-43C9-87C4-04E6BFC2C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F84685-372C-47CF-A3D7-736C10E94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Subtract mixed numbers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CBCB8E-72D7-40E4-9F8A-43B320B8A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D793A-0C70-41C0-AF1A-1D7470FF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ABE0C4-8985-4B3F-9D04-1760DA794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D8B13E-0B25-47B1-B735-943BB1445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D6F37C-9473-4B63-AE76-53C4B0977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3F2657-59CE-4356-84FD-B1558EB2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B55ECC-BFB7-4A97-837D-B0F7D1EC8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67D0C8-C316-45E4-8330-80344F4D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adds or subtracts both the numerators and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213767-8274-4E68-8810-7AF79877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831AC3-7123-4D25-9110-2F91D3B02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7A8C20-A3AC-41C2-9735-5F91D873A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05A980-F280-488B-A2C3-BCB062D5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19BA47-B074-41E7-913E-D4AA4198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435827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2026-09-09T20:46:34.8750000Z</dcterms:created>
  <dcterms:modified xsi:type="dcterms:W3CDTF">2026-09-09T20:46:34.8750000Z</dcterms:modified>
</coreProperties>
</file>