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938f8e33804e3f" /><Relationship Type="http://schemas.openxmlformats.org/officeDocument/2006/relationships/extended-properties" Target="/docProps/app.xml" Id="R5d44b2c4621e412f" /><Relationship Type="http://schemas.openxmlformats.org/officeDocument/2006/relationships/officeDocument" Target="/ppt/presentation.xml" Id="R1eb6377e79e74d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2569990b4b4d53"/>
  </p:sldMasterIdLst>
  <p:notesMasterIdLst>
    <p:notesMasterId xmlns:r="http://schemas.openxmlformats.org/officeDocument/2006/relationships" r:id="Rd4e962a4212a47c5"/>
  </p:notesMasterIdLst>
  <p:sldIdLst>
    <p:sldId xmlns:r="http://schemas.openxmlformats.org/officeDocument/2006/relationships" id="256" r:id="Rf2f82b4067fb4d06"/>
    <p:sldId xmlns:r="http://schemas.openxmlformats.org/officeDocument/2006/relationships" id="257" r:id="R4c9c8e8a94db4d94"/>
    <p:sldId xmlns:r="http://schemas.openxmlformats.org/officeDocument/2006/relationships" id="258" r:id="R3bce835331844e44"/>
    <p:sldId xmlns:r="http://schemas.openxmlformats.org/officeDocument/2006/relationships" id="259" r:id="R3481f3257f0e4a43"/>
    <p:sldId xmlns:r="http://schemas.openxmlformats.org/officeDocument/2006/relationships" id="260" r:id="R6642dee11fc84366"/>
    <p:sldId xmlns:r="http://schemas.openxmlformats.org/officeDocument/2006/relationships" id="261" r:id="R5320427eb4e54e05"/>
    <p:sldId xmlns:r="http://schemas.openxmlformats.org/officeDocument/2006/relationships" id="262" r:id="R2f4cc3eb10134ab5"/>
    <p:sldId xmlns:r="http://schemas.openxmlformats.org/officeDocument/2006/relationships" id="263" r:id="R1b534cad0ef54a74"/>
    <p:sldId xmlns:r="http://schemas.openxmlformats.org/officeDocument/2006/relationships" id="264" r:id="R77f6a24d528947c5"/>
    <p:sldId xmlns:r="http://schemas.openxmlformats.org/officeDocument/2006/relationships" id="265" r:id="Rfbee1da5963146f6"/>
    <p:sldId xmlns:r="http://schemas.openxmlformats.org/officeDocument/2006/relationships" id="266" r:id="Reb41880dcb374f4b"/>
    <p:sldId xmlns:r="http://schemas.openxmlformats.org/officeDocument/2006/relationships" id="267" r:id="R833dccbff68f47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1362af67f749e2" /><Relationship Type="http://schemas.openxmlformats.org/officeDocument/2006/relationships/slideMaster" Target="/ppt/slideMasters/slideMaster1.xml" Id="Rb42569990b4b4d53" /><Relationship Type="http://schemas.openxmlformats.org/officeDocument/2006/relationships/notesMaster" Target="/ppt/notesMasters/notesMaster1.xml" Id="Rd4e962a4212a47c5" /><Relationship Type="http://schemas.openxmlformats.org/officeDocument/2006/relationships/presProps" Target="/ppt/presProps.xml" Id="R85977fce20854ea6" /><Relationship Type="http://schemas.openxmlformats.org/officeDocument/2006/relationships/tableStyles" Target="/ppt/tableStyles.xml" Id="R9c2991b8f6d140bd" /><Relationship Type="http://schemas.openxmlformats.org/officeDocument/2006/relationships/slide" Target="/ppt/slides/slide1.xml" Id="Rf2f82b4067fb4d06" /><Relationship Type="http://schemas.openxmlformats.org/officeDocument/2006/relationships/slide" Target="/ppt/slides/slide2.xml" Id="R4c9c8e8a94db4d94" /><Relationship Type="http://schemas.openxmlformats.org/officeDocument/2006/relationships/slide" Target="/ppt/slides/slide3.xml" Id="R3bce835331844e44" /><Relationship Type="http://schemas.openxmlformats.org/officeDocument/2006/relationships/slide" Target="/ppt/slides/slide4.xml" Id="R3481f3257f0e4a43" /><Relationship Type="http://schemas.openxmlformats.org/officeDocument/2006/relationships/slide" Target="/ppt/slides/slide5.xml" Id="R6642dee11fc84366" /><Relationship Type="http://schemas.openxmlformats.org/officeDocument/2006/relationships/slide" Target="/ppt/slides/slide6.xml" Id="R5320427eb4e54e05" /><Relationship Type="http://schemas.openxmlformats.org/officeDocument/2006/relationships/slide" Target="/ppt/slides/slide7.xml" Id="R2f4cc3eb10134ab5" /><Relationship Type="http://schemas.openxmlformats.org/officeDocument/2006/relationships/slide" Target="/ppt/slides/slide8.xml" Id="R1b534cad0ef54a74" /><Relationship Type="http://schemas.openxmlformats.org/officeDocument/2006/relationships/slide" Target="/ppt/slides/slide9.xml" Id="R77f6a24d528947c5" /><Relationship Type="http://schemas.openxmlformats.org/officeDocument/2006/relationships/slide" Target="/ppt/slides/slide10.xml" Id="Rfbee1da5963146f6" /><Relationship Type="http://schemas.openxmlformats.org/officeDocument/2006/relationships/slide" Target="/ppt/slides/slide11.xml" Id="Reb41880dcb374f4b" /><Relationship Type="http://schemas.openxmlformats.org/officeDocument/2006/relationships/slide" Target="/ppt/slides/slide12.xml" Id="R833dccbff68f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8441df9de04e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d86f9706704e70" /><Relationship Type="http://schemas.openxmlformats.org/officeDocument/2006/relationships/notesMaster" Target="/ppt/notesMasters/notesMaster1.xml" Id="R3c6b699f257944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d138090a5744a6" /><Relationship Type="http://schemas.openxmlformats.org/officeDocument/2006/relationships/notesMaster" Target="/ppt/notesMasters/notesMaster1.xml" Id="Raa444b86820143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d7c2e0e0d6480d" /><Relationship Type="http://schemas.openxmlformats.org/officeDocument/2006/relationships/notesMaster" Target="/ppt/notesMasters/notesMaster1.xml" Id="R12a434462ece4e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f6d9b07f724d51" /><Relationship Type="http://schemas.openxmlformats.org/officeDocument/2006/relationships/notesMaster" Target="/ppt/notesMasters/notesMaster1.xml" Id="R6c2c0a3473b24e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3c817d34c04462" /><Relationship Type="http://schemas.openxmlformats.org/officeDocument/2006/relationships/notesMaster" Target="/ppt/notesMasters/notesMaster1.xml" Id="R10ea675862cd48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a3b8b8d9d54099" /><Relationship Type="http://schemas.openxmlformats.org/officeDocument/2006/relationships/notesMaster" Target="/ppt/notesMasters/notesMaster1.xml" Id="Rfe7ec78bc44e42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2fbfa094124372" /><Relationship Type="http://schemas.openxmlformats.org/officeDocument/2006/relationships/notesMaster" Target="/ppt/notesMasters/notesMaster1.xml" Id="R608024e2f9254a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67335dbcfb4616" /><Relationship Type="http://schemas.openxmlformats.org/officeDocument/2006/relationships/notesMaster" Target="/ppt/notesMasters/notesMaster1.xml" Id="Rc9ef5871668b4c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062822bf5847d0" /><Relationship Type="http://schemas.openxmlformats.org/officeDocument/2006/relationships/notesMaster" Target="/ppt/notesMasters/notesMaster1.xml" Id="R40c01902461c47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144d3c071d42ae" /><Relationship Type="http://schemas.openxmlformats.org/officeDocument/2006/relationships/notesMaster" Target="/ppt/notesMasters/notesMaster1.xml" Id="R8449ed21794346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d688f49c42454e" /><Relationship Type="http://schemas.openxmlformats.org/officeDocument/2006/relationships/notesMaster" Target="/ppt/notesMasters/notesMaster1.xml" Id="Raa4d43766c9d4f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508bcb282c4bc8" /><Relationship Type="http://schemas.openxmlformats.org/officeDocument/2006/relationships/notesMaster" Target="/ppt/notesMasters/notesMaster1.xml" Id="Rb1c2296a4c5c44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168.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90.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168.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168..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110.5..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£204.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110.5.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110.5.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292bd22de345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ce33bf706c493e" /><Relationship Type="http://schemas.openxmlformats.org/officeDocument/2006/relationships/slideLayout" Target="/ppt/slideLayouts/slideLayout1.xml" Id="R84c1f3da24ad40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c1f3da24ad40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c9730ab374389" /><Relationship Type="http://schemas.openxmlformats.org/officeDocument/2006/relationships/notesSlide" Target="/ppt/notesSlides/notesSlide1.xml" Id="Rbcc1d40791774f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76411cb04469b" /><Relationship Type="http://schemas.openxmlformats.org/officeDocument/2006/relationships/notesSlide" Target="/ppt/notesSlides/notesSlide2.xml" Id="R4ab3497edc9941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5f97cc8cb40f3" /><Relationship Type="http://schemas.openxmlformats.org/officeDocument/2006/relationships/notesSlide" Target="/ppt/notesSlides/notesSlide3.xml" Id="R3e15a83cfe7843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57d9d29514a2d" /><Relationship Type="http://schemas.openxmlformats.org/officeDocument/2006/relationships/notesSlide" Target="/ppt/notesSlides/notesSlide4.xml" Id="R0a8f40bc40ad49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017efbf5d4bb1" /><Relationship Type="http://schemas.openxmlformats.org/officeDocument/2006/relationships/notesSlide" Target="/ppt/notesSlides/notesSlide5.xml" Id="Rab078c09b5ad42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95ca7a9a9495a" /><Relationship Type="http://schemas.openxmlformats.org/officeDocument/2006/relationships/notesSlide" Target="/ppt/notesSlides/notesSlide6.xml" Id="R5ed5d2c11cb545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05bc543124068" /><Relationship Type="http://schemas.openxmlformats.org/officeDocument/2006/relationships/image" Target="/ppt/media/image.png" Id="Rd58ff80e62c641f3" /><Relationship Type="http://schemas.openxmlformats.org/officeDocument/2006/relationships/notesSlide" Target="/ppt/notesSlides/notesSlide7.xml" Id="Ra8d457d6827b47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662e2ca024084" /><Relationship Type="http://schemas.openxmlformats.org/officeDocument/2006/relationships/notesSlide" Target="/ppt/notesSlides/notesSlide8.xml" Id="R51208feca0a74e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b17833f4e430f" /><Relationship Type="http://schemas.openxmlformats.org/officeDocument/2006/relationships/notesSlide" Target="/ppt/notesSlides/notesSlide9.xml" Id="R772b162736974d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751379fee4181" /><Relationship Type="http://schemas.openxmlformats.org/officeDocument/2006/relationships/notesSlide" Target="/ppt/notesSlides/notesSlide10.xml" Id="R359b288dfbd948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8561325f64523" /><Relationship Type="http://schemas.openxmlformats.org/officeDocument/2006/relationships/notesSlide" Target="/ppt/notesSlides/notesSlide11.xml" Id="R43f0a4a281ec40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5a1a3cc6a4573" /><Relationship Type="http://schemas.openxmlformats.org/officeDocument/2006/relationships/notesSlide" Target="/ppt/notesSlides/notesSlide12.xml" Id="R16076da5002244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63AE4-51FC-4CCC-AD7A-5E1D1113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17576-B2C6-43D1-8BD8-2756E306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58A36-647B-48E9-9541-ECD42729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29511-2002-46E5-8476-A74C00E7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32D24-8C4E-45AF-9CDA-DDDDBCE6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62CCE-A4B2-4D88-82B3-DD588E43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61F77C-B499-4CE0-ACE9-51C7BD96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10CF4-13DF-4FA8-9A83-EE9B9E44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10%, 25%, 50% and 75% of amounts.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0875B-9676-48D3-9D1B-F8E07EA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5201E-C71F-4B5A-ABB0-71218D2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50F6F-8D2C-4410-B527-C20AB350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58407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E1E262-1174-42D1-BF01-162B331E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12470-77AE-4B43-91AA-CFFC1CAD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FA6C9-219D-4125-AE6D-CB487246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CC610-2952-4CB9-8FA4-924B8C9F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E3BD6-4178-43DF-8AFA-3685C83C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67B5E-58BF-4FB1-A5A3-BA9B63BB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119B3-0EF6-45CD-860E-3B913EE9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E020B-BF2F-475F-99DF-D83CA88F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9839E-DACD-46FC-A34D-830A0CE7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161F8-89EE-4BFA-B53A-4AD6A697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32E3C-66BC-437A-A871-55123E8C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59704A-CC04-4E8D-93BE-9D0EF4CE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804BA-8D5C-46AF-B070-0839823A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70223-35AC-485E-BBF7-EB14371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39C37-0EAF-4029-A7D2-8386E650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799CA8-AA01-45D1-88C1-A3E9DC87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1F86F-8A24-4D27-BA65-89B3CFB5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72F755-56A6-4D9A-92C1-2365DAE0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182D2-B516-432A-8F9B-7BB99F17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760DC0-BDF5-437F-AB00-C27B11C4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9BBB3B-5629-4FC8-A411-9C2BF780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25% of 360.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E13416-B13D-46CA-8D89-8FE24455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434132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5468F7-CB8B-4160-927D-AD2E3CD5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575458-AAA2-4CE7-859D-9E004ECD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1D19C-2CA4-4400-8FBF-14286051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92EEC-AB69-4D2B-A193-9F4975C3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539AE-7F8A-4D50-8D02-AF800863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BBDEB-E717-45F4-9429-145A4093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84B96C-579C-40E2-8EF7-4C742052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1CF55-DE7E-4204-9799-50CE3459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9767B8-311F-49F3-BAB5-6C20DEB0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52225-1CED-4112-BADB-B80C578C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10%, 25%, 50% and 75% of amounts.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45E7F-323D-4662-BE9A-3B8061CC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42055-A2D5-403B-84BD-3ED6512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6ADDC-BEEB-4DCD-8434-8AB0019B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92034-537F-46A3-A214-49A25463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30332-C2FD-41EE-B321-A11AC921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3152615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80026-85BA-4855-8C2F-CF7240CF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394BC-3E5E-443C-8424-1DEEA7F2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9A1E2-C204-4ED0-BBBD-8B1399DC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A31C6-053B-4F00-8AF0-9A1259EC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A8C87-3D74-4C38-9BE1-053AE2ED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5E3D4-3400-4035-AFFC-91F3356C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7CB66-21D3-4B53-A3A7-622A8039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00682-9DBE-45DD-9E72-0F242D7C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04D6E-FDA3-493A-B43C-7BF8E47A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3A87F-D58F-4F99-BC8E-9E0AB1E3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16C46-805B-424F-B3DC-C441448A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1FBEA-056B-4AA7-9904-0A1AB903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DABC9-BE21-4435-BCDD-ED67DF6B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25% of 360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DCE8D-CA62-42F6-886C-7EAECCE7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2F2C86-A611-4341-B5BE-4F1C6A96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6D686-06F0-47BE-A180-A8A59C47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25% = 1/4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254E3-0C67-4711-9B34-9CF32448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0B478-B622-4DD8-B61D-DB5FCDBF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B1DE4F-E540-4C27-9524-98827AF8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360 ÷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0A0C59-3C11-4E6A-9F80-DD4D3C35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2C8DA-3FC8-46EC-92F3-DB97075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F24AE3-5B59-4809-9A02-26B59E15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</p:spTree>
    <p:extLst>
      <p:ext uri="{BB962C8B-B14F-4D97-AF65-F5344CB8AC3E}">
        <p14:creationId xmlns:p14="http://schemas.microsoft.com/office/powerpoint/2010/main" val="11650960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2469BA-F787-4FEA-AD25-66FF41D2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4780E-E437-440C-B5F0-3280732F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BAD09-FD29-49B2-987B-A12E180D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5EFD4D-3A8B-49F7-8D6E-F07C9383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59584-E372-4CFF-A7E4-7E5A9276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5D753-5EB3-4FB1-9F5D-A14D7910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4641C-C054-4284-B16E-D0382A23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70546-F68F-4468-8F74-30F250D2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0DDB95-79FC-4213-BAEA-CA06A0C6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FA308-E9A0-441F-BA21-F2621886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87B77B-4964-46A5-8DE8-D4C81542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3D641-BFB8-49D6-9F2F-182E69AE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B1337-620A-47CC-974F-D1446A56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83359-278A-4701-87E9-C48A218D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474664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CC9F9B-1168-41C9-B012-743A207D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00C19-48B6-4383-B3D0-707F2A5C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F311C-5DBB-4B0B-9C40-D8DE3256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5B527-412F-44E5-AAA1-615FC832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A22CB-C173-4299-8AE6-BD9126E8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268B2-4015-4891-A961-2658565A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9B949-97F7-49DD-80EE-9478E352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A570C-4D5C-4BE0-B69E-9A120699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9554-F43A-4254-92A2-D2A8E9D1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45CD2-2EE3-4C8C-8D0F-9D61A487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91935-83A9-4B7F-BB74-737E6222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77D20-6223-4F5F-829E-0CFC0B28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CF50FF-0945-4B3A-B36E-47B53246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92F8C-61C6-4785-B73E-D6130914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2289AC-F697-4686-9FF7-FD9F76DE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168.</a:t>
            </a:r>
          </a:p>
        </p:txBody>
      </p:sp>
    </p:spTree>
    <p:extLst>
      <p:ext uri="{BB962C8B-B14F-4D97-AF65-F5344CB8AC3E}">
        <p14:creationId xmlns:p14="http://schemas.microsoft.com/office/powerpoint/2010/main" val="644798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F43C5-B5EB-45E4-83F4-839CEF59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0349F-102D-418E-A2CF-ABCBD2DC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8A3E4-38BD-4142-86ED-6C57D0E5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8D8A6-BD25-487C-ABEE-4E6F970E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756D7-A207-4726-886A-1ABE587A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4B625-6383-4745-90E6-CFCDC996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B2A4BA-FD27-4B3A-AB61-448C1735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DF385-098B-48A1-9560-148C3B1E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3B307-C00E-4029-8239-74868987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ff80e62c641f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04A79-C543-4BE0-A6F5-158D68A1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FF246-F414-4F2C-93AB-0E62360F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4E6D6-5610-4D0C-93CC-B9F8778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F7839-85C0-4360-9599-14658A5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22155-2986-42FF-AAF7-E6FACBA0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10370307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98716-44B1-4628-A404-B2A3E4F4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9B9E0-EF53-4740-8737-7093BA11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1D6A3E-E83F-45E5-9052-1E39F136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BA2D0-83C8-453B-8C1C-BC864AE5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03368-0E1E-4C26-B6F3-715401AF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AA08F-69CB-480A-BA22-2D5A66EF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35C4FB-1BF8-4A4C-867B-01107A2F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7C808B-3CA8-4779-91BC-146BBE6D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57720-DCC5-43E7-A0B7-E6B3541F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75B327-E68D-494E-AF7D-DFDDBBB0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CD4FA-A74E-4D27-8012-A4DFFF3D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9CD60-0381-4275-8273-66579A84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0AB39-90DA-408A-8BEB-DA2A0E0F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48016-102C-44E7-B450-99D20DA6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29E21-D39F-4BF4-BA5F-1B47812F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B3C53-E342-4140-958B-DB5E06E6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B5E9F-9F22-4321-AA06-4961E460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54EB70-35D9-43D9-8A30-555E6667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01226D-AB2E-499B-B657-B90FBEB2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FF6BB-538E-446A-B268-04F3E17E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29034-5624-4986-BF84-EC3CDD76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168.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F554AC-87F5-4B98-ACB5-62FF04C5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928959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F781C-B288-4DBB-B145-65AC6875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6A1C5-E6D8-437D-BF3B-358773F1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FAC08-9F61-44C0-8425-A783998A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F86053-5F78-4AA2-8C8A-FF65FB5B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81299-42C7-4585-BDD5-A9D2BB7D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9B3A7-C30A-46D2-83F0-18103AE4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BD0C5-0B28-42AA-A7AE-5F6A1120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E615F-D62D-4689-8EAA-A9848DA0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A1206-0C9B-48D5-8F9D-76C42260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96BD1-39D4-426F-8417-6902BD02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94BE7-3347-46EC-A1E4-19743B87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4F2AD-3B08-40FF-9CDD-B1C07162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E8B70-2ED3-4715-BD22-796B87D5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F2FB9-F55F-4836-B990-C0B440BB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046FF-F88A-4E23-898E-E7EBF7E1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3CABB-E8CA-4345-8619-CC73A521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EB2DE5-4E30-4A04-853D-7FD58885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47163-F0A9-4B1C-996C-906BBE0C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E50844-3E81-4073-8DC4-DF92BB43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17D51-9512-43D0-A853-0319AAF4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2312D-6595-4FA2-A9BD-B3C91FF0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022146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08F7BC-1AB1-4518-B067-2D14E419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CD34C-74E3-4A3C-B6CC-EE13389E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1A8E5-2B1F-42AC-B66D-AA987B05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37F05-379B-49C0-80BF-BED5957E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8AF57-B392-48A4-AA52-06F8FA3A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17E06-983F-4DF9-90BC-6191FFC7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F6BCA-945E-4C96-A22A-235E4792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7032E-A0A1-4DC4-BA6D-D1D2784D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184D8B-4BB6-4157-BE21-3756DEFD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049F6-03C4-4712-B114-E1F36F2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£240 coat is reduced by 15%. What is the sale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CDFDE-2D24-47A3-8B45-DF14D75A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1143D3-3E27-407B-870A-61451DF3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045F0-F14A-4241-B249-00093B63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£204.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093264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8841D-212C-449B-B745-1401D044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9056A-3E78-4EDD-899D-20582D34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71381-8EFC-45B8-A4F7-904E8444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18A17-7BB3-4B59-8629-1CED5302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61DCE-E9FD-48FF-A21A-B516AF0E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29D39-294E-44AB-9EE7-B2ADDD24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705D9-9EDA-45C2-96E7-7A18EF5C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C02F4-49A9-474A-8282-5530B0C3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BC52D-556C-4A02-9603-CB2D3C94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84168-9569-407E-88D1-7CCD17E5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71072-FC5E-43C5-B905-07577F16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DF0F0-6108-49E5-A405-7014A25D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23CF88-E233-45C1-8CCC-C8E1BD77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7517CF-E1EF-4352-9499-622AA302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5EBC55-3744-4B5E-A809-785F2AD3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4001F-AA07-4B6F-A4C2-A825F322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110.5.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B183FE-6F29-490F-938F-6D9A818B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D27C06-F70A-4823-B775-892EA34F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966473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795CFD-DA2D-4C4D-A1B5-E21AF911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8579-02B7-4241-BE93-AC027758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EAEFF-78BF-4356-8E02-EBE96073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500DB-AC9D-41E5-BC1C-1F56B3C8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D74BB-126B-4C70-B41B-A6B1CC6B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253F0-773F-4042-8CD6-4502FE4C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00878-5A14-4E43-BD64-7625F6D2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F6052-C15C-4325-A1AF-EE689F19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E93A48-C70B-4D37-BADB-C3E622B5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4F0D9-C5B9-41D6-A4C5-7231104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685ED-0530-48DE-A607-C9F2A071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583D6-E2DE-464B-806F-0703DC20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8D5CEB-CC8D-4E56-95B8-8B2CB5E8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D1718-587E-461A-9960-96770DDF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34EE0E-A3DC-4D7D-A55C-6427CB46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7ED67E-1968-4DC9-9443-F407AA9E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D0EF49-9005-4431-9205-EBEFB0B7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473FB-DAC3-4087-A1FD-31BDF661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631D9-2DB7-40C3-8AD5-4A696202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D8581E-C09D-49DC-90D1-E513146F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CC98A7-3FF4-4508-A4F3-F2459913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853EAA-CAE9-49A1-B383-73553243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27199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2026-09-09T22:14:06.8630000Z</dcterms:created>
  <dcterms:modified xsi:type="dcterms:W3CDTF">2026-09-09T22:14:06.8630000Z</dcterms:modified>
</coreProperties>
</file>