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6fffe4cdedb4342" /><Relationship Type="http://schemas.openxmlformats.org/officeDocument/2006/relationships/extended-properties" Target="/docProps/app.xml" Id="R14dd8b61d30f4c55" /><Relationship Type="http://schemas.openxmlformats.org/officeDocument/2006/relationships/officeDocument" Target="/ppt/presentation.xml" Id="R65d133bec2354ae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06ebd62a9b44d43"/>
  </p:sldMasterIdLst>
  <p:notesMasterIdLst>
    <p:notesMasterId xmlns:r="http://schemas.openxmlformats.org/officeDocument/2006/relationships" r:id="R0b008e4e627543b0"/>
  </p:notesMasterIdLst>
  <p:sldIdLst>
    <p:sldId xmlns:r="http://schemas.openxmlformats.org/officeDocument/2006/relationships" id="256" r:id="R3f4c3ebae09d49db"/>
    <p:sldId xmlns:r="http://schemas.openxmlformats.org/officeDocument/2006/relationships" id="257" r:id="Ra0b6300ad7484620"/>
    <p:sldId xmlns:r="http://schemas.openxmlformats.org/officeDocument/2006/relationships" id="258" r:id="Rc968bc25b6264333"/>
    <p:sldId xmlns:r="http://schemas.openxmlformats.org/officeDocument/2006/relationships" id="259" r:id="R3573523af75940fb"/>
    <p:sldId xmlns:r="http://schemas.openxmlformats.org/officeDocument/2006/relationships" id="260" r:id="Ra4910224cfd44f8b"/>
    <p:sldId xmlns:r="http://schemas.openxmlformats.org/officeDocument/2006/relationships" id="261" r:id="R25e9592f884f4bd8"/>
    <p:sldId xmlns:r="http://schemas.openxmlformats.org/officeDocument/2006/relationships" id="262" r:id="R0658d1dcf564421f"/>
    <p:sldId xmlns:r="http://schemas.openxmlformats.org/officeDocument/2006/relationships" id="263" r:id="R34ed993b644a4c87"/>
    <p:sldId xmlns:r="http://schemas.openxmlformats.org/officeDocument/2006/relationships" id="264" r:id="R4810010a219b4cbd"/>
    <p:sldId xmlns:r="http://schemas.openxmlformats.org/officeDocument/2006/relationships" id="265" r:id="R73f7cc9a0de94a70"/>
    <p:sldId xmlns:r="http://schemas.openxmlformats.org/officeDocument/2006/relationships" id="266" r:id="Rdabe09734ead4382"/>
    <p:sldId xmlns:r="http://schemas.openxmlformats.org/officeDocument/2006/relationships" id="267" r:id="Rf9a9c7e680ed4d6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6bac7d1651a4273" /><Relationship Type="http://schemas.openxmlformats.org/officeDocument/2006/relationships/slideMaster" Target="/ppt/slideMasters/slideMaster1.xml" Id="Ra06ebd62a9b44d43" /><Relationship Type="http://schemas.openxmlformats.org/officeDocument/2006/relationships/notesMaster" Target="/ppt/notesMasters/notesMaster1.xml" Id="R0b008e4e627543b0" /><Relationship Type="http://schemas.openxmlformats.org/officeDocument/2006/relationships/presProps" Target="/ppt/presProps.xml" Id="R9702068df2634a20" /><Relationship Type="http://schemas.openxmlformats.org/officeDocument/2006/relationships/tableStyles" Target="/ppt/tableStyles.xml" Id="R08d115f449d341a2" /><Relationship Type="http://schemas.openxmlformats.org/officeDocument/2006/relationships/slide" Target="/ppt/slides/slide1.xml" Id="R3f4c3ebae09d49db" /><Relationship Type="http://schemas.openxmlformats.org/officeDocument/2006/relationships/slide" Target="/ppt/slides/slide2.xml" Id="Ra0b6300ad7484620" /><Relationship Type="http://schemas.openxmlformats.org/officeDocument/2006/relationships/slide" Target="/ppt/slides/slide3.xml" Id="Rc968bc25b6264333" /><Relationship Type="http://schemas.openxmlformats.org/officeDocument/2006/relationships/slide" Target="/ppt/slides/slide4.xml" Id="R3573523af75940fb" /><Relationship Type="http://schemas.openxmlformats.org/officeDocument/2006/relationships/slide" Target="/ppt/slides/slide5.xml" Id="Ra4910224cfd44f8b" /><Relationship Type="http://schemas.openxmlformats.org/officeDocument/2006/relationships/slide" Target="/ppt/slides/slide6.xml" Id="R25e9592f884f4bd8" /><Relationship Type="http://schemas.openxmlformats.org/officeDocument/2006/relationships/slide" Target="/ppt/slides/slide7.xml" Id="R0658d1dcf564421f" /><Relationship Type="http://schemas.openxmlformats.org/officeDocument/2006/relationships/slide" Target="/ppt/slides/slide8.xml" Id="R34ed993b644a4c87" /><Relationship Type="http://schemas.openxmlformats.org/officeDocument/2006/relationships/slide" Target="/ppt/slides/slide9.xml" Id="R4810010a219b4cbd" /><Relationship Type="http://schemas.openxmlformats.org/officeDocument/2006/relationships/slide" Target="/ppt/slides/slide10.xml" Id="R73f7cc9a0de94a70" /><Relationship Type="http://schemas.openxmlformats.org/officeDocument/2006/relationships/slide" Target="/ppt/slides/slide11.xml" Id="Rdabe09734ead4382" /><Relationship Type="http://schemas.openxmlformats.org/officeDocument/2006/relationships/slide" Target="/ppt/slides/slide12.xml" Id="Rf9a9c7e680ed4d6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d0858d5671f4d1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188b373b7a46fe" /><Relationship Type="http://schemas.openxmlformats.org/officeDocument/2006/relationships/notesMaster" Target="/ppt/notesMasters/notesMaster1.xml" Id="R366e9a1a37f7414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821b2df45d74b40" /><Relationship Type="http://schemas.openxmlformats.org/officeDocument/2006/relationships/notesMaster" Target="/ppt/notesMasters/notesMaster1.xml" Id="Rca2df827b651496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eae5acdfe74ea8" /><Relationship Type="http://schemas.openxmlformats.org/officeDocument/2006/relationships/notesMaster" Target="/ppt/notesMasters/notesMaster1.xml" Id="R1a9ad61663cb421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57b3052a5c149e6" /><Relationship Type="http://schemas.openxmlformats.org/officeDocument/2006/relationships/notesMaster" Target="/ppt/notesMasters/notesMaster1.xml" Id="Rac7afa807bd742e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3e95098fdec4aa0" /><Relationship Type="http://schemas.openxmlformats.org/officeDocument/2006/relationships/notesMaster" Target="/ppt/notesMasters/notesMaster1.xml" Id="Ra1d1ab464986436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3adfc551c9420a" /><Relationship Type="http://schemas.openxmlformats.org/officeDocument/2006/relationships/notesMaster" Target="/ppt/notesMasters/notesMaster1.xml" Id="R664ffca9ae4346b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69f05de6b3c4bda" /><Relationship Type="http://schemas.openxmlformats.org/officeDocument/2006/relationships/notesMaster" Target="/ppt/notesMasters/notesMaster1.xml" Id="R14a0df28733042a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cc01804b5d2427f" /><Relationship Type="http://schemas.openxmlformats.org/officeDocument/2006/relationships/notesMaster" Target="/ppt/notesMasters/notesMaster1.xml" Id="R23aafb675c8c424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dae469a670e40cb" /><Relationship Type="http://schemas.openxmlformats.org/officeDocument/2006/relationships/notesMaster" Target="/ppt/notesMasters/notesMaster1.xml" Id="R86feaafdedcb495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f2df870b56a4a7a" /><Relationship Type="http://schemas.openxmlformats.org/officeDocument/2006/relationships/notesMaster" Target="/ppt/notesMasters/notesMaster1.xml" Id="Rbbdaf4cfe27c416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3b78e4982c4428c" /><Relationship Type="http://schemas.openxmlformats.org/officeDocument/2006/relationships/notesMaster" Target="/ppt/notesMasters/notesMaster1.xml" Id="R0a03ea25457e4b9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56bf29c1dc64a33" /><Relationship Type="http://schemas.openxmlformats.org/officeDocument/2006/relationships/notesMaster" Target="/ppt/notesMasters/notesMaster1.xml" Id="R0df8e8561dda472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Hundred squares, bar models, double number lines, calculators for checking,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168. | Find a useful percentage such as 10%, 5% or 1%. | Calculate the percentage of the original amount first, then apply that change in the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percentage, per cent, amount, discount, increase, decrease.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90.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168.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Calculate the percentage of the original amount first, then apply that change in the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168..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110.5..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£204.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110.5.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110.5. | Calculate the percentage of the original amount first, then apply that change in the context.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8dc104f55a4a5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434b78313d8445c" /><Relationship Type="http://schemas.openxmlformats.org/officeDocument/2006/relationships/slideLayout" Target="/ppt/slideLayouts/slideLayout1.xml" Id="R51587bd88b07457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587bd88b07457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f7148823644abd" /><Relationship Type="http://schemas.openxmlformats.org/officeDocument/2006/relationships/notesSlide" Target="/ppt/notesSlides/notesSlide1.xml" Id="R48f6c40da9fe40e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4af1ad819c4a0d" /><Relationship Type="http://schemas.openxmlformats.org/officeDocument/2006/relationships/notesSlide" Target="/ppt/notesSlides/notesSlide2.xml" Id="R3b8f17dec72945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3ba29c526e4992" /><Relationship Type="http://schemas.openxmlformats.org/officeDocument/2006/relationships/notesSlide" Target="/ppt/notesSlides/notesSlide3.xml" Id="R887b58ad4bb345e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d1533d3fb44d75" /><Relationship Type="http://schemas.openxmlformats.org/officeDocument/2006/relationships/notesSlide" Target="/ppt/notesSlides/notesSlide4.xml" Id="Rcbb6765b5a0a401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5c5da4f6324e0a" /><Relationship Type="http://schemas.openxmlformats.org/officeDocument/2006/relationships/notesSlide" Target="/ppt/notesSlides/notesSlide5.xml" Id="R1c4f492e011544e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d80270c4e74e6c" /><Relationship Type="http://schemas.openxmlformats.org/officeDocument/2006/relationships/notesSlide" Target="/ppt/notesSlides/notesSlide6.xml" Id="R03cf5e4497cf431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2a2fa88aff4ae2" /><Relationship Type="http://schemas.openxmlformats.org/officeDocument/2006/relationships/image" Target="/ppt/media/image.png" Id="Rce9216cdfea14544" /><Relationship Type="http://schemas.openxmlformats.org/officeDocument/2006/relationships/notesSlide" Target="/ppt/notesSlides/notesSlide7.xml" Id="Rbc373397811c4b0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ed0bd7d8c14bc5" /><Relationship Type="http://schemas.openxmlformats.org/officeDocument/2006/relationships/notesSlide" Target="/ppt/notesSlides/notesSlide8.xml" Id="Re63ed0f969a64be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4f7965c1eb4b82" /><Relationship Type="http://schemas.openxmlformats.org/officeDocument/2006/relationships/notesSlide" Target="/ppt/notesSlides/notesSlide9.xml" Id="R518d077f86a242b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5bdc3931eb41ef" /><Relationship Type="http://schemas.openxmlformats.org/officeDocument/2006/relationships/notesSlide" Target="/ppt/notesSlides/notesSlide10.xml" Id="R27a2b9470eb2434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6e3780203c47ce" /><Relationship Type="http://schemas.openxmlformats.org/officeDocument/2006/relationships/notesSlide" Target="/ppt/notesSlides/notesSlide11.xml" Id="R6ef4732551754fe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7fb6cd045b4afb" /><Relationship Type="http://schemas.openxmlformats.org/officeDocument/2006/relationships/notesSlide" Target="/ppt/notesSlides/notesSlide12.xml" Id="Re6ad1fb4003945d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B728FC-540C-433F-B6E5-EF27B97E8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1A949F-A705-4AE2-9E29-606261896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7E93D9-4B49-4062-8A35-52BB49E72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9230AE-C1D6-4615-9FE0-C9689456B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644322-341A-49CE-80AF-ED84BECD9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benchmark percentages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059B5F-D7FE-48A2-9842-52FC354FB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A820CC-678E-40E7-9941-F81747E1C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E2189A-1DA0-464E-A26C-42BC57101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10%, 25%, 50% and 75% of amounts.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7DE073-5F85-4C5F-8EE1-328ACD86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A42A0E-252E-4D73-9ED1-650C64BBC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Hundred squares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FDD6B4-9E82-4A93-B7D1-693369AA7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2416979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CDF244-C22B-4F25-B230-6329E4E4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981272-A99D-44BF-9D50-246B4DBC7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BC6F07-4DBE-40A2-977F-E5CF9DEA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A40CB4-F845-4A16-9F73-44182A11D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4C6ED1-DB3A-4EA9-A3B2-6449F0115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A65DDC-9F84-49FD-91E1-F56D873A7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3C909D-5006-42A8-A3F9-A8581C26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B92B82-744D-4274-9CF4-A540E19C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553EB9-6B2C-4522-BA29-1342E1150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0463C0-3108-4328-A78C-5A8EEEF24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CF48A5-3892-4734-93F7-929326ABF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712040-50DC-4A52-B738-329EFAD5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0D2063-3031-432D-A5B0-1AEB4F4E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Find percentages of amounts and use percentages in multi-step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106EE7-9548-4857-B1CD-CCEB686F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47D261-8CEC-4423-9B58-6B59E6FBA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49AC4D-74D5-49DF-9D10-90E78867B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C38D74-1A3C-4B23-B0D8-AA484701D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35% of 480.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CACD86-D65E-47B8-A2E1-F4F135EB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5C3364-0524-45F7-83DB-E9075278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8B4F3F-3953-4318-869B-201E1779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43F4EB-C156-4214-B9FF-E0182739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25% of 360.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45565D-3236-4313-B8F8-973E07695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53165600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A62028-D165-4309-80D1-B231FCB32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24C398-5235-4F07-9783-3147F5770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F2204C-8E18-40A8-A310-38CB9A2AD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DF3DFD-AFF4-4EA4-9171-F1CAD735D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382EEC-1A8B-4520-9648-C4DBDF17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B17CBE-508F-46D1-A431-1CE62B6E6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14E5B8-0E2C-49E6-AFBB-9A247E4CD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E371CC-BDCB-411C-A242-9CE4D1F05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8682C4-2562-4A33-9F4F-0853CC38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59BA3E-A99D-47F3-9AF9-430AEEF4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10%, 25%, 50% and 75% of amounts.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0C2651-F611-4730-9890-EF978030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8481F0-88DF-4143-B6B1-65D512040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Find a useful percentage such as 10%, 5% or 1%.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BBE744-52CF-4874-AAB6-30FA2D5DC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Combine or scale the known percentage to reach the required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D2BD93-4FA7-4002-A8D2-E96295FCC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 against the whole amount and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E5FC8C-5D7C-428A-B896-2BB44F9F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percentage  |  per cent  |  amount  |  discount  |  increase  |  decrease</a:t>
            </a:r>
          </a:p>
        </p:txBody>
      </p:sp>
    </p:spTree>
    <p:extLst>
      <p:ext uri="{BB962C8B-B14F-4D97-AF65-F5344CB8AC3E}">
        <p14:creationId xmlns:p14="http://schemas.microsoft.com/office/powerpoint/2010/main" val="3852783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2E32D7-5493-482A-8BD9-784516A6A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01234F-EEC9-43A8-80F9-F6297E72E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976C87-F6C5-4D35-BFC2-9DBB5A49B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A65CE0-6DFF-4DAE-8671-E5CB63BF7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1C94E9-DBC1-403A-9014-D5237128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C7DAC9-5696-469A-899C-7AAD9481C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9F237F-F994-4D09-8390-C5F76645F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B8DBA4-E549-49A3-B230-2C3A7806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22E1C8-EB27-46FD-BCF8-6E11B03D9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55EF28-9DF7-44E5-9B26-F62DD394F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25% of 360.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65564C-9651-43DA-9A0E-E882C6573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52D828-7111-41E3-8108-D569D0D8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2DE408-390E-403E-889A-0E425D105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Find a useful percentage such as 10%, 5% or 1%.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03AAFF-7F0F-4AB3-A511-FD9CEBD6B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B54AD9-A2A7-4A5E-A937-C01722DF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24D663-0269-454A-B906-ADA62B02C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Combine or scale the known percentage to reach the required value.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DE9D61-748A-4D96-A4BE-C3FAC821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EE87D2-290F-4886-AF43-39A722D5D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A1D941-2DEE-469D-AA1A-B9E8B5510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90.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604E6C-FA4E-427D-A63A-69487FEE4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090B8B-4759-441A-A613-399E3CCC3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8C4DDC-294B-4401-87F8-7BD771FDC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result against the whole amount and context.</a:t>
            </a:r>
          </a:p>
        </p:txBody>
      </p:sp>
    </p:spTree>
    <p:extLst>
      <p:ext uri="{BB962C8B-B14F-4D97-AF65-F5344CB8AC3E}">
        <p14:creationId xmlns:p14="http://schemas.microsoft.com/office/powerpoint/2010/main" val="78463828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502644-AE87-481C-8A68-9948C4AB0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799B6E-5598-4D91-97DA-D2F4F7E42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BD3DCF-2F1F-4B9B-A80B-5B76FADD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82065C-E89F-4152-959D-138B61533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393D1E-AA0C-42E4-9E4F-5FA8BB983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2750CD-0103-44D7-8F96-DFB6C4F41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6CEE0A-3368-41AC-9A2D-63DEB1B4F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9ADAA1-3823-48D0-B1C9-85AE34668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7042DC-FBD0-49B3-B450-8E999F433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C25CDA-874C-470A-B19A-82D95AB8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FD47EB-8B84-4172-86F7-AF7200F61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90.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A0A4FA-668A-4013-9EC5-3B2097E32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653D8C-AAB1-4CDE-9CAC-EF607521C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 against the whole amount and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D7432E-65DB-475C-B3B4-2B266BEF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72470265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CA23DE-FBFD-4FD9-AB45-634098A17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B88385-3636-4D35-AA39-B6CB65B0C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44D8BF-811D-4532-83C4-2391ECC98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EC7067-D51B-4ED3-81F1-0559C8D3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8E1961-8A7C-4616-93BD-DC9286FE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EDF46C-9894-496F-B7E7-B5828C329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E3C2B8-8F67-4FCA-B786-0042121A1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A502C9-6FEE-450B-AA67-F318C4F8D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E540A1-F5F7-4006-B689-56C120EBE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2C188C-C91F-4001-A441-38B5B9A18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35% of 480.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9E0840-B690-4732-9BB3-F60FFD9B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2CC530-922A-4A17-9036-CF097BA8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7E8EE4-C8B6-4CF2-B347-7ACE17DCB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C83C73-F4F2-432B-B0A1-F34C77443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789069-6535-4363-855B-EBC278BE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168.</a:t>
            </a:r>
          </a:p>
        </p:txBody>
      </p:sp>
    </p:spTree>
    <p:extLst>
      <p:ext uri="{BB962C8B-B14F-4D97-AF65-F5344CB8AC3E}">
        <p14:creationId xmlns:p14="http://schemas.microsoft.com/office/powerpoint/2010/main" val="2102355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455278-100C-46EB-BD79-D6AB78217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ADFAAA-347D-491C-A20C-DE15D973D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6C2668-E676-4250-A64F-76FFEC1AF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4E538B-28B0-4573-A304-26A3294B4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ED2316-B837-4DE2-A9A2-766452B82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138F94-51F0-45AC-8129-DB116458D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ECD749-C223-418A-B914-386C5C9B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FB55AD-FED9-4BC5-A5CA-C6E9AA88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F9F7B9-F978-43EC-B3EA-532E06FE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benchmark percentages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9216cdfea14544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1DEEAB-6BF7-4143-8C15-B636D9582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3B9A9-55AD-4CD4-908B-4A5364121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subtracts the percentage number rather than the percentage amount.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AAD51B-4839-4E51-8D44-03313CB4A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C3CD19-E21A-436D-94B1-91401DDB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F7B1F2-34E6-494C-BFFC-C896D573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Calculate the percentage of the original amount first, then apply that change in the context.</a:t>
            </a:r>
          </a:p>
        </p:txBody>
      </p:sp>
    </p:spTree>
    <p:extLst>
      <p:ext uri="{BB962C8B-B14F-4D97-AF65-F5344CB8AC3E}">
        <p14:creationId xmlns:p14="http://schemas.microsoft.com/office/powerpoint/2010/main" val="57685032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965408-D58A-4DCF-9F43-72128381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E27027-B4CD-47A9-963E-8D155BAB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4FBC74-AD84-4655-BB4B-CCA2E1577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0BD8B3-1E3C-46EB-9B3E-2D3654B08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FB4A96-FAD3-4906-BCA4-4A461CE5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E679D2-C8C6-44E0-A487-9196A239F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F477D1-D15B-4B7F-9ED7-D881499E8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4AB7BC-1747-46F8-91BA-0E42BE986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529B37-08CF-46A4-B07A-1EF3BBCB8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732A2F-6C9F-4772-B311-93ED52C51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CBA7A7-B5AB-4369-8BC6-D2EC21094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FEAD96-B28F-4B63-AA47-94C82CB0C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BCB2FF-78FC-46AF-92FB-61319EC9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35% of 480.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877C2C-6505-40BE-ABD7-337B575FA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FC902E-437A-441C-80F0-D31FE307B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E65418-2566-4CA4-BC38-1D505FAF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C51EC4-F96D-4AB3-99C2-51A509C4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C53153-CF00-407C-8F2E-06FBF7F8B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D46D39-7582-4E98-AB2C-FC5D0446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84121C-2DC4-4068-8704-CFBEABEC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B2F01B-3442-4C2D-B6F1-A664910D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168.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5149FF-45B1-4AF8-9637-C5ED3B2EE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702577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64BC2D-C66A-4868-9786-3C7722A64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6E5F6F-AE43-4F63-B0B7-C256B432C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A15EA3-42A3-4C50-834E-DA1DA5FE7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80D90E-63BA-4074-9298-21A02616A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F47854-1527-4489-A889-5EA4DB47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481CB2-0664-4CE8-AF02-B88A9775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C4917A-37A2-4894-9C73-A987D75C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E164E6-D2F1-4529-8404-C92A3FC4E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39BEEB-D404-4F4B-8EBB-58300B99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8B1202-E7F0-4F80-A856-767EC61F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C76AAC-B00C-4A32-94CE-9A0318259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E2CEF6-E8F0-4D89-A58A-A0BE13C93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3709DA-07B3-44D7-B188-20A2A703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17% of 650.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FF4956-CA99-4568-A888-46D92E0E7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3B5DBC-BE48-4D44-ACE8-B7B3CF959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1C7FB3-DCDE-40FC-9C32-E131194A0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3041E0-9B6C-455B-A9F6-98EC913CE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810378-15F7-4C81-BA0E-83F3CE43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D35189-F170-4F98-A303-0D74B7137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83ED8A-9613-4977-97AD-9683C8FB0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2887FF-59C7-4A74-99C6-BB0DEA1ED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50333896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7FC92E-DD06-4D8C-8DDD-63DD8956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D6B9EB-9FB3-45A4-B6BD-ADC825682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5D3BE3-A556-4F9F-97E6-8EF61208A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67258B-0FCC-4AF5-A19B-D5AF3DF7C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063FA5-1068-4C17-9198-8BB70608A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2ACDF4-436F-47F6-BC29-325864178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6663FC-2FCA-4303-A044-B96F696D9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1FD982-5315-42F8-B391-A72DF1E8D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5AE2D7-760C-4688-931C-70FB0987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1F2361-4407-493B-9BE0-1CE95C061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£240 coat is reduced by 15%. What is the sale price?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3BA15E-BFBA-4277-80C4-4FC13870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787C73-C302-4734-A301-35E4294FC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B10359-6D0D-4000-B7C9-0840B972A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£204.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67081966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0A90DE-F3DE-4481-9BFE-6650B415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2356C3-F062-4EBB-B314-F816B84D9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694791-DB4D-4E40-B992-0CAF64D49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5A0D7F-B93D-47E5-82A8-C1DE7D518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178935-F5E1-4197-92B5-094020296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FCEED6-6AE1-4F52-A02B-2D67A91EF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766250-CC50-4E6D-B252-2999B37FD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02BAEA-55E0-4613-BB5E-FC81085C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2AAADE-EDDA-4ECA-8A37-655A6850D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54A09A-6C42-4D84-8E5A-F41A3A6A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14EBA3-7AAF-4F9E-AC7B-532BFEA4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3632F4-F35A-49CA-9D87-52CC6B28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17% of 650.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B1BFCC-694F-47D7-B122-D14EDD416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C2C65D-45A0-4C3A-87CE-5F57305E8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5D9A02-73FC-4AC5-8157-FD8EA6F1D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DBFE05-7573-4EC7-A9AC-69B5D4D69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110.5.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CF5AD5-1979-4F74-8798-217E764D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77A0EC-49E8-42AB-828C-181E832C9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74328324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D1CACB-982A-483D-8FCF-7576A3B72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E6714A-6ADE-4779-B741-B2C088656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565871-02F8-47DF-AFE1-A0C0AC8E5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92924E-06EE-40D6-9986-0E6FB145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9EE204-F3C3-4EB8-B091-F196B9893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7F0E73-0B42-40EB-9DF1-F9D484688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2AD3CB-500A-4302-BB39-3A3DD86BE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F13E7A-52B1-4980-9056-1F7AA5643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A377D7-A1EB-4676-A5C0-ADE264EA9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benchmark percentages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3C89CF-BA60-4C0C-8085-9CF45B94E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207498-AEF6-4930-93D7-75035739A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1691E4-AFE4-4F2D-9207-66476726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CCFB91-6DCB-4B0E-8D94-3258D273D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17% of 650.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C5FCCC-EEA0-4055-B6AF-C2C8ADCE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34F06D-4B5C-43D5-9DB7-DF8507ABF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6B9F15-7BFD-4CD7-87A2-816C3491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0AAAC1-9E80-42ED-BEB6-451652934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subtracts the percentage number rather than the percentage amount.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36A859-2AEA-4612-A509-DB0A94A8D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8F4E59-364C-49D3-B168-9EC567F90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3D1848-303F-4D5F-9B03-40EEAFCFD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60C4E3-2B07-4E2B-94DE-CCA5AACF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C50076-4AA7-42B5-AB45-B867DEE41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67944750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2026-09-09T20:47:00.5330000Z</dcterms:created>
  <dcterms:modified xsi:type="dcterms:W3CDTF">2026-09-09T20:47:00.5330000Z</dcterms:modified>
</coreProperties>
</file>