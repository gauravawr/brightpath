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benchmark percentages. Find benchmark percentages.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benchmark percentages. I do.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benchmark percentages. You do. Pause before clicking. Let pupils try independently, then reveal and discuss every step.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benchmark percentages. I do.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benchmark percentages. You do. Pause before clicking. Let pupils try independently, then reveal and discuss every step.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benchmark percentages.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benchmark percentages.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61C30EB1-EB25-42E3-9ADE-C5DFE2CC777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Find benchmark percentages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E239541-D2C3-44E3-99B1-99243EEA1820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BF71004-9C70-4C2C-82F7-09976793BEC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CCEDA4D-B1C6-4248-8D25-7C7EB2739BC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benchmark percentages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C951880-C812-4763-809D-D75B5879A93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77B92E0-DC2F-4872-993C-FE24B5EDA37F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calculate 10%, 25%, 50% and 75% of amounts.</a:t>
            </a:r>
          </a:p>
        </p:txBody>
      </p:sp>
    </p:spTree>
    <p:extLst>
      <p:ext uri="{BB962C8B-B14F-4D97-AF65-F5344CB8AC3E}">
        <p14:creationId xmlns:p14="http://schemas.microsoft.com/office/powerpoint/2010/main" val="56936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AF6BF21E-41BF-4683-9107-A73940AE1C2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5D6F44F-548B-47C2-904A-F84B0FD051C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25% of 360.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330E205-F265-4486-B92E-0F706C0CC1B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70BCFE6-C5E4-41E2-AFEF-F019739EC80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benchmark percentages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621CCC0-F366-49F8-B177-B2287329371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EA389A4-6648-4C8B-A03D-82A6A65C6712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DD8BBF8-6B18-406C-B744-8256E3BEB07C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976563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9F3202B-A491-4DFF-B997-A42463A1E9C0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AC5D968-F104-43C2-A389-2E87349B572C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55A269F-AA7E-419A-91C2-30091A3D487D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360 ÷ 100 = 3.6 (1%)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F802EF0-406E-4808-8F2A-49225FB02DF4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3.6 × 25 = 90</a:t>
            </a:r>
          </a:p>
        </p:txBody>
      </p:sp>
    </p:spTree>
    <p:extLst>
      <p:ext uri="{BB962C8B-B14F-4D97-AF65-F5344CB8AC3E}">
        <p14:creationId xmlns:p14="http://schemas.microsoft.com/office/powerpoint/2010/main" val="101694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BB05E6C4-0461-48B2-8A3E-A5F78870DE1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F32C52D-8C2B-400E-80C2-9CB67A012405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BA4EA47-E46E-44B3-8E35-FF523C539B9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25% of 440.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F1101C8-A182-4D06-BD20-5B1B100BD22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2337DF4-2C46-4F83-BD58-3795F82A795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benchmark percentages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111E206-9D0C-4921-8689-A31FF30F9A5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BBB7D0A8-97DB-4AAC-A088-93388B2C40C6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31A8431-C2A8-438F-BDA9-887BB6C69ED0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976563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4FEBA56-CF04-4C32-B4A4-E90DDA4107A3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130BBB1-F709-4E57-9846-F0B6C9CB53A7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E0158EE-1BCA-4A6C-8632-A7CE812EECBF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440 ÷ 100 = 4.4 (1%)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A3AB599-F9B7-4C3E-B06C-1868CB36963E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4.4 × 25 = 110</a:t>
            </a:r>
          </a:p>
        </p:txBody>
      </p:sp>
    </p:spTree>
    <p:extLst>
      <p:ext uri="{BB962C8B-B14F-4D97-AF65-F5344CB8AC3E}">
        <p14:creationId xmlns:p14="http://schemas.microsoft.com/office/powerpoint/2010/main" val="20630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ED2DC5CF-14F3-411F-AAC5-CD02F658DFD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CBEFC2F-CEC1-4B0E-9E3E-F89E249CEF2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25% of 520.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4485060-97C8-4D51-9CE7-EE8B490A770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E2B16CD-A69A-47CD-BC60-09283EF67DC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benchmark percentages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3F5161F-3B9A-47FB-BED8-C6A594EBC15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3D7AFC3-5138-45BB-9964-88E5CE8A4007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BD99E273-5E80-4853-8685-38E69E45D464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976563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9FD6B50-8DB2-4A60-B317-210DCF5C607E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43EF823-987F-4B24-AFF7-87DE7A800AB6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5DB0D74-443F-494B-97FD-7BFB27545576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520 ÷ 100 = 5.2 (1%)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0949CB4-9B40-4EAD-A669-8B38950F60DF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5.2 × 25 = 130</a:t>
            </a:r>
          </a:p>
        </p:txBody>
      </p:sp>
    </p:spTree>
    <p:extLst>
      <p:ext uri="{BB962C8B-B14F-4D97-AF65-F5344CB8AC3E}">
        <p14:creationId xmlns:p14="http://schemas.microsoft.com/office/powerpoint/2010/main" val="61089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C7007D3E-30DB-4AE1-996F-70920E9DAA1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3D65CEF-1701-44D4-929A-B24D47090195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1A192AA-E9F8-4831-A3FD-2EED573EDC6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25% of 600.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0B39EA2-C002-446B-ACAE-4249FEB2460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0B1BA29-C72F-4605-A242-2C9BDE687E4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benchmark percentages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378A3EA-1143-4FA4-9197-8FDB5003C13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267F9DA-7457-4773-B382-CC9A2AE4D122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AF2198B-ECA8-4D98-A6D2-1E5769FDDD95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976563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28B79F1-2F5D-41B1-9D8D-67D4E7F21922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4EB0072-3441-41C6-AADB-6A9FC18B1C8A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AF39C8F-190C-4134-B27B-B0A5F9808650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600 ÷ 100 = 6 (1%)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0453145-8B74-4481-B0A2-609BA62F9583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 × 25 = 150</a:t>
            </a:r>
          </a:p>
        </p:txBody>
      </p:sp>
    </p:spTree>
    <p:extLst>
      <p:ext uri="{BB962C8B-B14F-4D97-AF65-F5344CB8AC3E}">
        <p14:creationId xmlns:p14="http://schemas.microsoft.com/office/powerpoint/2010/main" val="94959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30D5325D-ECA8-46A3-A4AD-33138FAA014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B14DA57-FBFD-410C-9C04-6BE9999A588A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5029C0B-F64A-4E51-94F5-92BC0668E59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7489293-5199-4DB8-A547-506E46DBA17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8B5598B-4E17-4838-98E2-186C1FA8A59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benchmark percentages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498E08B-6CBF-47F5-806F-E987171E752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59BB9EE-AEC9-4222-BED4-8290527F23CE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FD50A06-5302-4E1F-A4EF-AC30E905C845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25% of 360.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6ABCD3C-CB1B-4C67-8F18-1B7219A15CAC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9DC9B08-14D5-4FBA-820A-F009F476AC48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35% of 480.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5635157-6FAD-4C3E-BCF9-C71A4BADFA43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D371558-3323-4E3D-8F44-B1127CDDD93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17% of 650.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F6E5135-C499-41D1-84F8-E80B3D65A734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D23B161-E36D-46E6-A1E1-C8A00379ACB3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Find 25% of 360.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AB811AC5-DEFB-4D32-B246-55840E41686B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DC34289-5644-4CE4-8B96-50D8C3DBF952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Find 35% of 480.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D90C9A10-3A5F-4103-8225-F5F91FAF4DC5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8E5A5E3-D161-4AB6-9F5D-E0B141093C8E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Find 17% of 650.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1540268A-9C22-4499-B96F-44C9015327F6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A11AA834-4300-488E-B223-7E9636F3F7F7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A £240 coat is reduced by 15%. What is the sale price?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08FDF4FF-0803-4CC0-B372-354A0AD7029B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67822C4-FBE5-42B5-BB89-87C92916DF76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subtracts the percentage number rather than the percentage amount.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371FC90-11B3-4CCB-AB25-2908C6B71DC9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B2F03F0-2A10-4AD3-8F71-F200496641EC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41A6AA6-15D7-480B-9FC0-FD2E48395222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CE0BBDF6-6FCC-4B0F-8C59-5C22320CCED8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Find 17% of 650.</a:t>
            </a:r>
          </a:p>
        </p:txBody>
      </p:sp>
    </p:spTree>
    <p:extLst>
      <p:ext uri="{BB962C8B-B14F-4D97-AF65-F5344CB8AC3E}">
        <p14:creationId xmlns:p14="http://schemas.microsoft.com/office/powerpoint/2010/main" val="338040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D3C181EA-A782-460F-A739-347F852CB48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F5168CE-6BBD-442E-B6B5-AD31BA6EA86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93ED616-BB19-42BB-86AF-262EE44521D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FE0CA1A-E475-43EA-99A2-CA8F09BB9E0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benchmark percentages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0991BF2-3DE6-4829-A44B-0788D197330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A3BDD28-EF29-49CE-832E-72C92F58580E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6999766-AC51-4BDB-85F8-9EBA3D9C9D73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90.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5D24281-536E-4631-97C2-CA9160EB9748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C4DDEFD-E233-4C37-B698-28CBB0DADF75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168.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376518A-6378-4D71-99F6-F7BBB4525447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88BFC7D-06FA-4E3F-8F80-F7FB21420CA3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110.5.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FA6C83F-B9B2-426F-B622-ADB9E8A81AA4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7480359-37A9-41A9-8A3E-BD51505B6017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90.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9FC5295-B8AF-4453-8554-F9EC93097FD2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1DE80F1A-FFFF-43E2-B83B-78839FD50FB3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168.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1F14A21-5E70-419F-9052-6D464E66AF01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4E111CDB-65EA-46B1-BF39-08FB5EA4DBDA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110.5.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53E3C8DF-B0E7-4EBF-B36A-74DD4BF87274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DD5F5362-584C-4C06-8912-45A544B5E63E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£204.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4550FD17-359D-4C85-8221-2A6C94DE96E4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A308E0EF-19BE-4F47-82D5-02493F31BDAC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Calculate the percentage of the original amount first, then apply that change in the context.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B5ECDAB0-D54F-485C-8977-B356EA964219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E48869D-3D80-4636-B4A6-F75B09D0D71D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ED3CB49-5193-4DEF-AE34-781307D22BC6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00F5B18-1379-44F3-8E27-5F311704811D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6594503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Office PowerPoint</Application>
  <DocSecurity>0</DocSecurity>
  <PresentationFormat>Custom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2026-09-14T13:14:30Z</dcterms:created>
  <dcterms:modified xsi:type="dcterms:W3CDTF">2026-09-14T13:16:33Z</dcterms:modified>
</cp:coreProperties>
</file>