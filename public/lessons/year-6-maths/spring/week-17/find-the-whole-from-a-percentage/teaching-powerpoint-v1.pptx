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5af2d1cad0d4a7b" /><Relationship Type="http://schemas.openxmlformats.org/officeDocument/2006/relationships/extended-properties" Target="/docProps/app.xml" Id="Rcc10721341fa49ac" /><Relationship Type="http://schemas.openxmlformats.org/officeDocument/2006/relationships/officeDocument" Target="/ppt/presentation.xml" Id="Rb24fc838285d4e5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6787279c6c44bc1"/>
  </p:sldMasterIdLst>
  <p:notesMasterIdLst>
    <p:notesMasterId xmlns:r="http://schemas.openxmlformats.org/officeDocument/2006/relationships" r:id="R04f473293f9f44d4"/>
  </p:notesMasterIdLst>
  <p:sldIdLst>
    <p:sldId xmlns:r="http://schemas.openxmlformats.org/officeDocument/2006/relationships" id="256" r:id="R481531a997d8422b"/>
    <p:sldId xmlns:r="http://schemas.openxmlformats.org/officeDocument/2006/relationships" id="257" r:id="R9dbe2edd0e6c47ed"/>
    <p:sldId xmlns:r="http://schemas.openxmlformats.org/officeDocument/2006/relationships" id="258" r:id="R0f25ea85338743eb"/>
    <p:sldId xmlns:r="http://schemas.openxmlformats.org/officeDocument/2006/relationships" id="259" r:id="Rc6276e801a5e4225"/>
    <p:sldId xmlns:r="http://schemas.openxmlformats.org/officeDocument/2006/relationships" id="260" r:id="Rf31a734d0e704244"/>
    <p:sldId xmlns:r="http://schemas.openxmlformats.org/officeDocument/2006/relationships" id="261" r:id="R16bc6f87bc284033"/>
    <p:sldId xmlns:r="http://schemas.openxmlformats.org/officeDocument/2006/relationships" id="262" r:id="R93b173b2504347d8"/>
    <p:sldId xmlns:r="http://schemas.openxmlformats.org/officeDocument/2006/relationships" id="263" r:id="R394ed938b7c448ec"/>
    <p:sldId xmlns:r="http://schemas.openxmlformats.org/officeDocument/2006/relationships" id="264" r:id="R1b78e7a2251c4e73"/>
    <p:sldId xmlns:r="http://schemas.openxmlformats.org/officeDocument/2006/relationships" id="265" r:id="Rc94fe3d0bc684075"/>
    <p:sldId xmlns:r="http://schemas.openxmlformats.org/officeDocument/2006/relationships" id="266" r:id="R7175c230aebb4e1e"/>
    <p:sldId xmlns:r="http://schemas.openxmlformats.org/officeDocument/2006/relationships" id="267" r:id="R18962f7b1b4f40a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2dec249322347f8" /><Relationship Type="http://schemas.openxmlformats.org/officeDocument/2006/relationships/slideMaster" Target="/ppt/slideMasters/slideMaster1.xml" Id="R56787279c6c44bc1" /><Relationship Type="http://schemas.openxmlformats.org/officeDocument/2006/relationships/notesMaster" Target="/ppt/notesMasters/notesMaster1.xml" Id="R04f473293f9f44d4" /><Relationship Type="http://schemas.openxmlformats.org/officeDocument/2006/relationships/presProps" Target="/ppt/presProps.xml" Id="Re3f51babb09b41bd" /><Relationship Type="http://schemas.openxmlformats.org/officeDocument/2006/relationships/tableStyles" Target="/ppt/tableStyles.xml" Id="R86d22da7d8134aa7" /><Relationship Type="http://schemas.openxmlformats.org/officeDocument/2006/relationships/slide" Target="/ppt/slides/slide1.xml" Id="R481531a997d8422b" /><Relationship Type="http://schemas.openxmlformats.org/officeDocument/2006/relationships/slide" Target="/ppt/slides/slide2.xml" Id="R9dbe2edd0e6c47ed" /><Relationship Type="http://schemas.openxmlformats.org/officeDocument/2006/relationships/slide" Target="/ppt/slides/slide3.xml" Id="R0f25ea85338743eb" /><Relationship Type="http://schemas.openxmlformats.org/officeDocument/2006/relationships/slide" Target="/ppt/slides/slide4.xml" Id="Rc6276e801a5e4225" /><Relationship Type="http://schemas.openxmlformats.org/officeDocument/2006/relationships/slide" Target="/ppt/slides/slide5.xml" Id="Rf31a734d0e704244" /><Relationship Type="http://schemas.openxmlformats.org/officeDocument/2006/relationships/slide" Target="/ppt/slides/slide6.xml" Id="R16bc6f87bc284033" /><Relationship Type="http://schemas.openxmlformats.org/officeDocument/2006/relationships/slide" Target="/ppt/slides/slide7.xml" Id="R93b173b2504347d8" /><Relationship Type="http://schemas.openxmlformats.org/officeDocument/2006/relationships/slide" Target="/ppt/slides/slide8.xml" Id="R394ed938b7c448ec" /><Relationship Type="http://schemas.openxmlformats.org/officeDocument/2006/relationships/slide" Target="/ppt/slides/slide9.xml" Id="R1b78e7a2251c4e73" /><Relationship Type="http://schemas.openxmlformats.org/officeDocument/2006/relationships/slide" Target="/ppt/slides/slide10.xml" Id="Rc94fe3d0bc684075" /><Relationship Type="http://schemas.openxmlformats.org/officeDocument/2006/relationships/slide" Target="/ppt/slides/slide11.xml" Id="R7175c230aebb4e1e" /><Relationship Type="http://schemas.openxmlformats.org/officeDocument/2006/relationships/slide" Target="/ppt/slides/slide12.xml" Id="R18962f7b1b4f40a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04cd05f0b4e40a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781043c311a46bf" /><Relationship Type="http://schemas.openxmlformats.org/officeDocument/2006/relationships/notesMaster" Target="/ppt/notesMasters/notesMaster1.xml" Id="R6ad8c52a1370453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5bd9dfad4bd414a" /><Relationship Type="http://schemas.openxmlformats.org/officeDocument/2006/relationships/notesMaster" Target="/ppt/notesMasters/notesMaster1.xml" Id="Rf53b446ce9204ec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cd98d575db246e3" /><Relationship Type="http://schemas.openxmlformats.org/officeDocument/2006/relationships/notesMaster" Target="/ppt/notesMasters/notesMaster1.xml" Id="R8a193d7855634b7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c02c06ca4094906" /><Relationship Type="http://schemas.openxmlformats.org/officeDocument/2006/relationships/notesMaster" Target="/ppt/notesMasters/notesMaster1.xml" Id="R1c397f25f9bd466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4200acea59c4dbc" /><Relationship Type="http://schemas.openxmlformats.org/officeDocument/2006/relationships/notesMaster" Target="/ppt/notesMasters/notesMaster1.xml" Id="R2779090a4c5f443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1adad3fa4794ecb" /><Relationship Type="http://schemas.openxmlformats.org/officeDocument/2006/relationships/notesMaster" Target="/ppt/notesMasters/notesMaster1.xml" Id="Rf45ff99dbee641e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c792fb75049445a" /><Relationship Type="http://schemas.openxmlformats.org/officeDocument/2006/relationships/notesMaster" Target="/ppt/notesMasters/notesMaster1.xml" Id="Rf140d7d8bdc041c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c62c5525dbb49c2" /><Relationship Type="http://schemas.openxmlformats.org/officeDocument/2006/relationships/notesMaster" Target="/ppt/notesMasters/notesMaster1.xml" Id="Rdfa659ef62e94fa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c65ff4875c5469a" /><Relationship Type="http://schemas.openxmlformats.org/officeDocument/2006/relationships/notesMaster" Target="/ppt/notesMasters/notesMaster1.xml" Id="R0e1abd3ab93e406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03c1989a32d4e90" /><Relationship Type="http://schemas.openxmlformats.org/officeDocument/2006/relationships/notesMaster" Target="/ppt/notesMasters/notesMaster1.xml" Id="R4b5f6204d83b42c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b5551a73b254694" /><Relationship Type="http://schemas.openxmlformats.org/officeDocument/2006/relationships/notesMaster" Target="/ppt/notesMasters/notesMaster1.xml" Id="R93672a9f7dfc4f6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4e5da8b67174e74" /><Relationship Type="http://schemas.openxmlformats.org/officeDocument/2006/relationships/notesMaster" Target="/ppt/notesMasters/notesMaster1.xml" Id="Raee44c986a0f4d9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Hundred squares, bar models, double number lines, calculators for checking,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90. | Find a useful percentage such as 10%, 5% or 1%. | Calculate the percentage of the original amount first, then apply that change in the context.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percentage, per cent, amount, discount, increase, decrease.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240.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90.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Calculate the percentage of the original amount first, then apply that change in the context.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90..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168..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110.5.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168.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168. | Calculate the percentage of the original amount first, then apply that change in the context.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2d5052642d544c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61a741df5d249a0" /><Relationship Type="http://schemas.openxmlformats.org/officeDocument/2006/relationships/slideLayout" Target="/ppt/slideLayouts/slideLayout1.xml" Id="R6b86588d65c84b9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b86588d65c84b9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0552ed52b04d5f" /><Relationship Type="http://schemas.openxmlformats.org/officeDocument/2006/relationships/notesSlide" Target="/ppt/notesSlides/notesSlide1.xml" Id="Raeb98444422f480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fe05cf40574751" /><Relationship Type="http://schemas.openxmlformats.org/officeDocument/2006/relationships/notesSlide" Target="/ppt/notesSlides/notesSlide2.xml" Id="R2380bb18850d476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02ef7742b24c87" /><Relationship Type="http://schemas.openxmlformats.org/officeDocument/2006/relationships/notesSlide" Target="/ppt/notesSlides/notesSlide3.xml" Id="R83d9f6499cf648e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16d1b424f64558" /><Relationship Type="http://schemas.openxmlformats.org/officeDocument/2006/relationships/notesSlide" Target="/ppt/notesSlides/notesSlide4.xml" Id="R616f6affed874c9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7023b534bc4300" /><Relationship Type="http://schemas.openxmlformats.org/officeDocument/2006/relationships/notesSlide" Target="/ppt/notesSlides/notesSlide5.xml" Id="Rdab0f1b167a7485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64dd52d2d94baf" /><Relationship Type="http://schemas.openxmlformats.org/officeDocument/2006/relationships/notesSlide" Target="/ppt/notesSlides/notesSlide6.xml" Id="Rd40e82864262434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7dd73e16434ac0" /><Relationship Type="http://schemas.openxmlformats.org/officeDocument/2006/relationships/image" Target="/ppt/media/image.png" Id="R2c3ab3bdf844417b" /><Relationship Type="http://schemas.openxmlformats.org/officeDocument/2006/relationships/notesSlide" Target="/ppt/notesSlides/notesSlide7.xml" Id="Re946b4bc6f6f44d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91c043dfc54e68" /><Relationship Type="http://schemas.openxmlformats.org/officeDocument/2006/relationships/notesSlide" Target="/ppt/notesSlides/notesSlide8.xml" Id="R8d013aec1c93482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d9630193c0418b" /><Relationship Type="http://schemas.openxmlformats.org/officeDocument/2006/relationships/notesSlide" Target="/ppt/notesSlides/notesSlide9.xml" Id="R90420c8eab47496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0dde489d2a4245" /><Relationship Type="http://schemas.openxmlformats.org/officeDocument/2006/relationships/notesSlide" Target="/ppt/notesSlides/notesSlide10.xml" Id="R02821e4dcc1543b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f4d1ff95194f90" /><Relationship Type="http://schemas.openxmlformats.org/officeDocument/2006/relationships/notesSlide" Target="/ppt/notesSlides/notesSlide11.xml" Id="Ra81219e3045b43e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bd7ea523b5499c" /><Relationship Type="http://schemas.openxmlformats.org/officeDocument/2006/relationships/notesSlide" Target="/ppt/notesSlides/notesSlide12.xml" Id="R1f7d7651f3ea46f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312EF0-7879-4174-8B48-B4AF4BCF8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79E43E-00BB-408C-9DD0-D510604B8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C028E5-62DA-4BF1-963D-23276DD84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58DE2C-41D1-44AD-861A-1DFD92C53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151B0E-F29A-487C-8735-6A6E11247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the whole from a percentage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F12418-6843-4E1F-8C2C-CC4C400F7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50DE54-81DF-4A0A-AEE0-AA41F26DA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CEFC7E-AF5D-4ABE-9376-DA4B29E42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624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work backwards from a percentage to find the original amount.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D1E894-F695-4701-8CFE-8F65E6FB5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F38999-6FA5-4F40-9C64-32113928C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Hundred squares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E6E1FB-8FC8-4C2E-B38E-A21E6A8DB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25431888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D8802A9-716E-49A0-B60A-AB645AD29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6A81F7-B064-42F3-90D5-80A22971C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9AA820-B9A0-4F9D-AED8-A4B32E97F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A555FB-70AF-492A-BE1C-E94B1D9A6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CEA20D-E6FD-466D-A40B-246C5B9C2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E865CC-696E-4AB0-9B2D-C75C91708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DF3B8C2-7EB2-47FA-9ADE-BB09EDB61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F4F7FB-9D0D-4099-B1B4-E64AC86DD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B7BD0BC-8343-4214-B910-1B3D55B3C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the whole from a percentage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978441-F643-4818-A8B0-8AA19B42C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0E6C8AB-EB81-4A14-B8A7-CDBF9F734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12065E-5233-44E1-83EA-6DD2B4D43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8F09F79-FBB5-4E45-A75E-01C21181F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Find percentages of amounts and use percentages in multi-step problems.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0033E14-6519-479E-ACE8-7AF583461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A6160DD-5CE0-40E3-B2BD-0F1369348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6976FFA-636E-4C8E-B774-883058734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698BA30-914A-443B-8678-A7A70F38A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25% of 360.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C776B0-1165-42E3-BA71-CC598D277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B980945-AC49-464A-A767-11D141743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EBEA23C-774B-4D07-9A1E-7621490F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D3976C6-DB7D-4162-B5F2-4157495E8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84 is 35% of a number. What is the number?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5A4C99E-B258-48A1-A89E-B852F7CDC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73667230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9F162A1-A27B-4AC9-8BD3-2F41C4101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1AE457B-970F-419A-BE9D-4C6824D18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71DECC-83B3-44CE-8D13-7901388A5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FB6197-6CDD-43D8-B316-6D51DD778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BA0CDB-740C-4056-858B-3EA9B79E7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501BCF-089C-4827-8BE5-DAD409E34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DE2750-9E07-47B8-9032-8C6FC0D39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1335C4-B79A-49AE-AC33-E1CCF719B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CE26F4-9CE7-4EC3-A2FD-600C6742B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the whole from a percentage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090D291-A074-4006-B3DF-C3C2E7DE4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work backwards from a percentage to find the original amount.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314868-408C-48C5-815D-A44FCEC69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35181D7-29DE-4CA5-B4A3-D2161EDA8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Find a useful percentage such as 10%, 5% or 1%.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465864A-DC7A-4A13-AF2F-FA9EDD43F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Combine or scale the known percentage to reach the required value.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15C682C-2ABA-497F-82FD-DC9BC30D0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the result against the whole amount and context.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64B0219-C28B-49DF-98CA-98E734783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percentage  |  per cent  |  amount  |  discount  |  increase  |  decrease</a:t>
            </a:r>
          </a:p>
        </p:txBody>
      </p:sp>
    </p:spTree>
    <p:extLst>
      <p:ext uri="{BB962C8B-B14F-4D97-AF65-F5344CB8AC3E}">
        <p14:creationId xmlns:p14="http://schemas.microsoft.com/office/powerpoint/2010/main" val="112834005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382E8B3-CB65-41CF-AFC0-03E077788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04B561-58FE-48C5-853F-5F6574E4B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DDE0F6-F8D7-4EED-B92A-73F61ED4A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82878D-834C-43D5-A486-DDF3E6698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2CAC11-A386-4149-AC9F-2984CE94B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1818BB-0E50-479F-A6C1-9615902BC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3D2A9DC-49D1-4E3B-BE47-D74CBC744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B11287-524F-44F7-8A4A-ED017B46F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0AF28A8-B5D0-4BF4-BDBE-50D921B08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the whole from a percentage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0B252F-532E-498B-9DEF-CD86EC85F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84 is 35% of a number. What is the number?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F57AEE8-5683-4CC5-B261-5B0FF3591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786D123-8812-4243-BC0C-95A40FEC4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05952ED-23F8-4D2A-BCA2-1D156B2BB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Find a useful percentage such as 10%, 5% or 1%.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C84C243-1841-4291-9044-CD8E24EE6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56077D1-4029-4037-AED2-7AA1EBACC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D9CE968-43B3-4682-82E2-C45CBEB27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Combine or scale the known percentage to reach the required value.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5E7E97F-A636-4833-A880-CC82CEF1D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E5BBE22-1132-424F-AE96-162156847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DF09CAC-3763-456A-8664-3851B106D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240.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70A887C-2C3A-462A-998F-755F81A15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5EA91A1-F65C-41D9-AB42-1A15E902C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4395C8D-28B2-4298-96AB-85E588107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Check the result against the whole amount and context.</a:t>
            </a:r>
          </a:p>
        </p:txBody>
      </p:sp>
    </p:spTree>
    <p:extLst>
      <p:ext uri="{BB962C8B-B14F-4D97-AF65-F5344CB8AC3E}">
        <p14:creationId xmlns:p14="http://schemas.microsoft.com/office/powerpoint/2010/main" val="213505682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DF39701-274A-4132-B6F8-FE224DE00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057354-D347-46FD-953E-AFAC443F5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E5F36F-18C4-40FD-9F61-35A36D313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D9B670-F3CF-45AA-B7A0-A671E825B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FFC2C7-ECA8-4576-BB81-FACD47509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91FD26-BFC1-4489-88E7-EEED154D1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0C96A6-2FBA-455A-99DE-342BDFBE1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432100-010C-465B-942D-4DBA27B1D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AA2197-CC18-4A75-837A-EF9E7E5EA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the whole from a percentage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6EA022A-9A85-4814-B444-E6DEDD134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D6F1C3-4A13-4A11-9EB5-F2D74E879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240.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FCA303B-2CE4-4009-B3A1-7E9C8E119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6748C46-5CD6-4F1D-AAEC-B5549DC54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the result against the whole amount and context.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0474032-2E8A-4C45-B782-A5A72CD11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160855879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CA4960E-BE8A-4D78-BF17-2C3CE7288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4F0F29-0C1A-4988-A6BC-831D161F0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5D5EE4-B704-439E-8B51-0CDDC836E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551092-81BC-411C-A3E1-FE7DDAC7B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47B0A8-DC6C-47B5-89C7-18A73C480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F94C4B-C1CA-4770-9E77-F629BF188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26162C-FFBA-4F93-8600-DDE4C3D87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8E31F7-AFE8-447B-9783-636D5CB1C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9A7492-4BDD-4CA8-ACC0-39B4AA13F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the whole from a percentage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EE5036A-57C2-4875-8BC5-787FB44D3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25% of 360.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DBC986C-64AE-4707-8B6F-C20959E6F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AB90A5-246C-4165-8808-C4BB48037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E3053FE-9044-4987-B131-B96F0A3D3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EB2371D-E227-4237-A5A3-972268AFD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4B1FFE6-33AF-4D35-BB3F-4C3F99A54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90.</a:t>
            </a:r>
          </a:p>
        </p:txBody>
      </p:sp>
    </p:spTree>
    <p:extLst>
      <p:ext uri="{BB962C8B-B14F-4D97-AF65-F5344CB8AC3E}">
        <p14:creationId xmlns:p14="http://schemas.microsoft.com/office/powerpoint/2010/main" val="104265350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004AA4B-6044-490F-9B2D-D5F9DBE84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C351E5-57CC-4621-9526-94ED6AC40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310F4BC-820A-4B10-B637-E7635CA2B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A89A29-3967-48E1-9AB2-BD06EE160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B02FEE-6131-48F2-B8EC-1EBAB7BD8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E0F134-BBAF-419B-A934-9E3E01325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9B85F0-4025-4AEC-9110-71A363BD1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EC7247-B2D3-421A-91D9-B29C59E29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3994BBE-84A0-455B-88EF-34237A2FB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the whole from a percentage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3ab3bdf844417b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57B5E9-6A82-4981-A1E6-9CA1744E8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1AC75B5-966E-47EB-9FB2-CAC8C4661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subtracts the percentage number rather than the percentage amount.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F7E19EB-E16E-4A46-A185-96DDFECF9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CF238E6-EED6-4EDB-9A87-C46935B7B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45CB36A-19DC-41F3-A91A-5AA052AD4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Calculate the percentage of the original amount first, then apply that change in the context.</a:t>
            </a:r>
          </a:p>
        </p:txBody>
      </p:sp>
    </p:spTree>
    <p:extLst>
      <p:ext uri="{BB962C8B-B14F-4D97-AF65-F5344CB8AC3E}">
        <p14:creationId xmlns:p14="http://schemas.microsoft.com/office/powerpoint/2010/main" val="46115173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121E1F0-058A-4785-AD26-EAF98D26B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9A122B-6A71-4072-A600-B409CEE5D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FB0DD0-55C8-4170-AEE3-BD72A43E1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F99D7C-E92E-4692-AB1C-4D936E983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2BB39A-7911-4FFE-A395-02590C5D2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34C50B-5B5D-40EB-9772-96FCFE3AC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F557C0-BDFC-403E-AC1E-88CEDD865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478307-6D21-477A-92B8-A1117D307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669BD8-4E55-432B-B9E0-87C674BEB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the whole from a percentage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D4AB32-2E1A-44B6-8AF4-48E51A923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27D9D4-0A46-4B9E-BF48-697E3D4E1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F37A66A-89EB-4DB6-BF0C-95E03A95B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01DCDC-2354-46D5-B1C6-5ED74C207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25% of 360.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1977F15-6DA2-4133-A862-C05E61795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704177C-2B4E-44B0-8CBE-ED2661006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E1B53C3-5B3E-4A66-8092-602679988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D6654FE-8E26-4877-9F49-DC66C328A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FFFEBFD-5B38-45D3-A517-56BDF5BD8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7D19600-67E9-4B77-AF03-FB02680C6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A7BAB5E-6D66-4F93-91CC-EDA343917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60710A3-D425-4A82-9B29-548BD2CDA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90.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8487938-4548-4A6D-84DE-B03B7795B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203586603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628B848-3B75-4ADC-B1BA-27F0549F7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F9B595D-1BE6-4222-AD05-E41A34925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3D14C6-426B-42BF-98E0-395E95722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45C6BA-1BB4-402C-9C3D-D7369B7CC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385BCE-CC2C-4006-BE9E-FDF911774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580D1F-EE51-4E36-AEE9-0A0B04675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E3A99B5-DB24-4EDA-88F9-78B2951AB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1B7159-0178-4ADF-AB64-CC18302C7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F0480C-DD01-4A32-B77C-E162CE6F8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the whole from a percentage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65B819-D115-417B-BA43-56EA919A4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8D43E18-2243-4FA3-A8CD-8A126FC69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7BEB54-A117-4E01-A4DF-AA6C0D3BE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5D50789-1EE0-4574-A15C-5D998032C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35% of 480.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F33A5E8-188F-4F15-B58C-E973F1FC3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75BDCCE-7815-46A9-A278-98B328E1B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CED02D4-DDB2-491B-9894-11629FF66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320F261-3CE1-4D43-9DC1-1E4D4951E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57B6CD0-20A1-441F-89A7-34C89821D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4692AD1-91B0-4CF4-A984-1671EB0EF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18FAB11-3612-463C-90C7-64FA975E7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B2554B8-AD29-4D9B-907C-A464F09B5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172599220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1A7978D-1265-4158-966C-9AA0AA17E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2BFA57-D8BB-480F-A5D3-0B87CF651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DC5002-4F9A-4C49-829B-EF0F700AF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20E711-F8CE-4F64-B10B-46BF6109D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A4C905-ECC5-4B2F-8636-6BDC2AF1C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CC13C6-A349-4472-84CD-645E66983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8D7213-0B2E-4DBE-B4AA-88D0B6DB6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5A65FF-155E-4580-9AE6-4A71A3119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B98CD2-5F5A-458B-A5A3-73A0FB10C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the whole from a percentage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C03D1BD-97C5-4677-8E61-C07530AAF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Find 17% of 650.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F8B45B8-BBDE-49FC-881B-1A76D0253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E13A8A1-48E9-43DC-8A54-BC2605DEA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A088B89-CD8E-47E3-92B4-52BA6EB3B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110.5.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106627692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0CA006-BDFF-4B23-AA58-B263540A0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81FFF5-E40D-4540-BADF-ED4C95BDB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2A7456-23DE-4D06-991C-C2034AC3A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228BD3-6CB8-45B4-88A5-BCCE68D33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B7EABF-F373-4B2D-976E-B214EC999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2371A9-A610-42E7-8739-28A826F6D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95554C3-54CC-463B-82F4-7C5EF99AD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3EC208-4BF3-4B17-A76B-BA5348F13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38DC87-9844-4748-9384-B7792F8D0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the whole from a percentage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1F8915-D309-4E3A-99DF-E0835773D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9DE70A-44BD-4BCE-9F5F-8ABFD2786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344E95-8AB5-4C9C-B67B-3DF3FA980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35% of 480.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E4E79AE-6C73-4DCF-824E-16A68F698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44D0C48-FF99-47A8-BC46-CB5CE429C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B4A1DA8-8B09-4173-9C17-5C1BB8CF6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2DB203C-3C84-43A7-923A-5A2C5218B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168.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054BF8F-E8F1-404F-9E20-AD7558CBC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42AE97A-3A3D-4E41-81A6-3A2A8EF09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82150139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14A8C18-603A-45A6-8326-D69382395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F2329B-BAD1-4E04-8615-5884FEC66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6DA33F-2273-4ECC-B289-DF215BCE4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EFC982-A299-49C9-9A43-1C3BBDDCC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26EE24-6033-4F6F-BCCF-B46E3035B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3F310F-FECB-43D6-91A9-5C65DE7C5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A9D11C-BD03-4BF3-A296-7F185940D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8565DC-4603-4B91-9673-FA8EF5219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6B80D5-3874-4D3A-BA59-50710F5DB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the whole from a percentage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677325F-9900-4AE9-980D-73D586BAE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A8A9441-F436-47C4-9225-C56CC37AF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FB4797C-88F0-450A-A68A-3A27B1C22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2012388-667E-4857-B7BE-2DCF8CF1C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35% of 480.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401F775-2487-4FF7-AC98-0BCF3E609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5D2C37B-DB43-4F0D-AECD-882C97B66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689D03A-35AF-4B28-8E5A-3F4F129F9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C22E5D3-D763-4C89-B217-09809BA78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subtracts the percentage number rather than the percentage amount.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ECAFBBA-6FC0-466A-8D19-03EC8FFC8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6B6C06D-7F88-4CC8-9688-36EBF17A8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4B3B3CA-0625-4F6B-B588-25E06BE06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42358F7-C819-498F-8727-685F970DD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25308EF-96BF-4B59-A97E-6C9F90C15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88641087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2026-09-09T20:47:04.7380000Z</dcterms:created>
  <dcterms:modified xsi:type="dcterms:W3CDTF">2026-09-09T20:47:04.7380000Z</dcterms:modified>
</coreProperties>
</file>