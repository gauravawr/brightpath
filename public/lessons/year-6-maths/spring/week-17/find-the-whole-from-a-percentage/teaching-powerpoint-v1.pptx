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68c5d8628f46a0" /><Relationship Type="http://schemas.openxmlformats.org/officeDocument/2006/relationships/extended-properties" Target="/docProps/app.xml" Id="Rc37a28e2da394331" /><Relationship Type="http://schemas.openxmlformats.org/officeDocument/2006/relationships/officeDocument" Target="/ppt/presentation.xml" Id="Racdcdb47edb944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e109c1d1ce4641"/>
  </p:sldMasterIdLst>
  <p:notesMasterIdLst>
    <p:notesMasterId xmlns:r="http://schemas.openxmlformats.org/officeDocument/2006/relationships" r:id="R704493f62b09459f"/>
  </p:notesMasterIdLst>
  <p:sldIdLst>
    <p:sldId xmlns:r="http://schemas.openxmlformats.org/officeDocument/2006/relationships" id="256" r:id="R4c26cdb0c8fb419e"/>
    <p:sldId xmlns:r="http://schemas.openxmlformats.org/officeDocument/2006/relationships" id="257" r:id="R922254703ef04161"/>
    <p:sldId xmlns:r="http://schemas.openxmlformats.org/officeDocument/2006/relationships" id="258" r:id="R46d792ed51214b1d"/>
    <p:sldId xmlns:r="http://schemas.openxmlformats.org/officeDocument/2006/relationships" id="259" r:id="R5f92734463504504"/>
    <p:sldId xmlns:r="http://schemas.openxmlformats.org/officeDocument/2006/relationships" id="260" r:id="R0ccb06d3ebad493b"/>
    <p:sldId xmlns:r="http://schemas.openxmlformats.org/officeDocument/2006/relationships" id="261" r:id="R1aac6a405323424a"/>
    <p:sldId xmlns:r="http://schemas.openxmlformats.org/officeDocument/2006/relationships" id="262" r:id="Rd47e207eeed14f20"/>
    <p:sldId xmlns:r="http://schemas.openxmlformats.org/officeDocument/2006/relationships" id="263" r:id="Rccfeab0ae1d24324"/>
    <p:sldId xmlns:r="http://schemas.openxmlformats.org/officeDocument/2006/relationships" id="264" r:id="Rff905659d3464094"/>
    <p:sldId xmlns:r="http://schemas.openxmlformats.org/officeDocument/2006/relationships" id="265" r:id="Rc3b93e41a8034446"/>
    <p:sldId xmlns:r="http://schemas.openxmlformats.org/officeDocument/2006/relationships" id="266" r:id="R88859ca013694a71"/>
    <p:sldId xmlns:r="http://schemas.openxmlformats.org/officeDocument/2006/relationships" id="267" r:id="Rf4c839f661d24a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c362e883994599" /><Relationship Type="http://schemas.openxmlformats.org/officeDocument/2006/relationships/slideMaster" Target="/ppt/slideMasters/slideMaster1.xml" Id="R9fe109c1d1ce4641" /><Relationship Type="http://schemas.openxmlformats.org/officeDocument/2006/relationships/notesMaster" Target="/ppt/notesMasters/notesMaster1.xml" Id="R704493f62b09459f" /><Relationship Type="http://schemas.openxmlformats.org/officeDocument/2006/relationships/presProps" Target="/ppt/presProps.xml" Id="R236f2c6944f94987" /><Relationship Type="http://schemas.openxmlformats.org/officeDocument/2006/relationships/tableStyles" Target="/ppt/tableStyles.xml" Id="R39d08479ff3e463c" /><Relationship Type="http://schemas.openxmlformats.org/officeDocument/2006/relationships/slide" Target="/ppt/slides/slide1.xml" Id="R4c26cdb0c8fb419e" /><Relationship Type="http://schemas.openxmlformats.org/officeDocument/2006/relationships/slide" Target="/ppt/slides/slide2.xml" Id="R922254703ef04161" /><Relationship Type="http://schemas.openxmlformats.org/officeDocument/2006/relationships/slide" Target="/ppt/slides/slide3.xml" Id="R46d792ed51214b1d" /><Relationship Type="http://schemas.openxmlformats.org/officeDocument/2006/relationships/slide" Target="/ppt/slides/slide4.xml" Id="R5f92734463504504" /><Relationship Type="http://schemas.openxmlformats.org/officeDocument/2006/relationships/slide" Target="/ppt/slides/slide5.xml" Id="R0ccb06d3ebad493b" /><Relationship Type="http://schemas.openxmlformats.org/officeDocument/2006/relationships/slide" Target="/ppt/slides/slide6.xml" Id="R1aac6a405323424a" /><Relationship Type="http://schemas.openxmlformats.org/officeDocument/2006/relationships/slide" Target="/ppt/slides/slide7.xml" Id="Rd47e207eeed14f20" /><Relationship Type="http://schemas.openxmlformats.org/officeDocument/2006/relationships/slide" Target="/ppt/slides/slide8.xml" Id="Rccfeab0ae1d24324" /><Relationship Type="http://schemas.openxmlformats.org/officeDocument/2006/relationships/slide" Target="/ppt/slides/slide9.xml" Id="Rff905659d3464094" /><Relationship Type="http://schemas.openxmlformats.org/officeDocument/2006/relationships/slide" Target="/ppt/slides/slide10.xml" Id="Rc3b93e41a8034446" /><Relationship Type="http://schemas.openxmlformats.org/officeDocument/2006/relationships/slide" Target="/ppt/slides/slide11.xml" Id="R88859ca013694a71" /><Relationship Type="http://schemas.openxmlformats.org/officeDocument/2006/relationships/slide" Target="/ppt/slides/slide12.xml" Id="Rf4c839f661d2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3d060667b643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b12c1e384d4811" /><Relationship Type="http://schemas.openxmlformats.org/officeDocument/2006/relationships/notesMaster" Target="/ppt/notesMasters/notesMaster1.xml" Id="R318d83d25f0248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52148cd3d74ff6" /><Relationship Type="http://schemas.openxmlformats.org/officeDocument/2006/relationships/notesMaster" Target="/ppt/notesMasters/notesMaster1.xml" Id="R94bcd5e8891248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177b5fd6da4f55" /><Relationship Type="http://schemas.openxmlformats.org/officeDocument/2006/relationships/notesMaster" Target="/ppt/notesMasters/notesMaster1.xml" Id="Rec14563cbc9d43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bd2793c2814c1c" /><Relationship Type="http://schemas.openxmlformats.org/officeDocument/2006/relationships/notesMaster" Target="/ppt/notesMasters/notesMaster1.xml" Id="Re3ed71c095994e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c271093f9e4026" /><Relationship Type="http://schemas.openxmlformats.org/officeDocument/2006/relationships/notesMaster" Target="/ppt/notesMasters/notesMaster1.xml" Id="R12b5d3b1d10b4c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685e024d214ab9" /><Relationship Type="http://schemas.openxmlformats.org/officeDocument/2006/relationships/notesMaster" Target="/ppt/notesMasters/notesMaster1.xml" Id="R4b8468aa93674f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1a26a3ced141c3" /><Relationship Type="http://schemas.openxmlformats.org/officeDocument/2006/relationships/notesMaster" Target="/ppt/notesMasters/notesMaster1.xml" Id="Rf6d9367fe45d40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0fba0fa1224a27" /><Relationship Type="http://schemas.openxmlformats.org/officeDocument/2006/relationships/notesMaster" Target="/ppt/notesMasters/notesMaster1.xml" Id="Ref2014547c6f43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dbc5ffb2404e46" /><Relationship Type="http://schemas.openxmlformats.org/officeDocument/2006/relationships/notesMaster" Target="/ppt/notesMasters/notesMaster1.xml" Id="R08f7bbbc23a546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0904ae14054640" /><Relationship Type="http://schemas.openxmlformats.org/officeDocument/2006/relationships/notesMaster" Target="/ppt/notesMasters/notesMaster1.xml" Id="Rd0b328011e6d43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076dea949b4be4" /><Relationship Type="http://schemas.openxmlformats.org/officeDocument/2006/relationships/notesMaster" Target="/ppt/notesMasters/notesMaster1.xml" Id="Rf8407abfe72549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a15cf921a9433b" /><Relationship Type="http://schemas.openxmlformats.org/officeDocument/2006/relationships/notesMaster" Target="/ppt/notesMasters/notesMaster1.xml" Id="Rad075f9a31ce4c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Hundred squares, bar models, double number lines, calculators for checking,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90. | Find a useful percentage such as 10%, 5% or 1%. | Calculate the percentage of the original amount first, then apply that change in the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percentage, per cent, amount, discount, increase, decrease.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240.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Calculate the percentage of the original amount first, then apply that change in the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90..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168..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110.5.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168.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168. | Calculate the percentage of the original amount first, then apply that change in the context.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d088712254b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5dfa4db8aa4feb" /><Relationship Type="http://schemas.openxmlformats.org/officeDocument/2006/relationships/slideLayout" Target="/ppt/slideLayouts/slideLayout1.xml" Id="Rcdb02308e55140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b02308e55140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3d17ae48d430c" /><Relationship Type="http://schemas.openxmlformats.org/officeDocument/2006/relationships/notesSlide" Target="/ppt/notesSlides/notesSlide1.xml" Id="R2623e8a7c84b48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e8fe662494853" /><Relationship Type="http://schemas.openxmlformats.org/officeDocument/2006/relationships/notesSlide" Target="/ppt/notesSlides/notesSlide2.xml" Id="Rf719dbfa0cd146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5b4aae113449f" /><Relationship Type="http://schemas.openxmlformats.org/officeDocument/2006/relationships/notesSlide" Target="/ppt/notesSlides/notesSlide3.xml" Id="R84fc4434911143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67c83d79a40f5" /><Relationship Type="http://schemas.openxmlformats.org/officeDocument/2006/relationships/notesSlide" Target="/ppt/notesSlides/notesSlide4.xml" Id="R0d7bf424248c4e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83224330e4377" /><Relationship Type="http://schemas.openxmlformats.org/officeDocument/2006/relationships/notesSlide" Target="/ppt/notesSlides/notesSlide5.xml" Id="R4d5661d4f4c748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bd190ea774ca8" /><Relationship Type="http://schemas.openxmlformats.org/officeDocument/2006/relationships/notesSlide" Target="/ppt/notesSlides/notesSlide6.xml" Id="Rc36aa5c2be7440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a9209353f41c2" /><Relationship Type="http://schemas.openxmlformats.org/officeDocument/2006/relationships/image" Target="/ppt/media/image.png" Id="R701daab356d64e3c" /><Relationship Type="http://schemas.openxmlformats.org/officeDocument/2006/relationships/notesSlide" Target="/ppt/notesSlides/notesSlide7.xml" Id="R306c5a3d04dd48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882c3aa7b41eb" /><Relationship Type="http://schemas.openxmlformats.org/officeDocument/2006/relationships/notesSlide" Target="/ppt/notesSlides/notesSlide8.xml" Id="R79664738561c41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ef05726a74c06" /><Relationship Type="http://schemas.openxmlformats.org/officeDocument/2006/relationships/notesSlide" Target="/ppt/notesSlides/notesSlide9.xml" Id="Rf91301813fe442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e4202bebd448b" /><Relationship Type="http://schemas.openxmlformats.org/officeDocument/2006/relationships/notesSlide" Target="/ppt/notesSlides/notesSlide10.xml" Id="R71b78aac3c924f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0e37b798f4aba" /><Relationship Type="http://schemas.openxmlformats.org/officeDocument/2006/relationships/notesSlide" Target="/ppt/notesSlides/notesSlide11.xml" Id="Rc5e088439f1c4f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26e99a8264e3c" /><Relationship Type="http://schemas.openxmlformats.org/officeDocument/2006/relationships/notesSlide" Target="/ppt/notesSlides/notesSlide12.xml" Id="Rba321e133f2b46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200F3-10AC-41A2-BAF2-61D7A1C1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EAAF9-E844-44F0-81E5-17823FC5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10812-CB64-48C7-80AC-E9465885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0B1EE-3FBF-4EED-AE5F-9001882E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99467-E471-43FF-BD01-7C93EA09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whole from a percentage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4A0F5-9758-4EEF-B184-35C54586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B7D0B-8785-493A-97F0-8147D365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EE179-9544-4BEA-A74C-AE8890BA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24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work backwards from a percentage to find the original amount.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719C7-456A-491C-B86F-EC36EF5B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08F27-2329-4A8A-9432-68041F79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Hundred squares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202B3-85D9-4EF4-82D2-B4443304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2129689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030D73-26EC-4BDD-AB54-435D5E9A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8FACE-9F70-4342-989F-293622E0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BED6C-A0D3-4F41-B976-B5039B38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F8AE1-02B6-434C-9A1B-02F93E5E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AC7F0-B028-44BE-BF20-9B954E9C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1BFA5-D265-4821-AAFD-DC338BF9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AF72D-EDB5-4AF1-8077-2D301016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9C05A-D3E4-42C7-93DA-E94AFDA9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42CD3-97C5-488E-B36C-86E18E84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whole from a percentage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4777B-9F0F-467F-A678-94EA9254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0162A-657B-4181-936D-F6D8A37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746CE-6D95-4825-8AF5-BDC46EE1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D9800-2ED8-4B14-8CC2-0C171FB9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Find percentages of amounts and use percentages in multi-step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BB0A5-8AB7-45D6-8F51-A5CBA2BC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4749A-98CC-4532-A213-2AFC7BB5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E458A-2422-4C9D-981D-2CDB808D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562E1-6CEE-40EC-8734-D2CCC4CF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25% of 360.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84505-F56C-435F-9D2E-D6C4C05C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F6D6C-D8CB-4511-A462-C960AD92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4A0DC-B936-4F46-BF8D-93DD2C96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369F8-56F3-4C68-B24E-480D2526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84 is 35% of a number. What is the number?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B8155-D492-4726-AFBC-4ED0BC98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27602275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5C95E-9A0D-41C0-99DF-C0E7329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188CE-3676-4006-8A18-9A054D6A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21BD3-EAEE-4BA5-A5F0-A068E5EB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1165A-D97D-47BC-9874-AAB93425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E127E-86CC-4C97-A879-B4178B52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19D3D-E074-4950-9F44-A64914AA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DD3EA-5AD9-43AD-B8E9-9DD8A86D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97C8F-CD37-4F23-B39B-03E11DEC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C303B-C8A9-4625-9F8C-B043AD6F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whole from a percentage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614F3-1DF9-43DE-8F37-A3EE5700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work backwards from a percentage to find the original amount.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905E7-98A3-415D-A1D5-E5553038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0788A-F89D-4FEA-9D3B-F4332C25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Find a useful percentage such as 10%, 5% or 1%.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07F7E-4B09-4888-9CC0-D8FF7C0F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Combine or scale the known percentage to reach the required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7BB28-2675-4BEC-AC8C-30017753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result against the whole amount and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5EB86-6AEB-459A-9CC6-43318897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percentage  |  per cent  |  amount  |  discount  |  increase  |  decrease</a:t>
            </a:r>
          </a:p>
        </p:txBody>
      </p:sp>
    </p:spTree>
    <p:extLst>
      <p:ext uri="{BB962C8B-B14F-4D97-AF65-F5344CB8AC3E}">
        <p14:creationId xmlns:p14="http://schemas.microsoft.com/office/powerpoint/2010/main" val="176353870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4FDB7-EA38-4FB9-BB43-AF71F96C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AFAB7-6A07-4971-94F3-5E65F5EC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BD8EF-820E-4F1C-936A-694DFAA4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E337A-D98D-4F1D-A22E-5D7032F4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F1705-B23B-4F58-B3FD-DE91D907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FCCB6-B3C0-4658-B86A-9D8864CE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3FEEC-D055-44F1-BB7A-C84F4C58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67A0F-49E9-4578-80BB-43C3C5F8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9A5E9-43F8-4AE8-9E02-44D10730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whole from a percentage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8B512-DFC1-4B29-92A8-E38A0EF7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84 is 35% of a number. What is the number?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3534E-6FB8-4BB0-9187-84A89429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C46AE-C76A-4709-A753-42C181B0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83F7B-22BC-4E8B-945A-BA95DEC8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84 is 35% of a number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4A540-9465-4825-A99A-6D9449E3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B8DD9-FADA-4BAE-88C9-8D97851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61A08-CDB3-472E-90F8-826C7B82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5% = 84 ÷ 7 = 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BDCB0-E252-445A-9EE3-20FFFD29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D5BA0-3B23-46D4-A591-5261AD6F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17D07-6AF7-4D41-AE23-D1169F55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100% = 12 × 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FE94C-91D3-49A6-968E-D97D40C5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F4327C-CC00-4B18-B143-4698253A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853A6-54CA-497F-BDC6-297C889C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Whole number = 240</a:t>
            </a:r>
          </a:p>
        </p:txBody>
      </p:sp>
    </p:spTree>
    <p:extLst>
      <p:ext uri="{BB962C8B-B14F-4D97-AF65-F5344CB8AC3E}">
        <p14:creationId xmlns:p14="http://schemas.microsoft.com/office/powerpoint/2010/main" val="129922007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DD0D9-D452-468D-9FCB-419FCC71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FF62D-6FDC-4B61-9434-C28D1D55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FDBAA-DCFE-4138-ABC3-7B924AA2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80E4A-D6E4-45D5-8459-5BCAF26C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1A94C-4394-46CF-A412-6A79B339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19E06-B58E-4179-B5DD-8C513396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D5423-E3A2-4A4B-A491-9D54D3A1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239EE-00A7-4019-BF1E-3DA9577B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3D485-AD0B-4FEC-A896-47E08562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whole from a percentage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A6CE0-DA81-44F4-9249-3DCF234D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7E022-C770-42CC-8ABA-566967CD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240.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6E3A0-7343-46E4-840E-6F845AE2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3BB33-CA08-42F3-A606-692E3097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result against the whole amount and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92D7A-A710-4ACD-BAE0-BFCA7D17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25199189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4FE8B-B246-4D18-9FE8-8F93E882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67FA3-4030-4B04-8968-986E490A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B1B01-1A03-4F56-AA6C-1B48605A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54C4E-C093-41FE-857C-DA22770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446B2-0345-4760-BCB2-2B04BCE4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D5CE2-49A9-4136-AA99-47D808BB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AE233-811D-4AFB-ADF5-4EB5A990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53FCE-4DC1-4565-90C3-169FA53F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18174-3BBB-4429-B3E2-A71E2D71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whole from a percentage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CFB4E-D50D-4F7F-8AA0-845049EE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25% of 360.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8F0A4-8645-4AF0-9E2E-E8446D82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C93A1-4DF5-4C84-BF1D-6952FE2B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0026C-6BB5-4CCB-B174-53B7D305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83557-E697-475B-8ED5-8066D857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DACB6-025C-42C0-84E6-75A80C27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90.</a:t>
            </a:r>
          </a:p>
        </p:txBody>
      </p:sp>
    </p:spTree>
    <p:extLst>
      <p:ext uri="{BB962C8B-B14F-4D97-AF65-F5344CB8AC3E}">
        <p14:creationId xmlns:p14="http://schemas.microsoft.com/office/powerpoint/2010/main" val="12507174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22A58-5FA4-4676-AE5A-4F374B99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E2BC7-6979-4BC9-BDB0-F0B76B24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A492B-ED6C-4371-8812-B123D842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D6908-D9A0-4AED-8FDA-EED42147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DE6BF-D780-47FA-88EE-3AD91168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89689-8359-4DC9-AA83-5B3E2608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36B4B-AA03-4213-99FD-B380B659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4C37E-1EE0-4CB1-BADD-6AF80258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439B9-205D-4E5B-8380-7B16AF06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whole from a percentage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daab356d64e3c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24501-5DF7-46E9-8A9B-19FD92C5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AC46E-C47E-45DF-8F03-58945481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subtracts the percentage number rather than the percentage amount.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778D7-A833-4681-B295-12D4D2BA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89F00-7338-4F9B-9050-75D4AABB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15202-1D64-4739-9DAB-82D9DFB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Calculate the percentage of the original amount first, then apply that change in the context.</a:t>
            </a:r>
          </a:p>
        </p:txBody>
      </p:sp>
    </p:spTree>
    <p:extLst>
      <p:ext uri="{BB962C8B-B14F-4D97-AF65-F5344CB8AC3E}">
        <p14:creationId xmlns:p14="http://schemas.microsoft.com/office/powerpoint/2010/main" val="14888202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66D83-588D-4B81-840A-7EE3FC72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69839-74A7-4914-8D1D-C58897C4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45DCD-5BF2-4F1B-80A1-806EDD3F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352A0-C072-4D57-8CDC-0EE9BD52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6DAC3-73FB-47DC-934A-A6BC8F48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808EA-5F40-4FEB-ABB3-5F505DC7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43012-10DA-4835-BECF-6218D8A4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95CB9-437F-4AC6-B674-A688BE43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50315-C757-4118-BE14-9B34CA73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whole from a percentage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94520-6345-4C95-980C-B506DE12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2FF08-6F14-4B83-BBE5-BC3A9E75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ACB80-E392-446C-8F71-6899D229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9FC26-B650-45B5-A4B1-E03D9391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25% of 360.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63D0A-40D5-49E3-848E-B4E2CBBF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BB004-354D-4E18-AD02-B3EF8F7A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8CD53-E9EE-4982-B0FE-58C4F673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E64DB-C166-4F3C-8EDA-8608AAAA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D91B9-CB9C-41A3-BB0F-81C4967A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C76F2-BAA6-4F0F-AEEC-37091DAA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AA598-4CCC-4A75-9157-71CDB11B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FBFF2-785A-47AB-8C51-036DE6B8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90.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62E11-A522-40D0-B2D4-4BD94D98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96050785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34C57-313E-4E5D-9E46-2CCC8B0A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3D117-83FB-4A0B-8B55-F676C855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404CA-F5C6-4EFF-B56F-7AB28988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DBFC1-EFBC-454B-97E1-3702CA70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96637-F07B-4B39-89CA-83A99272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A8190-C92A-41F0-9E14-639F41ED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6317D-F860-4862-AC44-2E6688B4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E3376-7196-40BE-ABB9-2627C27D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A8B02-9F66-4B74-9FD5-E56CA2A7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whole from a percentage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0D502-C08E-4786-BF42-5BA7829F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E3238-59C5-4501-AA52-5CC4790A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3077F-EE1E-480C-9808-DD56049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DF30F-535F-4CBE-9B3C-C8781779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35% of 480.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5539E-51D3-4FE6-902B-5EC282EB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F72E1-A778-413E-A73D-94831B1A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BD7EE-7727-4B10-89BF-A7E546E8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8BF23-7BD7-4902-9F59-6D4D2B16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897B5-2C38-4D0B-BBEA-41673BE0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2276D-532D-4D09-80FB-5B46CB2A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86195-9649-47B4-80C6-17509318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C43CE-866D-4803-A3FD-8A819CC4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53646590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B821B-390E-460B-AC4F-DF67F660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2AF90-E85B-46FD-87E6-98193FE5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5D511-0E94-483E-B0F3-FF4C87D0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5456F-372B-4618-B644-F472EB3E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AB93B-DEBD-4E63-AD51-29AB845F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A23D2-EC05-48B9-A553-0003E01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89874-500B-46F6-8A44-FE756325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9BB1D-F094-4D92-9636-D26BA1E1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13B6F-582A-4EF7-9196-C66ECBC2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whole from a percentage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A487A-D4CA-4EBE-8856-3B613CC5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Find 17% of 650.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6A557-61E2-4752-9684-514035B6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6635A-C2B0-4C4E-A94E-578DF9EB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4A9F8-A3FE-4AE0-A922-9CA51DB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110.5.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25230535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5E424-F8EB-4CCE-ACDD-FD5BCB5C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A4310-AFD1-4C1E-A770-767ED05A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16575-6097-4F89-A2A5-E07B5698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A04C3-016D-4092-97CE-DE620976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30123-6D66-4E7A-ACF1-4ACECBC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61801-558E-4C9E-B913-BC44A336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B8B2A-2B52-4700-9D13-D739B6A7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7A667-9B1D-42B6-8158-648FA6D0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9F8D1-C8BA-4543-88F8-AA6BBA34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whole from a percentage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76FF7-7DBC-4182-B161-C37A7DE1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872FB-3FD9-4CF0-A4B1-6156F40F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CBBE8-F4FE-4430-90C8-741B4883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35% of 480.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1D1F3-59BB-4FD4-967F-B9C8E7A3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A827F-7B14-4289-982B-E76E0044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CC8A0-9B6E-45CA-A3C8-17F5AF70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BA88C-D726-43A8-AD8D-A28B7921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168.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FD68B-B60F-491B-B006-DF862A5A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E1382-49C4-4BE5-85F0-C098AB77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0314435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9C5E4-71CA-4C73-AFDC-A8C40163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EEE77-7456-447A-A827-E13EF8D8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26968-993B-4BEC-8D47-C311FAE7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2FC0D-247C-49B3-8F15-CDEA37D8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D9E09-7218-4CA8-9AA5-0BE28E8B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1FD6C-F4AF-49A0-94F8-A89ABC7D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1818F-9CDD-4AAE-AF06-13ADC71D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BFA61-8053-41EF-A7EF-9ECC2ECC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5410E-601D-4682-9E3B-B62DFF79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whole from a percentage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44342-BF99-455F-813E-ABDA0FC2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A9D26-249D-4552-9A59-BFFBA5D0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ECED8-B72A-4B7A-BC8E-A18B4E48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5CF1E-9964-4B1D-A799-74389434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35% of 480.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0674E-E769-4D68-AE6F-8A66A49A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C26CA-DF8F-4AFF-8726-DED4FF90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F8520-8785-4484-8BC5-D2E58E98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C9256-3BA5-449A-8242-DF7E67F7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subtracts the percentage number rather than the percentage amount.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2B8C8-7773-457C-A9F2-9B04BC4A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032BA-BDE7-495A-9769-6FC183E2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F0092-0A78-47CE-A7E1-6D7EA65A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8422FD-65EE-44C2-8E34-12B3DE8C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EDD2E-CDF3-4A98-837C-ED5FA3FA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06343489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2026-09-09T22:14:12.1310000Z</dcterms:created>
  <dcterms:modified xsi:type="dcterms:W3CDTF">2026-09-09T22:14:12.1310000Z</dcterms:modified>
</coreProperties>
</file>