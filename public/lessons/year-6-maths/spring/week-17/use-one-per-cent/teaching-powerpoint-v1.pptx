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one per cent. Use one per cent.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one per cent. I do.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one per cent. You do. Pause before clicking. Let pupils try independently, then reveal and discuss every step.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one per cent. I do.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one per cent. You do. Pause before clicking. Let pupils try independently, then reveal and discuss every step.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one per cent.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one per cent.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A986662B-8282-4DD0-98FF-E13AE620814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Use one per cent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B39FE6D-5F7A-4A5A-A43B-4804832ED6BA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2EF5B16-0CED-4BFF-B85F-C931304074C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F0A9A25-0593-49D8-8B08-410B25C466F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one per cent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881AD9B8-E934-47AD-B694-8C9A6AAAA54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8A4FACF-12CD-482B-A152-8D023A1F3F6E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calculate any whole-number percentage using the value of 1%.</a:t>
            </a:r>
          </a:p>
        </p:txBody>
      </p:sp>
    </p:spTree>
    <p:extLst>
      <p:ext uri="{BB962C8B-B14F-4D97-AF65-F5344CB8AC3E}">
        <p14:creationId xmlns:p14="http://schemas.microsoft.com/office/powerpoint/2010/main" val="1913404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D02DBF2C-6F26-4110-8A6D-EA07F4BB3F9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1BEB88D-AD26-4EC3-8959-C6917C9089A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17% of 650.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39B3D75-4F45-45A3-A438-44BE808C7AF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A8021CB-5F87-43CF-8181-B9C9146C58F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one per cent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5E5D026-2BE5-440C-B4D0-C52C4C15CEF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FA45CF2-EC8D-45C7-B283-FBBA0C3ECE9F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C40BE09-C4E2-4148-9AC0-425591862A37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2024063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8C92640-04A2-4355-ABAD-1886DF2F785E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DF4A08A-A334-469F-B221-CDA4020C9A19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17%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D10B7D7-B888-4DCA-83AC-0915E496A8E9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650 ÷ 100 = 6.5 (1%)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E9C7F16-01A5-4CC0-8A27-1B3F95382C1F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6.5 × 17 = 110.5</a:t>
            </a:r>
          </a:p>
        </p:txBody>
      </p:sp>
    </p:spTree>
    <p:extLst>
      <p:ext uri="{BB962C8B-B14F-4D97-AF65-F5344CB8AC3E}">
        <p14:creationId xmlns:p14="http://schemas.microsoft.com/office/powerpoint/2010/main" val="97499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8D3375D7-9833-4886-A0D9-DD39418DF9B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F779F7A-F9DA-48DC-B1FB-3CEC51F852AC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6B58432D-4DFA-42F5-B279-5D825CB9B1A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17% of 730.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A14E334-7ADC-438C-B89A-42A38AC1241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709BBAC-C529-4FF0-9170-314715FD148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one per cent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8D9EABF-616F-43F5-B74B-55C4D7DDB21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41B8CC1-594F-4EA7-A0E9-CF8A467B330F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8A4C94A-A549-451E-AC49-6E743C608C8C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2024063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B74A263-5E73-455C-996A-B7EC6D250346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3E9588C-3541-498F-A3F1-296E281EF326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17%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6CC470B-EA92-4E58-AC3F-7C4581FBD085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730 ÷ 100 = 7.3 (1%)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77E58DB-AC9B-4E56-8D14-CB8596E41E81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7.3 × 17 = 124.1</a:t>
            </a:r>
          </a:p>
        </p:txBody>
      </p:sp>
    </p:spTree>
    <p:extLst>
      <p:ext uri="{BB962C8B-B14F-4D97-AF65-F5344CB8AC3E}">
        <p14:creationId xmlns:p14="http://schemas.microsoft.com/office/powerpoint/2010/main" val="11874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CA12B7C5-4E3D-43A1-993B-4A257154F26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815BFC3-E8B7-486D-9736-A61CF032648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17% of 810.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3F73BF5-F052-4294-B123-1375A4DF0B4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D89289D-3454-4FFE-9650-4329E5EDCD6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one per cent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C609114-8FBD-4D12-9DB6-C2BE5F0A1CF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A94A226-825F-4BA6-A395-6CEB668C274A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0D4C53B-CFF1-4BBF-8490-5B8EC1FFB27E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2024063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D11A7A9-7909-418C-8399-D90FE3BCC799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D3679A1-E4A2-404A-A99C-C76BEE1BCA70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17%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29C650C-9ADB-47DA-9337-D60F9F40010C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810 ÷ 100 = 8.1 (1%)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D42D9FC-6735-4CF4-9AB9-1A141140D315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8.1 × 17 = 137.7</a:t>
            </a:r>
          </a:p>
        </p:txBody>
      </p:sp>
    </p:spTree>
    <p:extLst>
      <p:ext uri="{BB962C8B-B14F-4D97-AF65-F5344CB8AC3E}">
        <p14:creationId xmlns:p14="http://schemas.microsoft.com/office/powerpoint/2010/main" val="148426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7FCFF9CE-17FE-4306-9953-56CDF8A7F37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FE792F4-A45D-41E2-A67F-AAFBC5086693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E392862-EA0C-47B9-8A80-2528209EBA3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17% of 890.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2D7A5D2-2A84-4950-929E-14ABE054086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BCE8830-33CF-49B4-B046-0F32D4BC4E2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one per cent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F4C7AAA-5A17-41AD-A69F-596EA7F7EB0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4EA4619-A2B5-43D7-8044-6A9D8F6F926B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50F8EF7-62D5-4182-8046-70B401CA4426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2024063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CB1B6B4-AC8F-4878-9B7E-1387E3E6A008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EBFE065-195A-4339-9B02-65E15C6C7BC8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17%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FC7D711-83EC-4B70-9A0F-974676F76C09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890 ÷ 100 = 8.9 (1%)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1EE5C09-0C5E-4AAF-9745-FF89D9A931C4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8.9 × 17 = 151.3</a:t>
            </a:r>
          </a:p>
        </p:txBody>
      </p:sp>
    </p:spTree>
    <p:extLst>
      <p:ext uri="{BB962C8B-B14F-4D97-AF65-F5344CB8AC3E}">
        <p14:creationId xmlns:p14="http://schemas.microsoft.com/office/powerpoint/2010/main" val="123428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EB1FECB0-D0EF-445F-B2E0-CEFA87E21A5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65DAEF5-5EEC-41CC-9BDF-109C6598427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A067A83-670C-468A-B346-A3B7A4F0E9A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CA7952A-ABB0-4FDF-BCC6-AE01C215EC7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677D32D-23C1-4761-AEE3-0F4BAB193DB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one per cent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8673424-91E3-4C93-A702-1AB562B3641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C68A975-FCB0-4770-8598-87C8ADED06D6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49B3DDD-6B83-42CC-9D1B-D9CEB92107F3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17% of 650.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2747E37-A6F5-4D53-B834-EEDE4E441BE7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CE6F64E-A1DD-4D61-AA6A-5D0778C85241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£240 coat is reduced by 15%. What is the sale price?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A35FFD3-EE69-4C6C-B0E2-D75EBC85047B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2EA4C20-6833-4971-AFA3-AC2E787C369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84 is 35% of a number. What is the number?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1049D13A-F1DE-4617-85CE-7869CBC9D6F1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1C82447-D1E8-484D-A399-28FAB9EC736F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Find 17% of 650.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F0904AE-0D3D-4B8D-961D-BDEFC3C07AA8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B911DA2-80C7-4BDC-B478-F49AF4787E5F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A £240 coat is reduced by 15%. What is the sale price?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C0E26AC4-CF93-46C8-B4CD-0B3E385D5972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DF386D70-E3DD-4DF1-8EE1-3CA82330B6FC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84 is 35% of a number. What is the number?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0F2F5A18-1398-4A4D-8A17-FC429B79854F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AED6C8D-F14D-4D36-AD2A-F2D043139C63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Find 25% of 360.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B4641581-DBE5-4F2F-8723-13A780AEBE5C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65D110C0-7F74-40E7-95D0-965CAEC0B0C4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subtracts the percentage number rather than the percentage amount.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B18B8281-7A16-49BC-B395-FDE882FC1C66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DA46B551-CA5E-4131-9333-E670192FADE3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B777218-AD7D-41D2-989A-B4500CE92466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0AA95293-824A-4BA5-B77C-AB5E716EC403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84 is 35% of a number. What is the number?</a:t>
            </a:r>
          </a:p>
        </p:txBody>
      </p:sp>
    </p:spTree>
    <p:extLst>
      <p:ext uri="{BB962C8B-B14F-4D97-AF65-F5344CB8AC3E}">
        <p14:creationId xmlns:p14="http://schemas.microsoft.com/office/powerpoint/2010/main" val="371255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F990040B-DDFD-478D-8B53-A20DC83CCE9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71EFA36-BCAA-4A80-8558-7C4DE547C7B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DAE20A6-9392-48A4-93AB-BD61C0E409D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F96D09B-11A7-4CA9-B726-39DF28241E2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one per cent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61BF45E-4828-415F-879C-5B63F8CB97A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FAA3BE7-8DE9-4374-8B26-E011C563B725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83A96D1-2A4E-4BA8-9B48-DC9C3CCD6601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110.5.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B79475C-3B47-4609-A5BE-5A2FA49786FA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71DD94C-0196-4AD2-B24E-8BE1536E579D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£204.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C5EEEE0-A442-491B-94B2-417A9F9B9DF7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75E86A5-2C50-4839-85A1-2D319B2B3A59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240.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8734336-5CC2-4DAB-AD19-5235466EB47C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5088378-0BA3-4218-900B-BD891605573B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110.5.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E8B64EE-72E8-41D2-BDD1-ABE51D40299C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945E2AC-7A75-494F-A512-669486ED8A76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£204.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D4BF699-25BB-4164-A722-050A3DAB775A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CB34EDF2-5771-4D13-B741-6E6D5CCA086D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240.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E5E304E-D152-47ED-B0FB-09E0E1B94078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3E60BE42-FB0E-4F05-8AD5-DAF92E6E3D66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90.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F6B064C5-8F2D-40B3-8D2A-616F36B5465A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940ED1F-D4A1-47D4-9898-99142FF07087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Calculate the percentage of the original amount first, then apply that change in the context.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AF106B1B-3465-4AC8-A3C9-49C761E4D060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FA95574F-A474-4455-B674-D808C97154BF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BBD6919A-75D9-48C4-8549-BB323F964DA1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478F9BB-86A5-4AE7-8320-00B735847D69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8259238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Microsoft Office PowerPoint</Application>
  <DocSecurity>0</DocSecurity>
  <PresentationFormat>Custom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2026-09-14T13:14:30Z</dcterms:created>
  <dcterms:modified xsi:type="dcterms:W3CDTF">2026-09-14T13:16:35Z</dcterms:modified>
</cp:coreProperties>
</file>