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84cdaf097942b3" /><Relationship Type="http://schemas.openxmlformats.org/officeDocument/2006/relationships/extended-properties" Target="/docProps/app.xml" Id="R358817b440934dbb" /><Relationship Type="http://schemas.openxmlformats.org/officeDocument/2006/relationships/officeDocument" Target="/ppt/presentation.xml" Id="Re702afe83a2141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b6ec2963c04258"/>
  </p:sldMasterIdLst>
  <p:notesMasterIdLst>
    <p:notesMasterId xmlns:r="http://schemas.openxmlformats.org/officeDocument/2006/relationships" r:id="Rcbcfde1bc0ef4fc9"/>
  </p:notesMasterIdLst>
  <p:sldIdLst>
    <p:sldId xmlns:r="http://schemas.openxmlformats.org/officeDocument/2006/relationships" id="256" r:id="Rfa222c28bcf4438a"/>
    <p:sldId xmlns:r="http://schemas.openxmlformats.org/officeDocument/2006/relationships" id="257" r:id="Rfc3e72345e1c4033"/>
    <p:sldId xmlns:r="http://schemas.openxmlformats.org/officeDocument/2006/relationships" id="258" r:id="R62df83ddf7b24c06"/>
    <p:sldId xmlns:r="http://schemas.openxmlformats.org/officeDocument/2006/relationships" id="259" r:id="R875f281afd6d4ff1"/>
    <p:sldId xmlns:r="http://schemas.openxmlformats.org/officeDocument/2006/relationships" id="260" r:id="Rb93d9e168d5648fb"/>
    <p:sldId xmlns:r="http://schemas.openxmlformats.org/officeDocument/2006/relationships" id="261" r:id="R6be3c205bd664f6f"/>
    <p:sldId xmlns:r="http://schemas.openxmlformats.org/officeDocument/2006/relationships" id="262" r:id="Rb73a39c894fc41e4"/>
    <p:sldId xmlns:r="http://schemas.openxmlformats.org/officeDocument/2006/relationships" id="263" r:id="R91275a7c98a947c7"/>
    <p:sldId xmlns:r="http://schemas.openxmlformats.org/officeDocument/2006/relationships" id="264" r:id="R792991792e2847f4"/>
    <p:sldId xmlns:r="http://schemas.openxmlformats.org/officeDocument/2006/relationships" id="265" r:id="R445df821d12f4f7a"/>
    <p:sldId xmlns:r="http://schemas.openxmlformats.org/officeDocument/2006/relationships" id="266" r:id="R0ed5693b595f49db"/>
    <p:sldId xmlns:r="http://schemas.openxmlformats.org/officeDocument/2006/relationships" id="267" r:id="R7707354bce7244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c2b46f51794964" /><Relationship Type="http://schemas.openxmlformats.org/officeDocument/2006/relationships/slideMaster" Target="/ppt/slideMasters/slideMaster1.xml" Id="Rffb6ec2963c04258" /><Relationship Type="http://schemas.openxmlformats.org/officeDocument/2006/relationships/notesMaster" Target="/ppt/notesMasters/notesMaster1.xml" Id="Rcbcfde1bc0ef4fc9" /><Relationship Type="http://schemas.openxmlformats.org/officeDocument/2006/relationships/presProps" Target="/ppt/presProps.xml" Id="R5d70d078ea7443c2" /><Relationship Type="http://schemas.openxmlformats.org/officeDocument/2006/relationships/tableStyles" Target="/ppt/tableStyles.xml" Id="Rf9a57756d6a24b1a" /><Relationship Type="http://schemas.openxmlformats.org/officeDocument/2006/relationships/slide" Target="/ppt/slides/slide1.xml" Id="Rfa222c28bcf4438a" /><Relationship Type="http://schemas.openxmlformats.org/officeDocument/2006/relationships/slide" Target="/ppt/slides/slide2.xml" Id="Rfc3e72345e1c4033" /><Relationship Type="http://schemas.openxmlformats.org/officeDocument/2006/relationships/slide" Target="/ppt/slides/slide3.xml" Id="R62df83ddf7b24c06" /><Relationship Type="http://schemas.openxmlformats.org/officeDocument/2006/relationships/slide" Target="/ppt/slides/slide4.xml" Id="R875f281afd6d4ff1" /><Relationship Type="http://schemas.openxmlformats.org/officeDocument/2006/relationships/slide" Target="/ppt/slides/slide5.xml" Id="Rb93d9e168d5648fb" /><Relationship Type="http://schemas.openxmlformats.org/officeDocument/2006/relationships/slide" Target="/ppt/slides/slide6.xml" Id="R6be3c205bd664f6f" /><Relationship Type="http://schemas.openxmlformats.org/officeDocument/2006/relationships/slide" Target="/ppt/slides/slide7.xml" Id="Rb73a39c894fc41e4" /><Relationship Type="http://schemas.openxmlformats.org/officeDocument/2006/relationships/slide" Target="/ppt/slides/slide8.xml" Id="R91275a7c98a947c7" /><Relationship Type="http://schemas.openxmlformats.org/officeDocument/2006/relationships/slide" Target="/ppt/slides/slide9.xml" Id="R792991792e2847f4" /><Relationship Type="http://schemas.openxmlformats.org/officeDocument/2006/relationships/slide" Target="/ppt/slides/slide10.xml" Id="R445df821d12f4f7a" /><Relationship Type="http://schemas.openxmlformats.org/officeDocument/2006/relationships/slide" Target="/ppt/slides/slide11.xml" Id="R0ed5693b595f49db" /><Relationship Type="http://schemas.openxmlformats.org/officeDocument/2006/relationships/slide" Target="/ppt/slides/slide12.xml" Id="R7707354bce7244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e4cb8479f440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23b41a5caa47d6" /><Relationship Type="http://schemas.openxmlformats.org/officeDocument/2006/relationships/notesMaster" Target="/ppt/notesMasters/notesMaster1.xml" Id="R03877c48bd3c4c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a16d3189544ae5" /><Relationship Type="http://schemas.openxmlformats.org/officeDocument/2006/relationships/notesMaster" Target="/ppt/notesMasters/notesMaster1.xml" Id="R87d0ea81cd204a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873362875a42c6" /><Relationship Type="http://schemas.openxmlformats.org/officeDocument/2006/relationships/notesMaster" Target="/ppt/notesMasters/notesMaster1.xml" Id="R943dd242c81948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7c965a0bfb4811" /><Relationship Type="http://schemas.openxmlformats.org/officeDocument/2006/relationships/notesMaster" Target="/ppt/notesMasters/notesMaster1.xml" Id="R2ce3efc77a864d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815a3445e74ff1" /><Relationship Type="http://schemas.openxmlformats.org/officeDocument/2006/relationships/notesMaster" Target="/ppt/notesMasters/notesMaster1.xml" Id="R41c835b675b345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206a225b504b29" /><Relationship Type="http://schemas.openxmlformats.org/officeDocument/2006/relationships/notesMaster" Target="/ppt/notesMasters/notesMaster1.xml" Id="R916c6d1793ed44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25dfde1f3c43d3" /><Relationship Type="http://schemas.openxmlformats.org/officeDocument/2006/relationships/notesMaster" Target="/ppt/notesMasters/notesMaster1.xml" Id="R52fa900704314f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7e13cdb7904f58" /><Relationship Type="http://schemas.openxmlformats.org/officeDocument/2006/relationships/notesMaster" Target="/ppt/notesMasters/notesMaster1.xml" Id="R78236f8d107c4d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0dcc480991424e" /><Relationship Type="http://schemas.openxmlformats.org/officeDocument/2006/relationships/notesMaster" Target="/ppt/notesMasters/notesMaster1.xml" Id="Rdab4f94b8b4748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3f37a78b664c4e" /><Relationship Type="http://schemas.openxmlformats.org/officeDocument/2006/relationships/notesMaster" Target="/ppt/notesMasters/notesMaster1.xml" Id="Rb176128c0b7d47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7d8d19c2827400c" /><Relationship Type="http://schemas.openxmlformats.org/officeDocument/2006/relationships/notesMaster" Target="/ppt/notesMasters/notesMaster1.xml" Id="Rccc36038e2dc4b0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e004d765324e1f" /><Relationship Type="http://schemas.openxmlformats.org/officeDocument/2006/relationships/notesMaster" Target="/ppt/notesMasters/notesMaster1.xml" Id="Rce8a0f7b1b444f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£204.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110.5.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£204.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£204..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240.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dd9d3536b4bb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5187381d2042d2" /><Relationship Type="http://schemas.openxmlformats.org/officeDocument/2006/relationships/slideLayout" Target="/ppt/slideLayouts/slideLayout1.xml" Id="R9b9941daf9444e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9941daf9444e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7200845264f38" /><Relationship Type="http://schemas.openxmlformats.org/officeDocument/2006/relationships/notesSlide" Target="/ppt/notesSlides/notesSlide1.xml" Id="R7ae0111df90f4a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8e7b6510b4b04" /><Relationship Type="http://schemas.openxmlformats.org/officeDocument/2006/relationships/notesSlide" Target="/ppt/notesSlides/notesSlide2.xml" Id="R786ce5b99c724f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fac73fcc9451c" /><Relationship Type="http://schemas.openxmlformats.org/officeDocument/2006/relationships/notesSlide" Target="/ppt/notesSlides/notesSlide3.xml" Id="R119c434a5b0141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a97619b1b4a55" /><Relationship Type="http://schemas.openxmlformats.org/officeDocument/2006/relationships/notesSlide" Target="/ppt/notesSlides/notesSlide4.xml" Id="R3172390f06364d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278fc492e4aa9" /><Relationship Type="http://schemas.openxmlformats.org/officeDocument/2006/relationships/notesSlide" Target="/ppt/notesSlides/notesSlide5.xml" Id="Ra4bb3c63f7de42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992c392a44dba" /><Relationship Type="http://schemas.openxmlformats.org/officeDocument/2006/relationships/notesSlide" Target="/ppt/notesSlides/notesSlide6.xml" Id="R5e06961316a642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c74c32e1b4f3d" /><Relationship Type="http://schemas.openxmlformats.org/officeDocument/2006/relationships/image" Target="/ppt/media/image.png" Id="Ra2b4522db78f42b6" /><Relationship Type="http://schemas.openxmlformats.org/officeDocument/2006/relationships/notesSlide" Target="/ppt/notesSlides/notesSlide7.xml" Id="Rfb8021396ccc45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3e872a64a4d05" /><Relationship Type="http://schemas.openxmlformats.org/officeDocument/2006/relationships/notesSlide" Target="/ppt/notesSlides/notesSlide8.xml" Id="R3145adb55e104b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d136ebcda4195" /><Relationship Type="http://schemas.openxmlformats.org/officeDocument/2006/relationships/notesSlide" Target="/ppt/notesSlides/notesSlide9.xml" Id="R8f6c94fa243b43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18ea3c33f495c" /><Relationship Type="http://schemas.openxmlformats.org/officeDocument/2006/relationships/notesSlide" Target="/ppt/notesSlides/notesSlide10.xml" Id="Ra11b846fbbaf47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8e16467343ec" /><Relationship Type="http://schemas.openxmlformats.org/officeDocument/2006/relationships/notesSlide" Target="/ppt/notesSlides/notesSlide11.xml" Id="Rf7a0d5e6e87e4d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55c3ac6a44593" /><Relationship Type="http://schemas.openxmlformats.org/officeDocument/2006/relationships/notesSlide" Target="/ppt/notesSlides/notesSlide12.xml" Id="R2ff7fffceb7e45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0BB71-F72D-4BDF-BF9A-7EF6AB60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36E06-200B-4655-8DAA-952EAE3C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3CB1E-8CC1-44B2-8EE9-44AF9815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01D203-DE1E-4B4C-ACA8-9A3F3617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AF69BB-FC75-4E95-B121-92C99509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C1F57-6B39-4B0F-9A5F-BC4C7F41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0E525-F66C-4116-A4F8-638361D9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3B935-CC93-44B9-B930-8752A08E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35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any whole-number percentage using the value of 1%.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5D0CD-6C85-4028-96E4-A8B01E53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D75EDA-B9F1-4CC6-973D-CA9A79DD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429F3E-F2B9-413B-A4D8-D12F1E9B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642566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8A263E-431E-41A0-958D-1E12A571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7DCAC-89B5-4F19-B4C9-4678D323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32E2A-8E8A-4861-B4DD-E5E4C640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B62C3-C58A-448E-8BC9-03717582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419B1-76D2-4D1F-AA68-BD1E1F2E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2C820-C297-4B62-99A5-2A68D04C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AB1CE-58AF-4387-B51E-61935A4F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395D8-C634-4737-BE0D-C87EF27A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7AEC74-35F3-4674-93CD-1CEB8360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9FDB0-FAC2-470F-B198-9C9452F7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55C75-7772-46A2-BE43-C03A4C69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7E452-4A38-4FD3-B072-083C14C9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A3942F-4E22-4F1C-8868-3D95B05A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D0B8C-15AF-4F16-95AE-5F306058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32E79-62A6-4691-A424-CD4F6571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47BF47-5FAE-4F84-B2E9-0CC7185A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4E8DD-4F5F-4A00-937F-1ECF083E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B019E0-629E-4546-8121-C805D511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8A0416-FE65-4237-B3C5-621EAC97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52B0B-7F66-4A0D-9EDC-B66DEE7F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B19424-21A7-4E6C-8BF9-58E3443B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17% of 650.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58AFDE-B109-4FFF-8ACA-683F9150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403328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90C86-E2C5-4C21-8F3C-2D25699A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8F058-C9A6-4FC2-9F6D-BD98FB20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24E1AC-D6A4-40CA-9BDC-303E0E00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3F98C-0C43-471D-89B0-113A6AAF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BBFDF-A18B-4B36-9BFE-E6A4ADDB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D0720-1094-4CBC-B7D8-D4B327B9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143FE-8439-438B-9BF4-99BE4421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C0245-9079-4113-BE94-6469F279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FF718-B1CA-4973-9EE5-2C1E521B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CA54D-03F5-4CD7-9E81-5D7A4470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any whole-number percentage using the value of 1%.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E90E79-6927-47E7-81AE-DCA70285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FC3B1-0901-44A8-93CD-259F9227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C9ECA-EA38-4EDA-89DE-5F2DED37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7F78D-C23D-40C1-A125-8DF5ACAC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88C28-62DD-43E7-9C93-CC711E41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20137605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61F174-8A6F-4F26-9645-FC8A98CA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4DA16-BCD5-43CE-A1F5-EB1ECF66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5651E-B9B4-4746-BC7D-51000ECE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C277D-BEFE-4362-9884-EC1DFE6A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FD8D2-D426-4D32-99BE-4F6C1D90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41DE3-1CA6-4498-B236-912444C0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379F6-6D6E-4E01-ABEB-4BD98886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6CA179-D7CF-4F20-9101-54EE76D9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B054DD-CD51-4345-9400-F9FFA065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50C641-17FB-49E9-991B-676C246C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B06C3-7FA8-4FEE-9D9F-25FA1CDC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59D40D-C6D3-434D-B009-502AEFB5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706499-2727-4398-9FBC-9C5200E7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17% of 650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06039-7695-4B3C-B533-1F6DDE3C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7440-B367-42E5-907F-EA3E8E42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4E423-2B5C-4D13-B919-F46E9813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10% = 65     5% = 32.5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D3A358-E4AC-4949-9B1B-00835BF4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7255D5-5420-4997-B67E-7DF810E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B54B21-F6F6-4BA2-842D-BFF1B76C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2% = 13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FDA291-7DB2-4A7D-9515-174A54DE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D45D51-A0D4-474D-9D8D-B5DC081E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9C9857-5BFB-4DC7-ADD8-9CFD0609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65 + 32.5 + 13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9F1E0A-DC3B-4B1D-B8F9-7D1A0111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B35DB-BA64-47C5-81BE-1CEE59D3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E68A99-49D3-4375-AFAB-379105C6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110.5</a:t>
            </a:r>
          </a:p>
        </p:txBody>
      </p:sp>
    </p:spTree>
    <p:extLst>
      <p:ext uri="{BB962C8B-B14F-4D97-AF65-F5344CB8AC3E}">
        <p14:creationId xmlns:p14="http://schemas.microsoft.com/office/powerpoint/2010/main" val="18702505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63143-28F4-4058-83B7-346B36C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C80A94-2EFD-4A20-8D03-998532EE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811B9-DC89-4B12-9B07-5B666863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142F-C6B8-4113-8550-8328C2C6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19148-4C45-4D6D-A104-6378DA19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A31DF-A59D-485E-96A5-A47701B6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0F98B-7F62-4B71-B6CC-34C77A50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DE58D-7A9B-42E0-9A44-2C15E97A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59E567-515A-44BC-997A-4A6F145E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411B9-0B9F-407E-8211-B30B6E06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AAC58-8547-4AD1-A4F7-E6C78879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110.5.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4A117-7078-4F56-9C33-FD7AC93D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E9D7C-AE2C-4F23-A141-6E7B4DE9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40A6E1-189C-4B8B-A2FF-410D1C60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294159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DE5327-9EA2-419D-9411-3A0A4F0F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5F6E7-190F-4CDF-B653-3ADE46B7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CE0F95-9616-4993-8951-639DD08F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3F505-EC67-439D-BF14-342204CE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F9E8B-DBBC-43D8-B056-C79D7379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6AE90-E9B0-4123-B315-58FD5589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4B7BD-F177-4CA1-8B8A-5EA993E3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BE276-AAA1-4AB4-A214-3014C1B0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71631-C4D6-4DF6-80C0-2AE9EE55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4B0FB-41AB-4635-B7DB-A01177C5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1C254-B929-41B2-AB6F-34F6D187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F64FD-74B7-4521-BCE3-CC1F369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ED66D-F4BF-4B71-A253-EA8E1AC8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B3B6E-CC48-4092-96D8-FD9B7FBD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5C598-4E70-4C49-8DC1-432DD704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£204.</a:t>
            </a:r>
          </a:p>
        </p:txBody>
      </p:sp>
    </p:spTree>
    <p:extLst>
      <p:ext uri="{BB962C8B-B14F-4D97-AF65-F5344CB8AC3E}">
        <p14:creationId xmlns:p14="http://schemas.microsoft.com/office/powerpoint/2010/main" val="12696052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174BB-C054-4ECF-B507-1CBF713E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3856B-51AC-43BD-81A8-89EFF6DF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ACB93-230F-4C7F-89C6-8B74164C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9FFE0-9D4D-40D4-B2D0-8F47716D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C923D-75D4-47ED-BC7A-B1FDB824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B74434-DB15-4FE5-A967-DF81C90B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94A5C-B40F-4673-88FB-21571417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0826E-8E1C-43C7-B186-AF029E65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37DC8-592D-4413-9FC9-6486ED93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b4522db78f42b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B4D8F-057B-4CCD-BCA8-4F8F6CC1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DB831-1326-4A00-9021-357393A2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12D4BE-7DE1-4DED-A598-95ABF9F8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8F473-5147-48FF-BAC6-FF382545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DE5EA-1484-4D20-963C-CAF9C3F5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608101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6D84A9-9971-40E6-91CC-7E6298C1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9561D-A198-45E9-802A-43AA5942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49D31-1254-42F7-8F78-F084D12A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19B407-B5FD-4A0B-B468-387893E9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2E633-AE03-4B5B-93C7-804540DF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75247-C302-4D0C-A43E-C3064208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805E37-3B42-4DCA-8FDF-52129BBB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17E66-525C-46CF-BF9C-BC60CB9F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9D3BFA-7688-4529-9E46-8D095DED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AD434-4F4D-48B3-952F-F643E971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42F39D-A175-4E69-9266-E7FA401A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3615D-242F-4F4A-AD20-8D5E6BDE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814F3-6209-4B67-BE17-ED0FE9CD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BE51F-16C3-4657-B6D5-0AC787B4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358384-F8E5-4414-BDB9-F60300C8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B135D-17A4-47B5-8CAF-91086FC1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B4FB5-47E5-4752-AF17-514D8760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C15717-949D-428D-ACC6-5EACE7BB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AC78AC-A58C-4E5E-8B9A-3C58D949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694795-AEE0-496B-A9BF-9397C3F3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C8F5C-691C-4400-8A30-23FAD246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£204.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79C2D0-E532-4915-A40E-18599704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856926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E203E-F071-4448-8B1C-8F6C3626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BB18C-1C1B-419F-BBDC-69EBC2AF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22724-DAD1-43CE-B1FE-3C74D4F9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97AD02-31B8-487D-9A09-FFFC26CE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8E4E2-7C93-48AE-B48D-459CD4A5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37B7D-5641-453D-B4E4-55037C2A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94A2E-49BD-466B-89B3-8216B53C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BC879F-B53E-4D8F-98FF-AB19D55E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C591C-1A55-4803-9B21-0F7B09DB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2494A8-E102-4BC3-98B1-2DCBB185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E01BC-6A6C-41DC-BED1-FCA6DC8A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53E2FF-F02E-4806-BF0B-70BD82F1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D4B62-8329-4FB5-A7CE-E8645D3F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B7968-02B0-4318-87D0-A2FE3DCE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1BEB9-8B10-4519-8928-BC88FD82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A74DE5-7D2F-4B59-B3B4-2B74EA2F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2F6FA-C12D-4479-85D7-77BA3E81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B2A298-14CA-4B50-9769-EBE07F49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2A8E0A-A748-4932-8A9C-0CE49E94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9BA884-30FE-4F9D-8CC7-9D207851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A5BE15-622B-4BA4-900F-94F173F2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103833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B916B-F1BB-490C-BCB3-E0D7ACEA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2CF86-13C2-4A3B-91BE-2BBC6DC7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F40C7-B808-47CF-B856-3D079E7E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F3AE4-B301-4D6F-9C62-48BEA125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38536-540B-4B8A-A994-175D446C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1F4D7-E263-4DC1-BE0E-0D0F2F9B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2097C-2D8F-4902-8839-50FB7665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E6F9C-5C20-41AB-B955-00826CAA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A45E6-0A22-49F1-849F-B09EC7A3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7F270C-FE8F-4D6A-A529-139B2D3B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25% of 360.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69662-2C01-4355-9470-59B93FF5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3E691-A2AF-49A2-9963-5719D9DF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3EC2D-9AF9-4178-9EF6-1502B600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026895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0390E8-6A8C-47F1-A494-A0C0EC99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2A535-EB2D-4DC8-9F42-CB9C743B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5E88E5-FEF3-46BD-BB36-50B0CC6A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4A510-EFB7-4BB8-B90C-45C58B3D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1158E-D51B-4561-B0BE-724D707C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BF323-A599-45CF-89D6-7520650A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8BE67-7CE4-450D-AB3E-95830958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BBA3B-6065-42FD-B261-80FEF8E6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516197-9BB8-48AD-BAD2-1913BFAA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66882-B711-4471-A5AF-B92DDD5C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4D5D5-650B-4C04-9889-ED8DC414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989016-A144-4A80-AB6A-FECA2034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599D6-B508-4C6B-81A6-217EF2FB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90538-4ECF-45D3-BB11-1DD65D94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C1A9D0-48E9-4B64-A890-B2D41148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C7A4D7-4926-4001-93B6-F520EE73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9F1230-973B-4D1C-8AF7-E2985929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F36182-95A4-4F2F-A200-8519428B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076741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7F49CD-EB63-4138-B376-F6BE72A6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E8882-F30C-416C-BA58-12E54523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AEF0F-8400-4190-9B4B-20DCADCC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E5EC6-4C62-42C1-931A-58ED6C62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59EC4-C1B5-4FFD-B5FB-3188EB82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4BB12-3121-4F70-80A6-7E7B9984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5FDE5-618A-4FA7-9A83-7BDB53D7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22F80-1E6D-45DD-815C-63458A2D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C48053-32B5-434D-8932-34847C8E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one per cent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F3F00F-6BA7-4A33-B671-CA514F83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49EED-D4CD-4440-944C-298494FE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25487-1DA5-4046-AEE0-6BD4B10D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6D800A-7F5D-4C7F-A479-28A58149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00122F-413B-4B04-BB3A-ABBA1FB0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68FAB-7E90-413A-95B0-66601806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72D436-2664-427E-89D2-BA46B206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70FCB-FCD2-4577-A9F1-6ED3DB79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C6BA35-1FB4-4C42-8672-6408540F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FA5636-579F-41DC-9593-65642C0B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6AF3EA-1E60-42AF-851A-61A91212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6CEDB0-D2F0-4070-8A9C-2BFD7FDB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655EA0-C36B-4138-B985-D420F037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85013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2026-09-09T22:14:09.4820000Z</dcterms:created>
  <dcterms:modified xsi:type="dcterms:W3CDTF">2026-09-09T22:14:09.4820000Z</dcterms:modified>
</coreProperties>
</file>