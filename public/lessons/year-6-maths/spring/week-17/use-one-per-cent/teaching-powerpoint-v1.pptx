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de2ea1992f044b5" /><Relationship Type="http://schemas.openxmlformats.org/officeDocument/2006/relationships/extended-properties" Target="/docProps/app.xml" Id="Re87f1a85049e4a7c" /><Relationship Type="http://schemas.openxmlformats.org/officeDocument/2006/relationships/officeDocument" Target="/ppt/presentation.xml" Id="R0ecaa7a7fce04a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81f5a647b6b414f"/>
  </p:sldMasterIdLst>
  <p:notesMasterIdLst>
    <p:notesMasterId xmlns:r="http://schemas.openxmlformats.org/officeDocument/2006/relationships" r:id="R061e1516c1104fe3"/>
  </p:notesMasterIdLst>
  <p:sldIdLst>
    <p:sldId xmlns:r="http://schemas.openxmlformats.org/officeDocument/2006/relationships" id="256" r:id="Reb1afe7515af44bd"/>
    <p:sldId xmlns:r="http://schemas.openxmlformats.org/officeDocument/2006/relationships" id="257" r:id="Re93c520ac88d43b0"/>
    <p:sldId xmlns:r="http://schemas.openxmlformats.org/officeDocument/2006/relationships" id="258" r:id="R747551e8b2e44ea7"/>
    <p:sldId xmlns:r="http://schemas.openxmlformats.org/officeDocument/2006/relationships" id="259" r:id="R920ac9149a384b91"/>
    <p:sldId xmlns:r="http://schemas.openxmlformats.org/officeDocument/2006/relationships" id="260" r:id="Rfd3de8f80d2c462e"/>
    <p:sldId xmlns:r="http://schemas.openxmlformats.org/officeDocument/2006/relationships" id="261" r:id="R6ee03f8febd74349"/>
    <p:sldId xmlns:r="http://schemas.openxmlformats.org/officeDocument/2006/relationships" id="262" r:id="Rce2e1cc4d17c4d2f"/>
    <p:sldId xmlns:r="http://schemas.openxmlformats.org/officeDocument/2006/relationships" id="263" r:id="Reae8526132654a3a"/>
    <p:sldId xmlns:r="http://schemas.openxmlformats.org/officeDocument/2006/relationships" id="264" r:id="R9938615d43254189"/>
    <p:sldId xmlns:r="http://schemas.openxmlformats.org/officeDocument/2006/relationships" id="265" r:id="R829ee6e0e7ee410c"/>
    <p:sldId xmlns:r="http://schemas.openxmlformats.org/officeDocument/2006/relationships" id="266" r:id="R3dc7835f098f406e"/>
    <p:sldId xmlns:r="http://schemas.openxmlformats.org/officeDocument/2006/relationships" id="267" r:id="R62b8bbc908a84bb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13c6c88f69e4ccc" /><Relationship Type="http://schemas.openxmlformats.org/officeDocument/2006/relationships/slideMaster" Target="/ppt/slideMasters/slideMaster1.xml" Id="R481f5a647b6b414f" /><Relationship Type="http://schemas.openxmlformats.org/officeDocument/2006/relationships/notesMaster" Target="/ppt/notesMasters/notesMaster1.xml" Id="R061e1516c1104fe3" /><Relationship Type="http://schemas.openxmlformats.org/officeDocument/2006/relationships/presProps" Target="/ppt/presProps.xml" Id="R384f1d1ed1b34833" /><Relationship Type="http://schemas.openxmlformats.org/officeDocument/2006/relationships/tableStyles" Target="/ppt/tableStyles.xml" Id="R0e0da72f58684495" /><Relationship Type="http://schemas.openxmlformats.org/officeDocument/2006/relationships/slide" Target="/ppt/slides/slide1.xml" Id="Reb1afe7515af44bd" /><Relationship Type="http://schemas.openxmlformats.org/officeDocument/2006/relationships/slide" Target="/ppt/slides/slide2.xml" Id="Re93c520ac88d43b0" /><Relationship Type="http://schemas.openxmlformats.org/officeDocument/2006/relationships/slide" Target="/ppt/slides/slide3.xml" Id="R747551e8b2e44ea7" /><Relationship Type="http://schemas.openxmlformats.org/officeDocument/2006/relationships/slide" Target="/ppt/slides/slide4.xml" Id="R920ac9149a384b91" /><Relationship Type="http://schemas.openxmlformats.org/officeDocument/2006/relationships/slide" Target="/ppt/slides/slide5.xml" Id="Rfd3de8f80d2c462e" /><Relationship Type="http://schemas.openxmlformats.org/officeDocument/2006/relationships/slide" Target="/ppt/slides/slide6.xml" Id="R6ee03f8febd74349" /><Relationship Type="http://schemas.openxmlformats.org/officeDocument/2006/relationships/slide" Target="/ppt/slides/slide7.xml" Id="Rce2e1cc4d17c4d2f" /><Relationship Type="http://schemas.openxmlformats.org/officeDocument/2006/relationships/slide" Target="/ppt/slides/slide8.xml" Id="Reae8526132654a3a" /><Relationship Type="http://schemas.openxmlformats.org/officeDocument/2006/relationships/slide" Target="/ppt/slides/slide9.xml" Id="R9938615d43254189" /><Relationship Type="http://schemas.openxmlformats.org/officeDocument/2006/relationships/slide" Target="/ppt/slides/slide10.xml" Id="R829ee6e0e7ee410c" /><Relationship Type="http://schemas.openxmlformats.org/officeDocument/2006/relationships/slide" Target="/ppt/slides/slide11.xml" Id="R3dc7835f098f406e" /><Relationship Type="http://schemas.openxmlformats.org/officeDocument/2006/relationships/slide" Target="/ppt/slides/slide12.xml" Id="R62b8bbc908a84b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b9ca2ed47648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02b228e609440a" /><Relationship Type="http://schemas.openxmlformats.org/officeDocument/2006/relationships/notesMaster" Target="/ppt/notesMasters/notesMaster1.xml" Id="R149bc1ced52145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a9fb47cfcf54e31" /><Relationship Type="http://schemas.openxmlformats.org/officeDocument/2006/relationships/notesMaster" Target="/ppt/notesMasters/notesMaster1.xml" Id="R0875763fba5d4b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b1389ab3fe74442" /><Relationship Type="http://schemas.openxmlformats.org/officeDocument/2006/relationships/notesMaster" Target="/ppt/notesMasters/notesMaster1.xml" Id="Re3b829e4506b45d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814a4f7b8c4149" /><Relationship Type="http://schemas.openxmlformats.org/officeDocument/2006/relationships/notesMaster" Target="/ppt/notesMasters/notesMaster1.xml" Id="Rfe1b8cedb4e141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2ba67e00d34f6a" /><Relationship Type="http://schemas.openxmlformats.org/officeDocument/2006/relationships/notesMaster" Target="/ppt/notesMasters/notesMaster1.xml" Id="R8879c587488f454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bf71dbda3084200" /><Relationship Type="http://schemas.openxmlformats.org/officeDocument/2006/relationships/notesMaster" Target="/ppt/notesMasters/notesMaster1.xml" Id="R43035c9c71eb48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0c551c3c8ef44f2" /><Relationship Type="http://schemas.openxmlformats.org/officeDocument/2006/relationships/notesMaster" Target="/ppt/notesMasters/notesMaster1.xml" Id="R15f3abc303d6408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7fb678c0b8f4d0a" /><Relationship Type="http://schemas.openxmlformats.org/officeDocument/2006/relationships/notesMaster" Target="/ppt/notesMasters/notesMaster1.xml" Id="R500c9b14b49b4c8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5a002c6bf264788" /><Relationship Type="http://schemas.openxmlformats.org/officeDocument/2006/relationships/notesMaster" Target="/ppt/notesMasters/notesMaster1.xml" Id="R58dc5d8ef401454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a22484995de48a8" /><Relationship Type="http://schemas.openxmlformats.org/officeDocument/2006/relationships/notesMaster" Target="/ppt/notesMasters/notesMaster1.xml" Id="R487453243a5247c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138aeaf48724ffb" /><Relationship Type="http://schemas.openxmlformats.org/officeDocument/2006/relationships/notesMaster" Target="/ppt/notesMasters/notesMaster1.xml" Id="R8e8839d421ac40b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6384b1fd3da4b09" /><Relationship Type="http://schemas.openxmlformats.org/officeDocument/2006/relationships/notesMaster" Target="/ppt/notesMasters/notesMaster1.xml" Id="Re6e74c8d0b35417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Hundred squares, bar models, double number lines, calculators for checking,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£204. | Find a useful percentage such as 10%, 5% or 1%. | Calculate the percentage of the original amount first, then apply that change in the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percentage, per cent, amount, discount, increase, decrease.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110.5.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£204.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Calculate the percentage of the original amount first, then apply that change in the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£204..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240..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90.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240.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240. | Calculate the percentage of the original amount first, then apply that change in the context.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34a921b429401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9a1f2a8d054008" /><Relationship Type="http://schemas.openxmlformats.org/officeDocument/2006/relationships/slideLayout" Target="/ppt/slideLayouts/slideLayout1.xml" Id="R161f4131dad844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61f4131dad844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d2b114862e4895" /><Relationship Type="http://schemas.openxmlformats.org/officeDocument/2006/relationships/notesSlide" Target="/ppt/notesSlides/notesSlide1.xml" Id="R2d744e90afc9496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ee36cd162749e1" /><Relationship Type="http://schemas.openxmlformats.org/officeDocument/2006/relationships/notesSlide" Target="/ppt/notesSlides/notesSlide2.xml" Id="Rd3c99ac1de8643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f27d9fa6f445bb" /><Relationship Type="http://schemas.openxmlformats.org/officeDocument/2006/relationships/notesSlide" Target="/ppt/notesSlides/notesSlide3.xml" Id="R2652c7b342e3469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865156bcf54ad6" /><Relationship Type="http://schemas.openxmlformats.org/officeDocument/2006/relationships/notesSlide" Target="/ppt/notesSlides/notesSlide4.xml" Id="R0002154c03fb47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46a5a4c3624dbc" /><Relationship Type="http://schemas.openxmlformats.org/officeDocument/2006/relationships/notesSlide" Target="/ppt/notesSlides/notesSlide5.xml" Id="Rfe6668ae127542a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d1d9a3cf98474c" /><Relationship Type="http://schemas.openxmlformats.org/officeDocument/2006/relationships/notesSlide" Target="/ppt/notesSlides/notesSlide6.xml" Id="R4f9051ab98ca415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8577756bb54139" /><Relationship Type="http://schemas.openxmlformats.org/officeDocument/2006/relationships/image" Target="/ppt/media/image.png" Id="R3936fdff09de4bc4" /><Relationship Type="http://schemas.openxmlformats.org/officeDocument/2006/relationships/notesSlide" Target="/ppt/notesSlides/notesSlide7.xml" Id="Rae3317a9384b469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a05a7704994ddf" /><Relationship Type="http://schemas.openxmlformats.org/officeDocument/2006/relationships/notesSlide" Target="/ppt/notesSlides/notesSlide8.xml" Id="R41d81257780d449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c2c0e15f4243a5" /><Relationship Type="http://schemas.openxmlformats.org/officeDocument/2006/relationships/notesSlide" Target="/ppt/notesSlides/notesSlide9.xml" Id="R3845c4c2e5a744f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dc9da8817d4dbb" /><Relationship Type="http://schemas.openxmlformats.org/officeDocument/2006/relationships/notesSlide" Target="/ppt/notesSlides/notesSlide10.xml" Id="Rfbce001d8eb74c0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de054650a24ad0" /><Relationship Type="http://schemas.openxmlformats.org/officeDocument/2006/relationships/notesSlide" Target="/ppt/notesSlides/notesSlide11.xml" Id="R703b6295e488495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06a3e3d6884d37" /><Relationship Type="http://schemas.openxmlformats.org/officeDocument/2006/relationships/notesSlide" Target="/ppt/notesSlides/notesSlide12.xml" Id="R9489a27552c64d7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CDA4EA-89ED-4B94-A5D5-C56929F2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7A5CDB-D9E4-48FB-B066-EFB8D11AF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58868A-309A-47B5-82DA-0CE86CE8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1B76D0-C30B-4CD4-A775-0D1C33CBB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CA7F24-157E-420C-884B-896DD657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1A7080-DBEB-4F7D-99BD-BDEB27FD1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4267DC-392E-44AA-9642-50787CA6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1B4B0F-C37B-4A39-8002-59CF04247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135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any whole-number percentage using the value of 1%.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4C3FA7-9D4E-475F-8AAA-AD9CF27F1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7CB982-A620-4251-BAE2-0ACC1C43A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Hundred squares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81D0C9-3D46-4D6D-8678-429AD6340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9157099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8C227F-59A3-4398-BA25-692270E11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74D4EC-A885-495E-8979-C00F3904B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EDC647-6BDE-4C49-B055-624C7F437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55F9BD-65B0-4987-A7BC-0C5D4F2C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873E39-E295-48F8-81D7-25AFCAD8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2CBEC9-CED0-4182-BAC3-01A8B5822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0520D2-E5E2-4AE0-B337-3CCA9308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0FB1DD-7878-413D-A66A-2928AE70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6B4CA9-87B4-4223-B417-F377040F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DAC0DD-6AD9-44A9-9E6C-29E85EE6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CC40CB-7C98-4D68-BE75-19FA8026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5BFC98-D551-4523-A649-F008EAA8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AD1ED1-7CE4-447D-BC27-0C589C31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Find percentages of amounts and use percentages in multi-step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77AF45-2B07-413F-A487-0994EB50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D7D6B0-F844-410F-B93D-3A8256A6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5C7203-34C9-4E73-B953-38BEFFC0A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6135B4-F80E-4207-81F0-B165DAE82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£240 coat is reduced by 15%. What is the sale price?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DBFCCD-95C1-4D75-B9C3-E6C83187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206B80-8E3D-45B3-8E88-B06F27661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5B4B99-2698-4E30-8A45-58650C79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47E1C1-0933-40C6-9115-D4D4A8435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17% of 650.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146535-3248-40D2-B92E-A080658F5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57718253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F06F9C-97AB-41D8-B917-B375012D6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1B5EB1-9CCE-4EB2-9D8B-CEACEC2C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4AA904-69AB-492D-A876-811126EF5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2E146A-2C1B-49FD-969A-A44272D9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C072EA-C891-4404-B94F-F03C7E95C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C8B038-FC26-4599-9897-B0C74C0F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B99714-1045-43BD-ACD2-5E70AFA1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617076-06A8-4127-8682-946D7B87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EF7F6D-C436-4BF8-84E5-CDCA2E1D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2A14BF-B4AD-4464-9696-259B2F54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any whole-number percentage using the value of 1%.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423F8E-7628-438E-AA8D-B2373481A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41AC39-5B6D-4199-B346-6A1AC6529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Find a useful percentage such as 10%, 5% or 1%.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64F783-690B-4E8A-A06C-A1C6C6E46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Combine or scale the known percentage to reach the required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1CC48F-4F93-4F3C-8020-988C40ED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against the whole amount and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864938-1ED0-4073-AFCA-A873543B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percentage  |  per cent  |  amount  |  discount  |  increase  |  decrease</a:t>
            </a:r>
          </a:p>
        </p:txBody>
      </p:sp>
    </p:spTree>
    <p:extLst>
      <p:ext uri="{BB962C8B-B14F-4D97-AF65-F5344CB8AC3E}">
        <p14:creationId xmlns:p14="http://schemas.microsoft.com/office/powerpoint/2010/main" val="6206743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68F40E-6AFC-4503-985C-38CE8D37C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7631AD-9244-4A0E-B976-8F46928F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C6BA1D-A7D1-4BE1-B7F8-2413613D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617013-AFA5-4AB5-B415-EBAFE0BB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00A29D-02A1-4634-A018-49B87907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AD71B6-6C47-451A-BC6B-D5712D7F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779F63-7F9F-4FFA-B34C-224B5703A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D4E77A-9ADC-43EA-8878-9CFDCF01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12BBBB-35D8-4056-9640-D9CEEB07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EEEC6E-F54B-4451-83EA-C197C87D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17% of 650.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6DDB02-B558-4A72-B806-CE6B5DEE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693DD4-48ED-4201-8325-BD000855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FA51E7-24F3-40A6-902F-E51A6F98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Find a useful percentage such as 10%, 5% or 1%.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76571A-76E9-4427-9F5C-D600841FB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653F1C-66C6-48B2-950E-827BC0F5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D1A823-2A90-45AF-97E0-FBC41725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Combine or scale the known percentage to reach the required value.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C32DF2-3091-4FBD-B955-3334327E1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E8623F-0089-4A9D-BB7E-B79464CD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19CAE1-4854-4D26-9F6F-0A92F40A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110.5.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5228F5-5158-4583-B216-5129375D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FE304E-A3FA-4530-B47B-3636ADA5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4BEB09-F42F-4285-BD19-95B244212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result against the whole amount and context.</a:t>
            </a:r>
          </a:p>
        </p:txBody>
      </p:sp>
    </p:spTree>
    <p:extLst>
      <p:ext uri="{BB962C8B-B14F-4D97-AF65-F5344CB8AC3E}">
        <p14:creationId xmlns:p14="http://schemas.microsoft.com/office/powerpoint/2010/main" val="2374400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084F3E-EC26-4E68-9778-F9429788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F97080-2A97-4A26-A251-5E848B5AB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6ED1A0-8143-4814-BCFB-36A6E9B5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5A19AC-0992-4042-86A0-3AAEE0C4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8A6FEA-9C91-41E5-A0F0-D571C215D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AE4B28-DA64-416E-8574-307DDBBD8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EDB403-B13B-4470-80FC-93505E450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5B647D-85DF-4A84-A777-D3AF6CDD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A8B35D-B947-41B1-92C9-6FE61139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5EB3A3-079E-41A4-BE8E-BB76A64D6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2F3B39-5C21-447E-BA66-2B073B39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110.5.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B8AFE5-D130-40ED-83F8-A43F4A283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5DC292-BCB0-4F8B-B16C-1833DC59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against the whole amount and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C77296-3F69-4124-A28C-27BDB143A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1857000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FD0693-A006-4B01-9C93-1635649D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0189F2-8E8C-4A24-B16C-ED49BE68E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DEFFD7-F35F-43C7-BD10-582358D0F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D566C7-02CF-4A9B-B2BA-0C9EB211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D72BF9-0229-4EFF-943C-BCA9D9207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D71743-24BF-4DD6-86F4-838FA59F9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5DE161-CA26-441D-9716-F2BC0C87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1402AA-35A8-4875-8091-F9717097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D0BF44-8CAF-4AFB-9B93-3E0C6745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66C2AA-1811-4924-BE39-BD21F2AB6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£240 coat is reduced by 15%. What is the sale price?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A45E04-C4BA-47DD-8E0F-7F72E9D7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4B0A9C-782F-4FC9-AE81-327565BDD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D6A608-5CF6-4A01-891C-E06BEF7C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4EDA36-1B70-4EE7-B2BD-703550FB1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92B44B-AC20-45F1-92A6-268EB20C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£204.</a:t>
            </a:r>
          </a:p>
        </p:txBody>
      </p:sp>
    </p:spTree>
    <p:extLst>
      <p:ext uri="{BB962C8B-B14F-4D97-AF65-F5344CB8AC3E}">
        <p14:creationId xmlns:p14="http://schemas.microsoft.com/office/powerpoint/2010/main" val="16176438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45862F-9E2C-4E0B-BE9E-8CE8F0A4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DCFC96-AE38-4B76-AABF-72CC1639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567F69-1025-410C-A2B2-835402383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7AFE11-01D1-4D19-86E6-9118E93FE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A9B422-3079-4900-9EDB-38A391E3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921542-85A2-49C6-BF65-9C45977C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3C1E1B-4F59-4279-B81D-B25C99BD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A0F788-CB63-4F92-B691-043CF95E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AA760D-E1BD-49DD-B34A-79138E63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36fdff09de4bc4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032A68-34D4-45D5-A760-B1E9FBB9E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D2A9FC-13FC-49B8-B172-AAFBD38D0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subtracts the percentage number rather than the percentage amount.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CF2893-8496-4638-9436-D302CC3B4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2A7003-A8EF-4D4F-AA8E-83170C40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463B28-3C71-4742-B28D-9868EFA4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Calculate the percentage of the original amount first, then apply that change in the context.</a:t>
            </a:r>
          </a:p>
        </p:txBody>
      </p:sp>
    </p:spTree>
    <p:extLst>
      <p:ext uri="{BB962C8B-B14F-4D97-AF65-F5344CB8AC3E}">
        <p14:creationId xmlns:p14="http://schemas.microsoft.com/office/powerpoint/2010/main" val="4329601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6A503C-FC23-4BE0-8649-6C9375A8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F59AC3-ADF1-49C9-987D-523A814BC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3E5194-B836-400E-85BB-B4457E572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DBF844-C9BF-4E1A-B2FD-493F780A8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40AEDA-1EBB-4D8B-82FB-2F4861A76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998620-BE00-4564-80E1-925415C2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88E552-73F6-40D4-957F-C58DFB4C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83840D-1975-4279-8974-123EBC8A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543E8E-1B5D-4722-8680-665A7FDC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AB3A20-675A-40D1-8CA6-C027313EC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5BE901-ED8C-4668-AD79-B4E8AAA07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767932-41ED-43D5-8FE3-B88F1C89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0E9F1E-1CC7-442A-B8D2-DD480334C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£240 coat is reduced by 15%. What is the sale price?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8B14FB-8661-471B-B52E-77CB47683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1483A5-EAF6-4F34-9AEB-3D467044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E8B8B7-8858-4AC1-A3F1-5C3A8286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2130FA-CA9A-4106-879C-38F25CB5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C65446-05A7-4968-8033-2716865B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F5687B-9053-4E1F-A379-C5173138D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A7B1CD-782A-4DF4-9A6D-1557E597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F61F60-A667-4AB4-9519-C2E2103E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£204.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5695CF-6D09-4C1F-AD9D-5040D45C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7443466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AB27F9-B5CC-486B-AE42-09A0E77C0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4D995-9BB0-43BF-AED2-4187435A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448410-FCBF-47B0-8752-B1EDB5D2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3A7699-3809-4344-A74E-AA7471EA0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8D46B4-5EAA-4FE4-9497-F87E3E81B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DB046B-63DB-479F-A701-5AFE3F0E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83CA96-FB5A-47F1-9B76-DE13FA29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6B7FD0-FA22-4053-BA9C-D66810C24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EEE287-F83D-4073-9211-E73E1ADB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137678-FABE-4D19-AE52-BC3E3057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76B319-B981-4DEA-84CE-D7D2F0E01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7AE25A-C27F-4699-8D48-2EF3475B2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1800EE-D406-49C8-8D17-798DB57A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84 is 35% of a number. What is the number?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658CB7-350E-483E-A4BE-0693D000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4E1884-6EAB-47CA-BD62-3EC1D8F8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AF1A80-A014-440E-A419-CF68976A4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31698C-6EE5-4280-BD3B-C99786B27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DB205B-27FC-43B3-80F7-500A0710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A28A07-D4FE-4AB9-9C77-1508D3F8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DAFAA0-5FAC-48DE-8F20-B0BEC47A3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AE4CFA-1064-4EBD-B28E-242C0453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5319868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8E62A0-E6E4-45BB-A513-EE51CBEC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49F465-C9AC-4D1E-868E-8766D0DF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6FBE17-0754-43AD-A76B-069520603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80B6D3-C811-4EC9-9006-386725B14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B3EF33-63DB-4308-97E1-477F69192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951D9B-3DA6-440F-B999-34F4E7EA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CAFAB6-8037-4442-BC31-D241AC0DA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ACA7D9-9F6F-444D-820B-B6BC647C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FC8E6A-EE95-4F17-A23F-D54B2753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14D3E3-C732-4F34-9AA7-096E8E7E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Find 25% of 360.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96D9E7-A662-40B4-81DC-52D26532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79E0B3-F344-4D5C-ABEF-002DACA0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A42260-115B-42FE-B702-F30FA780A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90.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21292195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616E19-025E-44E6-8710-EBE8C5B0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D96F14-2C9F-486C-B254-5C008D7BE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5603D1-B37C-4B1A-9717-4FF2D7E3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BABC66-CF11-4441-8010-DC05FAB7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A16127-3833-4536-89CF-76BEC3A4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953C7A-4909-4ECB-828B-18022B5F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E14A52-677E-42A7-868F-D85FCCF1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99D66C-9D22-4591-897D-1EA6CFF0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0A2AE5-7E39-432C-B095-396BB8C6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325485-70A2-452B-933D-72855749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EBEE78-C309-4D31-B789-D86B1CF5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D46E4C-6740-4646-9C6F-F68BDC796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84 is 35% of a number. What is the number?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033EA8-520C-43B3-AA75-BBB7829F0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6DB2C4-719C-4785-B302-59FC0B0B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DB4D0F-8D2F-458A-BE82-512915AB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F32D79-F406-45D2-B4B3-F36E6CBE5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240.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F58256-C0BB-4BB0-9062-2BB7BF24C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D067F8-3E14-4BD9-A116-11EC39D1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514900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5D7283-4E3D-4F9D-B01E-7444A486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B801D6-AA37-4427-8218-1A5186A7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A75E41-4C1F-4E5D-B1AF-0646941B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C795A2-0AA8-41AF-9A72-176953F4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DDE27E-4E79-4188-AD4F-2066B287E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63E5FF-FCF5-40E3-83B8-BA4FF056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4DEC01-2A66-493D-9A69-753B37CD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0B79AB-AC5D-4983-A356-5A6324166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4F3330-8051-4AA6-9570-729DC90FA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A3E149-98EB-4E8F-9045-456072F5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613745-39EF-45BD-8D71-953082C3A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516309-7964-4781-B427-41AE0CC21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CB0EE2-40B3-429E-9EF6-2D6B7CD7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84 is 35% of a number. What is the number?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642E5D-343E-40C5-A7AF-4EC96F47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C6DA3D-813B-48D2-9BE5-4DF1A19F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636031-9319-47B8-B8FC-C93627BEB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270E4F-3D4E-4240-A6DA-E32D970C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subtracts the percentage number rather than the percentage amount.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396159-7E78-4F4A-9033-116BEA38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5BB52E-91F4-4AF7-A9ED-4221D92CF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27A85A-D1A4-41F6-9DA8-756B0739B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47C5F9-3907-4799-8A8C-7A7BFFCE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5365F2-21BF-4FFB-8872-198D61D9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4241415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2026-09-09T20:47:02.6300000Z</dcterms:created>
  <dcterms:modified xsi:type="dcterms:W3CDTF">2026-09-09T20:47:02.6300000Z</dcterms:modified>
</coreProperties>
</file>