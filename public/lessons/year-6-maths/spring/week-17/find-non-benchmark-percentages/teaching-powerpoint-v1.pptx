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cb0ccec501453b" /><Relationship Type="http://schemas.openxmlformats.org/officeDocument/2006/relationships/extended-properties" Target="/docProps/app.xml" Id="Rd24c144db79140ba" /><Relationship Type="http://schemas.openxmlformats.org/officeDocument/2006/relationships/officeDocument" Target="/ppt/presentation.xml" Id="Rf2e5a65834ad4c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7500f53e2b4120"/>
  </p:sldMasterIdLst>
  <p:notesMasterIdLst>
    <p:notesMasterId xmlns:r="http://schemas.openxmlformats.org/officeDocument/2006/relationships" r:id="Rb77be57ee166425b"/>
  </p:notesMasterIdLst>
  <p:sldIdLst>
    <p:sldId xmlns:r="http://schemas.openxmlformats.org/officeDocument/2006/relationships" id="256" r:id="Re0f1826b291b4de3"/>
    <p:sldId xmlns:r="http://schemas.openxmlformats.org/officeDocument/2006/relationships" id="257" r:id="Rf52648dcfe794feb"/>
    <p:sldId xmlns:r="http://schemas.openxmlformats.org/officeDocument/2006/relationships" id="258" r:id="R540a4bccf8a243b0"/>
    <p:sldId xmlns:r="http://schemas.openxmlformats.org/officeDocument/2006/relationships" id="259" r:id="Rbf8e8dcf0fa14d26"/>
    <p:sldId xmlns:r="http://schemas.openxmlformats.org/officeDocument/2006/relationships" id="260" r:id="Rd01fb2beffe24430"/>
    <p:sldId xmlns:r="http://schemas.openxmlformats.org/officeDocument/2006/relationships" id="261" r:id="Rd27e0f6bcd2846cc"/>
    <p:sldId xmlns:r="http://schemas.openxmlformats.org/officeDocument/2006/relationships" id="262" r:id="Rfb0e32faa2354735"/>
    <p:sldId xmlns:r="http://schemas.openxmlformats.org/officeDocument/2006/relationships" id="263" r:id="R669a32b0bbe64d12"/>
    <p:sldId xmlns:r="http://schemas.openxmlformats.org/officeDocument/2006/relationships" id="264" r:id="R409bbeea6ae04a2c"/>
    <p:sldId xmlns:r="http://schemas.openxmlformats.org/officeDocument/2006/relationships" id="265" r:id="R8aced95e96514c75"/>
    <p:sldId xmlns:r="http://schemas.openxmlformats.org/officeDocument/2006/relationships" id="266" r:id="R2125c3a1eca940f3"/>
    <p:sldId xmlns:r="http://schemas.openxmlformats.org/officeDocument/2006/relationships" id="267" r:id="Rda3d80c029ee4b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1ba1b9887b4e77" /><Relationship Type="http://schemas.openxmlformats.org/officeDocument/2006/relationships/slideMaster" Target="/ppt/slideMasters/slideMaster1.xml" Id="Rb07500f53e2b4120" /><Relationship Type="http://schemas.openxmlformats.org/officeDocument/2006/relationships/notesMaster" Target="/ppt/notesMasters/notesMaster1.xml" Id="Rb77be57ee166425b" /><Relationship Type="http://schemas.openxmlformats.org/officeDocument/2006/relationships/presProps" Target="/ppt/presProps.xml" Id="R3ee2775d18f54f79" /><Relationship Type="http://schemas.openxmlformats.org/officeDocument/2006/relationships/tableStyles" Target="/ppt/tableStyles.xml" Id="R7dc995742eb540ba" /><Relationship Type="http://schemas.openxmlformats.org/officeDocument/2006/relationships/slide" Target="/ppt/slides/slide1.xml" Id="Re0f1826b291b4de3" /><Relationship Type="http://schemas.openxmlformats.org/officeDocument/2006/relationships/slide" Target="/ppt/slides/slide2.xml" Id="Rf52648dcfe794feb" /><Relationship Type="http://schemas.openxmlformats.org/officeDocument/2006/relationships/slide" Target="/ppt/slides/slide3.xml" Id="R540a4bccf8a243b0" /><Relationship Type="http://schemas.openxmlformats.org/officeDocument/2006/relationships/slide" Target="/ppt/slides/slide4.xml" Id="Rbf8e8dcf0fa14d26" /><Relationship Type="http://schemas.openxmlformats.org/officeDocument/2006/relationships/slide" Target="/ppt/slides/slide5.xml" Id="Rd01fb2beffe24430" /><Relationship Type="http://schemas.openxmlformats.org/officeDocument/2006/relationships/slide" Target="/ppt/slides/slide6.xml" Id="Rd27e0f6bcd2846cc" /><Relationship Type="http://schemas.openxmlformats.org/officeDocument/2006/relationships/slide" Target="/ppt/slides/slide7.xml" Id="Rfb0e32faa2354735" /><Relationship Type="http://schemas.openxmlformats.org/officeDocument/2006/relationships/slide" Target="/ppt/slides/slide8.xml" Id="R669a32b0bbe64d12" /><Relationship Type="http://schemas.openxmlformats.org/officeDocument/2006/relationships/slide" Target="/ppt/slides/slide9.xml" Id="R409bbeea6ae04a2c" /><Relationship Type="http://schemas.openxmlformats.org/officeDocument/2006/relationships/slide" Target="/ppt/slides/slide10.xml" Id="R8aced95e96514c75" /><Relationship Type="http://schemas.openxmlformats.org/officeDocument/2006/relationships/slide" Target="/ppt/slides/slide11.xml" Id="R2125c3a1eca940f3" /><Relationship Type="http://schemas.openxmlformats.org/officeDocument/2006/relationships/slide" Target="/ppt/slides/slide12.xml" Id="Rda3d80c029ee4b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8213db74e94d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eeef20901c4695" /><Relationship Type="http://schemas.openxmlformats.org/officeDocument/2006/relationships/notesMaster" Target="/ppt/notesMasters/notesMaster1.xml" Id="Ra11cb6754d284a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00f8f336a6475e" /><Relationship Type="http://schemas.openxmlformats.org/officeDocument/2006/relationships/notesMaster" Target="/ppt/notesMasters/notesMaster1.xml" Id="R0616dd8ec9754f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16bea3a7a648f2" /><Relationship Type="http://schemas.openxmlformats.org/officeDocument/2006/relationships/notesMaster" Target="/ppt/notesMasters/notesMaster1.xml" Id="Rdc280c9928ab47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42ff1718034508" /><Relationship Type="http://schemas.openxmlformats.org/officeDocument/2006/relationships/notesMaster" Target="/ppt/notesMasters/notesMaster1.xml" Id="Rbf6cebaff85941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cdd21f8aac465b" /><Relationship Type="http://schemas.openxmlformats.org/officeDocument/2006/relationships/notesMaster" Target="/ppt/notesMasters/notesMaster1.xml" Id="Rb795a9fcc26b41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3bf3547b3341e6" /><Relationship Type="http://schemas.openxmlformats.org/officeDocument/2006/relationships/notesMaster" Target="/ppt/notesMasters/notesMaster1.xml" Id="R10806783f4824c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0db2a408554b07" /><Relationship Type="http://schemas.openxmlformats.org/officeDocument/2006/relationships/notesMaster" Target="/ppt/notesMasters/notesMaster1.xml" Id="R5a55ca6d4f7046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f4d53489cc4468" /><Relationship Type="http://schemas.openxmlformats.org/officeDocument/2006/relationships/notesMaster" Target="/ppt/notesMasters/notesMaster1.xml" Id="R4ed774e91e9d4f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c33bb2280c4617" /><Relationship Type="http://schemas.openxmlformats.org/officeDocument/2006/relationships/notesMaster" Target="/ppt/notesMasters/notesMaster1.xml" Id="R30a3b4ec02c541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0d606aa4844957" /><Relationship Type="http://schemas.openxmlformats.org/officeDocument/2006/relationships/notesMaster" Target="/ppt/notesMasters/notesMaster1.xml" Id="Re72e94e51f2842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72c0d7fc79d4f8e" /><Relationship Type="http://schemas.openxmlformats.org/officeDocument/2006/relationships/notesMaster" Target="/ppt/notesMasters/notesMaster1.xml" Id="R43a79a6d219c4e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a8c32686d248c1" /><Relationship Type="http://schemas.openxmlformats.org/officeDocument/2006/relationships/notesMaster" Target="/ppt/notesMasters/notesMaster1.xml" Id="R170753d9707c45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110.5.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168.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110.5.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110.5..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£204..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£204.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£204.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bb95dbac34c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73bc953ea94ec9" /><Relationship Type="http://schemas.openxmlformats.org/officeDocument/2006/relationships/slideLayout" Target="/ppt/slideLayouts/slideLayout1.xml" Id="R167d8b88b15249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7d8b88b15249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1386a0df5408f" /><Relationship Type="http://schemas.openxmlformats.org/officeDocument/2006/relationships/notesSlide" Target="/ppt/notesSlides/notesSlide1.xml" Id="Rfb6a29f42e6d48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c183d454f4e44" /><Relationship Type="http://schemas.openxmlformats.org/officeDocument/2006/relationships/notesSlide" Target="/ppt/notesSlides/notesSlide2.xml" Id="R9ebcbaaa318841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dbf8e0bfe4816" /><Relationship Type="http://schemas.openxmlformats.org/officeDocument/2006/relationships/notesSlide" Target="/ppt/notesSlides/notesSlide3.xml" Id="R925127b9942a4e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9659acff24de7" /><Relationship Type="http://schemas.openxmlformats.org/officeDocument/2006/relationships/notesSlide" Target="/ppt/notesSlides/notesSlide4.xml" Id="R0751aa895947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1f26578cf41a7" /><Relationship Type="http://schemas.openxmlformats.org/officeDocument/2006/relationships/notesSlide" Target="/ppt/notesSlides/notesSlide5.xml" Id="R8de36f9c615e46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9f177414f41af" /><Relationship Type="http://schemas.openxmlformats.org/officeDocument/2006/relationships/notesSlide" Target="/ppt/notesSlides/notesSlide6.xml" Id="R85446150875649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e5d2b6c7c4a11" /><Relationship Type="http://schemas.openxmlformats.org/officeDocument/2006/relationships/image" Target="/ppt/media/image.png" Id="R381c450b9c374564" /><Relationship Type="http://schemas.openxmlformats.org/officeDocument/2006/relationships/notesSlide" Target="/ppt/notesSlides/notesSlide7.xml" Id="Rf36717b720a648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ad067259c44b5" /><Relationship Type="http://schemas.openxmlformats.org/officeDocument/2006/relationships/notesSlide" Target="/ppt/notesSlides/notesSlide8.xml" Id="Rb41f7142a8bf42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479a6bd954e82" /><Relationship Type="http://schemas.openxmlformats.org/officeDocument/2006/relationships/notesSlide" Target="/ppt/notesSlides/notesSlide9.xml" Id="R4d43b78148564c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e3c952abc45b6" /><Relationship Type="http://schemas.openxmlformats.org/officeDocument/2006/relationships/notesSlide" Target="/ppt/notesSlides/notesSlide10.xml" Id="Re9f65800f62249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0da5fd73c4c40" /><Relationship Type="http://schemas.openxmlformats.org/officeDocument/2006/relationships/notesSlide" Target="/ppt/notesSlides/notesSlide11.xml" Id="R57360ab3a1bf45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4f49b2b6f4697" /><Relationship Type="http://schemas.openxmlformats.org/officeDocument/2006/relationships/notesSlide" Target="/ppt/notesSlides/notesSlide12.xml" Id="Rfc1db88c1ff04e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86BF2-2BFE-4BA2-AA36-539937A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7ED3E-DC39-4EFF-897A-3F4904BA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282D3-FF75-486B-AD0E-F8042B30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18569-88A7-4996-9B26-6C96929B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BCE2B-15EB-4DB9-92E9-C56890F5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EF161-B7B9-4EEB-9DCA-66902D4F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DFF47-F4CA-40C1-B58B-F8E0D4AF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140773-0174-4568-8122-C9CFA799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percentages by combining known parts.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28AE2-C263-4C94-8056-F874A0C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837AC-578D-4B2F-AE0A-3CE63BE5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E6B62-76B8-47D8-B78D-0734F7F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26871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59C2A-D027-44F1-85DE-6973AA11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7FD54-8AF5-4818-9BD8-085E2133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F36D7-C3F3-474B-9157-542AFAA3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93C8B-0170-455B-B007-F493C20A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DDC25-5624-4C1B-AE19-A8631976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5C570-8AEF-46A2-BD96-C5621D34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359E9-7D61-4B14-B6EA-E6B94610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7EC7B-DCC1-4BCE-B6EE-5C7C9025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B54D3-BAD6-48D3-AFAD-3A4877A1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8FC162-24FF-4FE0-A668-00CAA78A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7D25E-97E4-4340-956C-8A0688B0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EB45B-6B24-4A8F-BD4D-02045754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D036A-70F7-440C-AC5E-93B285AA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053BAC-17FC-4807-B2A4-06784CAA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67DDF4-055E-44DB-AF99-E376D9F3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7AE5E-5ABE-4D5D-8F57-945CC039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CB2A9-14B4-4398-A7C8-09928C54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7AB8EE-6557-4405-9B6B-64B4C48F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C6913-B123-4449-9A42-9918B5A3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FAACEC-7F47-444C-B19E-7A9AEC14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5AC260-417F-4DBD-A373-CBCC76E4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35% of 480.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82464-A343-4272-845F-4F3431A2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448748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EC2D53-BFC6-459F-AD03-E7E97A44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72290-5E62-4E12-B709-DF4D0FEF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D8710-E050-4E9C-B90E-8A2B474C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1F2FA-BE8B-4BBF-96A6-55554BA0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2BC31-D161-4298-B69E-76F92D6F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1D926A-28C1-4DA3-8DED-FE26377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2BFAE-7AA3-48C8-A2DD-ADB48B5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F3E13-ECF9-44BD-A761-F5DE1706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26C853-C185-43A6-AF6A-416A2A76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EA243-A0E4-4BC4-9E3A-C2623376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percentages by combining known parts.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607DA-B8EB-409E-B6D2-E4E9C57C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A745E-89F2-43B3-A0B1-A4CC6050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C4BE1-A10C-4513-A77C-C3050D8E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21FBE-A338-438A-8AC4-C538D848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56215-95A4-4594-A2B8-8033E63A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19483212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13C4B-0436-40EE-96AF-267FD86D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59BEF7-E4F4-4416-8463-47AC8F54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756E17-6B19-4A28-B18F-F571196B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8ADDD-17BF-4221-A8A0-8B4D61A2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08823-5F06-4C96-A7AF-C28F022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F35F1-D7B8-4AD4-B346-0972F09E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A05D6-F679-4979-9CED-EB61F724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EFA09-8595-472B-921C-A421AB9C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C11DC-1275-4D33-BF5D-E72F5A0A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75328-6E6E-4391-AB6D-E780344E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47A28-DA7C-4520-A306-ABA154BB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EA1ED-9FF0-4EEC-9887-AB888A0A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36CFB3-C976-43E5-AE71-B83A143E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useful percentage such as 10%, 5% or 1%.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629AE-C40F-42E0-8A70-F5DC5639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B4455-7CB9-4121-8A73-71AD2267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BFAEF3-6B1D-42C8-B997-DDCD99F6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Combine or scale the known percentage to reach the required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E1984C-7D3C-4C90-ACFC-4B6B3D8F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ABC72-5000-49B3-A709-B742AB7B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803E8D-D224-43F5-B152-4C4AB120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168.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D4660-424D-4E58-93E3-EB9F9D32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3DDFB7-977E-4744-83C3-C0BB79AA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1EFCA-2509-4B06-8581-C32A57DE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against the whole amount and context.</a:t>
            </a:r>
          </a:p>
        </p:txBody>
      </p:sp>
    </p:spTree>
    <p:extLst>
      <p:ext uri="{BB962C8B-B14F-4D97-AF65-F5344CB8AC3E}">
        <p14:creationId xmlns:p14="http://schemas.microsoft.com/office/powerpoint/2010/main" val="1971994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DFFEC3-3C89-4DEE-B23A-AA8032B8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A2EBC4-1D4D-453A-BF82-75DC20AD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6574C-DC87-4F50-B449-FD30690F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19C01-186E-450D-8B4C-E0ED6430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1B6F8-35AB-4C58-A1F9-586A9732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99B14-4917-4A50-A887-53961D5A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65587-244D-4EC8-85BD-2DAA88A1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3603F-3910-4D3E-9606-D0923045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0F533-53AD-475C-9900-A118F55E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D7608-2DF8-41D1-9F9F-CD5684A7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4E273-ED3A-43ED-8466-730AC0C5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168.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5AC6D-1F89-4AF1-994B-8735B3EA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8017A-DF59-4946-B8CE-B8FB65EF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E6B29-2EC3-4406-BF49-DE25CAD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92134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E75BF1-AF13-4D27-AB3F-2F0BE396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26169-DA29-4FB6-BD2A-2C305E4A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5A27D-DF6A-47C3-83BF-61842024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82DB2-5129-46FB-8AB1-B24309CC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2EEB4-64C1-4C5D-B54F-4B70B994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A6D7B-FA94-4100-9579-C0803129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8F1AA-1FB0-4B91-BCA3-DB4D1CB7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004AC-A962-4C42-B660-D0A6DEE7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46017-33F9-4B19-9FD8-566BFDD9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A8E803-4D66-4108-A159-64EEBACB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1F0348-E9B1-4968-AAE1-FFAD63AA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9530E-1187-49F5-B04C-D2FF8D25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F941B1-0A7F-4790-A9FA-710AFDFB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4E59F-6220-4A7A-8A52-35F649F5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F7C42-DBAD-4C3A-ACA9-7EE9A53C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110.5.</a:t>
            </a:r>
          </a:p>
        </p:txBody>
      </p:sp>
    </p:spTree>
    <p:extLst>
      <p:ext uri="{BB962C8B-B14F-4D97-AF65-F5344CB8AC3E}">
        <p14:creationId xmlns:p14="http://schemas.microsoft.com/office/powerpoint/2010/main" val="21073914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D5D626-20F5-4370-B47F-9DBFF87C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2B47D-EFA0-4077-9D9E-96E01A2E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D9828B-B8B4-4872-985E-DB601A73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8F513-DEF0-4AAD-ABDF-8B19FE35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F1784-5326-4F67-B6FA-800C6E45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99BDA-CB96-4F40-81C1-8DD57596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C89BE-B698-4C98-8AD2-85C21450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C3B39-D32D-4117-AFCB-D651B444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C1A03-A6DC-45A1-9C25-352F85B2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c450b9c37456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DB86E-5E69-4D05-8BDD-83DF1AE6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364CD-A1DC-4D72-803D-37C238EE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5E5C82-ED29-4BF0-A2F1-1AA17642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3FB9C-4E62-4CDF-A583-63D96D50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7EAC8B-BCCF-48AF-A4E7-36396C7B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445230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BF5D8D-4AA6-4055-98C1-DE82E297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5CAFD-A5E9-4283-BE44-BCE79492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F3DC4-BE96-4028-B167-302CF054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18086-A7B7-4AC7-9E9B-6481D42C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E1B03-2712-48F5-A597-4608A3B7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A1EDC-6DAC-48D3-91E5-9079C8B4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28BAA-8833-4E12-9771-E1FEEFBA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D1816-9DDF-473C-8585-FE308458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3185C-07C9-40B8-A7E1-BE13C8D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074EB-5D4A-442B-99C3-8BC4E8E4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7FBC92-5AF1-4FB5-BEB0-1BD0476D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00A71-FDB8-4B08-A490-4744FC70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17C68-3580-4E09-81D4-76D202C7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FC453-5647-4E17-96DB-8FB1CFBB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02FF2B-1DB7-4133-9C49-B43937EE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DE4E16-5A5A-4624-9DE6-149E8D3A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B60BB-D726-4EED-AF51-E3B36579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5483EF-5A5E-49B4-986F-24DC7BE3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BEBA61-0D78-4340-B631-AB4049B9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B8088D-AEC6-4EE2-81E4-CDE313FA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170B5D-E621-4E5D-BFB7-AF573ADD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110.5.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9944C4-3DE8-4C79-A765-2EB266BA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532822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6E6D8-C917-404F-ABBB-3C1D2557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439D9-FF2A-418A-B717-C7BEBBB9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98155-835C-47BA-91E3-63FCF0BF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FE15F-A268-40A0-95F4-CC51BE0C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24342-CC0C-4812-BB0C-9C3DA0BB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534BE-39F4-4D4D-B3A2-9347554D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DD698-D69F-4BD7-9E95-9DD02BF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154C0-F0C7-410A-A050-A7475F2F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CB6516-DF21-429C-891A-64B87C13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395C3-7417-4634-B02E-9294B67E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3979A-9CD0-4F15-93C2-61BB32F2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55432A-6A3F-4157-8F50-D2C4CF96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EA88B-0831-475A-8213-8717A5F6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E84E5-BDA4-45A9-BF2C-5663B44E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31B8B-0142-46C6-B716-E0A34499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85F03-7C1A-454A-80D6-67B4CE6D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DB478-C3F0-4606-AB17-EA5252B2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548826-63D5-4E59-9EB6-3555B965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769876-C739-470C-A00D-041F62BE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8EC09-F382-4E28-80DC-0D456D4C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D3722B-540A-491B-A677-4FD97745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581821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E8A3E-5D8F-4CAC-B75D-F6774A9E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E6E61-693C-42CC-BEFD-313AE511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AB83C-3DE9-4246-8AE2-7964187E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F32C7-EBB5-466D-BBBE-49CE0F77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4D828-B14B-40EE-B426-EF33AFAF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F0BA78-A38A-474F-AEE4-CAB418CA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D8C9B-8E77-44FA-804C-9A05FB39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A217C-8678-4D41-81D3-644B9E83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44823-6F54-42C1-B224-3A5737A4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FBD2E-9D3A-4ABC-8D66-7A283F51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84 is 35% of a number. What is the number?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D6335-2A2D-4916-97B6-19A15A4C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8CE13-1917-4E55-801E-2504B163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F2DE-F8BA-433E-AB56-A9A75C80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2300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BF6BF-1EE4-4D05-ABAE-EEDC5642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241A0-D5A5-4F91-8896-8B7F006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AA0DB-BDD6-4E32-8167-21A6C130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3B040-C122-40DF-98D8-FCCBA8A8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7E0D4-F86B-4549-B584-6EEE1D4A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2712E-9EB7-4927-A094-80227535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2E4D7-87B3-4559-839A-03E476AE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ED059-B69E-428F-AB58-27735F75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CA055-B314-4FA7-A933-CE2011B2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72DC2-874D-4464-BA0D-6D58F7E4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2CB36F-FDDE-4EAF-A033-0B47002C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9D7FAA-6255-4E1C-A67C-EFC746D2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1A85C-0FCC-457D-8544-67103B6B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2BDB37-BD26-49D8-9010-76E71E09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CEDAE-E90C-4AB4-91AC-D0385239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EC256-C3BC-42D6-9BAF-480F6B1B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£204.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1AE90D-A3F7-4464-9C4D-7FD3438E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AF2F91-850E-4D43-9E57-0C308F73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27631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43AF73-0888-4D2C-815B-4B406FB2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A10F-F515-4021-933B-290C420C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03D3D-1EF5-475E-BBD3-0D11F13B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16E4D-702C-4A68-8B10-643DFF06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A5FE8-A749-4D1D-BFD9-3E05345C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373EC1-9E6F-4845-A63E-D71AE386D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D7111-4039-43C0-ADCA-990A6051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2A67E-5068-497C-8C32-6CD35EA3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086D7-A052-4981-8B2E-B40083A9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6D82B-A1BA-4815-87A3-39859CFF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854AEE-2863-4D68-AA3D-3983A681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ABDED-0646-4F95-A3EE-2650B6D5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3F2EA-D8A7-4B91-BBDE-7A1036ED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C3209-86CC-4B33-9624-A090D8B1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8258D-9156-4E29-860E-5ABF3FF0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B5B869-6BC8-4189-AD6A-FA117162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70F24-70A0-4522-AB5F-FF9FC205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3C7179-40D7-4F7C-9863-2479A1BD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765F2-95AF-4E64-8089-5182D00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9F5B48-7750-4A20-A7A4-77010FA7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941AD3-CEAB-409F-A989-D9D8B1FD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5FA1DE-735E-47BA-B9D1-BA7349E6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19540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2026-09-09T20:47:01.6520000Z</dcterms:created>
  <dcterms:modified xsi:type="dcterms:W3CDTF">2026-09-09T20:47:01.6520000Z</dcterms:modified>
</coreProperties>
</file>