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ceddd3b2944835" /><Relationship Type="http://schemas.openxmlformats.org/officeDocument/2006/relationships/extended-properties" Target="/docProps/app.xml" Id="R7e8eb22f11aa4020" /><Relationship Type="http://schemas.openxmlformats.org/officeDocument/2006/relationships/officeDocument" Target="/ppt/presentation.xml" Id="Rd6e04380902142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df5d9f31b44fc9"/>
  </p:sldMasterIdLst>
  <p:notesMasterIdLst>
    <p:notesMasterId xmlns:r="http://schemas.openxmlformats.org/officeDocument/2006/relationships" r:id="Refee127d4aeb4e11"/>
  </p:notesMasterIdLst>
  <p:sldIdLst>
    <p:sldId xmlns:r="http://schemas.openxmlformats.org/officeDocument/2006/relationships" id="256" r:id="R5f7221fe7ec54178"/>
    <p:sldId xmlns:r="http://schemas.openxmlformats.org/officeDocument/2006/relationships" id="257" r:id="Rce3b7d5ee6174485"/>
    <p:sldId xmlns:r="http://schemas.openxmlformats.org/officeDocument/2006/relationships" id="258" r:id="R07cd0cd1e4364826"/>
    <p:sldId xmlns:r="http://schemas.openxmlformats.org/officeDocument/2006/relationships" id="259" r:id="Rb3aeb6313e1c4d8b"/>
    <p:sldId xmlns:r="http://schemas.openxmlformats.org/officeDocument/2006/relationships" id="260" r:id="R29186aac1c254ffa"/>
    <p:sldId xmlns:r="http://schemas.openxmlformats.org/officeDocument/2006/relationships" id="261" r:id="R3fa6cfc3a27b4882"/>
    <p:sldId xmlns:r="http://schemas.openxmlformats.org/officeDocument/2006/relationships" id="262" r:id="R1e5f5e77d67e48a7"/>
    <p:sldId xmlns:r="http://schemas.openxmlformats.org/officeDocument/2006/relationships" id="263" r:id="R3776ac6dfbd44821"/>
    <p:sldId xmlns:r="http://schemas.openxmlformats.org/officeDocument/2006/relationships" id="264" r:id="R37652a3a418e474d"/>
    <p:sldId xmlns:r="http://schemas.openxmlformats.org/officeDocument/2006/relationships" id="265" r:id="R90e30d78f56a4189"/>
    <p:sldId xmlns:r="http://schemas.openxmlformats.org/officeDocument/2006/relationships" id="266" r:id="Rff16456286a5419c"/>
    <p:sldId xmlns:r="http://schemas.openxmlformats.org/officeDocument/2006/relationships" id="267" r:id="R6bcef9d0dd504c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660f0bb8e9425a" /><Relationship Type="http://schemas.openxmlformats.org/officeDocument/2006/relationships/slideMaster" Target="/ppt/slideMasters/slideMaster1.xml" Id="Rf9df5d9f31b44fc9" /><Relationship Type="http://schemas.openxmlformats.org/officeDocument/2006/relationships/notesMaster" Target="/ppt/notesMasters/notesMaster1.xml" Id="Refee127d4aeb4e11" /><Relationship Type="http://schemas.openxmlformats.org/officeDocument/2006/relationships/presProps" Target="/ppt/presProps.xml" Id="Ra31e46798b5746ef" /><Relationship Type="http://schemas.openxmlformats.org/officeDocument/2006/relationships/tableStyles" Target="/ppt/tableStyles.xml" Id="R2e31117094b04e75" /><Relationship Type="http://schemas.openxmlformats.org/officeDocument/2006/relationships/slide" Target="/ppt/slides/slide1.xml" Id="R5f7221fe7ec54178" /><Relationship Type="http://schemas.openxmlformats.org/officeDocument/2006/relationships/slide" Target="/ppt/slides/slide2.xml" Id="Rce3b7d5ee6174485" /><Relationship Type="http://schemas.openxmlformats.org/officeDocument/2006/relationships/slide" Target="/ppt/slides/slide3.xml" Id="R07cd0cd1e4364826" /><Relationship Type="http://schemas.openxmlformats.org/officeDocument/2006/relationships/slide" Target="/ppt/slides/slide4.xml" Id="Rb3aeb6313e1c4d8b" /><Relationship Type="http://schemas.openxmlformats.org/officeDocument/2006/relationships/slide" Target="/ppt/slides/slide5.xml" Id="R29186aac1c254ffa" /><Relationship Type="http://schemas.openxmlformats.org/officeDocument/2006/relationships/slide" Target="/ppt/slides/slide6.xml" Id="R3fa6cfc3a27b4882" /><Relationship Type="http://schemas.openxmlformats.org/officeDocument/2006/relationships/slide" Target="/ppt/slides/slide7.xml" Id="R1e5f5e77d67e48a7" /><Relationship Type="http://schemas.openxmlformats.org/officeDocument/2006/relationships/slide" Target="/ppt/slides/slide8.xml" Id="R3776ac6dfbd44821" /><Relationship Type="http://schemas.openxmlformats.org/officeDocument/2006/relationships/slide" Target="/ppt/slides/slide9.xml" Id="R37652a3a418e474d" /><Relationship Type="http://schemas.openxmlformats.org/officeDocument/2006/relationships/slide" Target="/ppt/slides/slide10.xml" Id="R90e30d78f56a4189" /><Relationship Type="http://schemas.openxmlformats.org/officeDocument/2006/relationships/slide" Target="/ppt/slides/slide11.xml" Id="Rff16456286a5419c" /><Relationship Type="http://schemas.openxmlformats.org/officeDocument/2006/relationships/slide" Target="/ppt/slides/slide12.xml" Id="R6bcef9d0dd504c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a948a6a93349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108e3f496a4f4f" /><Relationship Type="http://schemas.openxmlformats.org/officeDocument/2006/relationships/notesMaster" Target="/ppt/notesMasters/notesMaster1.xml" Id="Ra1bd7420a03a45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3896a4f0dd496d" /><Relationship Type="http://schemas.openxmlformats.org/officeDocument/2006/relationships/notesMaster" Target="/ppt/notesMasters/notesMaster1.xml" Id="R2856c238acc146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6431e77f204e7e" /><Relationship Type="http://schemas.openxmlformats.org/officeDocument/2006/relationships/notesMaster" Target="/ppt/notesMasters/notesMaster1.xml" Id="R160c58e11a7148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c8f8bff21d4c7c" /><Relationship Type="http://schemas.openxmlformats.org/officeDocument/2006/relationships/notesMaster" Target="/ppt/notesMasters/notesMaster1.xml" Id="R178933b5cd6142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c8438d65a244ea" /><Relationship Type="http://schemas.openxmlformats.org/officeDocument/2006/relationships/notesMaster" Target="/ppt/notesMasters/notesMaster1.xml" Id="Rc0a881e71caf43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ae73464af84ee9" /><Relationship Type="http://schemas.openxmlformats.org/officeDocument/2006/relationships/notesMaster" Target="/ppt/notesMasters/notesMaster1.xml" Id="R7f7ea8e1924f4f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441fe71d044814" /><Relationship Type="http://schemas.openxmlformats.org/officeDocument/2006/relationships/notesMaster" Target="/ppt/notesMasters/notesMaster1.xml" Id="Rbb43eb37468443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c5e79df5654a9f" /><Relationship Type="http://schemas.openxmlformats.org/officeDocument/2006/relationships/notesMaster" Target="/ppt/notesMasters/notesMaster1.xml" Id="R182c305723054a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3e7c1c9d3c7446c" /><Relationship Type="http://schemas.openxmlformats.org/officeDocument/2006/relationships/notesMaster" Target="/ppt/notesMasters/notesMaster1.xml" Id="Rb5250fa4dbbd44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780aad25ea4134" /><Relationship Type="http://schemas.openxmlformats.org/officeDocument/2006/relationships/notesMaster" Target="/ppt/notesMasters/notesMaster1.xml" Id="R61d75f3d0e8944d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7ec805ad4014d8c" /><Relationship Type="http://schemas.openxmlformats.org/officeDocument/2006/relationships/notesMaster" Target="/ppt/notesMasters/notesMaster1.xml" Id="Ra5470d5e41e34e4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51174b45e5b4698" /><Relationship Type="http://schemas.openxmlformats.org/officeDocument/2006/relationships/notesMaster" Target="/ppt/notesMasters/notesMaster1.xml" Id="Rf051889eeec24f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Hundred squares, bar models, double number lines, calculators for checking,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110.5. | Find a useful percentage such as 10%, 5% or 1%. | Calculate the percentage of the original amount first, then apply that change in the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percentage, per cent, amount, discount, increase, decrease.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168.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110.5.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Calculate the percentage of the original amount first, then apply that change in the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110.5..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£204..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240.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£204.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£204. | Calculate the percentage of the original amount first, then apply that change in the context.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a6e522a14945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844e968ed348bb" /><Relationship Type="http://schemas.openxmlformats.org/officeDocument/2006/relationships/slideLayout" Target="/ppt/slideLayouts/slideLayout1.xml" Id="R48f99b547a4f45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f99b547a4f45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9cc692cd0402c" /><Relationship Type="http://schemas.openxmlformats.org/officeDocument/2006/relationships/notesSlide" Target="/ppt/notesSlides/notesSlide1.xml" Id="R343c8d8216d14c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80fb56b4e4536" /><Relationship Type="http://schemas.openxmlformats.org/officeDocument/2006/relationships/notesSlide" Target="/ppt/notesSlides/notesSlide2.xml" Id="Rcd3def63c4354a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9af15128cc4e31" /><Relationship Type="http://schemas.openxmlformats.org/officeDocument/2006/relationships/notesSlide" Target="/ppt/notesSlides/notesSlide3.xml" Id="Rb71ff01910504d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de082536a448b" /><Relationship Type="http://schemas.openxmlformats.org/officeDocument/2006/relationships/notesSlide" Target="/ppt/notesSlides/notesSlide4.xml" Id="Ref2d928c15fa42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8ba75b2f84401" /><Relationship Type="http://schemas.openxmlformats.org/officeDocument/2006/relationships/notesSlide" Target="/ppt/notesSlides/notesSlide5.xml" Id="R5d69946c123a4d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205f2fa16e488b" /><Relationship Type="http://schemas.openxmlformats.org/officeDocument/2006/relationships/notesSlide" Target="/ppt/notesSlides/notesSlide6.xml" Id="R170f3aaf1e1143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690a94d3b4dc4" /><Relationship Type="http://schemas.openxmlformats.org/officeDocument/2006/relationships/image" Target="/ppt/media/image.png" Id="R62dd478403b64b47" /><Relationship Type="http://schemas.openxmlformats.org/officeDocument/2006/relationships/notesSlide" Target="/ppt/notesSlides/notesSlide7.xml" Id="R89c84d8ee45149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6ffd5b1b94905" /><Relationship Type="http://schemas.openxmlformats.org/officeDocument/2006/relationships/notesSlide" Target="/ppt/notesSlides/notesSlide8.xml" Id="R7357f12df70446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c64199bce34904" /><Relationship Type="http://schemas.openxmlformats.org/officeDocument/2006/relationships/notesSlide" Target="/ppt/notesSlides/notesSlide9.xml" Id="R1ca0edc5d47849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b28265fd04079" /><Relationship Type="http://schemas.openxmlformats.org/officeDocument/2006/relationships/notesSlide" Target="/ppt/notesSlides/notesSlide10.xml" Id="Rd82337c69f03478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090e4e9f74b92" /><Relationship Type="http://schemas.openxmlformats.org/officeDocument/2006/relationships/notesSlide" Target="/ppt/notesSlides/notesSlide11.xml" Id="R4e7c09c3613048c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ed26e1ccac43d8" /><Relationship Type="http://schemas.openxmlformats.org/officeDocument/2006/relationships/notesSlide" Target="/ppt/notesSlides/notesSlide12.xml" Id="Rec432edcaf2246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517C4D-2EB8-4279-B29B-7BFAFD52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06E60B-8823-4D29-ACA1-21FB3A96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4002E9-6AB4-4EEF-BE57-4554EAAF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B73AF1-D70F-4431-B3F6-622A59B6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A7D263-B038-4444-A740-1000895E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non-benchmark percentages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56E558-161B-42A1-803A-B555057F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B47AD7-231E-4515-A226-063BDD07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58B8CD-349E-4675-81B5-4729C9D4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calculate percentages by combining known parts.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4309F5-59B7-46EF-8266-95DE9CF3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3F993A-3D2D-4A72-A45A-89B79853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Hundred squares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18364B-F5EE-4E78-9F4B-A4B7EDEA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8085726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CBCD6D-E052-487E-9DAA-25927E23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3B7781-E523-4269-AB16-69CE54CA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134B3-E6FE-4854-A9C2-C9E3D9AC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ED5501-9C7B-4A9A-BA3F-168C5E8F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3262C-AF2D-4AD4-8BA2-A3F8201D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E4BE9B-CBC8-452E-971E-C401C145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F06EA-54E8-4B7C-B679-3E64D179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546BB-F73D-40C6-B71F-438D430A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769BE-64F1-4BF9-BEEF-AF72A9B8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non-benchmark percentages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9D0335-292B-4AA8-8409-09FF4605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DDE334-7984-4ECD-A6F3-46358B8D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5D3564-EA30-4A3C-B2D0-3E59FB24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9DCAF9-54B6-4E10-BF57-D6223DE9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Find percentages of amounts and use percentages in multi-step problems.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7BAE70-944F-40D3-A75E-F23DAEC5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6460CD-488D-4891-AA79-41C3BFAA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D291D6-CFCC-44DA-85CA-8280A3D1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604397-5F52-41CC-99B1-C1DC49F4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17% of 650.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542A9B-D882-4299-994B-20C8C95B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FE015C-32ED-4972-B62D-05530C75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A7759C-DDDC-4FBB-A41B-88DBA19F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D424F4-6F75-491A-AF9B-93E29EA5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Find 35% of 480.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2DDB79-26E2-4588-99AB-09B8B41F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160595629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09D617-48E2-47F1-BBFA-3EEBE05A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76F0A2-F99C-49D9-91BB-251DC30B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C76D97-1025-4FBC-8EF7-A1C6716B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C166D-1549-48D7-83C2-523064EE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9908A-D33C-4122-89E7-CD844BF9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7FB7A-B583-486F-8720-BEB54912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11C5C-3326-4133-A0EC-CA582390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E8E313-F2BC-4C74-A7AA-32B8E8C6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99EBA-21DD-4618-A972-710D5A28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non-benchmark percentages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ABDD88-DE95-40AD-A659-37FD7895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calculate percentages by combining known parts.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B68139-D3D2-448B-A53B-F155BECC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C7304B-AFCC-4D7B-AA08-E603FADE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Find a useful percentage such as 10%, 5% or 1%.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DEF2D0-FD55-4CF2-A796-4FA74A2E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Combine or scale the known percentage to reach the required value.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D0D0F6-6FA5-49E7-9674-237723A1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Check the result against the whole amount and context.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1395EB-07A4-47C8-B92F-2ADE3D32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percentage  |  per cent  |  amount  |  discount  |  increase  |  decrease</a:t>
            </a:r>
          </a:p>
        </p:txBody>
      </p:sp>
    </p:spTree>
    <p:extLst>
      <p:ext uri="{BB962C8B-B14F-4D97-AF65-F5344CB8AC3E}">
        <p14:creationId xmlns:p14="http://schemas.microsoft.com/office/powerpoint/2010/main" val="72595572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FAB3D4-A13E-4C04-8FEE-633FDBCF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A6AE8-2974-4434-B4C6-B82D9E5F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CD6C5-8199-4E93-B6D3-917CFC45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8C730C-5298-4551-B60D-AB02991C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FA5E55-4E56-45AD-A968-18E8A514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F7990D-08F9-4CF6-8ECA-273FB69D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866CAB-FD69-4B17-A69B-98344256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7EB01A-D780-4D4B-B7A1-F583CBE6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84097D-07C0-4916-9869-BDA64ED7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non-benchmark percentages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F4A9B6-9E73-4FF6-896D-B59ECB5B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35% of 480.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E8E41C-D021-4FFD-88E4-9984D244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3602B0-5E65-400C-805F-82D509EB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F88230-9AF1-4FF2-AD45-968F8EB8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35% of 480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1F0ABB-AA44-44BA-B435-BF0B509B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717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6656C5-C044-48D9-A2A6-A2ED28C0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05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F7DF1A-0245-4936-BF27-8B585CB0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10% = 48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CFCCA8-E7A7-434D-91B5-76458FD2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461073-A701-40DB-8B5D-7471E809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99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8F5D88-099F-4B41-87D4-54B33B7F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242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30% = 144     5% = 24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932F07-5B60-44E4-82A3-9B42FEB8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814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AA2542-1A6F-40B8-BDB0-55347011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974DDE-D060-4A35-88F8-A2CFA472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291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144 + 24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F187A5-4FA7-4114-A3B9-A602ECE9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863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07795B-094E-4B3E-8701-A8745D23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9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4C9C83-93B3-47B3-AB30-3A6FF4F7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339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168</a:t>
            </a:r>
          </a:p>
        </p:txBody>
      </p:sp>
    </p:spTree>
    <p:extLst>
      <p:ext uri="{BB962C8B-B14F-4D97-AF65-F5344CB8AC3E}">
        <p14:creationId xmlns:p14="http://schemas.microsoft.com/office/powerpoint/2010/main" val="60121131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  <p:bldP spid="25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51B92F-1FF3-45BC-BF64-733F6A34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10061-2867-4A82-9FA9-A43D4A95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3E8620-C8D5-44E0-8F0E-99BBC3D3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A9A15E-7A89-43C7-B636-67EA061A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37047-7BDF-4507-8DDB-71523888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0734E-C3F2-4452-9DF1-544EC066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4A51F7-A59B-47CC-A3EA-7A6FEAE1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A724DD-BF06-49D9-AC4E-034F89B0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42F306-A1F3-4972-8576-5FE2627C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non-benchmark percentages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BB5FE6-5CAE-44DA-9B1C-8607366D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7242EB-67E4-41E7-9C64-657823A6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168.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CE1E2A-2DC9-44BB-AA7B-904C16DE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D8DE95-F0A4-49EF-9BA5-095581B1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Check the result against the whole amount and context.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12EA21-6270-484A-AAE6-8DBCD1A1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28982737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22611A-EE0D-4B61-A107-47220CB4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B4E7DF-BDFE-404C-B397-B5602F1E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15EDE-CC97-4824-8646-C11437B4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EB06AC-968C-4A41-8417-240BF28B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47602-B4F1-410E-9AD5-904591AA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F25CA-839C-431F-A1F7-3DBD4A7B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EA185-9109-43EC-AE16-772B056E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7951A1-EEAE-4406-A5D4-9A15EF71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14E7AD-9095-4C11-98E0-DEDC5633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non-benchmark percentages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5E8C76-D299-4E7A-9036-5D5035DC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17% of 650.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071F6C-2764-422A-8A96-FC987D99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C09ABE-5794-454E-9DF9-84D96A82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E76797-4755-42E2-BAB6-861FDA2D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1A36DC-2834-4A82-B9F9-2E923652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47C584-7A19-467C-87EC-E83F94A2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110.5.</a:t>
            </a:r>
          </a:p>
        </p:txBody>
      </p:sp>
    </p:spTree>
    <p:extLst>
      <p:ext uri="{BB962C8B-B14F-4D97-AF65-F5344CB8AC3E}">
        <p14:creationId xmlns:p14="http://schemas.microsoft.com/office/powerpoint/2010/main" val="31197113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035CFC-1076-4553-BB9E-9F9F2E92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6545C7-35B8-4F52-8F07-1D966453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F532C-FDBD-409A-B83E-0599A75E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90238-BEC4-445C-9C35-E14008E3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A7EB3-15EE-4D2D-AA26-2476E0F4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472B8C-9E78-4CCC-A500-E3553BC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01DE68-A145-4856-B2AE-D412F480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301F34-E456-463C-AC79-3A681507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D573CE-810D-4832-89DD-93DC394D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non-benchmark percentages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dd478403b64b47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02ADAA-9F62-4B0D-B2F7-4224E89F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50420A-A926-4A9A-B4FE-63F1884D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subtracts the percentage number rather than the percentage amount.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9F6A21-BD23-4B28-B6E8-D1EC0942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857B97-BEEB-48B6-863F-21C59333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D8C4C7-7DC2-4029-BFDD-34661A57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Calculate the percentage of the original amount first, then apply that change in the context.</a:t>
            </a:r>
          </a:p>
        </p:txBody>
      </p:sp>
    </p:spTree>
    <p:extLst>
      <p:ext uri="{BB962C8B-B14F-4D97-AF65-F5344CB8AC3E}">
        <p14:creationId xmlns:p14="http://schemas.microsoft.com/office/powerpoint/2010/main" val="202054399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53066D-8809-4B6A-A3CA-FDAF9D3A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ED93EA-BD83-4937-93EB-E786A359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D44E22-69AD-42CB-BADF-5D201D34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43E612-8E18-4DAF-92E2-8763BA2D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D6BD7-3FB8-4E0D-850A-4D48C9BB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01049C-0C09-4C66-8021-D4919B0B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9E3E4-F7F0-441F-BE4A-0F897D3C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5A8386-EBA7-449F-86C9-1F1D7AE7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6FEE03-FB34-4C21-A028-DDF753A5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non-benchmark percentages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36444F-A695-4F82-B28D-5CB1C269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411FAD-6BA0-4217-B91B-BDCCCFBF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D8CDB6-7CBD-495E-898F-BAFAAC36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8A174B-3EC8-402F-ABE5-E27F34B8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17% of 650.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BEF6D9-D716-4F5E-ADAA-97A4E05C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E6385A-7A70-40B5-9DBF-190768C2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4AC3EC-E34C-4D67-B4F4-8A2296EF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A21615-EC40-4281-B932-0E91C842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AA225A-FBDB-48EA-8A97-C7D2C664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B8D71A-EFF2-4406-A56B-0DB9DA1A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755F1A-40CE-4DE4-8BBE-E9199856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399574-F0F6-465B-9948-F7B0AF3A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110.5.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772E48-0324-4371-9E49-FC000C3B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204660432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51E5EB-B68D-44AC-91D7-ED99F1BE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A5585-6C9F-4132-A1E6-0FA0644B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F6E41B-2755-409F-9E9E-7CA63AB3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AA75A6-8520-4540-865F-A2A21DBB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FD250-18B9-4484-9CCA-F2DABEE7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CC35DC-09C9-4EB2-9050-C62B4410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FC081F-ED98-4CD6-B8D0-91C511B8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764FC5-EA3A-4D2D-8BF0-AB608957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03AF2D-C271-4865-A041-C8FD73BD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non-benchmark percentages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570870-3BA0-4CC6-9D6E-BE19B3EC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4B540A-E780-442A-9D2C-12C1FE22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326857-A73D-40B0-9531-C0E11806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141B44-EB51-41EF-83B2-B9D52953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£240 coat is reduced by 15%. What is the sale price?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780906-3CE9-45C4-A72D-4249D7AA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3715AC-9EA5-4C02-9B8F-3BE23591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3AE04A-02EC-4B3D-BAF4-9563AAAC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197938-EEE6-41CE-934D-3F05E45E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FB1E5B-FC17-4B69-BD9B-090CA732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913F1E-EBE1-48D3-9478-9B5123E6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F328F5-7806-4B5F-BB16-B6441DA5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E8F32E-D087-4856-B9DB-E4D435BA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146813047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C99B11-AD19-4B42-9791-C2F96857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C8C722-96B4-4202-BBEB-3F0EE4E8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926B6E-4C64-4D33-9A0F-10F6E478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86774B-37F8-46F1-84BA-5F2B7409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BD3520-AFDD-4C6B-842F-A68C97C1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F8A6D-BA0B-435F-85FF-C2F5A62F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5D6D90-75B6-4AF0-87B1-E21677D8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06682F-1376-400A-969B-FFA0CC24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E6E4D6-D8C6-44C7-B6E2-70468EFA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non-benchmark percentages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BA1E09-9967-4680-820B-F92009EA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84 is 35% of a number. What is the number?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CF1BF8-1D1F-460D-8251-B08D6DDA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91BBE4-B0DE-4142-99F9-8465C1F8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CBA1B8-A960-4F6E-BEAE-98B50DCA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240.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89008107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56E17D-AA4E-4CA5-B643-8234303D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8F2A75-76F4-48F7-835F-15A43948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DF251-B809-4F99-8646-8275445D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FA034-4676-4FB7-93A3-B86ECE62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5350F1-29CD-4F46-A88D-DF2BAE0D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1BF52-C509-47A2-8149-25619F9B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9E3D11-46DF-4A9F-AC21-40CA3FD9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A68986-D6FC-4A51-97A3-D8C55A94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EF257F-3D94-4E64-B7D0-7047FF96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non-benchmark percentages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43FA9-8CD8-4528-811A-4A732485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40F25E-578D-4674-9D7F-BB23CFBF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216F7A-3C89-4AA1-B876-F2D2FAA5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£240 coat is reduced by 15%. What is the sale price?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AD67AD-16F5-497E-A70A-4E112DAD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BAC6F3-9A1C-435C-9EF2-D1603C46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294E63-19EC-4014-8053-33BA8BB7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DD99DD-F141-4DED-A404-885DB3A3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£204.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874E96-A41A-43F3-8542-930923B7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BA8557-E801-4D31-8FC8-D1A6AB69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139054550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EBF655-EC0B-4E89-AA36-414DF001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56B3EC-3332-494D-AB20-C5A6A00C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92E742-0DA1-435C-AE6D-1AA89C6A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75C4D0-6AC6-45B6-A376-9A69B18D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AC28AF-70F3-4C1F-AF8A-76216840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4E0962-1852-44C0-84CA-2AEC7635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7DDEF6-985C-4233-8FD5-D4F0DA10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540A26-291C-4613-9F6F-340B386D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E9D9A-1034-45EC-A1AC-8F54C82C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non-benchmark percentages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B53274-E9DD-4211-BE93-25CBE163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0D87FD-BA00-4119-8EEF-98E5C7E6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445E6-0B07-40E2-86D9-03527B28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563E1F-D544-445F-B7BC-642C58DE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£240 coat is reduced by 15%. What is the sale price?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9FA316-CFD8-4166-8E34-9E0D266B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4FB4AC-6575-4A55-9144-5FA04DF4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5F1181-CE09-4228-A645-0AA4F2FF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B7412F-7D61-4C12-B6DF-3A1269BA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subtracts the percentage number rather than the percentage amount.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974416-156E-48DA-83E5-4132B773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F0AB76-36FA-43BB-B1EF-E623C439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ADA269-38D2-4181-9B4A-A4426EE2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F9A341-0620-46ED-AADE-76E20286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5CE711-8FC2-4AB9-B3DE-3D20C245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60209626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2026-09-09T22:14:08.1780000Z</dcterms:created>
  <dcterms:modified xsi:type="dcterms:W3CDTF">2026-09-09T22:14:08.1780000Z</dcterms:modified>
</coreProperties>
</file>