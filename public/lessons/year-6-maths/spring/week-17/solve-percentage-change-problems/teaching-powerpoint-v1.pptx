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e70d367119143a6" /><Relationship Type="http://schemas.openxmlformats.org/officeDocument/2006/relationships/extended-properties" Target="/docProps/app.xml" Id="R95195467ef1e470f" /><Relationship Type="http://schemas.openxmlformats.org/officeDocument/2006/relationships/officeDocument" Target="/ppt/presentation.xml" Id="R41991589d67d46e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98b255a24fd438d"/>
  </p:sldMasterIdLst>
  <p:notesMasterIdLst>
    <p:notesMasterId xmlns:r="http://schemas.openxmlformats.org/officeDocument/2006/relationships" r:id="R3d22ede4a4004877"/>
  </p:notesMasterIdLst>
  <p:sldIdLst>
    <p:sldId xmlns:r="http://schemas.openxmlformats.org/officeDocument/2006/relationships" id="256" r:id="R33506cfae4e148f7"/>
    <p:sldId xmlns:r="http://schemas.openxmlformats.org/officeDocument/2006/relationships" id="257" r:id="Recd12586f07f4745"/>
    <p:sldId xmlns:r="http://schemas.openxmlformats.org/officeDocument/2006/relationships" id="258" r:id="R18bb0ffc996c4e5b"/>
    <p:sldId xmlns:r="http://schemas.openxmlformats.org/officeDocument/2006/relationships" id="259" r:id="Rd433bf1029d2416d"/>
    <p:sldId xmlns:r="http://schemas.openxmlformats.org/officeDocument/2006/relationships" id="260" r:id="Re4c4c1101a134952"/>
    <p:sldId xmlns:r="http://schemas.openxmlformats.org/officeDocument/2006/relationships" id="261" r:id="R5e2fbc1faa554eb9"/>
    <p:sldId xmlns:r="http://schemas.openxmlformats.org/officeDocument/2006/relationships" id="262" r:id="R3cb91a449af644e5"/>
    <p:sldId xmlns:r="http://schemas.openxmlformats.org/officeDocument/2006/relationships" id="263" r:id="R8d2fb93d522c4d09"/>
    <p:sldId xmlns:r="http://schemas.openxmlformats.org/officeDocument/2006/relationships" id="264" r:id="Rf8c74fac4b6a43b7"/>
    <p:sldId xmlns:r="http://schemas.openxmlformats.org/officeDocument/2006/relationships" id="265" r:id="R769c14517e2b40a1"/>
    <p:sldId xmlns:r="http://schemas.openxmlformats.org/officeDocument/2006/relationships" id="266" r:id="R8e2c960a18a74736"/>
    <p:sldId xmlns:r="http://schemas.openxmlformats.org/officeDocument/2006/relationships" id="267" r:id="Rfb173896532b4ae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c9e3308911845e6" /><Relationship Type="http://schemas.openxmlformats.org/officeDocument/2006/relationships/slideMaster" Target="/ppt/slideMasters/slideMaster1.xml" Id="Rf98b255a24fd438d" /><Relationship Type="http://schemas.openxmlformats.org/officeDocument/2006/relationships/notesMaster" Target="/ppt/notesMasters/notesMaster1.xml" Id="R3d22ede4a4004877" /><Relationship Type="http://schemas.openxmlformats.org/officeDocument/2006/relationships/presProps" Target="/ppt/presProps.xml" Id="R760d7efb717f4d5e" /><Relationship Type="http://schemas.openxmlformats.org/officeDocument/2006/relationships/tableStyles" Target="/ppt/tableStyles.xml" Id="R325a59e4fb264755" /><Relationship Type="http://schemas.openxmlformats.org/officeDocument/2006/relationships/slide" Target="/ppt/slides/slide1.xml" Id="R33506cfae4e148f7" /><Relationship Type="http://schemas.openxmlformats.org/officeDocument/2006/relationships/slide" Target="/ppt/slides/slide2.xml" Id="Recd12586f07f4745" /><Relationship Type="http://schemas.openxmlformats.org/officeDocument/2006/relationships/slide" Target="/ppt/slides/slide3.xml" Id="R18bb0ffc996c4e5b" /><Relationship Type="http://schemas.openxmlformats.org/officeDocument/2006/relationships/slide" Target="/ppt/slides/slide4.xml" Id="Rd433bf1029d2416d" /><Relationship Type="http://schemas.openxmlformats.org/officeDocument/2006/relationships/slide" Target="/ppt/slides/slide5.xml" Id="Re4c4c1101a134952" /><Relationship Type="http://schemas.openxmlformats.org/officeDocument/2006/relationships/slide" Target="/ppt/slides/slide6.xml" Id="R5e2fbc1faa554eb9" /><Relationship Type="http://schemas.openxmlformats.org/officeDocument/2006/relationships/slide" Target="/ppt/slides/slide7.xml" Id="R3cb91a449af644e5" /><Relationship Type="http://schemas.openxmlformats.org/officeDocument/2006/relationships/slide" Target="/ppt/slides/slide8.xml" Id="R8d2fb93d522c4d09" /><Relationship Type="http://schemas.openxmlformats.org/officeDocument/2006/relationships/slide" Target="/ppt/slides/slide9.xml" Id="Rf8c74fac4b6a43b7" /><Relationship Type="http://schemas.openxmlformats.org/officeDocument/2006/relationships/slide" Target="/ppt/slides/slide10.xml" Id="R769c14517e2b40a1" /><Relationship Type="http://schemas.openxmlformats.org/officeDocument/2006/relationships/slide" Target="/ppt/slides/slide11.xml" Id="R8e2c960a18a74736" /><Relationship Type="http://schemas.openxmlformats.org/officeDocument/2006/relationships/slide" Target="/ppt/slides/slide12.xml" Id="Rfb173896532b4ae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1d184543a99439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65dddf4a855453d" /><Relationship Type="http://schemas.openxmlformats.org/officeDocument/2006/relationships/notesMaster" Target="/ppt/notesMasters/notesMaster1.xml" Id="Rfcc2e360bcaf4ce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819110393954d74" /><Relationship Type="http://schemas.openxmlformats.org/officeDocument/2006/relationships/notesMaster" Target="/ppt/notesMasters/notesMaster1.xml" Id="R2ded70c5138d4b9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008e745c684453f" /><Relationship Type="http://schemas.openxmlformats.org/officeDocument/2006/relationships/notesMaster" Target="/ppt/notesMasters/notesMaster1.xml" Id="Rbf73248af5be457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b07af013e084adb" /><Relationship Type="http://schemas.openxmlformats.org/officeDocument/2006/relationships/notesMaster" Target="/ppt/notesMasters/notesMaster1.xml" Id="R2580c0ec13344fe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c5c30e25c4e482a" /><Relationship Type="http://schemas.openxmlformats.org/officeDocument/2006/relationships/notesMaster" Target="/ppt/notesMasters/notesMaster1.xml" Id="R039f16bf9930447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bfa6e16190e4713" /><Relationship Type="http://schemas.openxmlformats.org/officeDocument/2006/relationships/notesMaster" Target="/ppt/notesMasters/notesMaster1.xml" Id="R58517423a42148e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41326a1f79a42fd" /><Relationship Type="http://schemas.openxmlformats.org/officeDocument/2006/relationships/notesMaster" Target="/ppt/notesMasters/notesMaster1.xml" Id="Rc17017ea3c50435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ab3dd4cc6184793" /><Relationship Type="http://schemas.openxmlformats.org/officeDocument/2006/relationships/notesMaster" Target="/ppt/notesMasters/notesMaster1.xml" Id="Ra82d76b5e9d84ac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6aee1e094744355" /><Relationship Type="http://schemas.openxmlformats.org/officeDocument/2006/relationships/notesMaster" Target="/ppt/notesMasters/notesMaster1.xml" Id="Rae03ce16a6434c6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288309527f1406a" /><Relationship Type="http://schemas.openxmlformats.org/officeDocument/2006/relationships/notesMaster" Target="/ppt/notesMasters/notesMaster1.xml" Id="R74e5b0cf971f44b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f1d3a1dc534448e" /><Relationship Type="http://schemas.openxmlformats.org/officeDocument/2006/relationships/notesMaster" Target="/ppt/notesMasters/notesMaster1.xml" Id="R05a939c6da944a6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b1d80523e85477c" /><Relationship Type="http://schemas.openxmlformats.org/officeDocument/2006/relationships/notesMaster" Target="/ppt/notesMasters/notesMaster1.xml" Id="R8536a7be1a59498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Hundred squares, bar models, double number lines, calculators for checking,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240. | Find a useful percentage such as 10%, 5% or 1%. | Calculate the percentage of the original amount first, then apply that change in the context.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percentage, per cent, amount, discount, increase, decrease.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£204.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240.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Calculate the percentage of the original amount first, then apply that change in the context.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240..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90..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168.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90.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90. | Calculate the percentage of the original amount first, then apply that change in the context.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dce601e1c24a1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7b24bc003454d25" /><Relationship Type="http://schemas.openxmlformats.org/officeDocument/2006/relationships/slideLayout" Target="/ppt/slideLayouts/slideLayout1.xml" Id="R02d96d04d879489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2d96d04d879489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12c81ee4c84ca8" /><Relationship Type="http://schemas.openxmlformats.org/officeDocument/2006/relationships/notesSlide" Target="/ppt/notesSlides/notesSlide1.xml" Id="R6d6782b339d240b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cd982ab9fe4e7a" /><Relationship Type="http://schemas.openxmlformats.org/officeDocument/2006/relationships/notesSlide" Target="/ppt/notesSlides/notesSlide2.xml" Id="R9ce2100816e3473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035abac29f4d1c" /><Relationship Type="http://schemas.openxmlformats.org/officeDocument/2006/relationships/notesSlide" Target="/ppt/notesSlides/notesSlide3.xml" Id="R7a14757429c24e1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3d38da46d146aa" /><Relationship Type="http://schemas.openxmlformats.org/officeDocument/2006/relationships/notesSlide" Target="/ppt/notesSlides/notesSlide4.xml" Id="R9fc72edb9f374fa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497911d65142cd" /><Relationship Type="http://schemas.openxmlformats.org/officeDocument/2006/relationships/notesSlide" Target="/ppt/notesSlides/notesSlide5.xml" Id="Rf74ad5b13fcb4af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75da949efa40d5" /><Relationship Type="http://schemas.openxmlformats.org/officeDocument/2006/relationships/notesSlide" Target="/ppt/notesSlides/notesSlide6.xml" Id="Ref6ac9a8e6ea45e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7d0c8725194f9c" /><Relationship Type="http://schemas.openxmlformats.org/officeDocument/2006/relationships/image" Target="/ppt/media/image.png" Id="Rc01fcfeef427456f" /><Relationship Type="http://schemas.openxmlformats.org/officeDocument/2006/relationships/notesSlide" Target="/ppt/notesSlides/notesSlide7.xml" Id="Rfd6f56a81bf24e4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b87cd80e1d4707" /><Relationship Type="http://schemas.openxmlformats.org/officeDocument/2006/relationships/notesSlide" Target="/ppt/notesSlides/notesSlide8.xml" Id="Rff2c191edc334aa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7d23d17d8a4831" /><Relationship Type="http://schemas.openxmlformats.org/officeDocument/2006/relationships/notesSlide" Target="/ppt/notesSlides/notesSlide9.xml" Id="R356fbcff72f8468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bde5412fda40ee" /><Relationship Type="http://schemas.openxmlformats.org/officeDocument/2006/relationships/notesSlide" Target="/ppt/notesSlides/notesSlide10.xml" Id="R9849c5222a014ea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22c9027a8d4ae5" /><Relationship Type="http://schemas.openxmlformats.org/officeDocument/2006/relationships/notesSlide" Target="/ppt/notesSlides/notesSlide11.xml" Id="R71daa2ab6662423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24c5ebe2e64fc7" /><Relationship Type="http://schemas.openxmlformats.org/officeDocument/2006/relationships/notesSlide" Target="/ppt/notesSlides/notesSlide12.xml" Id="R319a32eee8a44ce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2F9F65-2D11-481B-9330-1F9E9C355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EAC43F-1EE1-489D-9D6B-4F93FC307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28217D-8B3C-4F43-BB8B-5AE44B2E2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55DFAD-0698-49A1-A0BC-5DE3EDA4E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CE7378-F3F8-4C9D-869A-2BB895AAF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percentage change problems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0F9BE2-6EBE-4E00-BB73-8EA0C187E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8860AD-E219-456B-B6CB-110DAD63A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2390A8-1ABC-4F52-8748-62FB16402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309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problems involving percentage discounts and increases.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12F9FC-8AAD-4FF2-96EB-8C85D4E6C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83A367-6777-469A-9809-D972D3755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Hundred squares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A980B9-C516-4E93-B443-92A0B2340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97708231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934274-2870-4CF1-B2B2-4B821E55D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C70DFE-9B89-4E36-AF1B-0578C2ED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564C6D-1325-46EA-866E-5716D6A2C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F0E841-C959-44D2-96FB-ECC20A455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D24D8A-69EB-40B5-BB01-3FBAEF45E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4385D3-C154-40CF-B3EF-D6001AEB5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CD1EE1-CB9E-40CD-A6AE-873688C2E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C191B2-D426-4064-B55A-AD777CC1A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51A5AD-AAA4-4F5D-B88F-76BF4E878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percentage change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ACE4F1-FFAA-48A6-BF94-1E5AE2B82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5134B3-D067-4435-8E14-ABF6EDA8C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894E12-E2D0-4FB9-A208-945236688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1A3ADE-3C77-48A9-B1BE-20B27E23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Find percentages of amounts and use percentages in multi-step problems.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4DB257-D345-4D71-A182-432F7FC88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D11D33-4B57-4D99-A39D-EBA4B89C6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1AB595-DB22-4254-AB2F-7577F59BC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8422E1-B2FA-4E85-BC0B-15BDAE45F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84 is 35% of a number. What is the number?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C353BD-5914-49A1-9EAA-808B4AB2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7EC695-A3B5-4B20-860A-5903CD04D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15AC38-DB88-4FD3-AFF7-F758E0887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967B91-051F-44AE-863D-C4873F91C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£240 coat is reduced by 15%. What is the sale price?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0EE7EA-347F-42D7-BE7D-4B7F65D61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96436932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8FE29A-EC05-4BCD-B32D-4E14B6B35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92C159-C52B-423E-B43D-AF1D8E295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C9D3E0-1213-4786-9E67-90B8E0085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BE403F-58B5-4C09-BB52-5045194F8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7684A6-6088-4436-B0C8-012C448D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F878EE-F159-4888-B877-0900D079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66859F-D407-4808-AC90-2C867D75F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86B74E-BA52-442E-BAD0-D9981A087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0458CD-5BF4-4E17-B15E-2E7EA3207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percentage change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4AABBC-74F2-4F15-B9AD-222B5E324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problems involving percentage discounts and increases.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E3F469-3FC3-46EB-961D-BA7925589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4446AD-650D-434D-B708-677E8F239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Find a useful percentage such as 10%, 5% or 1%.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FF3108-3A93-42A6-816A-17BF43C31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Combine or scale the known percentage to reach the required value.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FE2358-4032-4748-BC37-79B87C2BB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 against the whole amount and context.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62780A-8E9F-443C-AE4A-580FFC195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percentage  |  per cent  |  amount  |  discount  |  increase  |  decrease</a:t>
            </a:r>
          </a:p>
        </p:txBody>
      </p:sp>
    </p:spTree>
    <p:extLst>
      <p:ext uri="{BB962C8B-B14F-4D97-AF65-F5344CB8AC3E}">
        <p14:creationId xmlns:p14="http://schemas.microsoft.com/office/powerpoint/2010/main" val="200396632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859E95-C8D6-495B-8BA8-41617C699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281ACF-851F-4B21-BA78-942A8F9DA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628E23-21C5-44E6-8FD4-F8E6958A1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089B00-0976-44DD-874E-EF8CF8EE5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AF82A7-4A50-4562-8510-1B100384A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9315F4-7FE6-4E72-B9E5-0000984D5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A39764-D80A-4B3C-9C2F-6605870F9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195A15-519F-4123-9044-E0C0BB239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FD0EAC-20C5-49B5-8A75-46C871310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percentage change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BACDED-383F-4E79-9BEB-FD895B75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£240 coat is reduced by 15%. What is the sale price?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7A66B9-49E3-46DA-BD98-9D70F4729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264C72-1C15-444B-B037-A85C7233D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AE7368-AB2F-44ED-839F-3AA7852A4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Find a useful percentage such as 10%, 5% or 1%.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C0F7DC-5CD8-488A-9447-35A474843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773B6F-454B-44BA-8161-CC6F66A5C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EAD21D-92CF-4ED2-92FB-147ED4483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Combine or scale the known percentage to reach the required value.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98861B-6A37-4116-9AF5-4EE83C870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21F444-3C26-4799-B78E-451F23F90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E8D36C-494A-45F5-AC75-20AC0137D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£204.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7EA75C-A8F8-411E-9047-7D8D1510C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8B1A54-DD31-44E6-A777-F4EFE6AD7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6538CC-535F-4788-A405-46B130B10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result against the whole amount and context.</a:t>
            </a:r>
          </a:p>
        </p:txBody>
      </p:sp>
    </p:spTree>
    <p:extLst>
      <p:ext uri="{BB962C8B-B14F-4D97-AF65-F5344CB8AC3E}">
        <p14:creationId xmlns:p14="http://schemas.microsoft.com/office/powerpoint/2010/main" val="189514009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6EE050-30B3-49F0-B050-8FF84BB87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DD8B8C-E154-4A97-B3EF-B85297968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1CD31B-E18D-400F-B537-90A5D37F7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30863C-19F0-40A5-BC63-18D3DAFDD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79FFD9-A7CB-476E-B84F-369F35E7C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1AA16E-4F99-4A28-BF5B-DE1B90BD2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F9F8BD-6118-4DBE-BE2E-2133053B1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8F3934-5B5E-4469-B163-6011CA75E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BA8A1C-8313-4393-A7FE-D48646535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percentage change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BE7BC8-AE29-430E-ACB1-929167C8D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7D6352-5833-4E37-BB5A-01481E996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£204.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63B1F2-45DE-4F82-9D67-DBA02045E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4F7E2D-2AE3-4D7F-ACA4-83C5B5FD6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 against the whole amount and context.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63040B-B962-4538-889C-EE03C2E16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87223738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58698E-B20B-4EE7-9C55-02B91CB7D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82CBF5-B3A6-41D9-AFF2-209737F55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C9358B-F6FB-4024-BB47-58204EA29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A67B0E-7233-43E7-9EAC-B8E65172E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48D641-A35C-4378-AE94-D6CF6E50D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EBFC85-D9E2-4426-B799-BA0CF9B32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C484BF-07B5-4DEC-BDFC-500FBFF17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80F795-A297-4C4D-81EB-FBA42846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65BC3B-9239-45DF-B7FA-D7AD7EB2A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percentage change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E4A529-B553-45D1-AB7C-880368D65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84 is 35% of a number. What is the number?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61D963-B725-4CF9-A08A-AC5CCFF3B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985C1A-7B9B-4007-A34F-AC78A6268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D79971-523E-466C-A1BB-4DEBA0699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983D92-F366-4E17-B8C4-7F45100B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630A34-8CC1-4616-B4F5-AA59B6DA6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240.</a:t>
            </a:r>
          </a:p>
        </p:txBody>
      </p:sp>
    </p:spTree>
    <p:extLst>
      <p:ext uri="{BB962C8B-B14F-4D97-AF65-F5344CB8AC3E}">
        <p14:creationId xmlns:p14="http://schemas.microsoft.com/office/powerpoint/2010/main" val="5158924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E4A19D-E12F-4A51-BD92-E0E804196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01EB79-25FC-4066-84BB-722C5F749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89D00C-B5F4-4915-A831-85B336744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4A6487-8CDD-4E05-B291-9017134B2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109A54-7478-4825-8B1D-DD5CA9849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8CFA37-81F7-49F2-99E7-ADE4EBA16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28B710-3ED6-4F1E-A462-6D7F041FA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4FB3DF-6C10-43B4-87D1-092C5158F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330EA0-4432-4387-A296-E89C6B747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percentage change problems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1fcfeef427456f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623B56-8706-413B-86ED-E8223891B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613C1E-9A6A-4317-8D3C-90E18336A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subtracts the percentage number rather than the percentage amount.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D02FA6-1370-4687-AB75-EC90D5D29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8726DE-67D1-4DC8-BE3A-3D134C749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B009D8-07CE-41AA-9CDC-31A6668A7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Calculate the percentage of the original amount first, then apply that change in the context.</a:t>
            </a:r>
          </a:p>
        </p:txBody>
      </p:sp>
    </p:spTree>
    <p:extLst>
      <p:ext uri="{BB962C8B-B14F-4D97-AF65-F5344CB8AC3E}">
        <p14:creationId xmlns:p14="http://schemas.microsoft.com/office/powerpoint/2010/main" val="46844168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B38B5D-75DA-4229-B715-8B66FDF4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2C756A-0178-4539-94D8-099A1A7EE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2061D3-32AB-4211-B9AB-EA84CEFA1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39F89C-5FF8-4AC8-AF1F-A8C201681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DE6533-0039-4B96-9096-D26EF7560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5CB771-91FA-4FB6-8F11-BDDEC8CA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D9FAB1-5CD7-493D-8D6B-FA4535834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CBD82C-F739-4EC4-9C98-BDBCD227D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B6150F-BE24-4780-BEC1-BCFA19EDD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percentage change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1A5432-951B-4289-9223-0E3478172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058D72-CFE1-441F-8755-90BB19DA8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1B0FCB-C810-468F-9A19-14DF57A2B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C7582A-4CEC-4992-B56C-57D012C5D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84 is 35% of a number. What is the number?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A42967-3EE2-42C4-87DB-A3557B2EA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8ADAD1-8E5D-475E-84E7-E2D977FE0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E2977A-94E7-4C0A-B0A0-978EDEBFD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8C7DCA-2BE2-46A7-AF0B-CAA782A20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69267A-8EB6-4B6B-994B-36289B72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5308E4-3174-4A66-A8EC-191D1BDC3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46BEF0-F58A-4D71-9F2A-4422FADD3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AA07A0-ADCE-4696-B24E-7B32C68CB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240.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768735-ED22-496B-BDB0-A47052484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45585756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D2F314-4BB9-4FBC-8909-F36657738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0930B3-6EA9-4508-AA87-DC0126440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91A912-43C7-402B-AEA3-58DEE576A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A8DE40-E83E-4CA3-AF69-AF41AF076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6F5961-F3BB-43CC-A4F9-82A6DDB24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76C979-90E3-4BFA-82E4-E192F32F2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CFA90C-5F16-4AED-B5B0-377723BE3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80739C-6E21-4EFA-8FC1-75E8DC2E9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0B3729-6CE7-4CF9-B515-82EEF1BA6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percentage change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372E9F-7B71-427D-A0AD-3D07A0437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E57573-78BC-4C1D-BC2D-26F0D37C0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238961-DF3D-47D5-B045-4E74EAA0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ED7543-A17B-4B3F-A7C7-74FE557EE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25% of 360.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7A3BC4-24A3-40FF-A24A-F25158F37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35B6FC-78B4-4789-8808-662B7D2AE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1AB926-75B9-430D-ACF7-96D543F99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6AF56B-9A39-4863-B266-016756B05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A07134-A501-4F12-A8D3-F7AF60F1A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E2B765-EA03-408B-8B44-165D9A37C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5D02E9-B74B-403A-A1DE-2F521F949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FD267F-4198-4E36-B78A-2EE546162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35542380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4CD59D-20F3-4B98-B0B2-19012C01D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42D331-E475-4A14-8570-3D92B7A07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AC62C4-2375-47D0-BCA4-48DA3BBC8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D73A21-514B-42D2-8DF4-0ADC831D4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C5EF35-470D-4E72-BEA1-03BF37791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2FC398-F6D7-4DB2-AD95-897749DE4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28CA8B-7095-4A01-9E16-FDC4419C4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FC3640-B691-4AC5-9975-4ABDB143C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645105-C89F-4A62-998F-6DC17C967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percentage change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51DFE8-7F13-4EE1-B96D-F9D0B7295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Find 35% of 480.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F0501C-C2A3-4D25-98C0-A78215C43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E07338-428C-4BEE-A87D-14240C4B4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471784-8088-40E9-AAD5-EF3DF6B03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168.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16939559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29F5DF-8D15-456C-9788-6AAE27DE7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2C17B0-1071-47DC-A68A-2CA4B9FAE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A17E5C-CC07-42DB-A954-43C39B215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E926F4-2A3D-46CC-B427-CA0E6BB75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C52BFC-E45D-4B41-B90C-38E8DC4E1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17B856-D53A-419F-BD6E-C5B4D52DF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42798F-F114-4DDB-A85D-99F0A3EB9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DFD8FD-45FE-42D1-A778-5B17035E3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C149BF-6DA4-464F-802E-61A422F5F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percentage change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C049B1-59FB-4F6D-9F8E-BB13E1BE7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9420A1-76AA-4E02-8B3B-8870375A6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D88943-243E-4FA0-9DA1-77F91D63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25% of 360.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D305A1-C69A-470E-8E3F-77F0C3D6C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C08A3C-30B8-493E-BF9E-A3F0C2152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E7C72E-88A8-4BEC-889D-4C7E97557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D37ABF-DDAC-4855-AD28-16DAE8E0D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90.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7637D1-44AE-4892-A46E-B4A14BE38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AB3A58-3212-43D2-99C7-46BF19268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68325961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50DC11-D27E-4E07-A380-510B1FC01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80C5AD-953E-4F62-A8AA-984787224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6E744F-A64E-41AF-BB61-CC8EF8860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1DC21C-4D3C-4719-A544-8D9CB95E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A29B02-F5A7-47F1-B071-F2A6B5B83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4BB514-CDF4-4E75-98B4-E37666C9B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3EE660-65AA-4493-991A-9D098649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1531CF-C137-44BD-8D8C-8D3A9E1A9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578DCD-6248-4C77-B57B-051B6D444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percentage change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427819-98BB-45C3-942C-88493D8DE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29D117-6229-4432-9B91-334DB52B5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0DE475-E365-430A-8500-B7EC2139C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AC938F-2D7F-4C9A-B25C-DA05D8537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25% of 360.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6EDD8C-D322-4F24-8CBB-BFBF3AB04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D9F112-4B57-44B4-955A-476226FAF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AECDC6-1527-40D8-8FC8-02A583F92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206A50-3192-4117-B9B2-623496068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subtracts the percentage number rather than the percentage amount.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751200-4A55-41A3-96AA-E7B35B0D8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CF26BF-4920-4B43-B2BA-38AE8BB13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7B8AA4-838E-435B-B3AD-5265004E0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C290A7-9E9A-4575-AF03-90861BE45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5A1516-7EF4-4E12-ADDC-060123D65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213480927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2026-09-09T20:47:03.7850000Z</dcterms:created>
  <dcterms:modified xsi:type="dcterms:W3CDTF">2026-09-09T20:47:03.7850000Z</dcterms:modified>
</coreProperties>
</file>