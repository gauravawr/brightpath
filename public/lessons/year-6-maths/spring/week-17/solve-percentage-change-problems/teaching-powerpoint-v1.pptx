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Solve percentage change problems.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Solve percentage change problems.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789DE856-4D09-4551-AE4E-754E1148264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Solve percentage change problems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DECB195-F683-46B8-B954-D22BFD84B9DF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B308446-7044-41C2-B640-B845B45DF8E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7B2590C-1A0D-4074-BD9B-FC93113CC23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ECEAA15-7858-46A6-8918-1E95AECC1D6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2488576-A710-46B1-B7E6-12FBE34D41AF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solve problems involving percentage discounts and increases.</a:t>
            </a:r>
          </a:p>
        </p:txBody>
      </p:sp>
    </p:spTree>
    <p:extLst>
      <p:ext uri="{BB962C8B-B14F-4D97-AF65-F5344CB8AC3E}">
        <p14:creationId xmlns:p14="http://schemas.microsoft.com/office/powerpoint/2010/main" val="17836906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565AD326-881D-49A0-BFF6-D9F313BA761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660EDA4-FF21-47CE-9045-05A6BCFEFDC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240 by 15%.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0609BB9-FE23-4DD8-B743-6764FDB8219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585A722-A16D-42E8-A4DF-4790A4AA529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F6186EB-F7A3-4CAD-B4B3-3EFA9E5387E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41A43B0-52A4-4FDB-BAD3-136978631EB3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4797B46-B3EE-4940-B279-91D2CDB8FC42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621FB7C-7A79-4954-837E-64EA21BF8644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E7D89FF-7E6C-4C2D-8952-483E56E1CDF0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6FD5597-22D8-4551-B29B-7133B301C50C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240 ÷ 100 = 2.4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6C8F6334-2D78-4AEA-960F-708BE1A2E44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240 − 36 = 204</a:t>
            </a:r>
          </a:p>
        </p:txBody>
      </p:sp>
    </p:spTree>
    <p:extLst>
      <p:ext uri="{BB962C8B-B14F-4D97-AF65-F5344CB8AC3E}">
        <p14:creationId xmlns:p14="http://schemas.microsoft.com/office/powerpoint/2010/main" val="939491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065239A3-B30D-4F98-9236-1EE0F8B2591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F7C0ED2-20ED-49EF-AD24-BB19FDDF11D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E8F2C35-23E3-4CC2-B3D8-185C22B4F63A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320 by 15%.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95A8CE6-A0A2-46EB-B8BC-330FB687AEB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519D712-24D0-4E5E-B5A8-1894AB422D0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ED48BBF-8193-4A12-B399-06EB938AFEC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C31A59C-373D-4CFD-A5CD-06DDC0FA88DE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A306206-C406-496D-AEE1-7B67098E1AC1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7D98A6E-A5B0-4BB1-B074-97A615415242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C903491-24A3-4413-B648-655F6C1C0799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AC0FBD8-9868-499A-AFC6-7DFC940DE9C9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320 ÷ 100 = 3.2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D22FE5E-8C39-4166-880D-5E656B49246B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320 − 48 = 272</a:t>
            </a:r>
          </a:p>
        </p:txBody>
      </p:sp>
    </p:spTree>
    <p:extLst>
      <p:ext uri="{BB962C8B-B14F-4D97-AF65-F5344CB8AC3E}">
        <p14:creationId xmlns:p14="http://schemas.microsoft.com/office/powerpoint/2010/main" val="15670447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99CBFFC2-22E6-46FB-B49F-0141697D52F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CF3D7B4-FC06-404D-9EE3-DCB39A5CC29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400 by 15%.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5DEB14B-87CE-4733-9E7F-A6081487968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01391A4-33D6-4207-A456-943132DC737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1099B07-F795-4613-8EEE-7978264C177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883CA65-605D-48C8-A081-6E1F6126C6E2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E5CDEF2-5EF4-4215-AD72-69BE83A22390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D60E6EA-D6BB-426A-9A40-6E1F5858ABCC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D27A696-6496-4770-8626-AD108F9622D2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7BC5375-B65B-4F5D-B4F3-343AAEC49C19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400 ÷ 100 = 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FFBAF25-1675-4CDF-9467-5E8E9637E1F0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400 − 60 = 340</a:t>
            </a:r>
          </a:p>
        </p:txBody>
      </p:sp>
    </p:spTree>
    <p:extLst>
      <p:ext uri="{BB962C8B-B14F-4D97-AF65-F5344CB8AC3E}">
        <p14:creationId xmlns:p14="http://schemas.microsoft.com/office/powerpoint/2010/main" val="721357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2C6FFA60-4CCB-4A2D-865E-78DF90F1739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8E4759C-7A24-46E6-B3D1-7894E9A0388E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FF03F0A-5E76-4314-B4D6-A080DE6E5DC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Reduce 480 by 15%.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22670CE-4913-4333-ABA2-AD90723C419D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1BBCE67-8F64-419D-9972-971162947ED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0078810-689A-4BEE-92CA-FB3194A05C0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60C1981A-9EA2-4992-A71F-8CE42D96895E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6843347-E55E-4651-9644-274D87149108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78593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C9C88B9-D891-45BE-ACB5-B200350C8033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15D283F-EBAF-447A-8772-70413FA22479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E0F304D-C97F-4DF9-9A03-3D3DA014BA08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480 ÷ 100 = 4.8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E7849D8-1AD8-47A1-8CEE-430BA5E0EA5E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480 − 72 = 408</a:t>
            </a:r>
          </a:p>
        </p:txBody>
      </p:sp>
    </p:spTree>
    <p:extLst>
      <p:ext uri="{BB962C8B-B14F-4D97-AF65-F5344CB8AC3E}">
        <p14:creationId xmlns:p14="http://schemas.microsoft.com/office/powerpoint/2010/main" val="1610494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5BD9486F-FFA4-4BA0-8A5A-BB51F00FCE1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B349D05-D9EB-4EE0-9239-99138E4C0DD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43D3E47-8BA7-4314-8520-28AA26804CC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65BB2D1-A740-47EA-A74E-F297F9F68F1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E405420-B026-43D2-AD31-DB5F50E216A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16DBD6F-86CF-4BA2-AAEF-EDE7B2B966C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542A908-29A9-47E1-BD5E-01888EEABD7D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454BDE0-0CB3-4577-BB53-ACE1A9A06B93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8E6F8CD-A762-4312-AE65-244C9BB371E1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E9B5361-9DA0-43D7-99B8-22DCE48100DF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84 is 35% of a number. What is the number?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1D31E05D-5431-4A39-A31D-0FCDBFE52A90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66F3CB0C-6ACB-4322-B117-A5E922C96024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25% of 360.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9D0A48F-51FC-4105-94D6-4D4F1220D5D5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982213AC-9F41-45CC-94D9-5CB95D349D45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A £240 coat is reduced by 15%. What is the sale price?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D3CA927-0D31-480E-8A2B-0CB954DDCECA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2AE3BB05-6FFE-45B7-A54A-C11BE1E7071A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84 is 35% of a number. What is the number?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C5F09CC-6BFB-4700-846C-08B09C250C5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29AB1EC-89A4-4B0F-BC04-4978EBEC23AE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Find 25% of 360.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016737D-B5BB-4476-8C4C-631A1914DAAC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44798FA-B6F7-4272-AD53-85BF62E5DE3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Find 35% of 480.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B662AC8-C31C-435E-9BBB-B9DD298CD779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4BFCDB0-9B04-4AA2-8368-B6AA012735FB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subtracts the percentage number rather than the percentage amount.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A8A6F4C-E6D9-473C-9602-ECDAFFAD3CF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E73E131-99CD-40BD-A51A-04C4B127A01D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A482CDD-7462-4C8D-AC3E-F54BD5069718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C914B30-AEBB-42FF-9018-82AEFC25885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Find 25% of 360.</a:t>
            </a:r>
          </a:p>
        </p:txBody>
      </p:sp>
    </p:spTree>
    <p:extLst>
      <p:ext uri="{BB962C8B-B14F-4D97-AF65-F5344CB8AC3E}">
        <p14:creationId xmlns:p14="http://schemas.microsoft.com/office/powerpoint/2010/main" val="641615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AF719FDD-6A1E-4A13-B174-CC594A40C8F0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54B0C1F-B72D-4F53-BB7E-B6529813CAF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6BFE1C5-CF4D-4E20-8D32-55F73248617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477F5DE-069E-4AEA-9D7E-A2FC41BD566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Solve percentage change problems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F9306CB9-5E45-4549-83DE-CFB06A55C4D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9713F2A-B542-4608-8EB6-D047AF3B428F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30C074E-05F3-46A2-9971-A0A6305B0252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£204.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28204BA-C7E4-4B64-83FB-D5DD8582A46E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AF3AE56-C864-4079-B725-92835030C83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240.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4E3E2675-65CD-4EB0-9993-0BF50613635E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BED7F42-DB37-4F2A-B05A-7B8BB62F8E32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90.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2A28071-3824-493D-97C8-4C92BA579494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08C0AA7-AB93-4C38-A2ED-A1A7C55C2CF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£204.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045A5F8-F4C1-4207-BDD3-DBFBB55E6935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76CD8E4-B468-4F59-87FB-11302591C5F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240.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C000E75-7029-4772-A7F4-4147857643D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2D29A6FC-1350-4825-B3F3-AC6668619C89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90.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84618E5-CB79-402B-B3FD-EEF0B1D0F6F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5D85141-1631-4C79-9BCD-C7366543A9F7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168.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0DF4369-0A41-437D-8A20-E1D53F1C95A1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31FC744-77F9-4624-8A3A-A19C58E43F0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7BEF78E-A582-441B-8BEB-ECAA42E3DDA9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BF19067-F854-49E3-903F-D1CF1B142273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769E80F-3E04-4C33-AA30-6F1FF3AAF2BE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BCB85C0-7B60-45EC-8A64-D9E6B0BA7007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64310265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945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2026-09-14T13:14:30Z</dcterms:created>
  <dcterms:modified xsi:type="dcterms:W3CDTF">2026-09-14T13:16:36Z</dcterms:modified>
</cp:coreProperties>
</file>