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da43c718341f7" /><Relationship Type="http://schemas.openxmlformats.org/officeDocument/2006/relationships/extended-properties" Target="/docProps/app.xml" Id="R62e6415704074cd4" /><Relationship Type="http://schemas.openxmlformats.org/officeDocument/2006/relationships/officeDocument" Target="/ppt/presentation.xml" Id="Rca39572039c1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e569da2424132"/>
  </p:sldMasterIdLst>
  <p:notesMasterIdLst>
    <p:notesMasterId xmlns:r="http://schemas.openxmlformats.org/officeDocument/2006/relationships" r:id="Rb6173ba54a964c25"/>
  </p:notesMasterIdLst>
  <p:sldIdLst>
    <p:sldId xmlns:r="http://schemas.openxmlformats.org/officeDocument/2006/relationships" id="256" r:id="Ref9f4c5f3b0d44cc"/>
    <p:sldId xmlns:r="http://schemas.openxmlformats.org/officeDocument/2006/relationships" id="257" r:id="R29b81b47fd5e41c5"/>
    <p:sldId xmlns:r="http://schemas.openxmlformats.org/officeDocument/2006/relationships" id="258" r:id="R58062d07b97b44e5"/>
    <p:sldId xmlns:r="http://schemas.openxmlformats.org/officeDocument/2006/relationships" id="259" r:id="Rfbdb69bc78b943e3"/>
    <p:sldId xmlns:r="http://schemas.openxmlformats.org/officeDocument/2006/relationships" id="260" r:id="R30bcc9b61595429e"/>
    <p:sldId xmlns:r="http://schemas.openxmlformats.org/officeDocument/2006/relationships" id="261" r:id="R3d55676c390b41ec"/>
    <p:sldId xmlns:r="http://schemas.openxmlformats.org/officeDocument/2006/relationships" id="262" r:id="Rdb9a03e57edc4627"/>
    <p:sldId xmlns:r="http://schemas.openxmlformats.org/officeDocument/2006/relationships" id="263" r:id="R1ecec182920a4eeb"/>
    <p:sldId xmlns:r="http://schemas.openxmlformats.org/officeDocument/2006/relationships" id="264" r:id="R6bf46031acc84523"/>
    <p:sldId xmlns:r="http://schemas.openxmlformats.org/officeDocument/2006/relationships" id="265" r:id="R18a491181ebf49b7"/>
    <p:sldId xmlns:r="http://schemas.openxmlformats.org/officeDocument/2006/relationships" id="266" r:id="R9b8ef2309723498f"/>
    <p:sldId xmlns:r="http://schemas.openxmlformats.org/officeDocument/2006/relationships" id="267" r:id="Rf3f9ad8a399c45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61515aac994dcc" /><Relationship Type="http://schemas.openxmlformats.org/officeDocument/2006/relationships/slideMaster" Target="/ppt/slideMasters/slideMaster1.xml" Id="R996e569da2424132" /><Relationship Type="http://schemas.openxmlformats.org/officeDocument/2006/relationships/notesMaster" Target="/ppt/notesMasters/notesMaster1.xml" Id="Rb6173ba54a964c25" /><Relationship Type="http://schemas.openxmlformats.org/officeDocument/2006/relationships/presProps" Target="/ppt/presProps.xml" Id="Rc4b5c3d4a8e2486f" /><Relationship Type="http://schemas.openxmlformats.org/officeDocument/2006/relationships/tableStyles" Target="/ppt/tableStyles.xml" Id="R096d57d0fad24d7a" /><Relationship Type="http://schemas.openxmlformats.org/officeDocument/2006/relationships/slide" Target="/ppt/slides/slide1.xml" Id="Ref9f4c5f3b0d44cc" /><Relationship Type="http://schemas.openxmlformats.org/officeDocument/2006/relationships/slide" Target="/ppt/slides/slide2.xml" Id="R29b81b47fd5e41c5" /><Relationship Type="http://schemas.openxmlformats.org/officeDocument/2006/relationships/slide" Target="/ppt/slides/slide3.xml" Id="R58062d07b97b44e5" /><Relationship Type="http://schemas.openxmlformats.org/officeDocument/2006/relationships/slide" Target="/ppt/slides/slide4.xml" Id="Rfbdb69bc78b943e3" /><Relationship Type="http://schemas.openxmlformats.org/officeDocument/2006/relationships/slide" Target="/ppt/slides/slide5.xml" Id="R30bcc9b61595429e" /><Relationship Type="http://schemas.openxmlformats.org/officeDocument/2006/relationships/slide" Target="/ppt/slides/slide6.xml" Id="R3d55676c390b41ec" /><Relationship Type="http://schemas.openxmlformats.org/officeDocument/2006/relationships/slide" Target="/ppt/slides/slide7.xml" Id="Rdb9a03e57edc4627" /><Relationship Type="http://schemas.openxmlformats.org/officeDocument/2006/relationships/slide" Target="/ppt/slides/slide8.xml" Id="R1ecec182920a4eeb" /><Relationship Type="http://schemas.openxmlformats.org/officeDocument/2006/relationships/slide" Target="/ppt/slides/slide9.xml" Id="R6bf46031acc84523" /><Relationship Type="http://schemas.openxmlformats.org/officeDocument/2006/relationships/slide" Target="/ppt/slides/slide10.xml" Id="R18a491181ebf49b7" /><Relationship Type="http://schemas.openxmlformats.org/officeDocument/2006/relationships/slide" Target="/ppt/slides/slide11.xml" Id="R9b8ef2309723498f" /><Relationship Type="http://schemas.openxmlformats.org/officeDocument/2006/relationships/slide" Target="/ppt/slides/slide12.xml" Id="Rf3f9ad8a399c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8fa598f8b1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794607769846a2" /><Relationship Type="http://schemas.openxmlformats.org/officeDocument/2006/relationships/notesMaster" Target="/ppt/notesMasters/notesMaster1.xml" Id="R1fc80f823302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ca639e89b420f" /><Relationship Type="http://schemas.openxmlformats.org/officeDocument/2006/relationships/notesMaster" Target="/ppt/notesMasters/notesMaster1.xml" Id="Rdf22487c1109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fd82a33d246b9" /><Relationship Type="http://schemas.openxmlformats.org/officeDocument/2006/relationships/notesMaster" Target="/ppt/notesMasters/notesMaster1.xml" Id="R5089641953ef4e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0f57750294307" /><Relationship Type="http://schemas.openxmlformats.org/officeDocument/2006/relationships/notesMaster" Target="/ppt/notesMasters/notesMaster1.xml" Id="R818b7ae0db5b40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cd0247a4246eb" /><Relationship Type="http://schemas.openxmlformats.org/officeDocument/2006/relationships/notesMaster" Target="/ppt/notesMasters/notesMaster1.xml" Id="R12b566e8a1c7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0112528014baf" /><Relationship Type="http://schemas.openxmlformats.org/officeDocument/2006/relationships/notesMaster" Target="/ppt/notesMasters/notesMaster1.xml" Id="Racf71e5914894f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4ddb4fa674de4" /><Relationship Type="http://schemas.openxmlformats.org/officeDocument/2006/relationships/notesMaster" Target="/ppt/notesMasters/notesMaster1.xml" Id="Rb7349469f80442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2b1cffec6d4dbc" /><Relationship Type="http://schemas.openxmlformats.org/officeDocument/2006/relationships/notesMaster" Target="/ppt/notesMasters/notesMaster1.xml" Id="Ra9b368678007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3895ae2c8d4c52" /><Relationship Type="http://schemas.openxmlformats.org/officeDocument/2006/relationships/notesMaster" Target="/ppt/notesMasters/notesMaster1.xml" Id="R7fba89a26e17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59433063414815" /><Relationship Type="http://schemas.openxmlformats.org/officeDocument/2006/relationships/notesMaster" Target="/ppt/notesMasters/notesMaster1.xml" Id="Rc4b74da0566a48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183c39a8a54673" /><Relationship Type="http://schemas.openxmlformats.org/officeDocument/2006/relationships/notesMaster" Target="/ppt/notesMasters/notesMaster1.xml" Id="R8d2adbdb610a4e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90349b4c744705" /><Relationship Type="http://schemas.openxmlformats.org/officeDocument/2006/relationships/notesMaster" Target="/ppt/notesMasters/notesMaster1.xml" Id="R6a8502983f84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Hundred squares, bar models, double number lines, calculators for checking,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240. | Find a useful percentage such as 10%, 5% or 1%. |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percentage, per cent, amount, discount, increase, decrease.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£204.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Calculate the percentage of the original amount first, then apply that change in the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240..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168.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90. | Calculate the percentage of the original amount first, then apply that change in the context.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2272c90bb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1e8239ecd4122" /><Relationship Type="http://schemas.openxmlformats.org/officeDocument/2006/relationships/slideLayout" Target="/ppt/slideLayouts/slideLayout1.xml" Id="R4dfc9bf4346c4a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c9bf4346c4a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a5d57cd024605" /><Relationship Type="http://schemas.openxmlformats.org/officeDocument/2006/relationships/notesSlide" Target="/ppt/notesSlides/notesSlide1.xml" Id="R445d750248f3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fda4b4c284b79" /><Relationship Type="http://schemas.openxmlformats.org/officeDocument/2006/relationships/notesSlide" Target="/ppt/notesSlides/notesSlide2.xml" Id="R2f054aef5d55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8d64874d743bc" /><Relationship Type="http://schemas.openxmlformats.org/officeDocument/2006/relationships/notesSlide" Target="/ppt/notesSlides/notesSlide3.xml" Id="Rc03a19801c5c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0bb62a6a34e54" /><Relationship Type="http://schemas.openxmlformats.org/officeDocument/2006/relationships/notesSlide" Target="/ppt/notesSlides/notesSlide4.xml" Id="Re39c700cc8014a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452b4b3f44784" /><Relationship Type="http://schemas.openxmlformats.org/officeDocument/2006/relationships/notesSlide" Target="/ppt/notesSlides/notesSlide5.xml" Id="R3572bae8090d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40f0f894e48c8" /><Relationship Type="http://schemas.openxmlformats.org/officeDocument/2006/relationships/notesSlide" Target="/ppt/notesSlides/notesSlide6.xml" Id="R3c7613d30c1841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cec0a18fb40d2" /><Relationship Type="http://schemas.openxmlformats.org/officeDocument/2006/relationships/image" Target="/ppt/media/image.png" Id="R8aa9c9f66372443b" /><Relationship Type="http://schemas.openxmlformats.org/officeDocument/2006/relationships/notesSlide" Target="/ppt/notesSlides/notesSlide7.xml" Id="R163b6a4cfc1847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8433f42ba4ef8" /><Relationship Type="http://schemas.openxmlformats.org/officeDocument/2006/relationships/notesSlide" Target="/ppt/notesSlides/notesSlide8.xml" Id="R7b8c9a56f2bd45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040e5f1824488" /><Relationship Type="http://schemas.openxmlformats.org/officeDocument/2006/relationships/notesSlide" Target="/ppt/notesSlides/notesSlide9.xml" Id="R698f6915040f47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0a32f666a4e0b" /><Relationship Type="http://schemas.openxmlformats.org/officeDocument/2006/relationships/notesSlide" Target="/ppt/notesSlides/notesSlide10.xml" Id="Rb1a057fca322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e0a44656f40be" /><Relationship Type="http://schemas.openxmlformats.org/officeDocument/2006/relationships/notesSlide" Target="/ppt/notesSlides/notesSlide11.xml" Id="Rb14a4d98e2194a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b8aafb7bc4dbc" /><Relationship Type="http://schemas.openxmlformats.org/officeDocument/2006/relationships/notesSlide" Target="/ppt/notesSlides/notesSlide12.xml" Id="R479a91c6e0b7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40889-A61A-4643-809F-F16CFB1B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E1B39-D04A-474E-9974-33E30C1E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147DC-F52B-460D-98C9-E7F696F7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A8EBF-8E74-40DD-8943-6FD874D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34D4A-C8E8-4D20-8BA8-30F060A9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71E5-3CEB-494C-A328-A00E158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A64B7-D6EF-4A2D-9CB8-B68EDDB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D9FEC-A930-4B1F-95BC-90BA23E8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0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percentage discounts and increases.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65D90-42F9-4010-80C9-B3C6C05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9CEB0-8AC3-48C8-8B3E-F032A2A4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Hundred squares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B1485-E775-4960-A8B1-1B06F616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63612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FF115-DB10-448E-B38D-EC829B42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EDCA4-8B6E-44D2-ABD0-F60F135E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83570-37D2-4445-B948-9D400E80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86CDD-420D-4795-BA64-5455D6C4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C91DC-5FF0-4DFF-B6DC-DB3FC880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2D05B-DF82-4889-B65E-D1342754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19DA3-6B95-4B56-9311-08496BB7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ADC25-699C-438C-896E-218AB508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BD6A8-B207-4B48-91BD-97AFFD4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25240-0B0A-411F-858D-E8CF561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3156E-11D8-41E5-8EDA-C4D55CE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861C5-5A34-4B8B-99D1-4569D669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9F9D2-D016-4DD6-BBDC-B8D04425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Find percentages of amounts and use percentages in multi-step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04B1F-2EA2-4EC2-8D6E-508ADB9B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7F605-F03C-455E-A006-4A54EF0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E7E79-BAFE-42B3-9D01-61A4EA38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BB959-6FF0-4298-B74F-C292070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84 is 35% of a number. What is the number?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D608-277B-4E9C-BA62-0FDEE746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8662D-511F-40CE-892A-7372BCE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897D8-78E8-4870-BD95-20935A7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F9DFA-17AD-47FF-9667-8F8CFF6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£240 coat is reduced by 15%. What is the sale price?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48D8D-D564-4898-8C0B-F3D240AE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059024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9117D-4BD8-46FE-B0E9-33A416B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08170-E735-4AB2-81B4-187F88F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6BF23-8A5C-47B2-9C2C-DA451C39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912AC-7074-423C-B4AB-C5807F4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2D9DD-9285-4AEE-A4DC-A1D7AA4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67C6D-3094-4B76-8338-660C461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F4881-6622-4D3A-884A-74B9EA98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8D9AA-F72F-4D0B-B138-063915B1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13D3-BD45-412B-BEB1-FF5E36A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9E504-DED5-44C7-B0DB-7AD8BBF9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involving percentage discounts and increases.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9D87-DE18-4864-B356-94E2BB05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DBA80-AF65-4374-BFC1-1A70D94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Find a useful percentage such as 10%, 5% or 1%.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A204F-05D1-42BB-B146-D319E7C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Combine or scale the known percentage to reach the required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B6D42-DB77-4FE2-957B-66894C4F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against the whole amount and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40F5A-3699-4EB2-812D-07F4622E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percentage  |  per cent  |  amount  |  discount  |  increase  |  decrease</a:t>
            </a:r>
          </a:p>
        </p:txBody>
      </p:sp>
    </p:spTree>
    <p:extLst>
      <p:ext uri="{BB962C8B-B14F-4D97-AF65-F5344CB8AC3E}">
        <p14:creationId xmlns:p14="http://schemas.microsoft.com/office/powerpoint/2010/main" val="6995991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79D80-CC1C-494F-A139-F7F4F276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2D306-34E9-4A7F-89CC-E2D5481C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DC603-D989-4B0D-B02C-4378D570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2E9A9-4640-4E64-8BB5-F3ECB337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C043D-C31A-4320-A463-5A7B2CEA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8B3B1-4657-4A2D-BA70-9F916C7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FFFD1-5523-483C-9B5B-6C67E292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AC2F0-C4FB-48EB-85B1-1059B47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DEEE6-A342-418F-984D-4C8C552B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C3A5E-D2B8-4423-B473-32D3F17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£240 coat is reduced by 15%. What is the sale price?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6B239-B078-4F69-8A46-33E5DE34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60B1-ED3C-4F3D-B832-B883BA76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3A1FC-F280-4D5C-A5CB-159123C9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15% of £240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63195-0108-44E3-9C11-EAD99B9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7FC35-C817-4D61-9BD4-144B282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4B598-8700-446D-A2B4-ED98885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10% = £24     5% = £12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D2372-1875-4144-BEE2-69138EE4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7339B-F515-4A9E-A568-2FBD5D2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A9EAE-E76A-41D2-9CB8-0AB370B0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Discount = £24 + £12 = £36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0CEE7-D1C5-4D3B-BFD9-56ABD73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CC3C2-DBF5-4C90-A658-93544F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D9455-09DB-4A3E-9FA9-B910A77C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£240 - £36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FB506-BE07-49AD-A1F5-13BEBC1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F1ED9-38C9-4473-B857-5114FC3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2CBE9-45E7-464F-BA6F-0607052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Sale price = £204</a:t>
            </a:r>
          </a:p>
        </p:txBody>
      </p:sp>
    </p:spTree>
    <p:extLst>
      <p:ext uri="{BB962C8B-B14F-4D97-AF65-F5344CB8AC3E}">
        <p14:creationId xmlns:p14="http://schemas.microsoft.com/office/powerpoint/2010/main" val="18848055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3F153-18A5-49B2-9BB1-ABD16A9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EC204-0812-416E-8737-B71B111D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9853A-1A47-49DE-9054-9918394F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F8E4F-AB76-4DFD-8889-87ABC8C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9E8E3-74B2-4DDC-80F7-44FAB63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2D22E-B6F9-4CD5-B5D0-E72AAC3D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6E563-CD3A-43FC-9622-46FEBE80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BF7EC-B463-4D4D-8AB5-2DC41FD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69036-20F5-41EB-9AE3-5BF776C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7B268-9DC6-444E-B898-A3C411F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A705A-F4A4-4774-AC0C-770B92C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£204.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0736F-3A4D-4E65-BFE9-AC9391CB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F9EC0-DBDA-446B-938D-4E75F500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against the whole amount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1A1AF-A1CE-4E01-8470-7EE5577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223800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8F79B-5AA1-448D-8772-E73F7FD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22599-5C49-4CC7-A13E-FC695A55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89035-9FD6-4D38-AF93-20FCF907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CD81F-1F00-43DB-9F75-8F4DED6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FC708-279C-476B-B5DF-FFA791A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14CC6-515C-4257-9D9A-7D01E8A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1FEB2-C73B-4364-AA10-884B0D0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F06F0-CF38-4400-8141-984EB7D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9240A-F53A-4B12-B7D7-DF47F526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6D729-4F9B-4540-8011-7FB8F88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84 is 35% of a number. What is the number?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45051-D36B-4D0B-BC5B-B9272B15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6B101-1D08-4FE3-AE1B-FB6EBA83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E5C42-BF94-4487-B423-9E7E70B8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BCD40-23FC-4426-9268-1B55FFE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122C7-745E-40BC-9A13-66B0DCD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240.</a:t>
            </a:r>
          </a:p>
        </p:txBody>
      </p:sp>
    </p:spTree>
    <p:extLst>
      <p:ext uri="{BB962C8B-B14F-4D97-AF65-F5344CB8AC3E}">
        <p14:creationId xmlns:p14="http://schemas.microsoft.com/office/powerpoint/2010/main" val="157410656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70D68-5004-472A-A19F-753B4BFF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2435E-91BE-4793-A5F1-95C4AB0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BD17-C873-48CF-B138-1783641D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C46F6-8ACC-4D64-AB50-BD99C94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A178A-F4F6-4773-AFA2-4887E81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B1818-95BD-4410-8FAA-CCC1FD9A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9BF59-B7A7-4398-B1D6-5F59B29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B75EF-7A19-4915-B28A-C63E504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2EF91-9075-42E8-A505-3CDD493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9c9f66372443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5B7CC-2559-464B-9D7A-79E5673E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96EE9-CAE4-4446-A7B2-8C6E27A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subtracts the percentage number rather than the percentage amount.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4F7AB-4C59-49FC-8501-C39AB25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104E4-1B34-41B2-99DB-0104226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A509E-7F2A-4445-B560-3AB2135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Calculate the percentage of the original amount first, then apply that change in the context.</a:t>
            </a:r>
          </a:p>
        </p:txBody>
      </p:sp>
    </p:spTree>
    <p:extLst>
      <p:ext uri="{BB962C8B-B14F-4D97-AF65-F5344CB8AC3E}">
        <p14:creationId xmlns:p14="http://schemas.microsoft.com/office/powerpoint/2010/main" val="18670330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1DFE1-D745-4DF1-8D03-8EEE43B1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7FD26-50E8-4807-BE5B-3C4D7966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7931A-7833-4CBB-A1C2-72ABC81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7D1FA-9FEF-4B0D-B425-1ADE489B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2F5B6-6FA4-4C53-96AB-E2E8579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B9374-528F-43E9-8101-A5B6BDD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1BCF0-8543-4EC4-9E41-0CF5B982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2649A-CF26-4F59-B563-E82C2D4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95445-3D66-4E3A-9DF8-36E6C864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2AD3E-D1B2-47DB-9DDC-F1221F14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65B91-1FE1-460F-BAEE-42D3478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6C1DE-619F-48AD-BFCF-A687CEE6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3E856-4AD8-41B8-98FA-8A1C384B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84 is 35% of a number. What is the number?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88A8B-D490-4B07-B341-D913F9DF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ADABA-EF8A-4B74-A7B7-81CD89B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4C72E-CF6C-4247-BA69-55DEC97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E9CA2-C073-4F1B-A6B8-1D5CA2A5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66AA9-659F-4CD1-9E5A-17B1A8F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F475F-55D0-42AA-B7D5-521948E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A4E0F-A856-4C5C-8841-E62A55B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DB4A3-FBA2-4E36-B42E-13D6663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240.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48909-4E49-4523-B39B-6D7C4A3B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866464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DD64F-CC36-4C59-A690-78994C67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44B9-AD4E-4EA2-AB85-858DA887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29A9-83C8-46D5-B15D-846D5498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09453-CADF-414F-8909-A67542C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4F7A0-1ABE-419F-AA4E-DB7900BD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2FE1E-8437-4E65-B5F6-9E8156AC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75EAB-F69A-493D-B912-5EE0AAD1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AC900-E51B-49D5-B3E5-7476826E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E317D-5AA4-4383-B03D-3D7CE64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EBD90-D9B9-4BD5-8A67-FE26C840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AE0CA-6F52-4AD6-B604-91516537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49CD3-6EEE-4635-87AC-13B975A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74FE4-F189-4345-9537-F744F0B9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9A66F-1A86-4F6F-A914-5A19D41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016D7-8E7E-4A24-92C1-97BA280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3E412-128F-4FB0-A763-1B4277E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50545-7C73-4B03-83BE-955BE2BB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EFEF9-55FF-4D15-BDA4-6C634E4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62469-F055-4FAB-B26E-7CCDEAA1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39F1B-31AB-44C8-ACAB-1FA57BF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5054D-9ACB-423E-8607-2F13FCE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5268972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D4CF4-3BE8-459F-87E3-4923A165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B0DDA-DF2D-4C9C-987C-127C3DB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68208-BEEB-4171-BC83-98C89BE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A87E3-9DF5-4231-8F2C-A432A78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6A0B8-E31C-43F2-8A7F-5AAB37D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CF35B-47E7-48B6-8894-E5D81516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40BC6-3D2C-46D4-8776-8FC4A737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5A3A6-49B5-4C9C-97CA-172974C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2CC08-0ACD-48AD-903E-69DCB7F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3D74F-FBCB-4F67-B206-61D771E3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35% of 480.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35EA-7987-404A-9381-363CD5EC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D684A-868F-43EB-8199-62658F7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0D8B0-2195-43EA-8F4A-F5FAA97E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168.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2082072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C2FA2-DED7-4B2D-AE8D-FE81C3C8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4FDDD-1AA8-4E70-8CE4-99E1478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532A7-DF05-4A65-93E0-6FC61D2C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60BF-6527-4289-83AA-1A578056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60407-6201-4EA3-90C0-8E76A1D9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B251D-C4F5-46DC-A2F4-F7996129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FDAB-9968-446F-B0B5-ED346406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9C9EC-7E9D-452E-817B-3460A3A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7B2FA-817B-4686-9339-CD4C3727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9F843-1F0A-4194-8F61-4778B851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0BE2-15AC-4C29-A96A-07AA3F9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726A7-4FD3-49B8-AB1E-89ECC82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3C1A6-033C-489A-87DC-E3C08D5D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E2605-D90E-420F-9CFB-F44C3FDE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18672-51A9-4C5B-950F-6224753F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FA4D0-D8B3-436D-BCDA-329AA063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31F5C-3EDB-4519-8D29-150E688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BE333-91C3-4524-908E-252027DB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167951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28FA9-F349-4E85-AE0E-AB61F86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CB611-9BF8-4DD9-80FE-0DB8A86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A1C95-E2D0-4E39-BF4F-7CBF9FC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09370-B4C6-4BFB-8789-8EADE512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38C4C-DDF5-4182-B9C8-35A3290D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CB255-6FDC-405E-8A95-76C53BB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2F514-8DB2-4846-8A1C-37D1DA73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7BB5A-452D-4329-A951-48DAF634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D82E8-3EF4-4366-96D7-7D24F11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percentage change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ADC7F-79DD-45B6-AECB-306041A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C2706-6A22-4A80-B25B-6B33AA5A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8BCF1-0739-4FBF-8E20-A12282F2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DC391-8229-49DD-8CAB-165EDD4D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25% of 360.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44C35-6FEB-48C7-A8A1-E0B84C2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2C0C0-1AEB-404C-869D-F78035E8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1358C-01DA-4BE2-8456-EF88FBCB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5871D-5F73-4B07-978D-444094F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subtracts the percentage number rather than the percentage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0BBB8-E2D2-47C7-B963-895DD97F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C3147-E904-48C4-8FA3-003909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9EF7F-8797-474B-9E52-B5E860FD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D192D-203B-4DFA-91AF-EF3B1B98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5DC9F-F6C1-497F-8F99-01C8B52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12843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2026-09-09T22:14:10.8090000Z</dcterms:created>
  <dcterms:modified xsi:type="dcterms:W3CDTF">2026-09-09T22:14:10.8090000Z</dcterms:modified>
</coreProperties>
</file>