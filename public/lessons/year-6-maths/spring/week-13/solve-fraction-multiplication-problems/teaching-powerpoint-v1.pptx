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55fe21c3deb4c59" /><Relationship Type="http://schemas.openxmlformats.org/officeDocument/2006/relationships/extended-properties" Target="/docProps/app.xml" Id="R65d8dd57c5e24f1a" /><Relationship Type="http://schemas.openxmlformats.org/officeDocument/2006/relationships/officeDocument" Target="/ppt/presentation.xml" Id="R437a8c7751884c4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aad304a707e4d67"/>
  </p:sldMasterIdLst>
  <p:notesMasterIdLst>
    <p:notesMasterId xmlns:r="http://schemas.openxmlformats.org/officeDocument/2006/relationships" r:id="Rac6b7edaadd14a2a"/>
  </p:notesMasterIdLst>
  <p:sldIdLst>
    <p:sldId xmlns:r="http://schemas.openxmlformats.org/officeDocument/2006/relationships" id="256" r:id="R439ea208dc6d4ef0"/>
    <p:sldId xmlns:r="http://schemas.openxmlformats.org/officeDocument/2006/relationships" id="257" r:id="R1860965d9d354b37"/>
    <p:sldId xmlns:r="http://schemas.openxmlformats.org/officeDocument/2006/relationships" id="258" r:id="R3b97aa18252b4686"/>
    <p:sldId xmlns:r="http://schemas.openxmlformats.org/officeDocument/2006/relationships" id="259" r:id="R94642ed04a1845f3"/>
    <p:sldId xmlns:r="http://schemas.openxmlformats.org/officeDocument/2006/relationships" id="260" r:id="Rf4da5f40559c4436"/>
    <p:sldId xmlns:r="http://schemas.openxmlformats.org/officeDocument/2006/relationships" id="261" r:id="R6ac03419555c4290"/>
    <p:sldId xmlns:r="http://schemas.openxmlformats.org/officeDocument/2006/relationships" id="262" r:id="Rb2192d094f0045f8"/>
    <p:sldId xmlns:r="http://schemas.openxmlformats.org/officeDocument/2006/relationships" id="263" r:id="Rdaabe6b9ce404d4a"/>
    <p:sldId xmlns:r="http://schemas.openxmlformats.org/officeDocument/2006/relationships" id="264" r:id="Ree04d522c9bb4ef2"/>
    <p:sldId xmlns:r="http://schemas.openxmlformats.org/officeDocument/2006/relationships" id="265" r:id="Ree0eaca2b17541ba"/>
    <p:sldId xmlns:r="http://schemas.openxmlformats.org/officeDocument/2006/relationships" id="266" r:id="R58d45616a911441e"/>
    <p:sldId xmlns:r="http://schemas.openxmlformats.org/officeDocument/2006/relationships" id="267" r:id="Ra51512722ed8465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dcb720c5e314510" /><Relationship Type="http://schemas.openxmlformats.org/officeDocument/2006/relationships/slideMaster" Target="/ppt/slideMasters/slideMaster1.xml" Id="Raaad304a707e4d67" /><Relationship Type="http://schemas.openxmlformats.org/officeDocument/2006/relationships/notesMaster" Target="/ppt/notesMasters/notesMaster1.xml" Id="Rac6b7edaadd14a2a" /><Relationship Type="http://schemas.openxmlformats.org/officeDocument/2006/relationships/presProps" Target="/ppt/presProps.xml" Id="R08df2f6b2edf46a2" /><Relationship Type="http://schemas.openxmlformats.org/officeDocument/2006/relationships/tableStyles" Target="/ppt/tableStyles.xml" Id="R11a3a895b5cb469f" /><Relationship Type="http://schemas.openxmlformats.org/officeDocument/2006/relationships/slide" Target="/ppt/slides/slide1.xml" Id="R439ea208dc6d4ef0" /><Relationship Type="http://schemas.openxmlformats.org/officeDocument/2006/relationships/slide" Target="/ppt/slides/slide2.xml" Id="R1860965d9d354b37" /><Relationship Type="http://schemas.openxmlformats.org/officeDocument/2006/relationships/slide" Target="/ppt/slides/slide3.xml" Id="R3b97aa18252b4686" /><Relationship Type="http://schemas.openxmlformats.org/officeDocument/2006/relationships/slide" Target="/ppt/slides/slide4.xml" Id="R94642ed04a1845f3" /><Relationship Type="http://schemas.openxmlformats.org/officeDocument/2006/relationships/slide" Target="/ppt/slides/slide5.xml" Id="Rf4da5f40559c4436" /><Relationship Type="http://schemas.openxmlformats.org/officeDocument/2006/relationships/slide" Target="/ppt/slides/slide6.xml" Id="R6ac03419555c4290" /><Relationship Type="http://schemas.openxmlformats.org/officeDocument/2006/relationships/slide" Target="/ppt/slides/slide7.xml" Id="Rb2192d094f0045f8" /><Relationship Type="http://schemas.openxmlformats.org/officeDocument/2006/relationships/slide" Target="/ppt/slides/slide8.xml" Id="Rdaabe6b9ce404d4a" /><Relationship Type="http://schemas.openxmlformats.org/officeDocument/2006/relationships/slide" Target="/ppt/slides/slide9.xml" Id="Ree04d522c9bb4ef2" /><Relationship Type="http://schemas.openxmlformats.org/officeDocument/2006/relationships/slide" Target="/ppt/slides/slide10.xml" Id="Ree0eaca2b17541ba" /><Relationship Type="http://schemas.openxmlformats.org/officeDocument/2006/relationships/slide" Target="/ppt/slides/slide11.xml" Id="R58d45616a911441e" /><Relationship Type="http://schemas.openxmlformats.org/officeDocument/2006/relationships/slide" Target="/ppt/slides/slide12.xml" Id="Ra51512722ed8465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f35101269f2424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617bce9551c43b8" /><Relationship Type="http://schemas.openxmlformats.org/officeDocument/2006/relationships/notesMaster" Target="/ppt/notesMasters/notesMaster1.xml" Id="Rab17f0e623ab456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b65de8c2bdc45cb" /><Relationship Type="http://schemas.openxmlformats.org/officeDocument/2006/relationships/notesMaster" Target="/ppt/notesMasters/notesMaster1.xml" Id="R14f67f5eb14c4ea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186c638464c4159" /><Relationship Type="http://schemas.openxmlformats.org/officeDocument/2006/relationships/notesMaster" Target="/ppt/notesMasters/notesMaster1.xml" Id="Rbdc456c490e349a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ee03c1468074540" /><Relationship Type="http://schemas.openxmlformats.org/officeDocument/2006/relationships/notesMaster" Target="/ppt/notesMasters/notesMaster1.xml" Id="R5b7c90ceaea145d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36d983e39214d61" /><Relationship Type="http://schemas.openxmlformats.org/officeDocument/2006/relationships/notesMaster" Target="/ppt/notesMasters/notesMaster1.xml" Id="R645e68dd7d3749d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2369f9262d14ca4" /><Relationship Type="http://schemas.openxmlformats.org/officeDocument/2006/relationships/notesMaster" Target="/ppt/notesMasters/notesMaster1.xml" Id="R8db8c2cb2cc044a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8d6e399d31841c4" /><Relationship Type="http://schemas.openxmlformats.org/officeDocument/2006/relationships/notesMaster" Target="/ppt/notesMasters/notesMaster1.xml" Id="Ree5042df514c422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e7a32f381f24bf3" /><Relationship Type="http://schemas.openxmlformats.org/officeDocument/2006/relationships/notesMaster" Target="/ppt/notesMasters/notesMaster1.xml" Id="R135d3a7113b84b0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7fdb3bbcd9149c4" /><Relationship Type="http://schemas.openxmlformats.org/officeDocument/2006/relationships/notesMaster" Target="/ppt/notesMasters/notesMaster1.xml" Id="R0537cc68d59c476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89f040aa3c5442f" /><Relationship Type="http://schemas.openxmlformats.org/officeDocument/2006/relationships/notesMaster" Target="/ppt/notesMasters/notesMaster1.xml" Id="R81e3baa18438496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1e3a268205646bf" /><Relationship Type="http://schemas.openxmlformats.org/officeDocument/2006/relationships/notesMaster" Target="/ppt/notesMasters/notesMaster1.xml" Id="R1fd2c4d70e17413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f97949415754a48" /><Relationship Type="http://schemas.openxmlformats.org/officeDocument/2006/relationships/notesMaster" Target="/ppt/notesMasters/notesMaster1.xml" Id="R02bdaf1909dc4d5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Fraction strips, bar models, multiplication grid, squared paper,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12. | Convert mixed numbers to improper fractions when needed. | Multiplying by a proper fraction finds a part, so the result can be smaller than the starting number.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multiply, product, fraction of, cancel, simplify, mixed number.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then reveal each mathematical change one click at a time. Point to the numbers and operation that changed before moving to the next line. Final answer: 2/5 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12.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Multiplying by a proper fraction finds a part, so the result can be smaller than the starting number.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12..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3/20..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3/5.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3/20.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3/20. | Multiplying by a proper fraction finds a part, so the result can be smaller than the starting number.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e44e566d24463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cc82309cfe345ce" /><Relationship Type="http://schemas.openxmlformats.org/officeDocument/2006/relationships/slideLayout" Target="/ppt/slideLayouts/slideLayout1.xml" Id="R7a1655b7e7ab475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a1655b7e7ab475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0e51f4a1714eec" /><Relationship Type="http://schemas.openxmlformats.org/officeDocument/2006/relationships/notesSlide" Target="/ppt/notesSlides/notesSlide1.xml" Id="R1ab15b9db5fc42f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ccece0f20b4eaa" /><Relationship Type="http://schemas.openxmlformats.org/officeDocument/2006/relationships/notesSlide" Target="/ppt/notesSlides/notesSlide2.xml" Id="R6365f3c694e34a7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bffb3d0b1a4408" /><Relationship Type="http://schemas.openxmlformats.org/officeDocument/2006/relationships/notesSlide" Target="/ppt/notesSlides/notesSlide3.xml" Id="Rfc2bc8d2eb794dd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a6675ae21b4035" /><Relationship Type="http://schemas.openxmlformats.org/officeDocument/2006/relationships/notesSlide" Target="/ppt/notesSlides/notesSlide4.xml" Id="R3db75717d37b423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c43076a08642df" /><Relationship Type="http://schemas.openxmlformats.org/officeDocument/2006/relationships/notesSlide" Target="/ppt/notesSlides/notesSlide5.xml" Id="R30186bc09b32457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52c89936cb4b76" /><Relationship Type="http://schemas.openxmlformats.org/officeDocument/2006/relationships/notesSlide" Target="/ppt/notesSlides/notesSlide6.xml" Id="R4e83a325e41e4d3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8c655e45b94e92" /><Relationship Type="http://schemas.openxmlformats.org/officeDocument/2006/relationships/image" Target="/ppt/media/image.png" Id="R0a34c369b34b4b0f" /><Relationship Type="http://schemas.openxmlformats.org/officeDocument/2006/relationships/notesSlide" Target="/ppt/notesSlides/notesSlide7.xml" Id="Re52b95b2ed60470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aa0c2e47ed4927" /><Relationship Type="http://schemas.openxmlformats.org/officeDocument/2006/relationships/notesSlide" Target="/ppt/notesSlides/notesSlide8.xml" Id="Rb431849915f24c0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5bacc9d26546ba" /><Relationship Type="http://schemas.openxmlformats.org/officeDocument/2006/relationships/notesSlide" Target="/ppt/notesSlides/notesSlide9.xml" Id="Rdcdd73f573014f8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e7c57e91a446cb" /><Relationship Type="http://schemas.openxmlformats.org/officeDocument/2006/relationships/notesSlide" Target="/ppt/notesSlides/notesSlide10.xml" Id="R9f6c41d7f5224fd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dcd2f4860949ec" /><Relationship Type="http://schemas.openxmlformats.org/officeDocument/2006/relationships/notesSlide" Target="/ppt/notesSlides/notesSlide11.xml" Id="Ra52d7198923d4be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59487dda6a4922" /><Relationship Type="http://schemas.openxmlformats.org/officeDocument/2006/relationships/notesSlide" Target="/ppt/notesSlides/notesSlide12.xml" Id="R0430dfb0743a46e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8B40EC-C7B1-47F8-AFCE-4929BAD90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929697-DF44-4D26-B727-1F6F51C36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304EA1-4637-4E1B-A982-0BDE74041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FE629C-8F53-4800-9710-AA0A75337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C32AB8-A80D-4C6A-95F6-CC966F18F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fraction multiplication problems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5BD142-AFFD-4182-8BB9-74B7AA60B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DAF79C-0709-4EB7-B926-0A9B09318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9D9EA7-4F75-4919-971F-923E84CB6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202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apply fraction multiplication in measures and scaling problems.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B3DE8F-E48D-48CE-8599-C05F6DB82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8540D2-8F01-44B9-BE0C-100AACAE4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Fraction strips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088F96-D626-4935-B60F-A028E835D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10680084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72F6AAC-9681-494C-8A25-5018AFA96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E20A21-86ED-4895-BEC9-03AF31735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FE9A54-4FB5-4C50-9224-B9FBB8D25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3EC4C5-523B-4BDA-A81B-0F92EF866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DD95AB-E6D5-448D-9FD7-72D860723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4B9B88-6DC3-44BE-B9B5-F0DAE3DB4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6B58C1-72A4-4F21-87E6-378471DE4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F4C69D-E72A-4697-A29B-F25066D73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667389-F940-4C57-8768-4FBF5D6B7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fraction multiplication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C38AB2-9FB6-49F2-8757-EBE1AEE21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531507-17CA-469D-B7EA-9E36AA9FE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30CB5E-43BA-4B81-AEA3-5FD86A213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14D8A9-B9A8-4A25-8C6C-FAED3E197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Find fractions of quantities and multiply proper fractions and mixed numbers.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47E08E-EDB4-4BAA-AE12-C0330D6C2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C4A524-A00F-44C1-BCF6-D773CA8D9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5649A7-1CDA-4D30-997D-796360F51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F0DCA4-8F3D-430D-BBBB-01037F87B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4/7 of 21.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BB8981-BB32-4357-9968-9134B8D60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CFD3B4-E3AD-478B-8B20-04B0827AD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F2CCAE-6B70-4343-85CD-9F3E920C5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2FCC75-C899-4D3C-A31F-6EC46B51C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 ribbon is 3/5 m long. Maya uses 2/3 of it. How much ribbon does she use?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BCC6880-7061-4B40-AF9C-78C0AB559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203622323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F35AB1-7AB4-4C63-B064-02EA14EEE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699021-ACE5-4B3E-832E-15689FCA7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3C4B54-E2FA-4534-B0BC-36FEC600F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B523A4-93CE-4189-AB52-E81F660B5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3971F2-0E08-4716-BC4B-91CD25BB9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5985A1-EB5E-414A-BA79-911904359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DD2CBB-C14F-4CF7-BAEA-253924289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AA3E59-0501-4062-92B5-69B06D340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4CF1A7-A830-4F12-A152-770C7D420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fraction multiplication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188DD1-F8ED-4355-8488-0FC226FA5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apply fraction multiplication in measures and scaling problems.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30C526-8654-466C-BC1E-C8AD73529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DC629F-D13E-40C4-9300-0713CC745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Convert mixed numbers to improper fractions when needed.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37D5E0-4916-4BEF-8963-69C74A8F4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Multiply numerators and denominators, cancelling common factors efficiently.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F4B1BF-AE98-4F9B-B50F-FA6805B38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Simplify the product and check its size.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B85BD2-DCC5-4410-A670-16685C6B6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multiply  |  product  |  fraction of  |  cancel  |  simplify  |  mixed number</a:t>
            </a:r>
          </a:p>
        </p:txBody>
      </p:sp>
    </p:spTree>
    <p:extLst>
      <p:ext uri="{BB962C8B-B14F-4D97-AF65-F5344CB8AC3E}">
        <p14:creationId xmlns:p14="http://schemas.microsoft.com/office/powerpoint/2010/main" val="66865491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E4D296B-14AB-4FB1-BE81-D92DC0EDF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836A63-E1D7-4610-952A-F70A9D2C9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1C4667-1593-4627-B3BD-A9059AB77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885650-9728-4491-9A03-E96C0F915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AAA61B-E058-4F55-9EDE-D7E1C8E5A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AC0F14-DFC2-49DA-B94D-0E859DE8F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1DBC29-A7AE-403A-A5FE-3A003974E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A266A7-A9B3-48D4-AECC-6FBF914DF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11F03E-3D85-49F1-A0E7-FCAF5EADE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fraction multiplication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06C8F4-9939-4BE0-B644-B50171C88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19200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ribbon is 3/5 m long. Maya uses 2/3 of it. How much ribbon does she use?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D15ED7-86DE-4D02-8180-C56F2501D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24075"/>
            <a:ext cx="381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372064-A016-4945-882A-92F1FF867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00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450504-69D5-4761-BA9C-19422D5DC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145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2/3 of 3/5 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35CA11-7476-47F1-B098-CD5C2D8D6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432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953457-3A9A-4CC3-A06E-49A3FA2DE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765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A24442-8D8B-4BCF-9617-4771270A5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908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2/3 × 3/5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DE67E8-2B28-4F67-89A3-4149E96D0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195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71BBD4-51CB-421E-97AA-01ADE61BD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528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EFA285-87FB-4B17-88A0-EAD4DB1E7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671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Cancel the common factor 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3F8887-D9A0-4ED5-AFF6-00AE312BA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6958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25021D-88C0-4B9D-BA29-BCE5CE68B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291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0D2C1F3-BB2D-4920-B077-F0D9B4C87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434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2/5 m</a:t>
            </a:r>
          </a:p>
        </p:txBody>
      </p:sp>
    </p:spTree>
    <p:extLst>
      <p:ext uri="{BB962C8B-B14F-4D97-AF65-F5344CB8AC3E}">
        <p14:creationId xmlns:p14="http://schemas.microsoft.com/office/powerpoint/2010/main" val="56558463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963C64-DF1F-4493-8498-B159A5F1D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23A619-5FCD-4AD8-B187-7ECB77508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59D2A1-50A8-4432-AD94-216FA5CBF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5A9314-F230-4A25-9556-F111C8B0A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C10D01-489C-46EC-8649-514C02387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DE2256-C15B-48EC-A679-2C6FB2FCA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884E81-2241-40CC-8713-E673C1024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F024E6-13F3-47BA-8629-D122137DE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A1763E-A79B-4688-903B-FBA565C51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fraction multiplication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80292D-96CC-4587-938C-4709FF188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F3650B-FD9A-4B2F-956D-95B1FE35B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2/5 m.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AB1793-A286-4798-B0CB-71073C264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A168E6-17D2-4A8E-A476-0A13EC05B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Simplify the product and check its size.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EF3FA4-A684-4A19-9B75-4497BD45B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52360145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D9F4AD-E15F-40DB-B372-728253ED8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7B53E6-CCB7-47AC-B060-8A28AA143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26C2F3-EA68-4EB7-BFCC-B5A74541F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9F9C30-B56D-43B5-A44C-E469CE8FC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43E21E-F4BA-4835-A761-E8FFF252C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29E97C-EE6F-4458-82C1-CA9208E82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7F50B5-DF2C-41F3-82CA-CFFE48AEA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072BE0-8F03-46A5-AB48-B5573BE85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5C8CED-96C1-46A7-A11D-D56F74F4C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fraction multiplication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1A4BD0-E0BD-4701-BC6E-F1093B57A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4/7 of 21.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9782DB-5DCE-4411-97A1-EAF9F7207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0ADEDD-30F8-4BF2-B257-494C76AF6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FDEF5F-9301-4E7D-B1E4-39EA403A0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4E5DDD-9762-4241-B43D-7B03552C9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62FFBC-04F1-4202-B95E-DC55D9E1A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12.</a:t>
            </a:r>
          </a:p>
        </p:txBody>
      </p:sp>
    </p:spTree>
    <p:extLst>
      <p:ext uri="{BB962C8B-B14F-4D97-AF65-F5344CB8AC3E}">
        <p14:creationId xmlns:p14="http://schemas.microsoft.com/office/powerpoint/2010/main" val="162587001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AD97B9-6A96-49A5-9B2C-11A991703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596DE3-E278-4DA9-8D73-E0DC7665F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4A478C-AA9E-48BA-9171-2FF588F5A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D5C617-C659-42D2-ADE4-9772495D4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E228CB-E0AA-473B-B068-92E920A45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23773F-FBB3-410F-894D-98265313F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EDEDA1-9126-41AB-A903-4498DFBF9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F8F555-F7DC-4A04-BFE3-4EAB6288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C37DFD-9DB3-4B8D-B131-C2A345EA5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fraction multiplication problems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34c369b34b4b0f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217802-72DB-4596-9CEC-88679ABAB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19B046-DC7E-420B-9D19-B8023AC26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thinks multiplying always makes a number larger.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DAE195-21C2-46DE-859D-6C6651310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65CA9B-2AE8-4E37-A9A7-B24CC9812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229545-5DFD-4FD9-95E3-BEE736E63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Multiplying by a proper fraction finds a part, so the result can be smaller than the starting number.</a:t>
            </a:r>
          </a:p>
        </p:txBody>
      </p:sp>
    </p:spTree>
    <p:extLst>
      <p:ext uri="{BB962C8B-B14F-4D97-AF65-F5344CB8AC3E}">
        <p14:creationId xmlns:p14="http://schemas.microsoft.com/office/powerpoint/2010/main" val="123777828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D1AE417-4400-4825-84FC-71BF16476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20A841-3807-417B-9851-627F70643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14C5BE-F079-4DD5-B3C4-A484E3388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96261D-3A04-49BB-B733-7A5FD1D61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F30193-8747-4C86-ABF1-98AE72CC8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4EA467-538B-4D2F-9C96-90F43B1E0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07D23A-5624-445C-9553-703185C80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433306-ACC2-4E7E-9F98-2BEB490D9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2C718A-6349-4927-82E5-77589B5F6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fraction multiplication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D05B2F-574B-4C38-B52A-59D16B161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7CF31C-CA89-41F6-8E01-7F511E008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E4694D-DEB1-415E-A44B-50F6633CC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B2DDA0-6D65-497A-943A-9B0AA55E2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4/7 of 21.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BDECFD-8524-4DE6-AEBB-8EE3DACF4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431683-F892-4E3E-989E-52AEDCFEB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E55AD1-9E5E-4253-AF3B-87554A70F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B3DC01-D574-4055-B3E5-1A4BCFEFB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989764-AD71-45D6-8EE1-BC08076AD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E10CA8-7D6D-44E6-8851-63FA61193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1BA79BC-8121-416C-BE3D-B57C78CD3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AA2AA9-0EFE-4543-A260-8856BD133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12.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ED424E-2168-4F89-9F57-D7F00BDD0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41035596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AF9FF9E-CEEA-4B4C-B93F-07555AFDD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63D870-AF2E-4091-AB5E-15A4C9E85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139CD9-4D5C-40CE-A1C4-6E1D26D75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4E846F-F848-48FF-934D-620054B5E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9D9E52-8CEA-442B-9A62-B5F67E3D1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724A50-A160-4AF2-B594-26ED12F22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CBF711-DD77-4C7A-86F4-1ED7C8E98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83C638-1E7D-44C5-8AAD-BED8D75AA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309605-6B40-4B8A-99BA-B09D98AE6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fraction multiplication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A9BE28-D96D-4F80-9FB7-F819C0A97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6FBA5A-1B33-4121-9474-5FE8947B4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F75D5A-D8DE-430C-AF6B-E08A0BC25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37AD66-0CA6-4BCD-812B-1D4886D03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1/4 x 3/5.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4E97A3-4FB6-467F-8CD6-E9FD1C980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C1AD3C-70CF-4AC4-B1CB-413BB8548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EF1D55-1AA0-41F9-97FB-C16B4BE36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D2BC34-CA53-4654-9555-639B4ED08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B69391-D961-45AC-8353-31B845ADE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C9F537-9C43-4A00-A639-0D013282A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393667-2665-46D0-B39E-4ABA1086E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B3EBAEC-97DB-45AE-8AAF-BDC335B3A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47874932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FFD0FE-3E9B-4D92-A40A-8D957A213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236E53-6CD2-410D-A07A-288826AEB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B3ABBB-9C20-4622-BF57-FF2A55532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01A8FD-CB1C-4FD4-AE1E-E8EAFFE42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6AF92D-48AD-4623-A39C-0FA1F1C7A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C79D16-3AD0-4E91-95A1-F10747157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FF5CCA-BD0A-46A2-9C67-A237EA3AD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C2BE4F-AC0F-4C60-9D59-9526B2FD2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F97EB6-2371-4163-BE32-A8E561303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fraction multiplication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1F63E6-33DB-4FA8-B4D5-5DB72E189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Calculate 2/3 x 9/10 using cancellation.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199007-0D37-4863-B28B-7E4DE2CC9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22B77F-583C-4D27-8E0A-F83D3A05B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6258C3-2689-4538-AC30-13433AA01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3/5.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36907473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6C9F3F-4DE3-4420-8FC7-58056FC89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708AED-6D10-4D19-B718-CEACB77D9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27857D-523F-4C57-9884-24A133CDB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146934-A7EB-4850-9AC9-6EC6E9C3A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A1A52B-A1CC-4861-AE49-72AF53195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7E1582-97F0-41D2-A0DD-AE6F438C1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09191B-6985-4998-86F5-8E46366E8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F71CA8-0D5C-450E-9392-3A8BF462B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1BFDA0-3CFE-43D1-8090-31D31298C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fraction multiplication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7572C5-092D-44EE-8A9C-DF9D20C24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165F44-F67D-4958-8DC6-1E8506DC3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5C7D4E-6123-49CF-8BB0-6C508DD51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1/4 x 3/5.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F19A8F-4747-4C24-95E2-1461107C8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8BAE3A-E29B-4B3A-8288-5F9E460D1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646A69-4FA0-4929-97AF-30F95C505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8DA46E-9242-416A-991F-6512D026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3/20.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6D6642-9F80-4C0C-91E8-0BB7A4722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4DCE85-1506-471A-B30E-29F8F4C23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200089534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A6AB0B7-F1F4-49EF-8459-F6F5304D1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CDAE7E-34F4-4E99-BF44-DE2F667BE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F47C1D-F180-4FDE-8B48-28BB9B632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BA5F82-FC95-4629-868B-EB70F99C7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B36183-9A56-44AE-BA04-D614694C9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7CCE3D-C3D7-4ECC-B648-C9B2AB385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5E3E5D-5A84-4E95-869E-3CA2902BC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911364-C64E-41EB-B519-14452BE43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E2C89D-E64E-4100-9189-8A3D8FB5D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fraction multiplication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FFCF2B-366D-4326-A3B7-123896CB0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15E9B3-2459-4D22-A74C-4BD1F6385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BC53C9-ABDD-4AE4-9657-DC3E2330F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BDD3D1-0F42-475C-A5FF-482DDCE42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1/4 x 3/5.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869005-3832-4EAC-8D50-893E9D7B1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C2363C-DE50-4F6E-8179-BB3A8EE8A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B5B909-8156-4C4F-8AB8-451D68424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0DEA82-829E-4E98-8D4D-D88E7AAF5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thinks multiplying always makes a number larger.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9DA5E15-00BA-4D0E-94C1-71B8A3884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A113B9-35DF-42FE-B80F-F223AD04D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84EC5D-7D2C-42C8-A4A3-D059906EC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4D1219-F30B-4685-A5A3-E64FE7224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60E906-CA2E-40E6-8742-2D7E870B0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64979955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2026-09-09T22:13:44.1620000Z</dcterms:created>
  <dcterms:modified xsi:type="dcterms:W3CDTF">2026-09-09T22:13:44.1620000Z</dcterms:modified>
</coreProperties>
</file>