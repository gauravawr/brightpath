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multiplication problems. Solve fraction multiplication problems.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multiplication problems. I do.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multiplication problems. You do. Pause before clicking. Let pupils try independently, then reveal and discuss every step.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multiplication problems. You do. Pause before clicking. Let pupils try independently, then reveal and discuss every step.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multiplication problems. I do.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multiplication problems. I do.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multiplication problems. You do. Pause before clicking. Let pupils try independently, then reveal and discuss every step.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multiplication problems. You do. Pause before clicking. Let pupils try independently, then reveal and discuss every step.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multiplication problems.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fraction multiplication problems.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0BE6D3D9-9E15-4838-9D5A-27424ABCF30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Solve fraction multiplication problems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1B7D391-8D88-446C-8878-9667C7BF8E41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B6CFA1C-D440-4840-B685-4FDFA0B308A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18E60243-04A9-40FB-BDD2-BAD63217B44A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multiplication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9ECC7C0-B975-4442-BC87-B6270CA4998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D8B72EE-626A-4EFF-B4CB-513AF54CDF17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apply fraction multiplication in measures and scaling problems.</a:t>
            </a:r>
          </a:p>
        </p:txBody>
      </p:sp>
    </p:spTree>
    <p:extLst>
      <p:ext uri="{BB962C8B-B14F-4D97-AF65-F5344CB8AC3E}">
        <p14:creationId xmlns:p14="http://schemas.microsoft.com/office/powerpoint/2010/main" val="1769967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-1">
            <a:extLst>
              <a:ext uri="{FF2B5EF4-FFF2-40B4-BE49-F238E27FC236}">
                <a16:creationId xmlns:a16="http://schemas.microsoft.com/office/drawing/2014/main" id="{C6CF9D60-0CC4-490A-B6A7-B61790516AD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11BD4B5-389D-47A8-A437-DDBADE7CDB1B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3/5 × 2/3.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1F165FB-AD75-4716-96CA-97AD20409236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598DBB5-DFB6-4352-98D9-570EB8C17E6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multiplication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022C3EE-BE6F-4BB0-99BD-71DB0D00A40F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824FB8C-036A-4817-92E8-9EA98AE1F739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F1AE5433-7417-4352-B6A8-93BBD939398E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6FF53F21-EE5F-477B-A8D6-E729D508F6E0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4E4613D-67BB-4C2A-A9DE-29239D6EB8B5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857D95A-6B91-4D32-B644-7ADD35859AA2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709CFFEE-A939-4890-B5E5-791636838EF3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740D52E7-88D1-459A-97E2-F72D2477D942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9E70AC41-B024-491A-B2F8-944D232E8A03}"/>
              </a:ext>
            </a:extLst>
          </p:cNvPr>
          <p:cNvSpPr>
            <a:spLocks noGrp="1"/>
          </p:cNvSpPr>
          <p:nvPr/>
        </p:nvSpPr>
        <p:spPr>
          <a:xfrm>
            <a:off x="9227344" y="2869406"/>
            <a:ext cx="428625" cy="428625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19EDBC21-12B1-4B70-8F27-7857689AE0A5}"/>
              </a:ext>
            </a:extLst>
          </p:cNvPr>
          <p:cNvSpPr>
            <a:spLocks noGrp="1"/>
          </p:cNvSpPr>
          <p:nvPr/>
        </p:nvSpPr>
        <p:spPr>
          <a:xfrm>
            <a:off x="9655969" y="2869406"/>
            <a:ext cx="428625" cy="428625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FFFA6AF4-8281-4B0B-B90C-9E6F137979C7}"/>
              </a:ext>
            </a:extLst>
          </p:cNvPr>
          <p:cNvSpPr>
            <a:spLocks noGrp="1"/>
          </p:cNvSpPr>
          <p:nvPr/>
        </p:nvSpPr>
        <p:spPr>
          <a:xfrm>
            <a:off x="10084594" y="2869406"/>
            <a:ext cx="428625" cy="428625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ADE62D73-36CB-45CE-9D23-801F3BDB8A0A}"/>
              </a:ext>
            </a:extLst>
          </p:cNvPr>
          <p:cNvSpPr>
            <a:spLocks noGrp="1"/>
          </p:cNvSpPr>
          <p:nvPr/>
        </p:nvSpPr>
        <p:spPr>
          <a:xfrm>
            <a:off x="10513219" y="2869406"/>
            <a:ext cx="428625" cy="428625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636BCF15-46B6-4744-852B-812B8ED8CBCF}"/>
              </a:ext>
            </a:extLst>
          </p:cNvPr>
          <p:cNvSpPr>
            <a:spLocks noGrp="1"/>
          </p:cNvSpPr>
          <p:nvPr/>
        </p:nvSpPr>
        <p:spPr>
          <a:xfrm>
            <a:off x="10941844" y="2869406"/>
            <a:ext cx="428625" cy="428625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F648252C-7C6F-403F-8C66-08691F9F5659}"/>
              </a:ext>
            </a:extLst>
          </p:cNvPr>
          <p:cNvSpPr>
            <a:spLocks noGrp="1"/>
          </p:cNvSpPr>
          <p:nvPr/>
        </p:nvSpPr>
        <p:spPr>
          <a:xfrm>
            <a:off x="9227344" y="3298031"/>
            <a:ext cx="428625" cy="428625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F3DFCE8B-827A-41BF-8690-4C05E3E512D0}"/>
              </a:ext>
            </a:extLst>
          </p:cNvPr>
          <p:cNvSpPr>
            <a:spLocks noGrp="1"/>
          </p:cNvSpPr>
          <p:nvPr/>
        </p:nvSpPr>
        <p:spPr>
          <a:xfrm>
            <a:off x="9655969" y="3298031"/>
            <a:ext cx="428625" cy="428625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3F1AFC9E-D854-4D4C-A9F4-257C0FB25EDA}"/>
              </a:ext>
            </a:extLst>
          </p:cNvPr>
          <p:cNvSpPr>
            <a:spLocks noGrp="1"/>
          </p:cNvSpPr>
          <p:nvPr/>
        </p:nvSpPr>
        <p:spPr>
          <a:xfrm>
            <a:off x="10084594" y="3298031"/>
            <a:ext cx="428625" cy="428625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F4C286C3-118A-4EC3-B5FA-CEED082FB314}"/>
              </a:ext>
            </a:extLst>
          </p:cNvPr>
          <p:cNvSpPr>
            <a:spLocks noGrp="1"/>
          </p:cNvSpPr>
          <p:nvPr/>
        </p:nvSpPr>
        <p:spPr>
          <a:xfrm>
            <a:off x="10513219" y="3298031"/>
            <a:ext cx="428625" cy="428625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17533812-1010-4897-8EF5-17EFF7663D2F}"/>
              </a:ext>
            </a:extLst>
          </p:cNvPr>
          <p:cNvSpPr>
            <a:spLocks noGrp="1"/>
          </p:cNvSpPr>
          <p:nvPr/>
        </p:nvSpPr>
        <p:spPr>
          <a:xfrm>
            <a:off x="10941844" y="3298031"/>
            <a:ext cx="428625" cy="428625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C3D47D5F-8986-40EC-96E5-82892DBB0211}"/>
              </a:ext>
            </a:extLst>
          </p:cNvPr>
          <p:cNvSpPr>
            <a:spLocks noGrp="1"/>
          </p:cNvSpPr>
          <p:nvPr/>
        </p:nvSpPr>
        <p:spPr>
          <a:xfrm>
            <a:off x="9227344" y="3726656"/>
            <a:ext cx="428625" cy="428625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D87879E5-00FB-4B20-8B07-D6D59CD77EE7}"/>
              </a:ext>
            </a:extLst>
          </p:cNvPr>
          <p:cNvSpPr>
            <a:spLocks noGrp="1"/>
          </p:cNvSpPr>
          <p:nvPr/>
        </p:nvSpPr>
        <p:spPr>
          <a:xfrm>
            <a:off x="9655969" y="3726656"/>
            <a:ext cx="428625" cy="428625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528683A9-FBAE-4B11-8007-5626720846F6}"/>
              </a:ext>
            </a:extLst>
          </p:cNvPr>
          <p:cNvSpPr>
            <a:spLocks noGrp="1"/>
          </p:cNvSpPr>
          <p:nvPr/>
        </p:nvSpPr>
        <p:spPr>
          <a:xfrm>
            <a:off x="10084594" y="3726656"/>
            <a:ext cx="428625" cy="428625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8F9A8891-0676-4216-91E4-EC268940D668}"/>
              </a:ext>
            </a:extLst>
          </p:cNvPr>
          <p:cNvSpPr>
            <a:spLocks noGrp="1"/>
          </p:cNvSpPr>
          <p:nvPr/>
        </p:nvSpPr>
        <p:spPr>
          <a:xfrm>
            <a:off x="10513219" y="3726656"/>
            <a:ext cx="428625" cy="428625"/>
          </a:xfrm>
          <a:prstGeom prst="rect">
            <a:avLst/>
          </a:prstGeom>
          <a:solidFill>
            <a:srgbClr val="FFFFFF"/>
          </a:solidFill>
          <a:ln w="11906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A5CCA87A-79BB-4825-BC16-325BAD32B0D9}"/>
              </a:ext>
            </a:extLst>
          </p:cNvPr>
          <p:cNvSpPr>
            <a:spLocks noGrp="1"/>
          </p:cNvSpPr>
          <p:nvPr/>
        </p:nvSpPr>
        <p:spPr>
          <a:xfrm>
            <a:off x="10941844" y="3726656"/>
            <a:ext cx="428625" cy="428625"/>
          </a:xfrm>
          <a:prstGeom prst="rect">
            <a:avLst/>
          </a:prstGeom>
          <a:solidFill>
            <a:srgbClr val="FFFFFF"/>
          </a:solidFill>
          <a:ln w="11906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045A8086-3E08-4891-9818-0B573BB5F843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× 2 = 6;  5 × 3 = 15.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08B18DFA-A62A-49C4-8F2C-6004982F7E2B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2/5</a:t>
            </a:r>
          </a:p>
        </p:txBody>
      </p:sp>
    </p:spTree>
    <p:extLst>
      <p:ext uri="{BB962C8B-B14F-4D97-AF65-F5344CB8AC3E}">
        <p14:creationId xmlns:p14="http://schemas.microsoft.com/office/powerpoint/2010/main" val="510771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B935F1FB-559D-4655-BA29-DCD8F711EC8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8CD749DA-4895-4E9E-8BA8-E8F7C78F719D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4CE852C-EAF5-407F-A472-0B0E08D1737B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1 3/5 × 2/3.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79B1EEE-2F41-4D98-BD44-04310BCDBF31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1A79EF7-A450-45A0-AC60-E34A3EBC2DA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multiplication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B048CD6-BCF1-4219-89A5-9667D5D751F5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2F219492-020E-4337-AFCC-0A79B11E46B7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 3/5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646734D-FE28-4766-A7FA-E2FC56A1ADFA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 × 5 + 3 = 8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8E422DA1-E446-4395-8B0C-A41434DE0ADD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646BCFD-86A6-45B6-A846-2E4071DAAE8B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A9D5E01-B02E-4594-B283-35FB45A3122E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AE9A03B-3AD3-45E4-8337-0ABD2D0942BE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2/3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DFFD6C6C-45E7-4894-B941-FD55C9E936F1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× 3 + 2 = 2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A6C95216-2D4A-4052-AAAF-45CA26782056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DA2D0A1E-A0F3-4BDB-A44A-5CA8EBC3B80F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15A84125-0007-4EC3-97F9-1F7F325EB408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89206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3" grpId="0"/>
      <p:bldP spid="14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-1">
            <a:extLst>
              <a:ext uri="{FF2B5EF4-FFF2-40B4-BE49-F238E27FC236}">
                <a16:creationId xmlns:a16="http://schemas.microsoft.com/office/drawing/2014/main" id="{4A01A736-8010-44A1-A5D9-427DD130042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340DF1D-AE34-45FE-8D26-2ACC997B1231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9765FDE-D8BF-4AAD-831C-D6F5F3447E2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1 3/5 × 2/3.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0FF2EDF-2275-4443-8E9C-D1F3058D8F2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FADCC2C-6DC7-46CD-ADB0-B1D16BCF876A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multiplication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D16C200-F62E-45DE-A083-6E0F4D67D12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238091C-9384-43C8-BE41-1E288A867C09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9D89121-9FAA-46FC-A8A3-83083404B331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697AFC92-2C0E-4C85-90FF-B5BBA0DDF640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97FB7A5D-EA23-45BF-80F8-C1DF7FF78617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6F4FEA5-83AB-4CA5-A129-23A415492372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779A291A-5DDF-453F-9390-4472559B7DBD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B6A3FC96-D689-432B-A0AC-602EEA1F7743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81DB3E6F-E8FD-43D4-80C4-4C751716723B}"/>
              </a:ext>
            </a:extLst>
          </p:cNvPr>
          <p:cNvSpPr>
            <a:spLocks noGrp="1"/>
          </p:cNvSpPr>
          <p:nvPr/>
        </p:nvSpPr>
        <p:spPr>
          <a:xfrm>
            <a:off x="9227344" y="2869406"/>
            <a:ext cx="297656" cy="297656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41A72611-7834-4AC6-8969-C88AA411BC50}"/>
              </a:ext>
            </a:extLst>
          </p:cNvPr>
          <p:cNvSpPr>
            <a:spLocks noGrp="1"/>
          </p:cNvSpPr>
          <p:nvPr/>
        </p:nvSpPr>
        <p:spPr>
          <a:xfrm>
            <a:off x="9525000" y="2869406"/>
            <a:ext cx="297656" cy="297656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439205C3-2D5A-4C42-9B48-09BE734CBC1A}"/>
              </a:ext>
            </a:extLst>
          </p:cNvPr>
          <p:cNvSpPr>
            <a:spLocks noGrp="1"/>
          </p:cNvSpPr>
          <p:nvPr/>
        </p:nvSpPr>
        <p:spPr>
          <a:xfrm>
            <a:off x="9822656" y="2869406"/>
            <a:ext cx="297656" cy="297656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2D4343EE-4147-4AFE-BF37-C325627D30C6}"/>
              </a:ext>
            </a:extLst>
          </p:cNvPr>
          <p:cNvSpPr>
            <a:spLocks noGrp="1"/>
          </p:cNvSpPr>
          <p:nvPr/>
        </p:nvSpPr>
        <p:spPr>
          <a:xfrm>
            <a:off x="10120313" y="2869406"/>
            <a:ext cx="297656" cy="297656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2BCB4D62-8F14-4098-B35A-E4B6476A8A57}"/>
              </a:ext>
            </a:extLst>
          </p:cNvPr>
          <p:cNvSpPr>
            <a:spLocks noGrp="1"/>
          </p:cNvSpPr>
          <p:nvPr/>
        </p:nvSpPr>
        <p:spPr>
          <a:xfrm>
            <a:off x="10417969" y="2869406"/>
            <a:ext cx="297656" cy="297656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DA097A91-88AD-4DB2-A3C0-55EE40F9C6B2}"/>
              </a:ext>
            </a:extLst>
          </p:cNvPr>
          <p:cNvSpPr>
            <a:spLocks noGrp="1"/>
          </p:cNvSpPr>
          <p:nvPr/>
        </p:nvSpPr>
        <p:spPr>
          <a:xfrm>
            <a:off x="10715625" y="2869406"/>
            <a:ext cx="297656" cy="297656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71B8228C-3ED9-4B42-AD33-F175C5250BFA}"/>
              </a:ext>
            </a:extLst>
          </p:cNvPr>
          <p:cNvSpPr>
            <a:spLocks noGrp="1"/>
          </p:cNvSpPr>
          <p:nvPr/>
        </p:nvSpPr>
        <p:spPr>
          <a:xfrm>
            <a:off x="11013281" y="2869406"/>
            <a:ext cx="297656" cy="297656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EBD161CE-B53A-405B-B51D-AFF2F36063CA}"/>
              </a:ext>
            </a:extLst>
          </p:cNvPr>
          <p:cNvSpPr>
            <a:spLocks noGrp="1"/>
          </p:cNvSpPr>
          <p:nvPr/>
        </p:nvSpPr>
        <p:spPr>
          <a:xfrm>
            <a:off x="11310938" y="2869406"/>
            <a:ext cx="297656" cy="297656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CEFEDAA7-BA27-43D7-AEF0-1E1483C63933}"/>
              </a:ext>
            </a:extLst>
          </p:cNvPr>
          <p:cNvSpPr>
            <a:spLocks noGrp="1"/>
          </p:cNvSpPr>
          <p:nvPr/>
        </p:nvSpPr>
        <p:spPr>
          <a:xfrm>
            <a:off x="11608594" y="2869406"/>
            <a:ext cx="297656" cy="297656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960C6D6C-D880-43C6-9B47-415F9D70F6D0}"/>
              </a:ext>
            </a:extLst>
          </p:cNvPr>
          <p:cNvSpPr>
            <a:spLocks noGrp="1"/>
          </p:cNvSpPr>
          <p:nvPr/>
        </p:nvSpPr>
        <p:spPr>
          <a:xfrm>
            <a:off x="11906250" y="2869406"/>
            <a:ext cx="297656" cy="297656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226A4732-56BE-4C8F-B21D-496150294A6F}"/>
              </a:ext>
            </a:extLst>
          </p:cNvPr>
          <p:cNvSpPr>
            <a:spLocks noGrp="1"/>
          </p:cNvSpPr>
          <p:nvPr/>
        </p:nvSpPr>
        <p:spPr>
          <a:xfrm>
            <a:off x="9227344" y="3167063"/>
            <a:ext cx="297656" cy="297656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DBE13968-9FBC-401B-9910-FF188112A59C}"/>
              </a:ext>
            </a:extLst>
          </p:cNvPr>
          <p:cNvSpPr>
            <a:spLocks noGrp="1"/>
          </p:cNvSpPr>
          <p:nvPr/>
        </p:nvSpPr>
        <p:spPr>
          <a:xfrm>
            <a:off x="9525000" y="3167063"/>
            <a:ext cx="297656" cy="297656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0DEED072-F354-47DA-8845-269B0AA6B420}"/>
              </a:ext>
            </a:extLst>
          </p:cNvPr>
          <p:cNvSpPr>
            <a:spLocks noGrp="1"/>
          </p:cNvSpPr>
          <p:nvPr/>
        </p:nvSpPr>
        <p:spPr>
          <a:xfrm>
            <a:off x="9822656" y="3167063"/>
            <a:ext cx="297656" cy="297656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6D176ABD-7215-4C15-BA26-2325CCE35F2E}"/>
              </a:ext>
            </a:extLst>
          </p:cNvPr>
          <p:cNvSpPr>
            <a:spLocks noGrp="1"/>
          </p:cNvSpPr>
          <p:nvPr/>
        </p:nvSpPr>
        <p:spPr>
          <a:xfrm>
            <a:off x="10120313" y="3167063"/>
            <a:ext cx="297656" cy="297656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33D9CBAC-C206-4FA5-B618-9BC4C46790D0}"/>
              </a:ext>
            </a:extLst>
          </p:cNvPr>
          <p:cNvSpPr>
            <a:spLocks noGrp="1"/>
          </p:cNvSpPr>
          <p:nvPr/>
        </p:nvSpPr>
        <p:spPr>
          <a:xfrm>
            <a:off x="10417969" y="3167063"/>
            <a:ext cx="297656" cy="297656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D5E29AC5-2807-494B-8F66-EB6DBC127CE4}"/>
              </a:ext>
            </a:extLst>
          </p:cNvPr>
          <p:cNvSpPr>
            <a:spLocks noGrp="1"/>
          </p:cNvSpPr>
          <p:nvPr/>
        </p:nvSpPr>
        <p:spPr>
          <a:xfrm>
            <a:off x="10715625" y="3167063"/>
            <a:ext cx="297656" cy="297656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B519D8BD-8089-4BC2-933C-617B4B648E58}"/>
              </a:ext>
            </a:extLst>
          </p:cNvPr>
          <p:cNvSpPr>
            <a:spLocks noGrp="1"/>
          </p:cNvSpPr>
          <p:nvPr/>
        </p:nvSpPr>
        <p:spPr>
          <a:xfrm>
            <a:off x="11013281" y="3167063"/>
            <a:ext cx="297656" cy="297656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108AD086-7FC3-4857-BD06-A2ABA351025A}"/>
              </a:ext>
            </a:extLst>
          </p:cNvPr>
          <p:cNvSpPr>
            <a:spLocks noGrp="1"/>
          </p:cNvSpPr>
          <p:nvPr/>
        </p:nvSpPr>
        <p:spPr>
          <a:xfrm>
            <a:off x="11310938" y="3167063"/>
            <a:ext cx="297656" cy="297656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59EC7E26-ABB3-4B9A-8CEF-D2059C40F144}"/>
              </a:ext>
            </a:extLst>
          </p:cNvPr>
          <p:cNvSpPr>
            <a:spLocks noGrp="1"/>
          </p:cNvSpPr>
          <p:nvPr/>
        </p:nvSpPr>
        <p:spPr>
          <a:xfrm>
            <a:off x="11608594" y="3167063"/>
            <a:ext cx="297656" cy="297656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CE4FAAA1-A39F-4779-B6F5-CAA1F246C510}"/>
              </a:ext>
            </a:extLst>
          </p:cNvPr>
          <p:cNvSpPr>
            <a:spLocks noGrp="1"/>
          </p:cNvSpPr>
          <p:nvPr/>
        </p:nvSpPr>
        <p:spPr>
          <a:xfrm>
            <a:off x="11906250" y="3167063"/>
            <a:ext cx="297656" cy="297656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B944F44B-9EE9-4A41-9FB5-F5DAD14DC5ED}"/>
              </a:ext>
            </a:extLst>
          </p:cNvPr>
          <p:cNvSpPr>
            <a:spLocks noGrp="1"/>
          </p:cNvSpPr>
          <p:nvPr/>
        </p:nvSpPr>
        <p:spPr>
          <a:xfrm>
            <a:off x="9227344" y="3464719"/>
            <a:ext cx="297656" cy="297656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8D0E181A-949E-4CDF-914E-B1DFBE377D49}"/>
              </a:ext>
            </a:extLst>
          </p:cNvPr>
          <p:cNvSpPr>
            <a:spLocks noGrp="1"/>
          </p:cNvSpPr>
          <p:nvPr/>
        </p:nvSpPr>
        <p:spPr>
          <a:xfrm>
            <a:off x="9525000" y="3464719"/>
            <a:ext cx="297656" cy="297656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315F537A-ED86-433B-BF66-A49B7EA043F2}"/>
              </a:ext>
            </a:extLst>
          </p:cNvPr>
          <p:cNvSpPr>
            <a:spLocks noGrp="1"/>
          </p:cNvSpPr>
          <p:nvPr/>
        </p:nvSpPr>
        <p:spPr>
          <a:xfrm>
            <a:off x="9822656" y="3464719"/>
            <a:ext cx="297656" cy="297656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B9490EB3-9AF0-47A8-B08D-30B250C9481B}"/>
              </a:ext>
            </a:extLst>
          </p:cNvPr>
          <p:cNvSpPr>
            <a:spLocks noGrp="1"/>
          </p:cNvSpPr>
          <p:nvPr/>
        </p:nvSpPr>
        <p:spPr>
          <a:xfrm>
            <a:off x="10120313" y="3464719"/>
            <a:ext cx="297656" cy="297656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CE22FC88-6225-444B-A190-F2B2AA860174}"/>
              </a:ext>
            </a:extLst>
          </p:cNvPr>
          <p:cNvSpPr>
            <a:spLocks noGrp="1"/>
          </p:cNvSpPr>
          <p:nvPr/>
        </p:nvSpPr>
        <p:spPr>
          <a:xfrm>
            <a:off x="10417969" y="3464719"/>
            <a:ext cx="297656" cy="297656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2CD3B87A-010B-422B-ADAE-A45DCBEADFA6}"/>
              </a:ext>
            </a:extLst>
          </p:cNvPr>
          <p:cNvSpPr>
            <a:spLocks noGrp="1"/>
          </p:cNvSpPr>
          <p:nvPr/>
        </p:nvSpPr>
        <p:spPr>
          <a:xfrm>
            <a:off x="10715625" y="3464719"/>
            <a:ext cx="297656" cy="297656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EBC40C36-6999-4F6D-ACCD-5EFCCA725E37}"/>
              </a:ext>
            </a:extLst>
          </p:cNvPr>
          <p:cNvSpPr>
            <a:spLocks noGrp="1"/>
          </p:cNvSpPr>
          <p:nvPr/>
        </p:nvSpPr>
        <p:spPr>
          <a:xfrm>
            <a:off x="11013281" y="3464719"/>
            <a:ext cx="297656" cy="297656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CA11F026-4769-4C2D-B298-716903D44245}"/>
              </a:ext>
            </a:extLst>
          </p:cNvPr>
          <p:cNvSpPr>
            <a:spLocks noGrp="1"/>
          </p:cNvSpPr>
          <p:nvPr/>
        </p:nvSpPr>
        <p:spPr>
          <a:xfrm>
            <a:off x="11310938" y="3464719"/>
            <a:ext cx="297656" cy="297656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667D5310-72B3-4935-AA85-CEB65F3EE898}"/>
              </a:ext>
            </a:extLst>
          </p:cNvPr>
          <p:cNvSpPr>
            <a:spLocks noGrp="1"/>
          </p:cNvSpPr>
          <p:nvPr/>
        </p:nvSpPr>
        <p:spPr>
          <a:xfrm>
            <a:off x="11608594" y="3464719"/>
            <a:ext cx="297656" cy="297656"/>
          </a:xfrm>
          <a:prstGeom prst="rect">
            <a:avLst/>
          </a:prstGeom>
          <a:solidFill>
            <a:srgbClr val="FFFFFF"/>
          </a:solidFill>
          <a:ln w="11906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A0E29FBA-F55D-4552-BC3A-ECD44655CF03}"/>
              </a:ext>
            </a:extLst>
          </p:cNvPr>
          <p:cNvSpPr>
            <a:spLocks noGrp="1"/>
          </p:cNvSpPr>
          <p:nvPr/>
        </p:nvSpPr>
        <p:spPr>
          <a:xfrm>
            <a:off x="11906250" y="3464719"/>
            <a:ext cx="297656" cy="297656"/>
          </a:xfrm>
          <a:prstGeom prst="rect">
            <a:avLst/>
          </a:prstGeom>
          <a:solidFill>
            <a:srgbClr val="FFFFFF"/>
          </a:solidFill>
          <a:ln w="11906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D0F81E70-42F3-4BC5-A3CC-ABB8EB576E5A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 × 2 = 16;  5 × 3 = 15.</a:t>
            </a:r>
          </a:p>
        </p:txBody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463A9452-88B4-4946-8003-D5418FDD6670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1 1/15</a:t>
            </a:r>
          </a:p>
        </p:txBody>
      </p:sp>
    </p:spTree>
    <p:extLst>
      <p:ext uri="{BB962C8B-B14F-4D97-AF65-F5344CB8AC3E}">
        <p14:creationId xmlns:p14="http://schemas.microsoft.com/office/powerpoint/2010/main" val="163696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223832EF-D78C-45D6-BDC9-A5C63A9F6DC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8A86B06-78FE-4E11-B4C9-1B78FA8D999A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2 3/5 × 2/3.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E7CD305-B73B-4461-9F4B-2626DCEAB399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2B6010F-4EA4-47FA-AFDF-B86A1946846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multiplication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F3FCD02-E201-4329-8287-EC0F09B4BEE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C276B1B-5F01-4FD7-B403-B8771A841F76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 3/5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FF3F92AC-1557-4F7D-A6BC-71456575A9E0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5 + 3 = 13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8A6786E1-F895-43EB-A8DA-399C5F50B6E0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ED6581A-3AB7-457C-A4E1-A5285EFF12B6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7FE59E8-1021-4308-83FA-5356B73AB48E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EFD48F9-A4FD-4E82-BC7F-2CA3EB1BEF62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2/3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77476AF8-88EF-4EE5-8839-CC1252725786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× 3 + 2 = 2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732211B1-3F7F-4586-8DE6-E2ECA8595B7D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E24773E5-58DA-4820-841A-AA97372C12A6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760BF3A7-7121-4D3E-BFCE-631BC9D38AE1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610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  <p:bldP spid="13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object-1">
            <a:extLst>
              <a:ext uri="{FF2B5EF4-FFF2-40B4-BE49-F238E27FC236}">
                <a16:creationId xmlns:a16="http://schemas.microsoft.com/office/drawing/2014/main" id="{D88B09FB-BC51-4C9D-883A-DDA3DC12E78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EED8792-DA1E-4AB8-A2B3-E7A5F2FFDB09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2 3/5 × 2/3.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C4B2D40-2B55-4E8E-9F48-E40F37F2E09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29760F4-60CF-4725-B462-1AA9BDD84D6A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multiplication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5293927-7C39-4D44-B13A-F7D1832A3FF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880C10C-A1AC-454A-9F24-46709C97D384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63E62826-B23E-49AB-AF08-E8C43F727A2B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8DC1C331-4124-409E-BA94-6E08DAFDA1BD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555F7DE-229D-43C3-A215-C5A04933DF0D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F3726B8-220B-4059-849D-57D0C02E634F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4CD1C4B4-AE3A-46D6-9CAD-DF041095A36A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C5C85EB1-2B92-4ADC-9363-0C4B98BC42AC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685F1655-E0D3-44E7-9D09-485BE88A6B85}"/>
              </a:ext>
            </a:extLst>
          </p:cNvPr>
          <p:cNvSpPr>
            <a:spLocks noGrp="1"/>
          </p:cNvSpPr>
          <p:nvPr/>
        </p:nvSpPr>
        <p:spPr>
          <a:xfrm>
            <a:off x="9227344" y="2869406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3B1D5E6F-2C6F-4450-8CD3-23CFDAE53085}"/>
              </a:ext>
            </a:extLst>
          </p:cNvPr>
          <p:cNvSpPr>
            <a:spLocks noGrp="1"/>
          </p:cNvSpPr>
          <p:nvPr/>
        </p:nvSpPr>
        <p:spPr>
          <a:xfrm>
            <a:off x="9425781" y="2869406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07CCEB7-463A-4883-B1FD-48F7D88C883E}"/>
              </a:ext>
            </a:extLst>
          </p:cNvPr>
          <p:cNvSpPr>
            <a:spLocks noGrp="1"/>
          </p:cNvSpPr>
          <p:nvPr/>
        </p:nvSpPr>
        <p:spPr>
          <a:xfrm>
            <a:off x="9624219" y="2869406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8F43D4EC-5EA1-49B5-B2DB-054CEA524C73}"/>
              </a:ext>
            </a:extLst>
          </p:cNvPr>
          <p:cNvSpPr>
            <a:spLocks noGrp="1"/>
          </p:cNvSpPr>
          <p:nvPr/>
        </p:nvSpPr>
        <p:spPr>
          <a:xfrm>
            <a:off x="9822656" y="2869406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725E8C0D-8449-42B1-8335-C28E9F937EEB}"/>
              </a:ext>
            </a:extLst>
          </p:cNvPr>
          <p:cNvSpPr>
            <a:spLocks noGrp="1"/>
          </p:cNvSpPr>
          <p:nvPr/>
        </p:nvSpPr>
        <p:spPr>
          <a:xfrm>
            <a:off x="10021094" y="2869406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CE6ECE68-C9EF-4F54-845F-64F21A084591}"/>
              </a:ext>
            </a:extLst>
          </p:cNvPr>
          <p:cNvSpPr>
            <a:spLocks noGrp="1"/>
          </p:cNvSpPr>
          <p:nvPr/>
        </p:nvSpPr>
        <p:spPr>
          <a:xfrm>
            <a:off x="10219531" y="2869406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512C423B-A407-4AC9-8B75-3FFC84C2A295}"/>
              </a:ext>
            </a:extLst>
          </p:cNvPr>
          <p:cNvSpPr>
            <a:spLocks noGrp="1"/>
          </p:cNvSpPr>
          <p:nvPr/>
        </p:nvSpPr>
        <p:spPr>
          <a:xfrm>
            <a:off x="10417969" y="2869406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B464CEDC-4DC1-46F8-8B24-D4DB9A2E11CE}"/>
              </a:ext>
            </a:extLst>
          </p:cNvPr>
          <p:cNvSpPr>
            <a:spLocks noGrp="1"/>
          </p:cNvSpPr>
          <p:nvPr/>
        </p:nvSpPr>
        <p:spPr>
          <a:xfrm>
            <a:off x="10616406" y="2869406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E999FB08-AA6A-4E8C-89C7-5BFE24979E5D}"/>
              </a:ext>
            </a:extLst>
          </p:cNvPr>
          <p:cNvSpPr>
            <a:spLocks noGrp="1"/>
          </p:cNvSpPr>
          <p:nvPr/>
        </p:nvSpPr>
        <p:spPr>
          <a:xfrm>
            <a:off x="10814844" y="2869406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91F9581E-7FBF-448A-958A-13430CED8BF0}"/>
              </a:ext>
            </a:extLst>
          </p:cNvPr>
          <p:cNvSpPr>
            <a:spLocks noGrp="1"/>
          </p:cNvSpPr>
          <p:nvPr/>
        </p:nvSpPr>
        <p:spPr>
          <a:xfrm>
            <a:off x="11013281" y="2869406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DCA251A6-CFA7-4695-A779-52C783CAFB52}"/>
              </a:ext>
            </a:extLst>
          </p:cNvPr>
          <p:cNvSpPr>
            <a:spLocks noGrp="1"/>
          </p:cNvSpPr>
          <p:nvPr/>
        </p:nvSpPr>
        <p:spPr>
          <a:xfrm>
            <a:off x="11211719" y="2869406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69003C14-A766-4244-A783-0437F7011A85}"/>
              </a:ext>
            </a:extLst>
          </p:cNvPr>
          <p:cNvSpPr>
            <a:spLocks noGrp="1"/>
          </p:cNvSpPr>
          <p:nvPr/>
        </p:nvSpPr>
        <p:spPr>
          <a:xfrm>
            <a:off x="11410156" y="2869406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EC844FC8-12FC-4F7C-9472-5D921EA5DAD1}"/>
              </a:ext>
            </a:extLst>
          </p:cNvPr>
          <p:cNvSpPr>
            <a:spLocks noGrp="1"/>
          </p:cNvSpPr>
          <p:nvPr/>
        </p:nvSpPr>
        <p:spPr>
          <a:xfrm>
            <a:off x="11608594" y="2869406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63B425F1-0563-48D0-91FB-0E8B63B0E28E}"/>
              </a:ext>
            </a:extLst>
          </p:cNvPr>
          <p:cNvSpPr>
            <a:spLocks noGrp="1"/>
          </p:cNvSpPr>
          <p:nvPr/>
        </p:nvSpPr>
        <p:spPr>
          <a:xfrm>
            <a:off x="11807031" y="2869406"/>
            <a:ext cx="198438" cy="19843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77B40C90-FA65-4DAC-B64E-C7D9AB4C3108}"/>
              </a:ext>
            </a:extLst>
          </p:cNvPr>
          <p:cNvSpPr>
            <a:spLocks noGrp="1"/>
          </p:cNvSpPr>
          <p:nvPr/>
        </p:nvSpPr>
        <p:spPr>
          <a:xfrm>
            <a:off x="12005469" y="2869406"/>
            <a:ext cx="198438" cy="19843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BF6D6486-D189-43FD-BBB3-3DC8625C4820}"/>
              </a:ext>
            </a:extLst>
          </p:cNvPr>
          <p:cNvSpPr>
            <a:spLocks noGrp="1"/>
          </p:cNvSpPr>
          <p:nvPr/>
        </p:nvSpPr>
        <p:spPr>
          <a:xfrm>
            <a:off x="9227344" y="3067844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7F1774E6-0ADD-4751-B9F2-9E13547B5698}"/>
              </a:ext>
            </a:extLst>
          </p:cNvPr>
          <p:cNvSpPr>
            <a:spLocks noGrp="1"/>
          </p:cNvSpPr>
          <p:nvPr/>
        </p:nvSpPr>
        <p:spPr>
          <a:xfrm>
            <a:off x="9425781" y="3067844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735485A2-9F89-43C3-A48E-0AE8E04864D6}"/>
              </a:ext>
            </a:extLst>
          </p:cNvPr>
          <p:cNvSpPr>
            <a:spLocks noGrp="1"/>
          </p:cNvSpPr>
          <p:nvPr/>
        </p:nvSpPr>
        <p:spPr>
          <a:xfrm>
            <a:off x="9624219" y="3067844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0A0CBE26-530A-4F47-BCCA-287F01A2F151}"/>
              </a:ext>
            </a:extLst>
          </p:cNvPr>
          <p:cNvSpPr>
            <a:spLocks noGrp="1"/>
          </p:cNvSpPr>
          <p:nvPr/>
        </p:nvSpPr>
        <p:spPr>
          <a:xfrm>
            <a:off x="9822656" y="3067844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D99C6D6A-8DE7-4E48-83AA-CF28B1A6149D}"/>
              </a:ext>
            </a:extLst>
          </p:cNvPr>
          <p:cNvSpPr>
            <a:spLocks noGrp="1"/>
          </p:cNvSpPr>
          <p:nvPr/>
        </p:nvSpPr>
        <p:spPr>
          <a:xfrm>
            <a:off x="10021094" y="3067844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9B61620B-3C7F-429E-AF3F-5FB36F95A08D}"/>
              </a:ext>
            </a:extLst>
          </p:cNvPr>
          <p:cNvSpPr>
            <a:spLocks noGrp="1"/>
          </p:cNvSpPr>
          <p:nvPr/>
        </p:nvSpPr>
        <p:spPr>
          <a:xfrm>
            <a:off x="10219531" y="3067844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9EC64609-AE5B-4386-A6E0-7148BEAB217D}"/>
              </a:ext>
            </a:extLst>
          </p:cNvPr>
          <p:cNvSpPr>
            <a:spLocks noGrp="1"/>
          </p:cNvSpPr>
          <p:nvPr/>
        </p:nvSpPr>
        <p:spPr>
          <a:xfrm>
            <a:off x="10417969" y="3067844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143D124C-4356-4F59-95DE-BC4B03607776}"/>
              </a:ext>
            </a:extLst>
          </p:cNvPr>
          <p:cNvSpPr>
            <a:spLocks noGrp="1"/>
          </p:cNvSpPr>
          <p:nvPr/>
        </p:nvSpPr>
        <p:spPr>
          <a:xfrm>
            <a:off x="10616406" y="3067844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BC4C47B7-1E4A-4960-85FB-3E1513BE8B4F}"/>
              </a:ext>
            </a:extLst>
          </p:cNvPr>
          <p:cNvSpPr>
            <a:spLocks noGrp="1"/>
          </p:cNvSpPr>
          <p:nvPr/>
        </p:nvSpPr>
        <p:spPr>
          <a:xfrm>
            <a:off x="10814844" y="3067844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AC04ED2E-41EA-4606-A736-C8A5E0C0202B}"/>
              </a:ext>
            </a:extLst>
          </p:cNvPr>
          <p:cNvSpPr>
            <a:spLocks noGrp="1"/>
          </p:cNvSpPr>
          <p:nvPr/>
        </p:nvSpPr>
        <p:spPr>
          <a:xfrm>
            <a:off x="11013281" y="3067844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1E1EDA40-2286-4AD1-8E10-C9697E52CDD6}"/>
              </a:ext>
            </a:extLst>
          </p:cNvPr>
          <p:cNvSpPr>
            <a:spLocks noGrp="1"/>
          </p:cNvSpPr>
          <p:nvPr/>
        </p:nvSpPr>
        <p:spPr>
          <a:xfrm>
            <a:off x="11211719" y="3067844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69628EE7-B6D2-4898-A1F6-452AC34CF707}"/>
              </a:ext>
            </a:extLst>
          </p:cNvPr>
          <p:cNvSpPr>
            <a:spLocks noGrp="1"/>
          </p:cNvSpPr>
          <p:nvPr/>
        </p:nvSpPr>
        <p:spPr>
          <a:xfrm>
            <a:off x="11410156" y="3067844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65958C41-854A-40C3-947F-A68A35ED37A0}"/>
              </a:ext>
            </a:extLst>
          </p:cNvPr>
          <p:cNvSpPr>
            <a:spLocks noGrp="1"/>
          </p:cNvSpPr>
          <p:nvPr/>
        </p:nvSpPr>
        <p:spPr>
          <a:xfrm>
            <a:off x="11608594" y="3067844"/>
            <a:ext cx="198438" cy="19843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66608B1F-0099-4A98-9C84-A9DEE7564819}"/>
              </a:ext>
            </a:extLst>
          </p:cNvPr>
          <p:cNvSpPr>
            <a:spLocks noGrp="1"/>
          </p:cNvSpPr>
          <p:nvPr/>
        </p:nvSpPr>
        <p:spPr>
          <a:xfrm>
            <a:off x="11807031" y="3067844"/>
            <a:ext cx="198438" cy="19843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FA4769F5-D807-4AFD-AB38-EF3F427D7FC0}"/>
              </a:ext>
            </a:extLst>
          </p:cNvPr>
          <p:cNvSpPr>
            <a:spLocks noGrp="1"/>
          </p:cNvSpPr>
          <p:nvPr/>
        </p:nvSpPr>
        <p:spPr>
          <a:xfrm>
            <a:off x="12005469" y="3067844"/>
            <a:ext cx="198438" cy="19843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B94E5ADC-E61E-41E6-95E6-A47149DBFF47}"/>
              </a:ext>
            </a:extLst>
          </p:cNvPr>
          <p:cNvSpPr>
            <a:spLocks noGrp="1"/>
          </p:cNvSpPr>
          <p:nvPr/>
        </p:nvSpPr>
        <p:spPr>
          <a:xfrm>
            <a:off x="9227344" y="3266281"/>
            <a:ext cx="198438" cy="19843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A6F05B58-0634-4A0D-8798-21DE7485A1D4}"/>
              </a:ext>
            </a:extLst>
          </p:cNvPr>
          <p:cNvSpPr>
            <a:spLocks noGrp="1"/>
          </p:cNvSpPr>
          <p:nvPr/>
        </p:nvSpPr>
        <p:spPr>
          <a:xfrm>
            <a:off x="9425781" y="3266281"/>
            <a:ext cx="198438" cy="19843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94B21A96-D04A-42B3-9C91-85F6C29B4F59}"/>
              </a:ext>
            </a:extLst>
          </p:cNvPr>
          <p:cNvSpPr>
            <a:spLocks noGrp="1"/>
          </p:cNvSpPr>
          <p:nvPr/>
        </p:nvSpPr>
        <p:spPr>
          <a:xfrm>
            <a:off x="9624219" y="3266281"/>
            <a:ext cx="198438" cy="19843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AC87407C-1925-445B-A9C7-86810AF58D40}"/>
              </a:ext>
            </a:extLst>
          </p:cNvPr>
          <p:cNvSpPr>
            <a:spLocks noGrp="1"/>
          </p:cNvSpPr>
          <p:nvPr/>
        </p:nvSpPr>
        <p:spPr>
          <a:xfrm>
            <a:off x="9822656" y="3266281"/>
            <a:ext cx="198438" cy="19843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365E9EE0-8C35-4F0A-8FB2-88F107249794}"/>
              </a:ext>
            </a:extLst>
          </p:cNvPr>
          <p:cNvSpPr>
            <a:spLocks noGrp="1"/>
          </p:cNvSpPr>
          <p:nvPr/>
        </p:nvSpPr>
        <p:spPr>
          <a:xfrm>
            <a:off x="10021094" y="3266281"/>
            <a:ext cx="198438" cy="19843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E7812B14-30F3-4716-8DFD-667934EEF3DF}"/>
              </a:ext>
            </a:extLst>
          </p:cNvPr>
          <p:cNvSpPr>
            <a:spLocks noGrp="1"/>
          </p:cNvSpPr>
          <p:nvPr/>
        </p:nvSpPr>
        <p:spPr>
          <a:xfrm>
            <a:off x="10219531" y="3266281"/>
            <a:ext cx="198438" cy="19843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92317182-AC53-446F-80CE-6C87C601BDFC}"/>
              </a:ext>
            </a:extLst>
          </p:cNvPr>
          <p:cNvSpPr>
            <a:spLocks noGrp="1"/>
          </p:cNvSpPr>
          <p:nvPr/>
        </p:nvSpPr>
        <p:spPr>
          <a:xfrm>
            <a:off x="10417969" y="3266281"/>
            <a:ext cx="198438" cy="19843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E8C85D14-44A2-462C-B387-1224CF71A296}"/>
              </a:ext>
            </a:extLst>
          </p:cNvPr>
          <p:cNvSpPr>
            <a:spLocks noGrp="1"/>
          </p:cNvSpPr>
          <p:nvPr/>
        </p:nvSpPr>
        <p:spPr>
          <a:xfrm>
            <a:off x="10616406" y="3266281"/>
            <a:ext cx="198438" cy="19843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AC6D78C3-2C92-49F6-8C27-9C50174D8D88}"/>
              </a:ext>
            </a:extLst>
          </p:cNvPr>
          <p:cNvSpPr>
            <a:spLocks noGrp="1"/>
          </p:cNvSpPr>
          <p:nvPr/>
        </p:nvSpPr>
        <p:spPr>
          <a:xfrm>
            <a:off x="10814844" y="3266281"/>
            <a:ext cx="198438" cy="19843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0E653A7D-7725-479A-9169-DB9BD589E89C}"/>
              </a:ext>
            </a:extLst>
          </p:cNvPr>
          <p:cNvSpPr>
            <a:spLocks noGrp="1"/>
          </p:cNvSpPr>
          <p:nvPr/>
        </p:nvSpPr>
        <p:spPr>
          <a:xfrm>
            <a:off x="11013281" y="3266281"/>
            <a:ext cx="198438" cy="19843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0F3C988F-E68D-477D-B9BA-02E4FC930695}"/>
              </a:ext>
            </a:extLst>
          </p:cNvPr>
          <p:cNvSpPr>
            <a:spLocks noGrp="1"/>
          </p:cNvSpPr>
          <p:nvPr/>
        </p:nvSpPr>
        <p:spPr>
          <a:xfrm>
            <a:off x="11211719" y="3266281"/>
            <a:ext cx="198438" cy="19843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B62A193F-A81E-452F-BDE2-A0EC837EE167}"/>
              </a:ext>
            </a:extLst>
          </p:cNvPr>
          <p:cNvSpPr>
            <a:spLocks noGrp="1"/>
          </p:cNvSpPr>
          <p:nvPr/>
        </p:nvSpPr>
        <p:spPr>
          <a:xfrm>
            <a:off x="11410156" y="3266281"/>
            <a:ext cx="198438" cy="19843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AA8BE8C4-BBC6-40C2-B734-FD7BF3E50B56}"/>
              </a:ext>
            </a:extLst>
          </p:cNvPr>
          <p:cNvSpPr>
            <a:spLocks noGrp="1"/>
          </p:cNvSpPr>
          <p:nvPr/>
        </p:nvSpPr>
        <p:spPr>
          <a:xfrm>
            <a:off x="11608594" y="3266281"/>
            <a:ext cx="198438" cy="19843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03E5EA11-557E-471B-9F10-F878A505CF09}"/>
              </a:ext>
            </a:extLst>
          </p:cNvPr>
          <p:cNvSpPr>
            <a:spLocks noGrp="1"/>
          </p:cNvSpPr>
          <p:nvPr/>
        </p:nvSpPr>
        <p:spPr>
          <a:xfrm>
            <a:off x="11807031" y="3266281"/>
            <a:ext cx="198438" cy="198438"/>
          </a:xfrm>
          <a:prstGeom prst="rect">
            <a:avLst/>
          </a:prstGeom>
          <a:solidFill>
            <a:srgbClr val="FFFFFF"/>
          </a:solidFill>
          <a:ln w="11906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E2BDC46E-93E1-4749-BD29-FD5ED484BBA4}"/>
              </a:ext>
            </a:extLst>
          </p:cNvPr>
          <p:cNvSpPr>
            <a:spLocks noGrp="1"/>
          </p:cNvSpPr>
          <p:nvPr/>
        </p:nvSpPr>
        <p:spPr>
          <a:xfrm>
            <a:off x="12005469" y="3266281"/>
            <a:ext cx="198438" cy="198438"/>
          </a:xfrm>
          <a:prstGeom prst="rect">
            <a:avLst/>
          </a:prstGeom>
          <a:solidFill>
            <a:srgbClr val="FFFFFF"/>
          </a:solidFill>
          <a:ln w="11906">
            <a:solidFill>
              <a:srgbClr val="172B4D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9708B33B-CAE2-4CC3-949E-CF76496E413D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13 × 2 = 26;  5 × 3 = 15.</a:t>
            </a:r>
          </a:p>
        </p:txBody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392C1F38-1752-4DFF-9D54-8DE31B019B53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1 11/15</a:t>
            </a:r>
          </a:p>
        </p:txBody>
      </p:sp>
    </p:spTree>
    <p:extLst>
      <p:ext uri="{BB962C8B-B14F-4D97-AF65-F5344CB8AC3E}">
        <p14:creationId xmlns:p14="http://schemas.microsoft.com/office/powerpoint/2010/main" val="208561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A1152B0A-C337-4C08-8A3D-525CF7F5BAF3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0A6BA0A-DC23-41A2-956A-6156AAE783E9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B6A1A9E-BE23-45D4-BB31-5E556CD380E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 3/5 × 2/3.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5C95A00-3DEE-4120-9674-B67509F48BD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29E9055-0B57-4272-A88C-E0EF85E3D13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multiplication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3023ECA0-95A6-45BD-A341-14C51E2F5DD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D0B01AF5-B517-4564-8150-DC49DB0A2723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 3/5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421E0D6B-F70E-4835-AD50-D7C70740646C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× 5 + 3 = 18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38B2770F-32DD-4410-98B4-A19B65A9B4C8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F40E3184-CC30-4DE4-A873-0FF5C665E10F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1258C32B-B101-47A6-8298-A44E2E7E88B5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D2E13138-FB4F-4C6F-A639-84EB5C27F6ED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2/3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4E45BA14-677D-4942-817C-6156F7BE772F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× 3 + 2 = 2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945B5D27-1BCE-4206-87CE-C7C8E1C9C54B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0CF8DAC-554D-46A6-AFAA-68B1850CC5F3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32C4331D-1E7F-4B59-9071-12FFD09C7568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1845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3" grpId="0"/>
      <p:bldP spid="14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-1">
            <a:extLst>
              <a:ext uri="{FF2B5EF4-FFF2-40B4-BE49-F238E27FC236}">
                <a16:creationId xmlns:a16="http://schemas.microsoft.com/office/drawing/2014/main" id="{1E6A652F-E961-4E18-9A45-C975B752F9E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FC2F03F-F746-4596-8DD7-A66D9569454B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F06D1E5-4CAD-43E1-AF53-A812B451314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 3/5 × 2/3.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8DF57F0-FB6C-4CE5-B0B6-D100145C380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3D04E14-4C8D-4B3F-9236-EE0966FED35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multiplication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8071280-6B8C-41C5-9A3E-626E60DDF7B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87EEE76D-32D3-414D-89C1-A90744137260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698B1FC0-9066-45FD-8628-1C3E710B2882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9C9CC16-B7B4-4D09-8590-62EF47ADF1E2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E5126B5-F8F6-4165-9F8B-9280A404A18D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CAA3284-A8C8-4D73-929C-F29B0B2BCD6A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0769A7E8-B43F-48B6-B625-660E5DA98C85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3E66623A-1C6E-4DB7-ACDA-FD86CE0B9C53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5CABA89D-860F-455A-8464-11ED21844DF2}"/>
              </a:ext>
            </a:extLst>
          </p:cNvPr>
          <p:cNvSpPr>
            <a:spLocks noGrp="1"/>
          </p:cNvSpPr>
          <p:nvPr/>
        </p:nvSpPr>
        <p:spPr>
          <a:xfrm>
            <a:off x="9227344" y="2869406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E9553AB6-966C-405D-8948-7FE002DF4645}"/>
              </a:ext>
            </a:extLst>
          </p:cNvPr>
          <p:cNvSpPr>
            <a:spLocks noGrp="1"/>
          </p:cNvSpPr>
          <p:nvPr/>
        </p:nvSpPr>
        <p:spPr>
          <a:xfrm>
            <a:off x="9376172" y="2869406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EAB6F139-2CF3-4192-B4C6-618CC4A0D7FF}"/>
              </a:ext>
            </a:extLst>
          </p:cNvPr>
          <p:cNvSpPr>
            <a:spLocks noGrp="1"/>
          </p:cNvSpPr>
          <p:nvPr/>
        </p:nvSpPr>
        <p:spPr>
          <a:xfrm>
            <a:off x="9525000" y="2869406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7EEBDE5D-C876-46D0-ACD2-239CBE9EDF47}"/>
              </a:ext>
            </a:extLst>
          </p:cNvPr>
          <p:cNvSpPr>
            <a:spLocks noGrp="1"/>
          </p:cNvSpPr>
          <p:nvPr/>
        </p:nvSpPr>
        <p:spPr>
          <a:xfrm>
            <a:off x="9673828" y="2869406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3398A82E-4FFE-438B-99F0-D74C12B1BC8F}"/>
              </a:ext>
            </a:extLst>
          </p:cNvPr>
          <p:cNvSpPr>
            <a:spLocks noGrp="1"/>
          </p:cNvSpPr>
          <p:nvPr/>
        </p:nvSpPr>
        <p:spPr>
          <a:xfrm>
            <a:off x="9822656" y="2869406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C36AA829-3D7C-4A51-B056-32C6AA34FD69}"/>
              </a:ext>
            </a:extLst>
          </p:cNvPr>
          <p:cNvSpPr>
            <a:spLocks noGrp="1"/>
          </p:cNvSpPr>
          <p:nvPr/>
        </p:nvSpPr>
        <p:spPr>
          <a:xfrm>
            <a:off x="9971484" y="2869406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A389B619-208A-4911-8E7B-4F6EE1831802}"/>
              </a:ext>
            </a:extLst>
          </p:cNvPr>
          <p:cNvSpPr>
            <a:spLocks noGrp="1"/>
          </p:cNvSpPr>
          <p:nvPr/>
        </p:nvSpPr>
        <p:spPr>
          <a:xfrm>
            <a:off x="10120313" y="2869406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F3500E24-6AB1-4111-9132-1C188F59E50C}"/>
              </a:ext>
            </a:extLst>
          </p:cNvPr>
          <p:cNvSpPr>
            <a:spLocks noGrp="1"/>
          </p:cNvSpPr>
          <p:nvPr/>
        </p:nvSpPr>
        <p:spPr>
          <a:xfrm>
            <a:off x="10269141" y="2869406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CFC654B6-BE8F-4FF5-B30F-9E1FC5DB4ED0}"/>
              </a:ext>
            </a:extLst>
          </p:cNvPr>
          <p:cNvSpPr>
            <a:spLocks noGrp="1"/>
          </p:cNvSpPr>
          <p:nvPr/>
        </p:nvSpPr>
        <p:spPr>
          <a:xfrm>
            <a:off x="10417969" y="2869406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F5B7A1AE-D28D-4692-A997-67BA95C2B043}"/>
              </a:ext>
            </a:extLst>
          </p:cNvPr>
          <p:cNvSpPr>
            <a:spLocks noGrp="1"/>
          </p:cNvSpPr>
          <p:nvPr/>
        </p:nvSpPr>
        <p:spPr>
          <a:xfrm>
            <a:off x="10566797" y="2869406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8268CE2F-DEBB-4D0F-90C8-02FEC4C260D0}"/>
              </a:ext>
            </a:extLst>
          </p:cNvPr>
          <p:cNvSpPr>
            <a:spLocks noGrp="1"/>
          </p:cNvSpPr>
          <p:nvPr/>
        </p:nvSpPr>
        <p:spPr>
          <a:xfrm>
            <a:off x="10715625" y="2869406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932A5BF7-3662-473F-A11A-208A027CCB6D}"/>
              </a:ext>
            </a:extLst>
          </p:cNvPr>
          <p:cNvSpPr>
            <a:spLocks noGrp="1"/>
          </p:cNvSpPr>
          <p:nvPr/>
        </p:nvSpPr>
        <p:spPr>
          <a:xfrm>
            <a:off x="10864453" y="2869406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F11E103A-E0EF-4D76-BD57-16598B631FBC}"/>
              </a:ext>
            </a:extLst>
          </p:cNvPr>
          <p:cNvSpPr>
            <a:spLocks noGrp="1"/>
          </p:cNvSpPr>
          <p:nvPr/>
        </p:nvSpPr>
        <p:spPr>
          <a:xfrm>
            <a:off x="11013281" y="2869406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7DD4006F-79C2-4BA6-9DA6-57899B1F8339}"/>
              </a:ext>
            </a:extLst>
          </p:cNvPr>
          <p:cNvSpPr>
            <a:spLocks noGrp="1"/>
          </p:cNvSpPr>
          <p:nvPr/>
        </p:nvSpPr>
        <p:spPr>
          <a:xfrm>
            <a:off x="11162109" y="2869406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C6CF46C2-01EE-4C46-B7F3-82634334CB8F}"/>
              </a:ext>
            </a:extLst>
          </p:cNvPr>
          <p:cNvSpPr>
            <a:spLocks noGrp="1"/>
          </p:cNvSpPr>
          <p:nvPr/>
        </p:nvSpPr>
        <p:spPr>
          <a:xfrm>
            <a:off x="11310938" y="2869406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7AF70F30-16FE-4A90-94CD-A81F128738CC}"/>
              </a:ext>
            </a:extLst>
          </p:cNvPr>
          <p:cNvSpPr>
            <a:spLocks noGrp="1"/>
          </p:cNvSpPr>
          <p:nvPr/>
        </p:nvSpPr>
        <p:spPr>
          <a:xfrm>
            <a:off x="11459766" y="2869406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E90AF461-2879-4163-9C09-EFCAF4FCD70F}"/>
              </a:ext>
            </a:extLst>
          </p:cNvPr>
          <p:cNvSpPr>
            <a:spLocks noGrp="1"/>
          </p:cNvSpPr>
          <p:nvPr/>
        </p:nvSpPr>
        <p:spPr>
          <a:xfrm>
            <a:off x="11608594" y="2869406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3BA5ADA9-72F2-485A-9D64-72E9F438E888}"/>
              </a:ext>
            </a:extLst>
          </p:cNvPr>
          <p:cNvSpPr>
            <a:spLocks noGrp="1"/>
          </p:cNvSpPr>
          <p:nvPr/>
        </p:nvSpPr>
        <p:spPr>
          <a:xfrm>
            <a:off x="11757422" y="2869406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B611961F-B54A-4F9F-B11C-9F215FCF0DF1}"/>
              </a:ext>
            </a:extLst>
          </p:cNvPr>
          <p:cNvSpPr>
            <a:spLocks noGrp="1"/>
          </p:cNvSpPr>
          <p:nvPr/>
        </p:nvSpPr>
        <p:spPr>
          <a:xfrm>
            <a:off x="11906250" y="2869406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D9E18B2C-AF55-4025-8173-BF7C2F87FA8E}"/>
              </a:ext>
            </a:extLst>
          </p:cNvPr>
          <p:cNvSpPr>
            <a:spLocks noGrp="1"/>
          </p:cNvSpPr>
          <p:nvPr/>
        </p:nvSpPr>
        <p:spPr>
          <a:xfrm>
            <a:off x="12055078" y="2869406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F0E94098-1AC4-4D41-AA1B-2DF1828401A8}"/>
              </a:ext>
            </a:extLst>
          </p:cNvPr>
          <p:cNvSpPr>
            <a:spLocks noGrp="1"/>
          </p:cNvSpPr>
          <p:nvPr/>
        </p:nvSpPr>
        <p:spPr>
          <a:xfrm>
            <a:off x="9227344" y="3018234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908ABA29-527D-495F-9720-168EF4D15320}"/>
              </a:ext>
            </a:extLst>
          </p:cNvPr>
          <p:cNvSpPr>
            <a:spLocks noGrp="1"/>
          </p:cNvSpPr>
          <p:nvPr/>
        </p:nvSpPr>
        <p:spPr>
          <a:xfrm>
            <a:off x="9376172" y="3018234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A99FD692-35E7-442C-B00D-E97E47E9D361}"/>
              </a:ext>
            </a:extLst>
          </p:cNvPr>
          <p:cNvSpPr>
            <a:spLocks noGrp="1"/>
          </p:cNvSpPr>
          <p:nvPr/>
        </p:nvSpPr>
        <p:spPr>
          <a:xfrm>
            <a:off x="9525000" y="3018234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F208FDA7-11B9-412D-BFC6-1C8FE64C3186}"/>
              </a:ext>
            </a:extLst>
          </p:cNvPr>
          <p:cNvSpPr>
            <a:spLocks noGrp="1"/>
          </p:cNvSpPr>
          <p:nvPr/>
        </p:nvSpPr>
        <p:spPr>
          <a:xfrm>
            <a:off x="9673828" y="3018234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87F780F2-D0D8-4E12-B168-06C2698D0758}"/>
              </a:ext>
            </a:extLst>
          </p:cNvPr>
          <p:cNvSpPr>
            <a:spLocks noGrp="1"/>
          </p:cNvSpPr>
          <p:nvPr/>
        </p:nvSpPr>
        <p:spPr>
          <a:xfrm>
            <a:off x="9822656" y="3018234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F4ACC66A-C619-4601-9D00-EDAE71E4C41C}"/>
              </a:ext>
            </a:extLst>
          </p:cNvPr>
          <p:cNvSpPr>
            <a:spLocks noGrp="1"/>
          </p:cNvSpPr>
          <p:nvPr/>
        </p:nvSpPr>
        <p:spPr>
          <a:xfrm>
            <a:off x="9971484" y="3018234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1DAC0E5A-75C2-4C37-B1DB-3F49FF2580FD}"/>
              </a:ext>
            </a:extLst>
          </p:cNvPr>
          <p:cNvSpPr>
            <a:spLocks noGrp="1"/>
          </p:cNvSpPr>
          <p:nvPr/>
        </p:nvSpPr>
        <p:spPr>
          <a:xfrm>
            <a:off x="10120313" y="3018234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1BE29E30-961F-4849-87D5-FBBAE7B71947}"/>
              </a:ext>
            </a:extLst>
          </p:cNvPr>
          <p:cNvSpPr>
            <a:spLocks noGrp="1"/>
          </p:cNvSpPr>
          <p:nvPr/>
        </p:nvSpPr>
        <p:spPr>
          <a:xfrm>
            <a:off x="10269141" y="3018234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BDF0D704-495B-4F18-8122-8BE5A54EE51E}"/>
              </a:ext>
            </a:extLst>
          </p:cNvPr>
          <p:cNvSpPr>
            <a:spLocks noGrp="1"/>
          </p:cNvSpPr>
          <p:nvPr/>
        </p:nvSpPr>
        <p:spPr>
          <a:xfrm>
            <a:off x="10417969" y="3018234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4DD9D1BC-0256-4A36-AB49-6D4F38A84F16}"/>
              </a:ext>
            </a:extLst>
          </p:cNvPr>
          <p:cNvSpPr>
            <a:spLocks noGrp="1"/>
          </p:cNvSpPr>
          <p:nvPr/>
        </p:nvSpPr>
        <p:spPr>
          <a:xfrm>
            <a:off x="10566797" y="3018234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44BCCD3A-8ACB-4937-9C31-2CD24085A90F}"/>
              </a:ext>
            </a:extLst>
          </p:cNvPr>
          <p:cNvSpPr>
            <a:spLocks noGrp="1"/>
          </p:cNvSpPr>
          <p:nvPr/>
        </p:nvSpPr>
        <p:spPr>
          <a:xfrm>
            <a:off x="10715625" y="3018234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851109EE-9326-438B-A302-62FE026ECFFC}"/>
              </a:ext>
            </a:extLst>
          </p:cNvPr>
          <p:cNvSpPr>
            <a:spLocks noGrp="1"/>
          </p:cNvSpPr>
          <p:nvPr/>
        </p:nvSpPr>
        <p:spPr>
          <a:xfrm>
            <a:off x="10864453" y="3018234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16C38432-E314-4665-BCDC-C4F76DCC225A}"/>
              </a:ext>
            </a:extLst>
          </p:cNvPr>
          <p:cNvSpPr>
            <a:spLocks noGrp="1"/>
          </p:cNvSpPr>
          <p:nvPr/>
        </p:nvSpPr>
        <p:spPr>
          <a:xfrm>
            <a:off x="11013281" y="3018234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0415A534-46C7-4864-A04B-9391A1ADBC23}"/>
              </a:ext>
            </a:extLst>
          </p:cNvPr>
          <p:cNvSpPr>
            <a:spLocks noGrp="1"/>
          </p:cNvSpPr>
          <p:nvPr/>
        </p:nvSpPr>
        <p:spPr>
          <a:xfrm>
            <a:off x="11162109" y="3018234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13768E86-5443-4336-B846-E4F6EB5AEC0F}"/>
              </a:ext>
            </a:extLst>
          </p:cNvPr>
          <p:cNvSpPr>
            <a:spLocks noGrp="1"/>
          </p:cNvSpPr>
          <p:nvPr/>
        </p:nvSpPr>
        <p:spPr>
          <a:xfrm>
            <a:off x="11310938" y="3018234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FE99DDF5-2AD4-45E5-B3CB-67DB8C1709BD}"/>
              </a:ext>
            </a:extLst>
          </p:cNvPr>
          <p:cNvSpPr>
            <a:spLocks noGrp="1"/>
          </p:cNvSpPr>
          <p:nvPr/>
        </p:nvSpPr>
        <p:spPr>
          <a:xfrm>
            <a:off x="11459766" y="3018234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D43CC478-BAE2-4C00-9ECD-13D0E74642FD}"/>
              </a:ext>
            </a:extLst>
          </p:cNvPr>
          <p:cNvSpPr>
            <a:spLocks noGrp="1"/>
          </p:cNvSpPr>
          <p:nvPr/>
        </p:nvSpPr>
        <p:spPr>
          <a:xfrm>
            <a:off x="11608594" y="3018234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D409913F-2D46-42DC-B7D1-E8D99D9E5A34}"/>
              </a:ext>
            </a:extLst>
          </p:cNvPr>
          <p:cNvSpPr>
            <a:spLocks noGrp="1"/>
          </p:cNvSpPr>
          <p:nvPr/>
        </p:nvSpPr>
        <p:spPr>
          <a:xfrm>
            <a:off x="11757422" y="3018234"/>
            <a:ext cx="148828" cy="148828"/>
          </a:xfrm>
          <a:prstGeom prst="rect">
            <a:avLst/>
          </a:prstGeom>
          <a:solidFill>
            <a:srgbClr val="11745A"/>
          </a:solidFill>
          <a:ln w="11906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1B7170CA-3089-493D-A74F-50C813341A0B}"/>
              </a:ext>
            </a:extLst>
          </p:cNvPr>
          <p:cNvSpPr>
            <a:spLocks noGrp="1"/>
          </p:cNvSpPr>
          <p:nvPr/>
        </p:nvSpPr>
        <p:spPr>
          <a:xfrm>
            <a:off x="11906250" y="3018234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A9471FAB-6BB6-4334-A2E5-9139A3B4F284}"/>
              </a:ext>
            </a:extLst>
          </p:cNvPr>
          <p:cNvSpPr>
            <a:spLocks noGrp="1"/>
          </p:cNvSpPr>
          <p:nvPr/>
        </p:nvSpPr>
        <p:spPr>
          <a:xfrm>
            <a:off x="12055078" y="3018234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3BA9A03D-20A7-4481-9633-A4472750CC69}"/>
              </a:ext>
            </a:extLst>
          </p:cNvPr>
          <p:cNvSpPr>
            <a:spLocks noGrp="1"/>
          </p:cNvSpPr>
          <p:nvPr/>
        </p:nvSpPr>
        <p:spPr>
          <a:xfrm>
            <a:off x="9227344" y="3167063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145F4CF5-929A-48E2-9046-A36AB1348EE3}"/>
              </a:ext>
            </a:extLst>
          </p:cNvPr>
          <p:cNvSpPr>
            <a:spLocks noGrp="1"/>
          </p:cNvSpPr>
          <p:nvPr/>
        </p:nvSpPr>
        <p:spPr>
          <a:xfrm>
            <a:off x="9376172" y="3167063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90B107EF-21EF-4AF6-93C2-1D3D269B760C}"/>
              </a:ext>
            </a:extLst>
          </p:cNvPr>
          <p:cNvSpPr>
            <a:spLocks noGrp="1"/>
          </p:cNvSpPr>
          <p:nvPr/>
        </p:nvSpPr>
        <p:spPr>
          <a:xfrm>
            <a:off x="9525000" y="3167063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A393C51E-5B56-4773-8D45-F045116A133A}"/>
              </a:ext>
            </a:extLst>
          </p:cNvPr>
          <p:cNvSpPr>
            <a:spLocks noGrp="1"/>
          </p:cNvSpPr>
          <p:nvPr/>
        </p:nvSpPr>
        <p:spPr>
          <a:xfrm>
            <a:off x="9673828" y="3167063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16F92591-7CC5-40DA-99EE-5F3E1FA8A494}"/>
              </a:ext>
            </a:extLst>
          </p:cNvPr>
          <p:cNvSpPr>
            <a:spLocks noGrp="1"/>
          </p:cNvSpPr>
          <p:nvPr/>
        </p:nvSpPr>
        <p:spPr>
          <a:xfrm>
            <a:off x="9822656" y="3167063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F099D400-4BD0-4CD4-93A3-140B36864387}"/>
              </a:ext>
            </a:extLst>
          </p:cNvPr>
          <p:cNvSpPr>
            <a:spLocks noGrp="1"/>
          </p:cNvSpPr>
          <p:nvPr/>
        </p:nvSpPr>
        <p:spPr>
          <a:xfrm>
            <a:off x="9971484" y="3167063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B15DB983-7F93-40B8-98FA-198472387723}"/>
              </a:ext>
            </a:extLst>
          </p:cNvPr>
          <p:cNvSpPr>
            <a:spLocks noGrp="1"/>
          </p:cNvSpPr>
          <p:nvPr/>
        </p:nvSpPr>
        <p:spPr>
          <a:xfrm>
            <a:off x="10120313" y="3167063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21FFA294-492A-4712-941A-A97550E7A6DD}"/>
              </a:ext>
            </a:extLst>
          </p:cNvPr>
          <p:cNvSpPr>
            <a:spLocks noGrp="1"/>
          </p:cNvSpPr>
          <p:nvPr/>
        </p:nvSpPr>
        <p:spPr>
          <a:xfrm>
            <a:off x="10269141" y="3167063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D9CC2E66-472F-49E2-85B6-AD0C35866D74}"/>
              </a:ext>
            </a:extLst>
          </p:cNvPr>
          <p:cNvSpPr>
            <a:spLocks noGrp="1"/>
          </p:cNvSpPr>
          <p:nvPr/>
        </p:nvSpPr>
        <p:spPr>
          <a:xfrm>
            <a:off x="10417969" y="3167063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9ECA233B-8732-4F39-BCCB-5E853FF2622C}"/>
              </a:ext>
            </a:extLst>
          </p:cNvPr>
          <p:cNvSpPr>
            <a:spLocks noGrp="1"/>
          </p:cNvSpPr>
          <p:nvPr/>
        </p:nvSpPr>
        <p:spPr>
          <a:xfrm>
            <a:off x="10566797" y="3167063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4D555F08-5912-4765-994A-4B31824AAB2B}"/>
              </a:ext>
            </a:extLst>
          </p:cNvPr>
          <p:cNvSpPr>
            <a:spLocks noGrp="1"/>
          </p:cNvSpPr>
          <p:nvPr/>
        </p:nvSpPr>
        <p:spPr>
          <a:xfrm>
            <a:off x="10715625" y="3167063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DBFF9DD5-8A65-42D0-81CB-2883CAC8C314}"/>
              </a:ext>
            </a:extLst>
          </p:cNvPr>
          <p:cNvSpPr>
            <a:spLocks noGrp="1"/>
          </p:cNvSpPr>
          <p:nvPr/>
        </p:nvSpPr>
        <p:spPr>
          <a:xfrm>
            <a:off x="10864453" y="3167063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77CE1516-9633-4CD2-9BE6-A5EBC7FD60FE}"/>
              </a:ext>
            </a:extLst>
          </p:cNvPr>
          <p:cNvSpPr>
            <a:spLocks noGrp="1"/>
          </p:cNvSpPr>
          <p:nvPr/>
        </p:nvSpPr>
        <p:spPr>
          <a:xfrm>
            <a:off x="11013281" y="3167063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CA44A5EB-7F68-4FEB-A6FD-D2CE43E0E3FB}"/>
              </a:ext>
            </a:extLst>
          </p:cNvPr>
          <p:cNvSpPr>
            <a:spLocks noGrp="1"/>
          </p:cNvSpPr>
          <p:nvPr/>
        </p:nvSpPr>
        <p:spPr>
          <a:xfrm>
            <a:off x="11162109" y="3167063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2C703C4B-9A3A-460D-89D1-D45AF789EDB1}"/>
              </a:ext>
            </a:extLst>
          </p:cNvPr>
          <p:cNvSpPr>
            <a:spLocks noGrp="1"/>
          </p:cNvSpPr>
          <p:nvPr/>
        </p:nvSpPr>
        <p:spPr>
          <a:xfrm>
            <a:off x="11310938" y="3167063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D7B925A7-D1C7-443D-8496-66F0CC65E32A}"/>
              </a:ext>
            </a:extLst>
          </p:cNvPr>
          <p:cNvSpPr>
            <a:spLocks noGrp="1"/>
          </p:cNvSpPr>
          <p:nvPr/>
        </p:nvSpPr>
        <p:spPr>
          <a:xfrm>
            <a:off x="11459766" y="3167063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9F5D9CA3-0775-4459-8D69-9682AA710B82}"/>
              </a:ext>
            </a:extLst>
          </p:cNvPr>
          <p:cNvSpPr>
            <a:spLocks noGrp="1"/>
          </p:cNvSpPr>
          <p:nvPr/>
        </p:nvSpPr>
        <p:spPr>
          <a:xfrm>
            <a:off x="11608594" y="3167063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454A44EA-9071-4A03-9931-2B2D6B2C3586}"/>
              </a:ext>
            </a:extLst>
          </p:cNvPr>
          <p:cNvSpPr>
            <a:spLocks noGrp="1"/>
          </p:cNvSpPr>
          <p:nvPr/>
        </p:nvSpPr>
        <p:spPr>
          <a:xfrm>
            <a:off x="11757422" y="3167063"/>
            <a:ext cx="148828" cy="148828"/>
          </a:xfrm>
          <a:prstGeom prst="rect">
            <a:avLst/>
          </a:prstGeom>
          <a:solidFill>
            <a:srgbClr val="EFF6FF"/>
          </a:solidFill>
          <a:ln w="11906">
            <a:solidFill>
              <a:srgbClr val="172B4D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25B249B3-5B80-46F6-9EBA-59C3B8458379}"/>
              </a:ext>
            </a:extLst>
          </p:cNvPr>
          <p:cNvSpPr>
            <a:spLocks noGrp="1"/>
          </p:cNvSpPr>
          <p:nvPr/>
        </p:nvSpPr>
        <p:spPr>
          <a:xfrm>
            <a:off x="11906250" y="3167063"/>
            <a:ext cx="148828" cy="148828"/>
          </a:xfrm>
          <a:prstGeom prst="rect">
            <a:avLst/>
          </a:prstGeom>
          <a:solidFill>
            <a:srgbClr val="FFFFFF"/>
          </a:solidFill>
          <a:ln w="11906">
            <a:solidFill>
              <a:srgbClr val="172B4D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3BD5E010-4DC7-40B4-85C1-59B3BAC918B5}"/>
              </a:ext>
            </a:extLst>
          </p:cNvPr>
          <p:cNvSpPr>
            <a:spLocks noGrp="1"/>
          </p:cNvSpPr>
          <p:nvPr/>
        </p:nvSpPr>
        <p:spPr>
          <a:xfrm>
            <a:off x="12055078" y="3167063"/>
            <a:ext cx="148828" cy="148828"/>
          </a:xfrm>
          <a:prstGeom prst="rect">
            <a:avLst/>
          </a:prstGeom>
          <a:solidFill>
            <a:srgbClr val="FFFFFF"/>
          </a:solidFill>
          <a:ln w="11906">
            <a:solidFill>
              <a:srgbClr val="172B4D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4048DCFD-D030-4400-AA0A-81BD9B943520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18 × 2 = 36;  5 × 3 = 15.</a:t>
            </a:r>
          </a:p>
        </p:txBody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2D1C06F6-25A0-4139-B66E-124E76501BF3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2 2/5</a:t>
            </a:r>
          </a:p>
        </p:txBody>
      </p:sp>
    </p:spTree>
    <p:extLst>
      <p:ext uri="{BB962C8B-B14F-4D97-AF65-F5344CB8AC3E}">
        <p14:creationId xmlns:p14="http://schemas.microsoft.com/office/powerpoint/2010/main" val="143588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834BCBA2-FBA0-4659-AFDD-715E4A972748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126FCB1B-8F30-4141-B345-000D4A355FF1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ED9B100-25E7-4FD2-93EA-F6170C39B9A3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EBEAD84-D39B-408D-86AA-A1B752039A02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9FF5F03-3475-4C42-88F6-E4EC1A31012A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multiplication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8126CF47-501D-498E-A544-03015A5EDA2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980ABD7E-FD47-48E3-80BC-5A878BF32EBA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40E2D93-3B83-489A-8BCB-046F93002B43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ribbon is 3/5 m long. Maya uses 2/3 of it. How much ribbon does she use?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CC3F8C0-42F6-4E33-959B-FDF27522A894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22F3F661-EFF0-4B69-A933-B70EE8806DF1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4/7 of 21.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519927F-9204-4764-81D8-93D4CFEFBEF4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14B9683B-ED2B-4FB9-BC80-8FD1E5ABA1B9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1/4 x 3/5.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DF63CF4B-28FD-45E0-9A3B-2E1E05F89FD1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6FC41622-FD25-430E-B2C3-84F26214AFA3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A ribbon is 3/5 m long. Maya uses 2/3 of it. How much ribbon does she use?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62CE01AF-FA1B-402B-AE79-B29EED192CBF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0C4A329D-F54B-4639-BF52-80ECE71FD378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Calculate 4/7 of 21.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76B24202-6171-43C5-AB2E-4A476637E8B4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70A39A45-3B4C-4013-B58C-1D709A60173C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Calculate 1/4 x 3/5.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23605DB6-3A20-42E9-9C0E-D33E78F00D48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60A8287A-70E9-4EDC-BB57-B011473A7A89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Calculate 2/3 x 9/10 using cancellation.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4FF93217-7F9B-4364-9AD4-0F330D7ECCFF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5D527A50-15CD-4FE5-9EBF-E2C29900DC43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thinks multiplying always makes a number larger.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6583F935-985E-48EF-BFE7-19A3A58A272A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5914D53E-6CF3-44DC-9F5E-A1CB0E532FD0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BC9BA2D1-98BC-4660-9736-269B1CB59EE7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93C994D4-4677-4F15-B75A-5050B0CDE9D7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Calculate 1/4 x 3/5.</a:t>
            </a:r>
          </a:p>
        </p:txBody>
      </p:sp>
    </p:spTree>
    <p:extLst>
      <p:ext uri="{BB962C8B-B14F-4D97-AF65-F5344CB8AC3E}">
        <p14:creationId xmlns:p14="http://schemas.microsoft.com/office/powerpoint/2010/main" val="62279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B7E86BDA-4EDE-4AE0-A9D4-C1B84A58BE2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B71A47A-15D7-4E6D-9F9E-727E5B713D1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77ACE64-26AC-41E7-9228-FBE4306A164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A56810D-28A9-497D-991D-5A4ED2124CD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fraction multiplication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92797FD0-7546-414D-98AC-6B999EDA8FE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FD01120-CBF0-470A-A8B6-78AE1FA7F36E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80EEF4AA-290F-42D2-85CB-4640DF0C220A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2/5 m.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48395C3-191F-4A2B-9EB7-6D0C5F13491A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026A6270-67E3-444A-87F8-3663FD4B9272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29D737F2-E6FA-4462-99A9-1B863CDF228A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308A1BD0-F21E-4634-9E8A-C8214D285988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3/20.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F5BC8C60-94DF-4EA2-A67F-C378B922B64C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494B99F-F8DE-48E7-9B10-CA48E8E2AFB2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2/5 m.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DC6E3835-CB31-455D-9F4D-9283CBE8B0B6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7122D75-E534-4C52-9AE8-151EB2300D05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12.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A8FD4DDE-8F53-4F09-96BC-E0D2BE82133F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704BF638-B350-4F35-A550-659E1363AB9F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3/20.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72507155-0BB7-462B-976B-C7A5CC7F9244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B494491E-DE93-46A0-8077-4B6633822AF1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3/5.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B0809338-4EB8-4F91-9A64-A3270CF3D0C3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E9FE839F-F5C6-4428-B61A-579F0FA592A6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Multiplying by a proper fraction finds a part, so the result can be smaller than the starting number.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B5907B0F-7A59-48CC-8EA5-DA1713C2A7AC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30AA478A-F479-4FDF-8D4B-547806DEA3B7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B4EDB728-13C6-44B8-9CA4-4032048E7DE3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5A031CD9-D946-4E32-AD51-BADBFC029413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72039484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1258</Words>
  <Application>Microsoft Office PowerPoint</Application>
  <DocSecurity>0</DocSecurity>
  <PresentationFormat>Custom</PresentationFormat>
  <Paragraphs>158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2026-09-14T13:19:15Z</dcterms:created>
  <dcterms:modified xsi:type="dcterms:W3CDTF">2026-09-14T13:20:00Z</dcterms:modified>
</cp:coreProperties>
</file>