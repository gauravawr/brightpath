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730ea8e8a04256" /><Relationship Type="http://schemas.openxmlformats.org/officeDocument/2006/relationships/extended-properties" Target="/docProps/app.xml" Id="R7021b2b1f60d4f61" /><Relationship Type="http://schemas.openxmlformats.org/officeDocument/2006/relationships/officeDocument" Target="/ppt/presentation.xml" Id="Rca32639cff824c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010515e91e428a"/>
  </p:sldMasterIdLst>
  <p:notesMasterIdLst>
    <p:notesMasterId xmlns:r="http://schemas.openxmlformats.org/officeDocument/2006/relationships" r:id="R8eb1c95dd5024c72"/>
  </p:notesMasterIdLst>
  <p:sldIdLst>
    <p:sldId xmlns:r="http://schemas.openxmlformats.org/officeDocument/2006/relationships" id="256" r:id="R1b0b95b4859a4422"/>
    <p:sldId xmlns:r="http://schemas.openxmlformats.org/officeDocument/2006/relationships" id="257" r:id="R948290f50d1e43db"/>
    <p:sldId xmlns:r="http://schemas.openxmlformats.org/officeDocument/2006/relationships" id="258" r:id="R6f64dd66ec5a4537"/>
    <p:sldId xmlns:r="http://schemas.openxmlformats.org/officeDocument/2006/relationships" id="259" r:id="Rd71e62ad533e431e"/>
    <p:sldId xmlns:r="http://schemas.openxmlformats.org/officeDocument/2006/relationships" id="260" r:id="Rbe046e6562964aaf"/>
    <p:sldId xmlns:r="http://schemas.openxmlformats.org/officeDocument/2006/relationships" id="261" r:id="R107ed21b6f124607"/>
    <p:sldId xmlns:r="http://schemas.openxmlformats.org/officeDocument/2006/relationships" id="262" r:id="Rdf5856eb5fa54665"/>
    <p:sldId xmlns:r="http://schemas.openxmlformats.org/officeDocument/2006/relationships" id="263" r:id="R3bd6dfa8b2784aef"/>
    <p:sldId xmlns:r="http://schemas.openxmlformats.org/officeDocument/2006/relationships" id="264" r:id="Rfb990954e822412a"/>
    <p:sldId xmlns:r="http://schemas.openxmlformats.org/officeDocument/2006/relationships" id="265" r:id="Rb617f1a889ff48ab"/>
    <p:sldId xmlns:r="http://schemas.openxmlformats.org/officeDocument/2006/relationships" id="266" r:id="R6b33ddce71fe43a7"/>
    <p:sldId xmlns:r="http://schemas.openxmlformats.org/officeDocument/2006/relationships" id="267" r:id="R29a289a6158d43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87395ed2b54af2" /><Relationship Type="http://schemas.openxmlformats.org/officeDocument/2006/relationships/slideMaster" Target="/ppt/slideMasters/slideMaster1.xml" Id="R07010515e91e428a" /><Relationship Type="http://schemas.openxmlformats.org/officeDocument/2006/relationships/notesMaster" Target="/ppt/notesMasters/notesMaster1.xml" Id="R8eb1c95dd5024c72" /><Relationship Type="http://schemas.openxmlformats.org/officeDocument/2006/relationships/presProps" Target="/ppt/presProps.xml" Id="R8cf54e845a2542d6" /><Relationship Type="http://schemas.openxmlformats.org/officeDocument/2006/relationships/tableStyles" Target="/ppt/tableStyles.xml" Id="R1dea218212af4761" /><Relationship Type="http://schemas.openxmlformats.org/officeDocument/2006/relationships/slide" Target="/ppt/slides/slide1.xml" Id="R1b0b95b4859a4422" /><Relationship Type="http://schemas.openxmlformats.org/officeDocument/2006/relationships/slide" Target="/ppt/slides/slide2.xml" Id="R948290f50d1e43db" /><Relationship Type="http://schemas.openxmlformats.org/officeDocument/2006/relationships/slide" Target="/ppt/slides/slide3.xml" Id="R6f64dd66ec5a4537" /><Relationship Type="http://schemas.openxmlformats.org/officeDocument/2006/relationships/slide" Target="/ppt/slides/slide4.xml" Id="Rd71e62ad533e431e" /><Relationship Type="http://schemas.openxmlformats.org/officeDocument/2006/relationships/slide" Target="/ppt/slides/slide5.xml" Id="Rbe046e6562964aaf" /><Relationship Type="http://schemas.openxmlformats.org/officeDocument/2006/relationships/slide" Target="/ppt/slides/slide6.xml" Id="R107ed21b6f124607" /><Relationship Type="http://schemas.openxmlformats.org/officeDocument/2006/relationships/slide" Target="/ppt/slides/slide7.xml" Id="Rdf5856eb5fa54665" /><Relationship Type="http://schemas.openxmlformats.org/officeDocument/2006/relationships/slide" Target="/ppt/slides/slide8.xml" Id="R3bd6dfa8b2784aef" /><Relationship Type="http://schemas.openxmlformats.org/officeDocument/2006/relationships/slide" Target="/ppt/slides/slide9.xml" Id="Rfb990954e822412a" /><Relationship Type="http://schemas.openxmlformats.org/officeDocument/2006/relationships/slide" Target="/ppt/slides/slide10.xml" Id="Rb617f1a889ff48ab" /><Relationship Type="http://schemas.openxmlformats.org/officeDocument/2006/relationships/slide" Target="/ppt/slides/slide11.xml" Id="R6b33ddce71fe43a7" /><Relationship Type="http://schemas.openxmlformats.org/officeDocument/2006/relationships/slide" Target="/ppt/slides/slide12.xml" Id="R29a289a6158d43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e2c7407a2e4c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0b23c184254951" /><Relationship Type="http://schemas.openxmlformats.org/officeDocument/2006/relationships/notesMaster" Target="/ppt/notesMasters/notesMaster1.xml" Id="R6e79aa60080748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dc63c3428f4c9f" /><Relationship Type="http://schemas.openxmlformats.org/officeDocument/2006/relationships/notesMaster" Target="/ppt/notesMasters/notesMaster1.xml" Id="Rdc15a38aa5c947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095d07e7a9486d" /><Relationship Type="http://schemas.openxmlformats.org/officeDocument/2006/relationships/notesMaster" Target="/ppt/notesMasters/notesMaster1.xml" Id="R35e61dc6ad4a49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ea4e6fcf234b62" /><Relationship Type="http://schemas.openxmlformats.org/officeDocument/2006/relationships/notesMaster" Target="/ppt/notesMasters/notesMaster1.xml" Id="R95e99a216aa34cb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ab0d1b235a4b78" /><Relationship Type="http://schemas.openxmlformats.org/officeDocument/2006/relationships/notesMaster" Target="/ppt/notesMasters/notesMaster1.xml" Id="R1a423f9106d04d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28cbfa24804fc3" /><Relationship Type="http://schemas.openxmlformats.org/officeDocument/2006/relationships/notesMaster" Target="/ppt/notesMasters/notesMaster1.xml" Id="R7a4c1c6df74244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d5555e8ffd485c" /><Relationship Type="http://schemas.openxmlformats.org/officeDocument/2006/relationships/notesMaster" Target="/ppt/notesMasters/notesMaster1.xml" Id="R02faed0a6d4244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517a17a35e54607" /><Relationship Type="http://schemas.openxmlformats.org/officeDocument/2006/relationships/notesMaster" Target="/ppt/notesMasters/notesMaster1.xml" Id="R501036aa684a4c5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79f9d63bc42429c" /><Relationship Type="http://schemas.openxmlformats.org/officeDocument/2006/relationships/notesMaster" Target="/ppt/notesMasters/notesMaster1.xml" Id="Rfe329fd833494f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66c7b2ec224ec7" /><Relationship Type="http://schemas.openxmlformats.org/officeDocument/2006/relationships/notesMaster" Target="/ppt/notesMasters/notesMaster1.xml" Id="R67a263da8b2341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3d0055a20f4c15" /><Relationship Type="http://schemas.openxmlformats.org/officeDocument/2006/relationships/notesMaster" Target="/ppt/notesMasters/notesMaster1.xml" Id="Ra98dade35d0e4bd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180ac5622d4f9c" /><Relationship Type="http://schemas.openxmlformats.org/officeDocument/2006/relationships/notesMaster" Target="/ppt/notesMasters/notesMaster1.xml" Id="Rf2bd9ee170cf41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bar models,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12. | Convert mixed numbers to improper fractions when needed. | Multiplying by a proper fraction finds a part, so the result can be smaller than the starting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multiply, product, fraction of, cancel, simplify, mixed number.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2/5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Multiplying by a proper fraction finds a part, so the result can be smaller than the starting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3/20..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3/5.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3/20.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3/20. | Multiplying by a proper fraction finds a part, so the result can be smaller than the starting number.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77a75639a54a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e1f611ca9944a5" /><Relationship Type="http://schemas.openxmlformats.org/officeDocument/2006/relationships/slideLayout" Target="/ppt/slideLayouts/slideLayout1.xml" Id="R837f79279e3b4fd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7f79279e3b4f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d8d1ff030d4979" /><Relationship Type="http://schemas.openxmlformats.org/officeDocument/2006/relationships/notesSlide" Target="/ppt/notesSlides/notesSlide1.xml" Id="Ra4b57854381d4f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4e778c4a914894" /><Relationship Type="http://schemas.openxmlformats.org/officeDocument/2006/relationships/notesSlide" Target="/ppt/notesSlides/notesSlide2.xml" Id="R0bd0f53541ff4a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9a1bddf06f4961" /><Relationship Type="http://schemas.openxmlformats.org/officeDocument/2006/relationships/notesSlide" Target="/ppt/notesSlides/notesSlide3.xml" Id="Rff32e56ae8fa43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e077bbd8414690" /><Relationship Type="http://schemas.openxmlformats.org/officeDocument/2006/relationships/notesSlide" Target="/ppt/notesSlides/notesSlide4.xml" Id="R93c207afb50146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b6b5d9e379467c" /><Relationship Type="http://schemas.openxmlformats.org/officeDocument/2006/relationships/notesSlide" Target="/ppt/notesSlides/notesSlide5.xml" Id="Rc606d90d04374a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3e33a905a45a8" /><Relationship Type="http://schemas.openxmlformats.org/officeDocument/2006/relationships/notesSlide" Target="/ppt/notesSlides/notesSlide6.xml" Id="Ree7d44bb5d384c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5718c5985149c8" /><Relationship Type="http://schemas.openxmlformats.org/officeDocument/2006/relationships/image" Target="/ppt/media/image.png" Id="R8e5414fcc1894a0f" /><Relationship Type="http://schemas.openxmlformats.org/officeDocument/2006/relationships/notesSlide" Target="/ppt/notesSlides/notesSlide7.xml" Id="Rf50de4bca20244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7702efe674128" /><Relationship Type="http://schemas.openxmlformats.org/officeDocument/2006/relationships/notesSlide" Target="/ppt/notesSlides/notesSlide8.xml" Id="R5476124189334e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cac98c5ce433a" /><Relationship Type="http://schemas.openxmlformats.org/officeDocument/2006/relationships/notesSlide" Target="/ppt/notesSlides/notesSlide9.xml" Id="Rf0f1612cad1341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a747dc1084961" /><Relationship Type="http://schemas.openxmlformats.org/officeDocument/2006/relationships/notesSlide" Target="/ppt/notesSlides/notesSlide10.xml" Id="R51603c1fd8e0446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f000563ac84f1d" /><Relationship Type="http://schemas.openxmlformats.org/officeDocument/2006/relationships/notesSlide" Target="/ppt/notesSlides/notesSlide11.xml" Id="R8eb2dce6c5b34eb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1ebd56f4e4600" /><Relationship Type="http://schemas.openxmlformats.org/officeDocument/2006/relationships/notesSlide" Target="/ppt/notesSlides/notesSlide12.xml" Id="R6a7ccc5d2b7841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B01F9A-0C2C-4B5B-AAFA-DF3EF194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BB9B05-724E-4F01-A465-D8686DD5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2DB447-1A01-41AB-AD6B-9A2DE7F5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6BBA7F-EE76-4387-B6E3-562F759A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7989FA-BCF3-4497-BB81-20AA9F50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6EAD0-19E6-41AF-AE95-7132A4DA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D057AF-9AB8-469A-8A9F-BF14B5D7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0F8B68-BD33-4A0E-8CF8-2C0E4DF0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202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fraction multiplication in measures and scaling problems.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1641F-4B86-447A-A128-9341C25E8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AA2B4B-7B81-4BFC-8BDF-FC82A546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4E6143-2BA9-477B-836E-07497F8A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17370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B8B3C4-E20F-4994-B033-D164062C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14E7A-D72F-433B-840A-265CA42F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B20F5-AAB5-467D-AAA6-2630FF12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C1CB56-A169-4F65-9458-82C8C07C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1D2AF-38DE-4F99-B4E3-7CE33FCF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48D8D6-50E2-41A9-A833-7132FFCF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2178A2-6143-4C1A-A29B-0DFE83FC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2AE16-7E60-4FC0-9AD2-3D7E90C2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60D2E9-DD15-47B0-BEFA-FD0DEA42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400845-F24A-4A41-9AB2-9A14E3E0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A56062-A10D-4C13-9556-120DC5C0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244FAD-3606-45E7-9D7B-ABDE272C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4DE210-6A0F-45DC-90E4-9D23DF90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Find fractions of quantities and multiply 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6792A8-3EA9-45B1-9A42-45A06E20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6C5143-6E08-4A45-9C83-30DBAE68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5BA552-2FF2-42A0-A879-FA1AB5B9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D03C18-DA6C-4EC2-9091-C2D7C0F6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4/7 of 21.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09F3B9-0154-4081-8DF6-CCEC8480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2DDCEF-B7BE-40CC-BD8C-AD010BD9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9332FF-5A8A-4B47-9FE4-F6B3A9B9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E33A89-3516-45F8-9EB4-F064B675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ribbon is 3/5 m long. Maya uses 2/3 of it. How much ribbon does she use?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6C7412-E7C0-43F3-9450-5400687A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739557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C8314A-2F0F-4F1C-B413-C2C22945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C3F963-809C-482D-987F-DB96153D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42EC03-77B5-4090-BCE9-59DAFEF7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52117-2050-4BE1-8CDB-EF932684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7CD272-AEC7-4637-8C61-7F6C1B33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9CD4F-0327-48CC-AD94-41F1D14C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D133EC-900D-4FAC-AFAC-D07813EA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E0BE97-0FE2-4127-8BB1-7011060B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87906F-44CD-4ED5-8355-C4DA3403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763306-9A56-4B4B-A5DA-7FCA4FFE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fraction multiplication in measures and scaling problems.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593636-B445-4820-8FBD-58D987DB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25CCCC-D780-4971-808D-40451562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Convert mixed numbers to improper fractions when needed.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61583D-8871-4A82-ADCD-42A503A5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numerators and denominators, cancelling common factors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F275FC-F1C9-4333-9E12-9AEF698C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the product and check its size.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EE05E4-90DE-466D-AFA3-FB5CC15F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multiply  |  product  |  fraction of  |  cancel  |  simplify  |  mixed number</a:t>
            </a:r>
          </a:p>
        </p:txBody>
      </p:sp>
    </p:spTree>
    <p:extLst>
      <p:ext uri="{BB962C8B-B14F-4D97-AF65-F5344CB8AC3E}">
        <p14:creationId xmlns:p14="http://schemas.microsoft.com/office/powerpoint/2010/main" val="216003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3F99FE-2AEC-4A89-A849-743D6AD0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836CC6-0016-48E9-9CF1-1596AA98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C9924F-32A4-44FD-B78C-CF4E546A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1548CF-2C37-49D6-8056-8DD25B46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60D01-94CC-4B5B-BC5E-EB967E67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F4DD51-E006-4D3F-B73B-9EB1E49A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E5EE17-D2CD-407E-85B8-E2483D9C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57E0FA-AD7F-4247-A7D4-8BDECB9B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775A75-8F26-470F-B8A6-EC616D2D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E4ADA-0C83-4150-9D9F-FD678D95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ribbon is 3/5 m long. Maya uses 2/3 of it. How much ribbon does she use?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A678AF-AC2A-41D5-83F2-2B6CB7E1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599C30-BEE2-4095-8B36-25BCF09D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58766E-DD95-4CED-848B-D59A3ED7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Convert mixed numbers to improper fractions when needed.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DA087E-3833-4AFA-B487-0C7E6DED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F4BFF8-E1E3-49D9-9596-AB47E522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E86924-DFBD-4951-95BE-59E349A2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numerators and denominators, cancelling common factors efficiently.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7AAA01-14F8-4EF2-BAF6-B065E0D4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A9F4C9-9F8A-468B-9006-F6716B67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41924F-0023-4CCF-9F0C-D6B69B1E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2/5 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936172-31EE-4CF1-AAB6-D82F61C1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FD5ABE-C3B5-4723-8B08-B5394FBB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041F9D-79B3-42ED-B735-2464057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the product and check its size.</a:t>
            </a:r>
          </a:p>
        </p:txBody>
      </p:sp>
    </p:spTree>
    <p:extLst>
      <p:ext uri="{BB962C8B-B14F-4D97-AF65-F5344CB8AC3E}">
        <p14:creationId xmlns:p14="http://schemas.microsoft.com/office/powerpoint/2010/main" val="2698086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25226E-00A2-4A87-B8E9-D9E3416E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D3948C-5C5E-44C9-987E-8BF81CF6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71B7F7-BA1F-4838-97C1-1916D748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ADF994-CA19-4B25-9D9C-678D9D89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767985-9A4E-431E-A62C-1A2AEA70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69BB66-196B-4EED-A39D-033A90FF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8527AA-F8B2-4C78-9D51-9AF5EBB4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035FF-676C-45F7-BD8A-0DDD16B8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A7FFC7-0D89-48DD-9491-86D4293E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96E75F-5E4D-4924-B0C6-B69557C0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75772E-FB9F-474F-874B-662F727F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2/5 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B1C1B1-A209-4DD0-9B82-DC05EDC5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0BC435-3833-40DB-89E1-4485FA64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the product and check its size.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8DB8D9-88AC-4595-89E1-CDF2A33D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7151920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DB92AC-59A5-484F-A098-B8FE9300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6BAACD-1CAD-454A-AA7B-0C4F2798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1CADE9-E962-4670-8070-C38C29CE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9A98E7-6355-4E2C-B3EA-77C50C85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126BFC-4525-4B1F-8789-FE2921AE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1B324-6C5D-426D-AB3A-068426C4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3260B4-7FB3-405C-B0E6-755945E8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B2BA54-86CF-4BC2-9BD4-C43766D7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ACDFBD-FD14-400D-9BC5-4B32B578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77B0E1-8CA0-459E-AA1D-DFF13F43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4/7 of 21.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641800-FDE2-4A64-A4F1-AAB912ED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5E922-C269-4F10-88BD-6AE02822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026E95-D7FF-4F1F-8646-D4E7D385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678CE2-36E5-4FF7-AC59-791186FF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0EAEBA-3070-4E0C-ACCC-EF2DA55F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12.</a:t>
            </a:r>
          </a:p>
        </p:txBody>
      </p:sp>
    </p:spTree>
    <p:extLst>
      <p:ext uri="{BB962C8B-B14F-4D97-AF65-F5344CB8AC3E}">
        <p14:creationId xmlns:p14="http://schemas.microsoft.com/office/powerpoint/2010/main" val="16160323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D77DB9-7F6D-4702-A7AA-9B926998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392CEF-5CD2-40D5-BD67-70731BB8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9079B8-E635-4EAB-99BA-E43EDDEB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559D20-85CD-4587-B7A9-04D988A4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B151C-1FF3-462C-8B2A-A393451A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AC7D52-B07B-4B23-A595-6B453983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19B9D9-39D1-43C4-A8FB-D33409F9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1945A-FE1C-4907-A00A-0B28DBEA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4115DE-809E-494F-8D37-6592F826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414fcc1894a0f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BE299E-C8A2-4AF2-99B8-167D2001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BFEC6-216D-4A90-821A-60887443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thinks multiplying always makes a number larger.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2D9035-C98D-4FB3-9A33-9514CA03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095F66-B33A-46F5-B992-F87A5A90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7401E4-563C-4E5B-B647-8A364EAA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Multiplying by a proper fraction finds a part, so the result can be smaller than the starting number.</a:t>
            </a:r>
          </a:p>
        </p:txBody>
      </p:sp>
    </p:spTree>
    <p:extLst>
      <p:ext uri="{BB962C8B-B14F-4D97-AF65-F5344CB8AC3E}">
        <p14:creationId xmlns:p14="http://schemas.microsoft.com/office/powerpoint/2010/main" val="13861943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5CCDE9-1416-43A1-979C-97084FB0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721579-6833-4BD0-A45C-8ADB8F76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9D2AC-5877-4892-A3D5-D8DE3D5E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65D8D-13B7-4124-947A-92AFE696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A10B68-3020-4CCB-AD4B-30F7CB40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0AA2C2-D42B-437D-BD29-587F91E2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E7481F-7B5D-4126-BF0C-E7AB5ECC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4E0809-153E-43F6-89E8-90B8ED60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9FAD40-028C-4AB7-BB23-18DCF533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C32FC6-D49D-4E85-B236-DB3F1894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503211-8AFF-4C65-B6C6-CDD60E62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9B7086-71EB-41B7-B225-7778574B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5599C0-ABDC-458B-B271-37CE18B5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4/7 of 21.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27CF10-F977-4D3C-A8F0-C6C258DD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E9FCB6-FFE9-480C-82DE-39F11343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8C4329-5DB4-4862-9249-89CBFB1E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18B9C-27CE-4B4F-95A4-41D5A7FB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33515E-0B46-446B-B012-7350CE2F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40B20D-418D-4958-87EA-C019488E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F9A657-DA66-48F3-9DE6-3BA7790F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63282C-7BEE-42E5-9966-ADBEE5FD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CEAEA8-E8A8-45D8-96BC-7A0B05FD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363981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4966C8-9DB3-4B8F-A626-CDDE9EE0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0C7178-063A-4474-B0AC-7B26C580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8773FC-C531-4838-8264-90E65A94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C49CD1-6B27-4B23-8676-1D28C9CC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038918-2F8E-44A8-A0CB-324E8196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692071-D180-4771-8C9E-99863CAE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E3231C-4291-4B1C-8FD4-EEB4F85E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0B28FC-B104-4087-AA65-6B0A2817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E1BB7-13C5-4E3C-BDB2-FA73823A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CB65F2-460E-4035-8C9C-B27DAC8A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95D75E-2EAB-476B-8B03-C8602433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EB7E88-3CD6-4CC6-979F-DFA42BBF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031EA-7B72-4306-9E43-B855D365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1/4 x 3/5.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822E71-1562-449A-8E69-C42588F9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A3B0F2-5773-4D80-97E2-63BEB836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09B172-6B72-4D3F-BD63-751B51437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C31B12-DCB6-4B5D-9EFB-4C3241A3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9DCA1B-8563-4127-B2E6-C66D050A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4D0B1-6B5C-497E-9C82-8FD51A79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D2733B-83B7-4C0E-BB75-B2787CF7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292B0-294C-433C-89EF-B73591035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965822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AFC9A9-AE10-4828-953C-B6778158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5E9A1E-886F-4369-A4C7-F921E840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9B76FD-16A8-4A81-AC65-55EBEEAF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DD823-A0D5-4585-997C-27B6A991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52EB64-64E9-4CA7-8BE0-F030F2EF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DDCF7F-FC21-4C1A-B8ED-2746DE52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8E9F88-29A1-4EB1-93A6-A2B2C00A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247497-F018-4438-9C7A-94BBFC54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FB451-6A6F-4814-A476-9DE2B5B8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A13E0-AE14-4E95-9706-9B24B07D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2/3 x 9/10 using cancellation.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851FD-CE42-433A-91CF-3BDA6301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0B7344-9554-466C-91BB-D4C527C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0FF7B2-96F8-4941-9299-DDC5BD2A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3/5.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3592373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705DF6-EF29-4762-B7F2-67E96D6B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E78BB7-BF64-4F76-A812-735FB472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EB6B1D-A2D5-4881-9168-2B9A8E7C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840B48-B71C-46B4-B60B-085ECEDD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949ABD-A250-4EF3-8C4E-569D9A61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83ED4E-9AD9-4D1F-A9FC-923B3EC9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21DF83-FC11-445D-83C3-57912863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8ADF7-DF62-4FA0-8FD5-F5299FC4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A3DE0-7A71-48FD-9986-3C939501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C6E978-4045-49AA-B701-E8DA8A5E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C45737-B2F2-4D17-B525-90D08ACB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A3E7A8-3E9E-46DC-B802-FFAC737C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1/4 x 3/5.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F01EFC-D66B-45A3-933B-CC6CA2A4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3879B6-5007-4A5E-84AE-25EE9A19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700887-6DE1-471D-AA05-850E1B5F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237A4F-BEEB-4D88-B6D3-601C3E3D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3/20.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EB64ED-5924-4D65-9BF7-DB51D021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55AA04-12A2-4254-A1AA-2D9C0492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575687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72D946-0F19-4B70-AAF2-AC33D99F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B06F0D-45A6-4DE5-8F32-E4D3850C3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EA4AF-08CE-4865-889B-6FCDBBC6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C3F3F8-9685-4D30-98C5-9971D1FC8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7C3B0-92A8-437D-9661-8F663BD8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B07190-6FA7-4BDA-92E9-3AB41820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417222-77A5-4DBA-9700-298D5EDF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67B2AB-2592-46F3-ACE3-BE65A91E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C98406-A07F-496D-8B2C-73718327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39DA48-4CB4-4CB8-BFE4-3B6E2B04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848161-F27F-41FF-83CD-B817013D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882B32-2697-405F-92FE-BFD8B208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DD7B1C-41C4-4680-978C-BBAACD26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1/4 x 3/5.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4C0C6-D30A-4596-AA6E-3324178F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8887F7-C2D5-4439-A170-D772904E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DA0CEF-C387-404E-B47D-11EB42C1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7384E5-F5EE-4742-858B-DE326CAF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thinks multiplying always makes a number larger.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6391EA-AA15-4925-8A58-AB21D981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AA3AB5-4205-446D-88DE-B0AF8623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DBA5DC-3D73-4384-A996-A7F5CA71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63185D-058E-4162-BC20-52DC1D313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BE89F3-5313-447A-B757-5E83AE70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595691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2026-09-09T20:46:42.1720000Z</dcterms:created>
  <dcterms:modified xsi:type="dcterms:W3CDTF">2026-09-09T20:46:42.1720000Z</dcterms:modified>
</coreProperties>
</file>