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81faf3aa594b4a" /><Relationship Type="http://schemas.openxmlformats.org/officeDocument/2006/relationships/extended-properties" Target="/docProps/app.xml" Id="Rd46fc31c8fd642fc" /><Relationship Type="http://schemas.openxmlformats.org/officeDocument/2006/relationships/officeDocument" Target="/ppt/presentation.xml" Id="R4f267709e3ed46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e2fc1c40494c84"/>
  </p:sldMasterIdLst>
  <p:notesMasterIdLst>
    <p:notesMasterId xmlns:r="http://schemas.openxmlformats.org/officeDocument/2006/relationships" r:id="R48c849bc98ec4a0f"/>
  </p:notesMasterIdLst>
  <p:sldIdLst>
    <p:sldId xmlns:r="http://schemas.openxmlformats.org/officeDocument/2006/relationships" id="256" r:id="Rc5275360ebfc49ce"/>
    <p:sldId xmlns:r="http://schemas.openxmlformats.org/officeDocument/2006/relationships" id="257" r:id="Re32cdbc8a7eb41a1"/>
    <p:sldId xmlns:r="http://schemas.openxmlformats.org/officeDocument/2006/relationships" id="258" r:id="R3d6437db8e9b4af2"/>
    <p:sldId xmlns:r="http://schemas.openxmlformats.org/officeDocument/2006/relationships" id="259" r:id="R5380e4d7b6bb4dfa"/>
    <p:sldId xmlns:r="http://schemas.openxmlformats.org/officeDocument/2006/relationships" id="260" r:id="Raf36b5d9dcbc4c42"/>
    <p:sldId xmlns:r="http://schemas.openxmlformats.org/officeDocument/2006/relationships" id="261" r:id="R4b3d700f28fd4bbb"/>
    <p:sldId xmlns:r="http://schemas.openxmlformats.org/officeDocument/2006/relationships" id="262" r:id="Rd821fdaa166e4bd1"/>
    <p:sldId xmlns:r="http://schemas.openxmlformats.org/officeDocument/2006/relationships" id="263" r:id="R73097a43a16d4938"/>
    <p:sldId xmlns:r="http://schemas.openxmlformats.org/officeDocument/2006/relationships" id="264" r:id="R45634f5149554add"/>
    <p:sldId xmlns:r="http://schemas.openxmlformats.org/officeDocument/2006/relationships" id="265" r:id="R96cd7b01cc7145c5"/>
    <p:sldId xmlns:r="http://schemas.openxmlformats.org/officeDocument/2006/relationships" id="266" r:id="R29853c71ea09430f"/>
    <p:sldId xmlns:r="http://schemas.openxmlformats.org/officeDocument/2006/relationships" id="267" r:id="R54f108e344c641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489cceadcb4cbd" /><Relationship Type="http://schemas.openxmlformats.org/officeDocument/2006/relationships/slideMaster" Target="/ppt/slideMasters/slideMaster1.xml" Id="Rc1e2fc1c40494c84" /><Relationship Type="http://schemas.openxmlformats.org/officeDocument/2006/relationships/notesMaster" Target="/ppt/notesMasters/notesMaster1.xml" Id="R48c849bc98ec4a0f" /><Relationship Type="http://schemas.openxmlformats.org/officeDocument/2006/relationships/presProps" Target="/ppt/presProps.xml" Id="R06995d6497ad4904" /><Relationship Type="http://schemas.openxmlformats.org/officeDocument/2006/relationships/tableStyles" Target="/ppt/tableStyles.xml" Id="R5f1fcfb216684c9a" /><Relationship Type="http://schemas.openxmlformats.org/officeDocument/2006/relationships/slide" Target="/ppt/slides/slide1.xml" Id="Rc5275360ebfc49ce" /><Relationship Type="http://schemas.openxmlformats.org/officeDocument/2006/relationships/slide" Target="/ppt/slides/slide2.xml" Id="Re32cdbc8a7eb41a1" /><Relationship Type="http://schemas.openxmlformats.org/officeDocument/2006/relationships/slide" Target="/ppt/slides/slide3.xml" Id="R3d6437db8e9b4af2" /><Relationship Type="http://schemas.openxmlformats.org/officeDocument/2006/relationships/slide" Target="/ppt/slides/slide4.xml" Id="R5380e4d7b6bb4dfa" /><Relationship Type="http://schemas.openxmlformats.org/officeDocument/2006/relationships/slide" Target="/ppt/slides/slide5.xml" Id="Raf36b5d9dcbc4c42" /><Relationship Type="http://schemas.openxmlformats.org/officeDocument/2006/relationships/slide" Target="/ppt/slides/slide6.xml" Id="R4b3d700f28fd4bbb" /><Relationship Type="http://schemas.openxmlformats.org/officeDocument/2006/relationships/slide" Target="/ppt/slides/slide7.xml" Id="Rd821fdaa166e4bd1" /><Relationship Type="http://schemas.openxmlformats.org/officeDocument/2006/relationships/slide" Target="/ppt/slides/slide8.xml" Id="R73097a43a16d4938" /><Relationship Type="http://schemas.openxmlformats.org/officeDocument/2006/relationships/slide" Target="/ppt/slides/slide9.xml" Id="R45634f5149554add" /><Relationship Type="http://schemas.openxmlformats.org/officeDocument/2006/relationships/slide" Target="/ppt/slides/slide10.xml" Id="R96cd7b01cc7145c5" /><Relationship Type="http://schemas.openxmlformats.org/officeDocument/2006/relationships/slide" Target="/ppt/slides/slide11.xml" Id="R29853c71ea09430f" /><Relationship Type="http://schemas.openxmlformats.org/officeDocument/2006/relationships/slide" Target="/ppt/slides/slide12.xml" Id="R54f108e344c641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d5eaa679bb47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3b085b51be46ff" /><Relationship Type="http://schemas.openxmlformats.org/officeDocument/2006/relationships/notesMaster" Target="/ppt/notesMasters/notesMaster1.xml" Id="R5edb27ac03e749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a26b8966e64219" /><Relationship Type="http://schemas.openxmlformats.org/officeDocument/2006/relationships/notesMaster" Target="/ppt/notesMasters/notesMaster1.xml" Id="R2a2c369e4c194d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2f63b5bb7240a7" /><Relationship Type="http://schemas.openxmlformats.org/officeDocument/2006/relationships/notesMaster" Target="/ppt/notesMasters/notesMaster1.xml" Id="R6e3ac9b1d3624f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f7f6a8923e4c4d" /><Relationship Type="http://schemas.openxmlformats.org/officeDocument/2006/relationships/notesMaster" Target="/ppt/notesMasters/notesMaster1.xml" Id="Rb63e953da80747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129f0158954bc9" /><Relationship Type="http://schemas.openxmlformats.org/officeDocument/2006/relationships/notesMaster" Target="/ppt/notesMasters/notesMaster1.xml" Id="Rfd74411d74864d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de9edca7174c00" /><Relationship Type="http://schemas.openxmlformats.org/officeDocument/2006/relationships/notesMaster" Target="/ppt/notesMasters/notesMaster1.xml" Id="R90c3b5bdb1a94e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60f778119844c1" /><Relationship Type="http://schemas.openxmlformats.org/officeDocument/2006/relationships/notesMaster" Target="/ppt/notesMasters/notesMaster1.xml" Id="Ra4fb8742435244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d9af72438c4cc2" /><Relationship Type="http://schemas.openxmlformats.org/officeDocument/2006/relationships/notesMaster" Target="/ppt/notesMasters/notesMaster1.xml" Id="Rfcdc0863b4ab4b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0b35112c824510" /><Relationship Type="http://schemas.openxmlformats.org/officeDocument/2006/relationships/notesMaster" Target="/ppt/notesMasters/notesMaster1.xml" Id="R43f8fcecd36d4c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0f86b7525c4692" /><Relationship Type="http://schemas.openxmlformats.org/officeDocument/2006/relationships/notesMaster" Target="/ppt/notesMasters/notesMaster1.xml" Id="Rf63dbf2a8d1140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4753aa7a744ddb" /><Relationship Type="http://schemas.openxmlformats.org/officeDocument/2006/relationships/notesMaster" Target="/ppt/notesMasters/notesMaster1.xml" Id="R16d68036e87547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d9fce572164c1c" /><Relationship Type="http://schemas.openxmlformats.org/officeDocument/2006/relationships/notesMaster" Target="/ppt/notesMasters/notesMaster1.xml" Id="Re48ad6be2d7a4f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bar models, multiplication grid,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3/20. | Convert mixed numbers to improper fractions when needed. | Multiplying by a proper fraction finds a part, so the result can be smaller than the starting number.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multiply, product, fraction of, cancel, simplify, mixed number.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3/20.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Multiplying by a proper fraction finds a part, so the result can be smaller than the starting number.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3/20..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3/5..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1 7/8.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3/5.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3/5. | Multiplying by a proper fraction finds a part, so the result can be smaller than the starting number.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ed2e26e0543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423f1ba2be41b6" /><Relationship Type="http://schemas.openxmlformats.org/officeDocument/2006/relationships/slideLayout" Target="/ppt/slideLayouts/slideLayout1.xml" Id="Rba6ce3909ed34b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6ce3909ed34b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06aab06664f0d" /><Relationship Type="http://schemas.openxmlformats.org/officeDocument/2006/relationships/notesSlide" Target="/ppt/notesSlides/notesSlide1.xml" Id="R2a76901f91754d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980ae66534d3d" /><Relationship Type="http://schemas.openxmlformats.org/officeDocument/2006/relationships/notesSlide" Target="/ppt/notesSlides/notesSlide2.xml" Id="R8244c78a9c1b45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1d61f0f854cfc" /><Relationship Type="http://schemas.openxmlformats.org/officeDocument/2006/relationships/notesSlide" Target="/ppt/notesSlides/notesSlide3.xml" Id="R4e925fecae104d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bc485785f4de3" /><Relationship Type="http://schemas.openxmlformats.org/officeDocument/2006/relationships/notesSlide" Target="/ppt/notesSlides/notesSlide4.xml" Id="R15e3f5bbe9404c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12c925d4d4962" /><Relationship Type="http://schemas.openxmlformats.org/officeDocument/2006/relationships/notesSlide" Target="/ppt/notesSlides/notesSlide5.xml" Id="R6b4e2908e74e43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b1cc3cf3b4408" /><Relationship Type="http://schemas.openxmlformats.org/officeDocument/2006/relationships/notesSlide" Target="/ppt/notesSlides/notesSlide6.xml" Id="R59da9cf023ef4c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f088031f54a77" /><Relationship Type="http://schemas.openxmlformats.org/officeDocument/2006/relationships/image" Target="/ppt/media/image.png" Id="R85375342f1524741" /><Relationship Type="http://schemas.openxmlformats.org/officeDocument/2006/relationships/notesSlide" Target="/ppt/notesSlides/notesSlide7.xml" Id="R0ed39327f7044c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d3b1c93fb457c" /><Relationship Type="http://schemas.openxmlformats.org/officeDocument/2006/relationships/notesSlide" Target="/ppt/notesSlides/notesSlide8.xml" Id="R28a1fa298f6444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1da5d7a3c4bde" /><Relationship Type="http://schemas.openxmlformats.org/officeDocument/2006/relationships/notesSlide" Target="/ppt/notesSlides/notesSlide9.xml" Id="R072bc2f31b4c41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baaa5e8c14863" /><Relationship Type="http://schemas.openxmlformats.org/officeDocument/2006/relationships/notesSlide" Target="/ppt/notesSlides/notesSlide10.xml" Id="R9b50acd9429842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29c6690e743ae" /><Relationship Type="http://schemas.openxmlformats.org/officeDocument/2006/relationships/notesSlide" Target="/ppt/notesSlides/notesSlide11.xml" Id="R257421b9afb44f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19095c73f4dff" /><Relationship Type="http://schemas.openxmlformats.org/officeDocument/2006/relationships/notesSlide" Target="/ppt/notesSlides/notesSlide12.xml" Id="Rd670d25d1cfc47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7269A-DB6A-4C6D-957E-AAE083E3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A4C43-CD05-4050-B5B3-DAECC2ED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C5DFE-24BC-4BF7-9ED7-D8493CB8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3A765-B520-41F7-916A-F4D4DBD1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73B16-D0F8-49CD-9808-2CC74340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Multiply a fraction by a whole number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9105B-51DB-4AD6-BD37-C0AAE6DD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F0779-9B49-4F67-BB6B-9DBC9923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58501-88E8-44B8-9FD3-93ADCFFE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multiply proper fractions by whole numbers.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82FB2-5A12-4E72-8905-095799B2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D6DC9-2252-4A15-AD87-BE273C88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5AE55-C66E-4A2C-9175-78FF8AF1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3193765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92D65-9FE6-425F-B61C-50B80BDA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DC21A-839D-476B-8C4D-FF585E42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08D82-BB9E-487F-AC20-C0DCE4C2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A2175-FA0D-4D71-824A-142193C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2F8CA-4DE3-4033-9C1C-D0C6DD6F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4904D-17D5-4F33-958A-94FF7795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60002-394D-4A32-B052-23B6D442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88695-1018-406B-8098-8AF5A96D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1BEBD-157A-4082-902F-0A113F2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a fraction by a whole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06A39-4C1D-4889-9EB3-D707AF48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36ADA-6B46-4D04-8ADC-45111CAB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A87D5-C64E-443C-BAB5-9B396F16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77FE4-F964-4DCA-A65C-05721B68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Find fractions of quantities and multiply proper fractions and mixed numbers.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1EFF0-2B78-435F-A799-F31710B8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0BFBA-3866-468D-AC5F-74B566B6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EC2AB-8312-49E8-A444-EA08F23E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EAA55-E7F5-4E42-BC54-F0C8F0A6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1/4 x 3/5.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5C293-F0AC-4BA9-8F42-AA191C05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BE891-8399-4C50-B87A-4568987A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3526F-2157-4F32-BCF2-C1490457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9148B-10D5-4C27-B280-97FAA02B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4/7 of 21.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7BBE3-5A25-4275-B1DE-AA790CF2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71403710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1FA3C-E999-4205-A88B-B759BBB2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DB31C-78C6-41E8-B4D9-E2B7645F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DB830-0050-4D68-A1FF-F4F905A2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34DE7-380E-4429-ABCF-CA37B7BF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68D43-D48C-4D25-B65E-E2EDFF46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3D92E-9BE4-4681-8951-B41E59E8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47A06-656E-45B3-940F-8A903B1D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467A1-BBA1-4CC1-AA48-DA0AF920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B2112-B72E-4E9D-A87F-9A788B08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a fraction by a whole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94B60-DDEA-44E3-9606-290EF07B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multiply proper fractions by whole numbers.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A58BB-D396-4BBF-B8F9-7990DF72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E72E2-6D92-412A-B077-D7F71B2D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Convert mixed numbers to improper fractions when needed.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BCF21-FE4B-447A-9CBB-C48BD270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Multiply numerators and denominators, cancelling common factors efficiently.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21679-1DFE-4AD5-8317-D8FC9CD3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Simplify the product and check its size.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89194-371C-48EC-A2C4-1C963531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multiply  |  product  |  fraction of  |  cancel  |  simplify  |  mixed number</a:t>
            </a:r>
          </a:p>
        </p:txBody>
      </p:sp>
    </p:spTree>
    <p:extLst>
      <p:ext uri="{BB962C8B-B14F-4D97-AF65-F5344CB8AC3E}">
        <p14:creationId xmlns:p14="http://schemas.microsoft.com/office/powerpoint/2010/main" val="154484721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9579D-A914-4800-957C-03E11890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41264-1BE2-411F-875B-2820FADD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7AA06-43E4-4257-848F-6BEEBD5B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7530F-BD16-4E50-80A1-FB60FF72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2BE41-B482-44D4-A38E-2651B8BE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FE89C-9C86-4B5C-8108-8D3CAECB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B0D47-09FB-4E04-927B-B240CA1F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C5F75-D754-4C80-BA42-52EDB0DA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6D132-80C2-4DF6-9872-CF6CDCCD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a fraction by a whole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809F8-566E-4CBD-A77D-AE96A727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4/7 of 21.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28254-5369-4011-AD4C-7C42F174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E7118-32DE-442C-AFDC-AFD40FFD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E8F37-CE6B-4904-9CC5-1C1B07F7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4/7 of 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7741B-A174-468B-A70F-74DBEEF3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2ECD1-A0F0-4729-BD7D-3F069971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82080-EC98-497B-A360-9C3EFB62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21 ÷ 7 =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12146-773F-4084-A5EA-D54E70ED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68CBC-CE1B-4740-ABFE-BE624630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BF1C7-A626-4C55-A074-FEE7E1E2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 ×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C15C0-9A71-4492-8F6D-7233BA75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1AADA-93F6-4AD5-A9BC-372FDC16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95C4C-CADD-4A51-B09E-7BB5E3D0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3526741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F4640-E74C-4807-9FA7-E86D2BA6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8FCB7-F0C7-4B25-9645-9CB9F1F3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96317-363E-4416-8837-AD56938E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8DC8F-6117-4645-A4A8-B60BD432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13E0B-5A78-4223-9216-4A63E1BD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F2359-F6A3-4F08-833A-B64BE1BB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0687A-C438-4A42-A70C-DDB45B61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E402C-E399-49E8-A1A7-081F16FD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FD7DC-F6E5-4054-94AB-C8771220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a fraction by a whole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4C95E-F23A-4FAD-80AA-B6529245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63989-B9BB-499D-82D4-4E11C4AC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12.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107E4-1822-4BAE-BC41-B197BEF7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9EF29-12CF-42D4-820B-40613EE7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Simplify the product and check its size.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895B0-A331-4934-839D-71D49D0A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18100493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301C9-74CC-4058-A636-801C3816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598C5-0FCE-4BFD-921F-50572B26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BAB3D-34A7-47EF-88A6-9E18DF0D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2BECF-2C6C-41A1-8BE6-C31F61C9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31EA1-5C72-45F0-B1B9-5FF8942A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9C5FB-FC26-4F0B-ACFB-099E8DE4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B4EA8-9BC8-4F86-8101-D66196C6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7AA74-6F0F-4B1C-B38F-D9A97619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DA07F-5218-473F-9D66-78AE5AEA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a fraction by a whole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43A42-DD28-4CEB-8CB0-16C4FA90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1/4 x 3/5.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B8091-F62B-4621-9A4A-60B90B30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C3307-4F0C-4448-8878-FFC74844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DA55D-7EE4-43C6-914F-BD807145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B8EB8-6E37-4FEA-B36E-A7B8F165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07EE8-17CE-4BE7-BC99-4C2452CD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3/20.</a:t>
            </a:r>
          </a:p>
        </p:txBody>
      </p:sp>
    </p:spTree>
    <p:extLst>
      <p:ext uri="{BB962C8B-B14F-4D97-AF65-F5344CB8AC3E}">
        <p14:creationId xmlns:p14="http://schemas.microsoft.com/office/powerpoint/2010/main" val="35397915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C906B-A43F-468D-9324-3CA911AB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1850E-EE29-4E97-B352-B8B9BE1B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20EB8-A33B-48AD-AC0E-D9D0AAD9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74C9B-0D47-41E8-BB9C-8540A528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875E1-261A-4E5F-91BF-4065B14D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03F91-3C97-46DC-9CF1-7FF0938B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775E9-A23E-40F7-BDC8-E073F1F0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81B19-739E-42DC-89D8-F99A143E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E64B2-4699-4193-ADBB-E17FEC6E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a fraction by a whole number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75342f1524741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EFC71-20EF-43A3-8D0A-D1F3045E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604FC-396C-4FC1-924A-8FF7068D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thinks multiplying always makes a number larger.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E90B1-B89C-4EFC-8DFD-4EBAACB9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AB8CD-B98B-4F5E-ACB4-6FD79835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BF5A3-193D-46A8-8047-50AB0F7D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Multiplying by a proper fraction finds a part, so the result can be smaller than the starting number.</a:t>
            </a:r>
          </a:p>
        </p:txBody>
      </p:sp>
    </p:spTree>
    <p:extLst>
      <p:ext uri="{BB962C8B-B14F-4D97-AF65-F5344CB8AC3E}">
        <p14:creationId xmlns:p14="http://schemas.microsoft.com/office/powerpoint/2010/main" val="186351116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2CF6A-3F17-41D8-96B4-719D99A1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29EBB-6C14-4908-9BAB-9E63DEB9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A68EB-00A4-41CA-B611-20E6C98C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DF9D4-9040-4290-B1CB-444EFC97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6B87E-F01D-4EA4-9692-6D430F20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1491A-6D60-41E8-9FA2-2923AA5C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D1766-89A9-40E2-853A-5EEF5ED6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D7BA1-0573-4D52-ADDC-496A7BE9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C71ED-1667-48A7-8168-AF4A9977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a fraction by a whole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02263-6402-4401-A0E8-D18245B5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DD238-A84C-417B-983E-B629E06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F27F8-5219-416D-824A-C0BDC36F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EC771-E7D3-4F7C-8E86-307F2B9C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1/4 x 3/5.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950F9-CF25-46CE-A1E1-D53C48D5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E092A-40CD-40D8-8668-6E7E7386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44667-60BD-4F87-888F-0CD53752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EE22C-F7F1-481B-B981-4221CE8F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17AB9-C324-4B66-A2EB-B67FD8F9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8B18A-D077-439A-A242-63DFE6F6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15909-968F-4FF0-896F-396DB642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EAB52-BBE3-4C4E-8A71-2C6262A3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3/20.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9229F2-8541-4A00-BF1A-489B2235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59082989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37A17-D12F-450D-91CB-5377D354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690E4-CFAF-4116-8ECE-3743A79C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2AE48-0E5E-4733-8F4A-A61393B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C8A1A-A665-44A7-85E9-949B56D7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3C3DD-900A-4444-9289-CA5A56B1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8E272-7E84-4CF2-8DA3-2430B9D5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8D638-8BFA-4CB6-A920-816727F7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899F7-620A-4308-BFE3-E59AC7A8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F4EF4-FCB8-4831-9A7F-B2496F0C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a fraction by a whole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AD962-0272-42F5-BB59-980FECF5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A4F7C-F7D4-4BDE-8EE3-B2A93EC6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9BA5C-D0F1-48E2-8BDB-6B5DDE33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1F762-8E09-4B29-97E0-6A26E3EC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2/3 x 9/10 using cancellation.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1C7F0-7387-4F70-8C7A-773F2077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96558-E1C6-4484-9E71-443EB7AA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42981-4459-4E0B-83A5-1A9CCC53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6D23E-DA19-4ADE-96EF-355CE8F9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96383-69DD-478F-A031-36561E07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5B2D1-BBFB-4C04-AB8A-42E0EE7A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77811-07B0-4B62-833D-96FDDE25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326ED-4F3C-4EB4-B4E4-2A03308C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2937662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247DC-544A-44CE-A9B2-507A0FF0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082A1-0E62-4AA7-9571-CA9BBC40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968FB-A885-4C18-B275-3CF192B0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62B15-AF1E-4988-83E9-27B46061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A333F-4BC2-4447-A063-4E17F4A0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9CF47-961F-4EE2-BFD0-02B7AE1E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E4FFD-991F-4A89-8874-BEA68D2F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BFCC6-649E-4FE5-A530-6FB23560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BA3CA-39C4-4576-9873-BBD463BF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a fraction by a whole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4ED5C-5375-4AD0-843E-7A9E6E65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Calculate 2 1/2 x 3/4.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6E06-4DA6-43FB-BFDD-6CD85D4C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AE335-6815-4097-90FF-CF6EAE41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22714-ED34-460B-A52A-563E6096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1 7/8.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43734643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3527E-BEA9-43C9-B51A-615CEFA4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E0A34-78E5-4839-9824-C63C335C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0F86F-FCE1-4E5F-B89A-CA9ADE04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F4E58-E3F5-4430-B815-231F25D0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CDEE4-AA83-4564-A996-7546A236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F552E-B3B1-466D-A083-991E141F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F5013-1B2D-4EB8-9BDB-04DF6BFA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FB930-1DD1-4EB8-A22B-259EF4D9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E8C29-7996-4F57-BAAC-B9BE635B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a fraction by a whole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4E170-A271-4331-BA2A-5917887D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05E7E-141A-4E31-A240-B72BF63C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EB196-7192-451A-BAEB-0F79142A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2/3 x 9/10 using cancellation.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3FB54-CB3C-4EDD-ACC4-E71873BF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92F29-68C9-4422-ACB6-1C4E8953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ABEB1-0CC0-41AF-B82A-4E16D25C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D461D-79CE-4AF3-9DCA-09DE639A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3/5.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D4AF9-806A-4967-8F85-CB518752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5A4C4-1C42-4CC3-9C21-74718894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86860297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72C19-6EE6-4B45-A853-968A31D7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72A82-E02B-4768-879F-8B750699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9848C-B7FC-4FBC-B338-B24EDAAD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036BF-FC67-4232-A7D3-984E41B7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E86CF-9114-452B-9A0C-053EDF3B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9B7EE-3A8E-4910-A7BF-AD1B8892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BA2EE-5EA2-406B-8529-0134180B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6EF79-4738-4AAE-8A51-5FC6CECD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AA0A4-C635-4ECD-B82B-5712D93D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a fraction by a whole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A1990-2B5E-4D52-AE5E-280FBD7B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94DA3-1959-4482-9B75-20558FC9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605C2-8CAD-4F45-99F0-552BDFBD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A8A28-66E3-417F-9C20-DCFC0BF1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2/3 x 9/10 using cancellation.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F4181-9E5B-4771-9A81-5AE395B5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A6666-E79F-41E6-80B3-7FE2802C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C51F2-6FF4-488C-8207-C353E365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0CFF2-A049-4E4D-99B6-42616C6F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thinks multiplying always makes a number larger.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08686-D6D1-4FFE-9D9F-CB0B748F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00532-514B-4F39-97EB-131AA2DD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361514-D53B-45AC-A598-02266FC6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F5652-5CC4-4264-ABA4-8BF3713D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FA7AF-742C-4B44-B3C4-F4C22BAE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51519255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2026-09-09T22:13:38.9910000Z</dcterms:created>
  <dcterms:modified xsi:type="dcterms:W3CDTF">2026-09-09T22:13:38.9910000Z</dcterms:modified>
</coreProperties>
</file>