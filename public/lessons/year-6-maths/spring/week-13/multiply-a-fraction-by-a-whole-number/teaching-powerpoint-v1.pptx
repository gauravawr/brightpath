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e80b7acc574b6a" /><Relationship Type="http://schemas.openxmlformats.org/officeDocument/2006/relationships/extended-properties" Target="/docProps/app.xml" Id="R399aa8a406be4e62" /><Relationship Type="http://schemas.openxmlformats.org/officeDocument/2006/relationships/officeDocument" Target="/ppt/presentation.xml" Id="R02ab37c1d8c143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546d16e37d4f1c"/>
  </p:sldMasterIdLst>
  <p:notesMasterIdLst>
    <p:notesMasterId xmlns:r="http://schemas.openxmlformats.org/officeDocument/2006/relationships" r:id="Rb9d914a1531d42c4"/>
  </p:notesMasterIdLst>
  <p:sldIdLst>
    <p:sldId xmlns:r="http://schemas.openxmlformats.org/officeDocument/2006/relationships" id="256" r:id="Rc9c5626ab7a74664"/>
    <p:sldId xmlns:r="http://schemas.openxmlformats.org/officeDocument/2006/relationships" id="257" r:id="R057c8c7116614d4e"/>
    <p:sldId xmlns:r="http://schemas.openxmlformats.org/officeDocument/2006/relationships" id="258" r:id="R276da42c8a2145ed"/>
    <p:sldId xmlns:r="http://schemas.openxmlformats.org/officeDocument/2006/relationships" id="259" r:id="Rd9354555b24d4a5d"/>
    <p:sldId xmlns:r="http://schemas.openxmlformats.org/officeDocument/2006/relationships" id="260" r:id="Rddb9343cee5c4484"/>
    <p:sldId xmlns:r="http://schemas.openxmlformats.org/officeDocument/2006/relationships" id="261" r:id="Rbf6430984a894332"/>
    <p:sldId xmlns:r="http://schemas.openxmlformats.org/officeDocument/2006/relationships" id="262" r:id="Rda7bac5f8eda4909"/>
    <p:sldId xmlns:r="http://schemas.openxmlformats.org/officeDocument/2006/relationships" id="263" r:id="R2c1f41cd35344552"/>
    <p:sldId xmlns:r="http://schemas.openxmlformats.org/officeDocument/2006/relationships" id="264" r:id="Rfbdc8edee3454480"/>
    <p:sldId xmlns:r="http://schemas.openxmlformats.org/officeDocument/2006/relationships" id="265" r:id="R22b1155804aa4a9b"/>
    <p:sldId xmlns:r="http://schemas.openxmlformats.org/officeDocument/2006/relationships" id="266" r:id="R7527e380fe1345bf"/>
    <p:sldId xmlns:r="http://schemas.openxmlformats.org/officeDocument/2006/relationships" id="267" r:id="R670539f2c86f40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187ce5cfcc4763" /><Relationship Type="http://schemas.openxmlformats.org/officeDocument/2006/relationships/slideMaster" Target="/ppt/slideMasters/slideMaster1.xml" Id="R54546d16e37d4f1c" /><Relationship Type="http://schemas.openxmlformats.org/officeDocument/2006/relationships/notesMaster" Target="/ppt/notesMasters/notesMaster1.xml" Id="Rb9d914a1531d42c4" /><Relationship Type="http://schemas.openxmlformats.org/officeDocument/2006/relationships/presProps" Target="/ppt/presProps.xml" Id="R941b87bd3aac42c0" /><Relationship Type="http://schemas.openxmlformats.org/officeDocument/2006/relationships/tableStyles" Target="/ppt/tableStyles.xml" Id="R1e17e85ff4ce4021" /><Relationship Type="http://schemas.openxmlformats.org/officeDocument/2006/relationships/slide" Target="/ppt/slides/slide1.xml" Id="Rc9c5626ab7a74664" /><Relationship Type="http://schemas.openxmlformats.org/officeDocument/2006/relationships/slide" Target="/ppt/slides/slide2.xml" Id="R057c8c7116614d4e" /><Relationship Type="http://schemas.openxmlformats.org/officeDocument/2006/relationships/slide" Target="/ppt/slides/slide3.xml" Id="R276da42c8a2145ed" /><Relationship Type="http://schemas.openxmlformats.org/officeDocument/2006/relationships/slide" Target="/ppt/slides/slide4.xml" Id="Rd9354555b24d4a5d" /><Relationship Type="http://schemas.openxmlformats.org/officeDocument/2006/relationships/slide" Target="/ppt/slides/slide5.xml" Id="Rddb9343cee5c4484" /><Relationship Type="http://schemas.openxmlformats.org/officeDocument/2006/relationships/slide" Target="/ppt/slides/slide6.xml" Id="Rbf6430984a894332" /><Relationship Type="http://schemas.openxmlformats.org/officeDocument/2006/relationships/slide" Target="/ppt/slides/slide7.xml" Id="Rda7bac5f8eda4909" /><Relationship Type="http://schemas.openxmlformats.org/officeDocument/2006/relationships/slide" Target="/ppt/slides/slide8.xml" Id="R2c1f41cd35344552" /><Relationship Type="http://schemas.openxmlformats.org/officeDocument/2006/relationships/slide" Target="/ppt/slides/slide9.xml" Id="Rfbdc8edee3454480" /><Relationship Type="http://schemas.openxmlformats.org/officeDocument/2006/relationships/slide" Target="/ppt/slides/slide10.xml" Id="R22b1155804aa4a9b" /><Relationship Type="http://schemas.openxmlformats.org/officeDocument/2006/relationships/slide" Target="/ppt/slides/slide11.xml" Id="R7527e380fe1345bf" /><Relationship Type="http://schemas.openxmlformats.org/officeDocument/2006/relationships/slide" Target="/ppt/slides/slide12.xml" Id="R670539f2c86f40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dd8a0e3ed043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8d8c80ca9d4ff1" /><Relationship Type="http://schemas.openxmlformats.org/officeDocument/2006/relationships/notesMaster" Target="/ppt/notesMasters/notesMaster1.xml" Id="R7919d908ec614b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f13c75807e413c" /><Relationship Type="http://schemas.openxmlformats.org/officeDocument/2006/relationships/notesMaster" Target="/ppt/notesMasters/notesMaster1.xml" Id="R08137bbb455a47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3bdc60a5674ded" /><Relationship Type="http://schemas.openxmlformats.org/officeDocument/2006/relationships/notesMaster" Target="/ppt/notesMasters/notesMaster1.xml" Id="Rd132d9d802444c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7c38480d644ed3" /><Relationship Type="http://schemas.openxmlformats.org/officeDocument/2006/relationships/notesMaster" Target="/ppt/notesMasters/notesMaster1.xml" Id="R02e7238d7e274f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3edd8950fa4f92" /><Relationship Type="http://schemas.openxmlformats.org/officeDocument/2006/relationships/notesMaster" Target="/ppt/notesMasters/notesMaster1.xml" Id="Rb148b8fc52474a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6d15bd804243e6" /><Relationship Type="http://schemas.openxmlformats.org/officeDocument/2006/relationships/notesMaster" Target="/ppt/notesMasters/notesMaster1.xml" Id="R2d95ef10182d43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43ebf58d8546b2" /><Relationship Type="http://schemas.openxmlformats.org/officeDocument/2006/relationships/notesMaster" Target="/ppt/notesMasters/notesMaster1.xml" Id="Rea04b65f12e74d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aba0bccee94bb1" /><Relationship Type="http://schemas.openxmlformats.org/officeDocument/2006/relationships/notesMaster" Target="/ppt/notesMasters/notesMaster1.xml" Id="Rf025511f378d4f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d3ee3bcea7478e" /><Relationship Type="http://schemas.openxmlformats.org/officeDocument/2006/relationships/notesMaster" Target="/ppt/notesMasters/notesMaster1.xml" Id="R6641fcd616cb4f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9321c98129435b" /><Relationship Type="http://schemas.openxmlformats.org/officeDocument/2006/relationships/notesMaster" Target="/ppt/notesMasters/notesMaster1.xml" Id="R2ed955360ef344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64a6f13c8e4d2e" /><Relationship Type="http://schemas.openxmlformats.org/officeDocument/2006/relationships/notesMaster" Target="/ppt/notesMasters/notesMaster1.xml" Id="Red2d876fdcb042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16caa81ed542e1" /><Relationship Type="http://schemas.openxmlformats.org/officeDocument/2006/relationships/notesMaster" Target="/ppt/notesMasters/notesMaster1.xml" Id="Rc52ce8cd111e45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3/20. | Convert mixed numbers to improper fractions when needed. |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multiply, product, fraction of, cancel, simplify, mixed number.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3/20..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3/5..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 7/8.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3/5.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3/5. | Multiplying by a proper fraction finds a part, so the result can be smaller than the starting number.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74d4af99594b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19466e171f4de2" /><Relationship Type="http://schemas.openxmlformats.org/officeDocument/2006/relationships/slideLayout" Target="/ppt/slideLayouts/slideLayout1.xml" Id="Rcaa7c8e5c2e647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a7c8e5c2e647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ef48685584ec2" /><Relationship Type="http://schemas.openxmlformats.org/officeDocument/2006/relationships/notesSlide" Target="/ppt/notesSlides/notesSlide1.xml" Id="R356b65ac9ee949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0bfb62f514632" /><Relationship Type="http://schemas.openxmlformats.org/officeDocument/2006/relationships/notesSlide" Target="/ppt/notesSlides/notesSlide2.xml" Id="R56a4bc9e63e346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7075984e746eb" /><Relationship Type="http://schemas.openxmlformats.org/officeDocument/2006/relationships/notesSlide" Target="/ppt/notesSlides/notesSlide3.xml" Id="Rc54f97287a414f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30bd34fc34499" /><Relationship Type="http://schemas.openxmlformats.org/officeDocument/2006/relationships/notesSlide" Target="/ppt/notesSlides/notesSlide4.xml" Id="R6f3ea4d1208942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30741ec854978" /><Relationship Type="http://schemas.openxmlformats.org/officeDocument/2006/relationships/notesSlide" Target="/ppt/notesSlides/notesSlide5.xml" Id="R56c15c682bb647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722f2b033142f9" /><Relationship Type="http://schemas.openxmlformats.org/officeDocument/2006/relationships/notesSlide" Target="/ppt/notesSlides/notesSlide6.xml" Id="R6abbd5735f494d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1c28d27e54e66" /><Relationship Type="http://schemas.openxmlformats.org/officeDocument/2006/relationships/image" Target="/ppt/media/image.png" Id="R48792a34e2b245c6" /><Relationship Type="http://schemas.openxmlformats.org/officeDocument/2006/relationships/notesSlide" Target="/ppt/notesSlides/notesSlide7.xml" Id="R7cbc1c555f3745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51f329c204ab4" /><Relationship Type="http://schemas.openxmlformats.org/officeDocument/2006/relationships/notesSlide" Target="/ppt/notesSlides/notesSlide8.xml" Id="R455f3692e56c42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1c2ac46d845fd" /><Relationship Type="http://schemas.openxmlformats.org/officeDocument/2006/relationships/notesSlide" Target="/ppt/notesSlides/notesSlide9.xml" Id="R981009a9b16147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067299efa4bf8" /><Relationship Type="http://schemas.openxmlformats.org/officeDocument/2006/relationships/notesSlide" Target="/ppt/notesSlides/notesSlide10.xml" Id="Rb299520a59364c6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92ae70eb241f0" /><Relationship Type="http://schemas.openxmlformats.org/officeDocument/2006/relationships/notesSlide" Target="/ppt/notesSlides/notesSlide11.xml" Id="Rf64be1dd592e4c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89eb55d774756" /><Relationship Type="http://schemas.openxmlformats.org/officeDocument/2006/relationships/notesSlide" Target="/ppt/notesSlides/notesSlide12.xml" Id="R1d9ffdc533e040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062F6E-9192-43D9-BDC9-E5F13DAE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9CB460-8BB5-4EA5-868F-B5E6E3B3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17022-1000-4BE1-A63C-252A4BFD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DA791-DF0A-442A-A6D4-92AAB348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A4BA0-7BC6-48DA-A8DA-BB65C58D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41566-3F45-4781-B1C1-2302213F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95991-008D-45B7-A193-4C35D77E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E5C39-718D-43E0-810D-FB0C4B45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proper fractions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5269B-9132-4F69-9663-9CB49E61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EAEFDF-80DF-478F-B139-C25C23D2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79A978-47C6-40E3-953C-81E422CD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617763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CC5DC5-00F2-4FB6-9F19-0E5F78E7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F559D-7D50-410A-A26B-33822525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B2BA5-1875-4978-A78E-89E45038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E8F88C-AACE-4C66-84A8-33FECF4E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ED3AB-3115-4F52-AFBB-FE57C274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15C72-1D5C-4054-8AFA-164C4EF5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358F51-9CA5-44BE-B9B3-0B5F4D85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5CA7D-5C43-454E-A0AA-94EA8B83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3067E7-43D2-4AA9-B56A-668C5A72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1088AA-36D3-4495-90E5-BF005546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06DBF-32EE-4CDB-B8CC-2E223270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E30CF-BAAC-4BA9-A0F3-0328D0B2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C0F363-8DC9-495E-A579-E5E41974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fractions of quantities and multiply 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4E48E5-B8BF-4C7C-B433-B18ED01E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92F78-BDB1-4D75-9658-F9A1BACF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A8709-53EE-4426-A40B-DF19FE11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E36AA5-37EA-447E-9B5F-01777A0F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424CBE-8D10-4EF2-B345-F2CCAF0A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1808CE-468E-47EA-A593-8261B860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44DC17-A4A9-4806-92B2-0FEE454D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84E88B-66BC-4AC1-8572-12A1103B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4/7 of 21.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FA406D-70D6-484E-8D3D-90D4F459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445339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28E23E-0E3E-448A-83EA-7CD67890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777D5-99CA-42EF-89CF-DBA22A65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17FBA-2EC1-4D66-A336-C24D99E8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7153B-6DCE-405D-BDA5-5DE278A6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05616-B46F-495F-B5F0-C13DBC1F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DC60B-2EC4-47FE-A920-B74BB41F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BBF53-821F-4DEE-8E06-82FFB2EF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71831E-77B6-438B-B79F-B12060D3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1FC14-3ED2-47E5-A5A7-57623825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E6C4D-3E50-47B6-8F8B-AD34FD2F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proper fractions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04641-54B4-4E24-AD51-98BF0099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91489-2EE1-4392-9F1B-A711F92F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Convert mixed numbers to improper fractions when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8D768-EB33-452D-9C86-47F189E2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numerators and denominators, cancelling common factors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05268-8D1E-4272-A49D-F057D631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the product and check its size.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C8D491-37D0-4398-8106-F83B2E6F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multiply  |  product  |  fraction of  |  cancel  |  simplify  |  mixed number</a:t>
            </a:r>
          </a:p>
        </p:txBody>
      </p:sp>
    </p:spTree>
    <p:extLst>
      <p:ext uri="{BB962C8B-B14F-4D97-AF65-F5344CB8AC3E}">
        <p14:creationId xmlns:p14="http://schemas.microsoft.com/office/powerpoint/2010/main" val="4664822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72DDC-1CEE-46C7-8BF3-1F251582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6065D-D749-4B34-93C6-B83878F5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EF31F4-EBB7-4D61-A0AE-1A6BC808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B4277-5F3C-42E0-8372-DFDB5AD7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1123FE-D042-4742-B650-C822D28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8ABAC-9638-4FF3-8EBB-8A755F14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C4CDB-1084-4AA9-BBFC-08DFC786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B28DC-1937-4FF0-9858-9447873F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D1748-CD2E-47E8-806E-D77C255D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82993-4F5D-4AFB-BE0E-AC7BC202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01975-C909-4CBC-8728-66E86F1E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FDFBD-0204-40A2-BCC7-55AB3B47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6140D7-3FF1-4486-8B94-2813B3E4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Convert mixed numbers to improper fractions when needed.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7AE64-DE19-47AA-9CE5-A7B12E9E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2F9B1-BC60-4C13-B6B5-12404E2D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8EB812-2C2A-4C61-B2BB-BC525EF0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numerators and denominators, cancelling common factors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B9820-E71F-4AD9-BB8A-5565EDA6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3F464F-5529-48DB-B84E-453E8911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9D0355-B927-4D88-B108-1C740EAA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BA659-7C12-4FEA-8F01-27723361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94C36-6A90-48F8-84A4-0E5F3D7B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95D6A9-775F-42D3-A016-2B034AA6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the product and check its size.</a:t>
            </a:r>
          </a:p>
        </p:txBody>
      </p:sp>
    </p:spTree>
    <p:extLst>
      <p:ext uri="{BB962C8B-B14F-4D97-AF65-F5344CB8AC3E}">
        <p14:creationId xmlns:p14="http://schemas.microsoft.com/office/powerpoint/2010/main" val="20832694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2D3B9-2B37-48B0-B1B5-D8312349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58F16-41C7-4162-8DC3-754ACEE9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13005-8C7F-4440-9B0A-8E874234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B1CA2-A570-46E4-AF98-01F3BFE1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AE3EF-6338-4269-A9ED-8A005ECB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5B93D2-0007-4173-BB5A-2A965080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399231-2178-4B8C-BED5-E39A1FAB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B8183-E16B-4C1D-A3B3-73A69D04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E5291-8769-4CFF-9484-FFB2396D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8848CB-11A9-4763-BB31-344A9EF2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15E7E-8F47-4EAD-AB22-45055D67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5D1D8-819C-4AFB-86B4-6DB748C7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2B7AA9-E847-453D-AB72-DB3244E8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the product and check its size.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6FC4A-6726-41E3-BA53-95B5C7F3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689109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281916-471E-4FF2-9D0D-C6F1CB15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98E92-1324-4219-A2FA-DB65BF69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E49EA-125B-4507-99B2-7F808295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A0654-9A94-4013-BE6E-87213A84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C4B71E-7F78-4204-BA2E-7CF04F36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A9236E-DF5A-4EA5-A304-87F97A53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DBDBA-8B50-4FC0-AF2E-14DBF9D9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6F5C9-8F52-4C77-969E-8D626307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1258C-60BC-431A-ADEB-68114443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53DBD-C0DD-447C-8BA9-27F7198E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BDE982-6756-426E-B1B8-7385E4D1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EE0BF-F1E8-4BF0-8A61-69D61034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28ECD8-4384-42D0-8A74-D4266F236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FFEBE6-F15F-4B6E-9A42-C6A7BC37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AD884-5F94-41F4-AEC5-B718DEFC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3/20.</a:t>
            </a:r>
          </a:p>
        </p:txBody>
      </p:sp>
    </p:spTree>
    <p:extLst>
      <p:ext uri="{BB962C8B-B14F-4D97-AF65-F5344CB8AC3E}">
        <p14:creationId xmlns:p14="http://schemas.microsoft.com/office/powerpoint/2010/main" val="864897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AE1AB1-0BE9-45C1-BD2D-07516FDF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05361-58E2-4D03-8523-72202C53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73C01-811E-4393-ACCB-21CE3CCE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74703-5A30-44D5-A3B5-874DB32C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8821CE-6541-4440-B3CD-7922D35D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B9ADB-CFFE-4764-8CE5-B707D572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F63CA8-4090-4AD1-A043-30642F3B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D151C-5812-4DEA-9900-6FAAB05E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4C37D-6325-498D-9BF9-9456C4B0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792a34e2b245c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54B2A7-B33E-497E-9AC1-3020ABB6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F5BC06-91C1-4637-8E2F-B1346998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multiplying always makes a number larger.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625670-E4A9-4B99-AC1E-EF372119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36798-CD5B-4CA8-990B-54ED06C9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11B3D6-DB1A-4D4E-BC90-9424E047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</p:spTree>
    <p:extLst>
      <p:ext uri="{BB962C8B-B14F-4D97-AF65-F5344CB8AC3E}">
        <p14:creationId xmlns:p14="http://schemas.microsoft.com/office/powerpoint/2010/main" val="3322589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916AF8-ED8B-4F81-B29A-989C6D6E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4E399-522B-4BEF-B93E-927D6A00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1CCC1-4FBC-4DB5-8F96-6F72EAF1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25331-F3B4-4CCE-8421-BE368584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5F0C2-1B27-448A-A65D-4A110C9F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A4E008-061D-43B0-81F4-9996274C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A7AEB7-4EAC-4A97-BA3F-D881BA17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72F72E-1DDD-4326-B4B9-2C2DAC3F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CA4753-ED9E-4007-8C62-41CCBD3E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0B8CE9-CE5C-4003-A9F9-DEB92DE8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6EA49-B4FC-4018-B837-5579D1D7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F663F1-9030-42E2-8F2E-E9A2E0E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AD001-E933-4F52-8161-78051D5B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DFE27B-F87B-481F-A3EF-F4AF1C5D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8FA54-7716-4B5B-BDBE-AFFAB746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86995-03CA-402D-A155-22204CF5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622B3-3F80-4386-8A63-B20F86DB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351DB3-A602-4BFC-AA30-C7BB0DDA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3CFB1E-7B2D-4410-8966-42EE2331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E137B5-EEB3-4046-AF6C-7978C59E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BFA13D-D56C-4282-B3F3-5C9EE83A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3/20.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7BF627-6DCA-4F61-9947-44C47E5D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624269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FF26E5-E62B-4D12-AFFF-F90AC8A4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A47C1-64CD-4F25-950E-DD011350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973DD5-1F48-4610-BD7E-9D41CF5E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E26FA-D9A0-45DE-8BCC-AC4F5F9A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171B4-FBD4-47A1-A757-47CEFAF2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F5676-B1E6-4379-8BA4-95F37BF4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4E841-EDF1-4636-9351-728EFA6E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92C96-B111-4785-93A8-3675BB94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8EAE2-9B7C-4DA0-B244-3978EF10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34DBCC-8CBF-4039-B790-D5017519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163EC-D7B7-4569-BAE7-F4FC962A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EC185D-9E0A-4ABC-B9D7-0A369AB7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EC07AF-B89C-478C-84CB-0C712E54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A925A-963C-4553-80E9-A863E6AE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3F2188-1C00-4CDC-A72E-85D54FCD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A890C-EB5E-4C38-9EC9-73DD9AF7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EBB55E-CE71-4014-82F1-E9A542C5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43E4E7-0783-49CC-98D9-17DD8C3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EF22A-9BA9-41EC-8C0F-E0B30CB6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01241A-C704-477E-88F7-1F1D1982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CD83EE-EE35-415F-9565-8C3A8EE9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51386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F97692-F0F3-4D03-910F-511DA8F1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075B78-1911-4AB5-AE1E-DECCBF90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805A1-5550-4AC7-AF74-38662076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4D5ED1-F8CC-40D6-948D-5C88A00D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6CA49-658C-4201-A8B9-41BA72BC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88339-1AE3-4005-9EFB-6560B08B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9A3E5B-55E5-42E1-8F2A-0676FA37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39C5E-2E2D-44E6-B6B6-9C31738A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310EE-B316-4C77-A938-0F34C7CD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DED602-FB75-4153-9C0F-CF7DE8BD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 1/2 x 3/4.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6BB43-2DB5-46EA-9AC9-00B7B9C9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48F92-981F-4572-BCB7-3ABE1636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F47A05-5BED-4BFD-8549-674973B7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 7/8.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172904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02917-FDAA-466C-9E23-94A69AA8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4D29F-EF65-45AB-AD75-B39EE77B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4125B-8D12-4FFD-B47F-C611B0F3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CCFD1-E426-4759-BAF2-E51A3455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0A347-878C-453A-B572-DA5C1193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6A09A4-A1CE-45D1-AF49-60BBC7F3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D88F0-1A1F-4E21-9930-C05E8595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A2504-7355-4ECF-BDC8-11CC7E0A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9FAD2-C5E7-4AFB-9BD6-4C6784BA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15CA7-D7A6-45FA-B330-9FD1DC1C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E3387-3A95-4506-A49B-4FE02A73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D1DE0-F53D-4856-9C0C-BBC8AE19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115D8-16AE-4AB2-A940-D46329F1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27D18-564A-40B9-B696-9B8B4A77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94E92F-A818-47E7-BC1C-67FAA850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AEDA9F-73F2-4C58-A1C0-417BABC7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3/5.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CDE8C9-8CE5-4B58-94A4-05410404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B3B43-E5FC-4138-94D7-CDF31714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555101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5225E2-FD51-4414-BB54-0BEF7FF2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F1C139-C865-460D-A529-1207DC70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B5905-5F12-4681-B93D-241DEE68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9C3B18-8C8C-4AB1-8723-1B54FCC3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CC4A94-E229-4641-8749-53E6FC61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BB40B-7658-4DD7-89FF-E76D74B9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0EBE9-9591-4893-9988-EFDA636C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0DCDE-3B95-49E2-B273-90286559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9C68A6-76F8-4726-9848-6FC6487B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a fraction by a whole 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6991A0-4F54-431E-B796-AB5DBF92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46161F-FD18-4097-A8E9-59353161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7B352B-F97C-46C3-9E57-78E21099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4D0A54-B706-4A39-B4E8-5E04E447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x 9/10 using cancellation.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4BE2F7-5D76-4052-BF44-F764EB1F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6929F-E1AA-4BAA-A69D-0853C333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E60F45-C439-4164-8259-296563DF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0EE5E-95BC-431F-9490-A8B66274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multiplying always makes a number larger.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6D27C-227E-4773-9687-C651B65A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CA12C1-D0C5-43D8-B9DA-507B93F3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B44A4F-D623-429E-8CAF-FE6057D4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A8CAE3-355F-4C38-A3B1-C14E0D26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A55A84-9E8F-4142-A7DB-2F0F31A0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69230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2026-09-09T20:46:37.5270000Z</dcterms:created>
  <dcterms:modified xsi:type="dcterms:W3CDTF">2026-09-09T20:46:37.5270000Z</dcterms:modified>
</coreProperties>
</file>