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a fraction by a whole number. Multiply a fraction by a whole number.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a fraction by a whole number. I do. Divide the whole into denominator groups. Select numerator groups.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a fraction by a whole number. You do. Pause before clicking. Let pupils try independently, then reveal and discuss every step. Divide the whole into denominator groups. Select numerator groups.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a fraction by a whole number. I do. Divide the whole into denominator groups. Select numerator groups.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a fraction by a whole number. You do. Pause before clicking. Let pupils try independently, then reveal and discuss every step. Divide the whole into denominator groups. Select numerator groups.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a fraction by a whole number.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a fraction by a whole number.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9546D619-0810-4B5B-8EE9-0F3321AC5A4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E1A6C50-AE2E-4192-B522-842A5A4FC3D2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02F7AD0-D4A2-4220-9437-A6CA38D8D7A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F6211D1-C8D0-4C9B-A5B3-8DD6A6CC75D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a fraction by a whole number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B59BB10-FBDF-46BC-8194-63B20EB0879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1AA572D-B4CF-4DDA-8F32-224D75C1B0CC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multiply proper fractions by whole numbers.</a:t>
            </a:r>
          </a:p>
        </p:txBody>
      </p:sp>
    </p:spTree>
    <p:extLst>
      <p:ext uri="{BB962C8B-B14F-4D97-AF65-F5344CB8AC3E}">
        <p14:creationId xmlns:p14="http://schemas.microsoft.com/office/powerpoint/2010/main" val="315547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-1">
            <a:extLst>
              <a:ext uri="{FF2B5EF4-FFF2-40B4-BE49-F238E27FC236}">
                <a16:creationId xmlns:a16="http://schemas.microsoft.com/office/drawing/2014/main" id="{4E01AB14-1734-4B00-A1FE-54F143EC411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C2205B8-DEC1-42E0-A008-AA83599F929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4/7 of 21.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6B8C326-E235-4681-825D-C460743E4EB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945F596-0196-4B78-8CF8-64357BFB8C7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a fraction by a whole number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3A6C563-8B1D-44AA-B490-5AE09EDD3B0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291199A-CCFF-4E52-B4A0-5881169317DB}"/>
              </a:ext>
            </a:extLst>
          </p:cNvPr>
          <p:cNvSpPr>
            <a:spLocks noGrp="1"/>
          </p:cNvSpPr>
          <p:nvPr/>
        </p:nvSpPr>
        <p:spPr>
          <a:xfrm>
            <a:off x="1309688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66991D1-3947-4424-BEDE-48DC59D4733C}"/>
              </a:ext>
            </a:extLst>
          </p:cNvPr>
          <p:cNvSpPr>
            <a:spLocks noGrp="1"/>
          </p:cNvSpPr>
          <p:nvPr/>
        </p:nvSpPr>
        <p:spPr>
          <a:xfrm>
            <a:off x="3010580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A1C85C0-4B6D-4468-BEFC-32B5C6F42287}"/>
              </a:ext>
            </a:extLst>
          </p:cNvPr>
          <p:cNvSpPr>
            <a:spLocks noGrp="1"/>
          </p:cNvSpPr>
          <p:nvPr/>
        </p:nvSpPr>
        <p:spPr>
          <a:xfrm>
            <a:off x="4711473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0FD261E-C8BA-473F-9E1A-97B9CA23DABD}"/>
              </a:ext>
            </a:extLst>
          </p:cNvPr>
          <p:cNvSpPr>
            <a:spLocks noGrp="1"/>
          </p:cNvSpPr>
          <p:nvPr/>
        </p:nvSpPr>
        <p:spPr>
          <a:xfrm>
            <a:off x="6412366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22FD7AD-8D89-4B40-88BF-323F12260D89}"/>
              </a:ext>
            </a:extLst>
          </p:cNvPr>
          <p:cNvSpPr>
            <a:spLocks noGrp="1"/>
          </p:cNvSpPr>
          <p:nvPr/>
        </p:nvSpPr>
        <p:spPr>
          <a:xfrm>
            <a:off x="8113259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8F71026-D0C1-49F9-98D0-B5A1A0E2077B}"/>
              </a:ext>
            </a:extLst>
          </p:cNvPr>
          <p:cNvSpPr>
            <a:spLocks noGrp="1"/>
          </p:cNvSpPr>
          <p:nvPr/>
        </p:nvSpPr>
        <p:spPr>
          <a:xfrm>
            <a:off x="9814152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7B2A6BA-B4DE-4E53-A29B-2ADFEFA85697}"/>
              </a:ext>
            </a:extLst>
          </p:cNvPr>
          <p:cNvSpPr>
            <a:spLocks noGrp="1"/>
          </p:cNvSpPr>
          <p:nvPr/>
        </p:nvSpPr>
        <p:spPr>
          <a:xfrm>
            <a:off x="11515045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8176554-AD7A-4C6D-AA20-A74352EBDB27}"/>
              </a:ext>
            </a:extLst>
          </p:cNvPr>
          <p:cNvSpPr>
            <a:spLocks noGrp="1"/>
          </p:cNvSpPr>
          <p:nvPr/>
        </p:nvSpPr>
        <p:spPr>
          <a:xfrm>
            <a:off x="1309688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8EF0127-C996-48DC-A21B-1AFD21859A4D}"/>
              </a:ext>
            </a:extLst>
          </p:cNvPr>
          <p:cNvSpPr>
            <a:spLocks noGrp="1"/>
          </p:cNvSpPr>
          <p:nvPr/>
        </p:nvSpPr>
        <p:spPr>
          <a:xfrm>
            <a:off x="3010580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7BCCF0E-BDD8-4AC6-87B3-12B322D20C10}"/>
              </a:ext>
            </a:extLst>
          </p:cNvPr>
          <p:cNvSpPr>
            <a:spLocks noGrp="1"/>
          </p:cNvSpPr>
          <p:nvPr/>
        </p:nvSpPr>
        <p:spPr>
          <a:xfrm>
            <a:off x="4711473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1845CDA-D3FC-4E2C-A271-2C4381691676}"/>
              </a:ext>
            </a:extLst>
          </p:cNvPr>
          <p:cNvSpPr>
            <a:spLocks noGrp="1"/>
          </p:cNvSpPr>
          <p:nvPr/>
        </p:nvSpPr>
        <p:spPr>
          <a:xfrm>
            <a:off x="6412366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5D35D32-3DB9-4AFF-9A79-F4F8CE0E2EAB}"/>
              </a:ext>
            </a:extLst>
          </p:cNvPr>
          <p:cNvSpPr>
            <a:spLocks noGrp="1"/>
          </p:cNvSpPr>
          <p:nvPr/>
        </p:nvSpPr>
        <p:spPr>
          <a:xfrm>
            <a:off x="8113259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F16340F-3DFE-48FE-864C-F6024BAF5D27}"/>
              </a:ext>
            </a:extLst>
          </p:cNvPr>
          <p:cNvSpPr>
            <a:spLocks noGrp="1"/>
          </p:cNvSpPr>
          <p:nvPr/>
        </p:nvSpPr>
        <p:spPr>
          <a:xfrm>
            <a:off x="9814152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CF3076B-C201-485F-BD5E-AC6AB500BA73}"/>
              </a:ext>
            </a:extLst>
          </p:cNvPr>
          <p:cNvSpPr>
            <a:spLocks noGrp="1"/>
          </p:cNvSpPr>
          <p:nvPr/>
        </p:nvSpPr>
        <p:spPr>
          <a:xfrm>
            <a:off x="11515045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646EABE-4229-4173-A7C7-163361D9A7C3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21 ÷ 7 × 4 = 12</a:t>
            </a:r>
          </a:p>
        </p:txBody>
      </p:sp>
    </p:spTree>
    <p:extLst>
      <p:ext uri="{BB962C8B-B14F-4D97-AF65-F5344CB8AC3E}">
        <p14:creationId xmlns:p14="http://schemas.microsoft.com/office/powerpoint/2010/main" val="6727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-1">
            <a:extLst>
              <a:ext uri="{FF2B5EF4-FFF2-40B4-BE49-F238E27FC236}">
                <a16:creationId xmlns:a16="http://schemas.microsoft.com/office/drawing/2014/main" id="{40D188A8-C997-45CA-9FDB-C6B498504A8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DD4880D-CD90-4B55-8F33-F8CC16004E7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C989107-E84A-4B91-BA24-48552323793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4/7 of 28.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A84F4E5-9579-4715-B322-37389331F9F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856D6CF-8858-499A-AF2C-0428DECD919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a fraction by a whole number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9D9B330-ED1A-4F1B-B83D-ECBF96B6906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387BF34-1BA8-4049-89EC-2E7334933EA6}"/>
              </a:ext>
            </a:extLst>
          </p:cNvPr>
          <p:cNvSpPr>
            <a:spLocks noGrp="1"/>
          </p:cNvSpPr>
          <p:nvPr/>
        </p:nvSpPr>
        <p:spPr>
          <a:xfrm>
            <a:off x="1309688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F1D011D-3203-4988-A133-1CDDC1DAF90B}"/>
              </a:ext>
            </a:extLst>
          </p:cNvPr>
          <p:cNvSpPr>
            <a:spLocks noGrp="1"/>
          </p:cNvSpPr>
          <p:nvPr/>
        </p:nvSpPr>
        <p:spPr>
          <a:xfrm>
            <a:off x="3010580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F21813B-8DF6-456F-87ED-53D0856EBE1A}"/>
              </a:ext>
            </a:extLst>
          </p:cNvPr>
          <p:cNvSpPr>
            <a:spLocks noGrp="1"/>
          </p:cNvSpPr>
          <p:nvPr/>
        </p:nvSpPr>
        <p:spPr>
          <a:xfrm>
            <a:off x="4711473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85DABE2-3606-4C65-8D4C-C86868AFADC0}"/>
              </a:ext>
            </a:extLst>
          </p:cNvPr>
          <p:cNvSpPr>
            <a:spLocks noGrp="1"/>
          </p:cNvSpPr>
          <p:nvPr/>
        </p:nvSpPr>
        <p:spPr>
          <a:xfrm>
            <a:off x="6412366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987AE41-AD30-4A70-A59A-2781EBD21BE9}"/>
              </a:ext>
            </a:extLst>
          </p:cNvPr>
          <p:cNvSpPr>
            <a:spLocks noGrp="1"/>
          </p:cNvSpPr>
          <p:nvPr/>
        </p:nvSpPr>
        <p:spPr>
          <a:xfrm>
            <a:off x="8113259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82D5F4D-9690-493B-B60F-70074F6F6964}"/>
              </a:ext>
            </a:extLst>
          </p:cNvPr>
          <p:cNvSpPr>
            <a:spLocks noGrp="1"/>
          </p:cNvSpPr>
          <p:nvPr/>
        </p:nvSpPr>
        <p:spPr>
          <a:xfrm>
            <a:off x="9814152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1B01EFC-214C-43D2-B187-6253A817E506}"/>
              </a:ext>
            </a:extLst>
          </p:cNvPr>
          <p:cNvSpPr>
            <a:spLocks noGrp="1"/>
          </p:cNvSpPr>
          <p:nvPr/>
        </p:nvSpPr>
        <p:spPr>
          <a:xfrm>
            <a:off x="11515045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0E7C639-1BFF-4FC2-B1E0-9DCDEF5C6652}"/>
              </a:ext>
            </a:extLst>
          </p:cNvPr>
          <p:cNvSpPr>
            <a:spLocks noGrp="1"/>
          </p:cNvSpPr>
          <p:nvPr/>
        </p:nvSpPr>
        <p:spPr>
          <a:xfrm>
            <a:off x="1309688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0A796EC-70AD-49D6-A28B-3F1F940BD13E}"/>
              </a:ext>
            </a:extLst>
          </p:cNvPr>
          <p:cNvSpPr>
            <a:spLocks noGrp="1"/>
          </p:cNvSpPr>
          <p:nvPr/>
        </p:nvSpPr>
        <p:spPr>
          <a:xfrm>
            <a:off x="3010580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0812B01-24FB-4DA8-9900-0D7ACF2D7FFE}"/>
              </a:ext>
            </a:extLst>
          </p:cNvPr>
          <p:cNvSpPr>
            <a:spLocks noGrp="1"/>
          </p:cNvSpPr>
          <p:nvPr/>
        </p:nvSpPr>
        <p:spPr>
          <a:xfrm>
            <a:off x="4711473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432E208-B6C6-4A73-B58A-476143C6AB80}"/>
              </a:ext>
            </a:extLst>
          </p:cNvPr>
          <p:cNvSpPr>
            <a:spLocks noGrp="1"/>
          </p:cNvSpPr>
          <p:nvPr/>
        </p:nvSpPr>
        <p:spPr>
          <a:xfrm>
            <a:off x="6412366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637B8A6-C187-4F54-B2E6-80399579B3A9}"/>
              </a:ext>
            </a:extLst>
          </p:cNvPr>
          <p:cNvSpPr>
            <a:spLocks noGrp="1"/>
          </p:cNvSpPr>
          <p:nvPr/>
        </p:nvSpPr>
        <p:spPr>
          <a:xfrm>
            <a:off x="8113259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0ECC3F5-706D-4D9C-A9D1-C3626B53C589}"/>
              </a:ext>
            </a:extLst>
          </p:cNvPr>
          <p:cNvSpPr>
            <a:spLocks noGrp="1"/>
          </p:cNvSpPr>
          <p:nvPr/>
        </p:nvSpPr>
        <p:spPr>
          <a:xfrm>
            <a:off x="9814152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3D37487-EAFE-430A-900E-4455C3AC192F}"/>
              </a:ext>
            </a:extLst>
          </p:cNvPr>
          <p:cNvSpPr>
            <a:spLocks noGrp="1"/>
          </p:cNvSpPr>
          <p:nvPr/>
        </p:nvSpPr>
        <p:spPr>
          <a:xfrm>
            <a:off x="11515045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0F5924D-38E0-48EB-8A6D-334CCC680B54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28 ÷ 7 × 4 = 16</a:t>
            </a:r>
          </a:p>
        </p:txBody>
      </p:sp>
    </p:spTree>
    <p:extLst>
      <p:ext uri="{BB962C8B-B14F-4D97-AF65-F5344CB8AC3E}">
        <p14:creationId xmlns:p14="http://schemas.microsoft.com/office/powerpoint/2010/main" val="37425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-1">
            <a:extLst>
              <a:ext uri="{FF2B5EF4-FFF2-40B4-BE49-F238E27FC236}">
                <a16:creationId xmlns:a16="http://schemas.microsoft.com/office/drawing/2014/main" id="{657C790B-66BE-4012-B480-742E896C516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544B458-E92A-44D6-9F91-A455D7A2268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4/7 of 35.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ADD972C-301A-400B-8736-C3EE23B599D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EF84D83-EBEF-44CC-97C6-E58E814D3EB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a fraction by a whole number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0AADD2F-609F-4154-BA77-16890B5F04F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F8A425B-BCDE-4D4D-A163-FF840B6A92ED}"/>
              </a:ext>
            </a:extLst>
          </p:cNvPr>
          <p:cNvSpPr>
            <a:spLocks noGrp="1"/>
          </p:cNvSpPr>
          <p:nvPr/>
        </p:nvSpPr>
        <p:spPr>
          <a:xfrm>
            <a:off x="1309688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7161A7F-DB1F-4A2D-A747-17046280A740}"/>
              </a:ext>
            </a:extLst>
          </p:cNvPr>
          <p:cNvSpPr>
            <a:spLocks noGrp="1"/>
          </p:cNvSpPr>
          <p:nvPr/>
        </p:nvSpPr>
        <p:spPr>
          <a:xfrm>
            <a:off x="3010580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2EB2269-30B8-48C8-A5E0-A930301A0D48}"/>
              </a:ext>
            </a:extLst>
          </p:cNvPr>
          <p:cNvSpPr>
            <a:spLocks noGrp="1"/>
          </p:cNvSpPr>
          <p:nvPr/>
        </p:nvSpPr>
        <p:spPr>
          <a:xfrm>
            <a:off x="4711473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0BF8875-5863-4882-B531-11637DCF1AAB}"/>
              </a:ext>
            </a:extLst>
          </p:cNvPr>
          <p:cNvSpPr>
            <a:spLocks noGrp="1"/>
          </p:cNvSpPr>
          <p:nvPr/>
        </p:nvSpPr>
        <p:spPr>
          <a:xfrm>
            <a:off x="6412366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6BDBCDD-D090-4517-8E48-BAE06F73944F}"/>
              </a:ext>
            </a:extLst>
          </p:cNvPr>
          <p:cNvSpPr>
            <a:spLocks noGrp="1"/>
          </p:cNvSpPr>
          <p:nvPr/>
        </p:nvSpPr>
        <p:spPr>
          <a:xfrm>
            <a:off x="8113259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2CD769F-5369-42EC-BDE3-BA84B4C60E57}"/>
              </a:ext>
            </a:extLst>
          </p:cNvPr>
          <p:cNvSpPr>
            <a:spLocks noGrp="1"/>
          </p:cNvSpPr>
          <p:nvPr/>
        </p:nvSpPr>
        <p:spPr>
          <a:xfrm>
            <a:off x="9814152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9377BFA-BE8D-4DD8-87C4-BDCFB8198993}"/>
              </a:ext>
            </a:extLst>
          </p:cNvPr>
          <p:cNvSpPr>
            <a:spLocks noGrp="1"/>
          </p:cNvSpPr>
          <p:nvPr/>
        </p:nvSpPr>
        <p:spPr>
          <a:xfrm>
            <a:off x="11515045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01D49CE-6A2D-41E7-8CB4-58338EBF328A}"/>
              </a:ext>
            </a:extLst>
          </p:cNvPr>
          <p:cNvSpPr>
            <a:spLocks noGrp="1"/>
          </p:cNvSpPr>
          <p:nvPr/>
        </p:nvSpPr>
        <p:spPr>
          <a:xfrm>
            <a:off x="1309688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432BDED-1D36-4EA7-ADE1-B0D0B8052B47}"/>
              </a:ext>
            </a:extLst>
          </p:cNvPr>
          <p:cNvSpPr>
            <a:spLocks noGrp="1"/>
          </p:cNvSpPr>
          <p:nvPr/>
        </p:nvSpPr>
        <p:spPr>
          <a:xfrm>
            <a:off x="3010580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06048C8-F992-4AB4-B3CE-D6996DE32374}"/>
              </a:ext>
            </a:extLst>
          </p:cNvPr>
          <p:cNvSpPr>
            <a:spLocks noGrp="1"/>
          </p:cNvSpPr>
          <p:nvPr/>
        </p:nvSpPr>
        <p:spPr>
          <a:xfrm>
            <a:off x="4711473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521912B-F239-46BC-A21E-594B07ED3ADD}"/>
              </a:ext>
            </a:extLst>
          </p:cNvPr>
          <p:cNvSpPr>
            <a:spLocks noGrp="1"/>
          </p:cNvSpPr>
          <p:nvPr/>
        </p:nvSpPr>
        <p:spPr>
          <a:xfrm>
            <a:off x="6412366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1DA8F49-F6E8-415A-B412-52C50DDB174E}"/>
              </a:ext>
            </a:extLst>
          </p:cNvPr>
          <p:cNvSpPr>
            <a:spLocks noGrp="1"/>
          </p:cNvSpPr>
          <p:nvPr/>
        </p:nvSpPr>
        <p:spPr>
          <a:xfrm>
            <a:off x="8113259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1238A53-0FF6-4147-B46E-7091308D1F5E}"/>
              </a:ext>
            </a:extLst>
          </p:cNvPr>
          <p:cNvSpPr>
            <a:spLocks noGrp="1"/>
          </p:cNvSpPr>
          <p:nvPr/>
        </p:nvSpPr>
        <p:spPr>
          <a:xfrm>
            <a:off x="9814152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4333A7B-EB85-4D11-9800-151167572D29}"/>
              </a:ext>
            </a:extLst>
          </p:cNvPr>
          <p:cNvSpPr>
            <a:spLocks noGrp="1"/>
          </p:cNvSpPr>
          <p:nvPr/>
        </p:nvSpPr>
        <p:spPr>
          <a:xfrm>
            <a:off x="11515045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E185CD6-6B0A-43C7-B82F-B98E5E5F40AC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35 ÷ 7 × 4 = 20</a:t>
            </a:r>
          </a:p>
        </p:txBody>
      </p:sp>
    </p:spTree>
    <p:extLst>
      <p:ext uri="{BB962C8B-B14F-4D97-AF65-F5344CB8AC3E}">
        <p14:creationId xmlns:p14="http://schemas.microsoft.com/office/powerpoint/2010/main" val="165477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-1">
            <a:extLst>
              <a:ext uri="{FF2B5EF4-FFF2-40B4-BE49-F238E27FC236}">
                <a16:creationId xmlns:a16="http://schemas.microsoft.com/office/drawing/2014/main" id="{90576F53-794F-49B5-8E3E-A2D83833A89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98CD20F-FF33-4403-BB0E-3355DED1477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7C7FC33-5A8B-45E4-ACED-F6258EE54CC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4/7 of 42.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C5350CE-0BC1-4346-B720-E7638AEABB4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2DDBE12-A2E5-4E31-BA22-B6CECFDD752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a fraction by a whole number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EC3F77B-201D-461E-8D10-3305325F715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71F2A22-61BA-4BE4-90B4-1C690DF23AF9}"/>
              </a:ext>
            </a:extLst>
          </p:cNvPr>
          <p:cNvSpPr>
            <a:spLocks noGrp="1"/>
          </p:cNvSpPr>
          <p:nvPr/>
        </p:nvSpPr>
        <p:spPr>
          <a:xfrm>
            <a:off x="1309688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612D48C-65FF-4527-ABE5-EF41A0412695}"/>
              </a:ext>
            </a:extLst>
          </p:cNvPr>
          <p:cNvSpPr>
            <a:spLocks noGrp="1"/>
          </p:cNvSpPr>
          <p:nvPr/>
        </p:nvSpPr>
        <p:spPr>
          <a:xfrm>
            <a:off x="3010580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CA3DBB4-907D-48BF-8C84-3318D328E7A3}"/>
              </a:ext>
            </a:extLst>
          </p:cNvPr>
          <p:cNvSpPr>
            <a:spLocks noGrp="1"/>
          </p:cNvSpPr>
          <p:nvPr/>
        </p:nvSpPr>
        <p:spPr>
          <a:xfrm>
            <a:off x="4711473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51C14C2-785A-4F66-807E-468E024BAF8D}"/>
              </a:ext>
            </a:extLst>
          </p:cNvPr>
          <p:cNvSpPr>
            <a:spLocks noGrp="1"/>
          </p:cNvSpPr>
          <p:nvPr/>
        </p:nvSpPr>
        <p:spPr>
          <a:xfrm>
            <a:off x="6412366" y="3929063"/>
            <a:ext cx="1700893" cy="1071563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6213552-B643-4851-8B6B-85A05467F3D8}"/>
              </a:ext>
            </a:extLst>
          </p:cNvPr>
          <p:cNvSpPr>
            <a:spLocks noGrp="1"/>
          </p:cNvSpPr>
          <p:nvPr/>
        </p:nvSpPr>
        <p:spPr>
          <a:xfrm>
            <a:off x="8113259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C991127-F80D-4420-8C60-C874A4A9FCB4}"/>
              </a:ext>
            </a:extLst>
          </p:cNvPr>
          <p:cNvSpPr>
            <a:spLocks noGrp="1"/>
          </p:cNvSpPr>
          <p:nvPr/>
        </p:nvSpPr>
        <p:spPr>
          <a:xfrm>
            <a:off x="9814152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CF418B2-9581-4655-B3D3-94ED7B18D8C2}"/>
              </a:ext>
            </a:extLst>
          </p:cNvPr>
          <p:cNvSpPr>
            <a:spLocks noGrp="1"/>
          </p:cNvSpPr>
          <p:nvPr/>
        </p:nvSpPr>
        <p:spPr>
          <a:xfrm>
            <a:off x="11515045" y="3929063"/>
            <a:ext cx="1700893" cy="1071563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1D810EB-731C-4B5F-9BD8-93642FAEA931}"/>
              </a:ext>
            </a:extLst>
          </p:cNvPr>
          <p:cNvSpPr>
            <a:spLocks noGrp="1"/>
          </p:cNvSpPr>
          <p:nvPr/>
        </p:nvSpPr>
        <p:spPr>
          <a:xfrm>
            <a:off x="1309688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DE07867-96F7-42AB-B128-3B11CF29E5E0}"/>
              </a:ext>
            </a:extLst>
          </p:cNvPr>
          <p:cNvSpPr>
            <a:spLocks noGrp="1"/>
          </p:cNvSpPr>
          <p:nvPr/>
        </p:nvSpPr>
        <p:spPr>
          <a:xfrm>
            <a:off x="3010580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F366C65-38C4-4371-BAA4-A17815AE51FB}"/>
              </a:ext>
            </a:extLst>
          </p:cNvPr>
          <p:cNvSpPr>
            <a:spLocks noGrp="1"/>
          </p:cNvSpPr>
          <p:nvPr/>
        </p:nvSpPr>
        <p:spPr>
          <a:xfrm>
            <a:off x="4711473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10D047B-DCC2-4656-95F8-FA2F0F9B93F1}"/>
              </a:ext>
            </a:extLst>
          </p:cNvPr>
          <p:cNvSpPr>
            <a:spLocks noGrp="1"/>
          </p:cNvSpPr>
          <p:nvPr/>
        </p:nvSpPr>
        <p:spPr>
          <a:xfrm>
            <a:off x="6412366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73C8709-AB1B-4C20-A120-6DDE99E3AEE3}"/>
              </a:ext>
            </a:extLst>
          </p:cNvPr>
          <p:cNvSpPr>
            <a:spLocks noGrp="1"/>
          </p:cNvSpPr>
          <p:nvPr/>
        </p:nvSpPr>
        <p:spPr>
          <a:xfrm>
            <a:off x="8113259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6DA3A28-ACBC-4C21-A740-600B502A16A0}"/>
              </a:ext>
            </a:extLst>
          </p:cNvPr>
          <p:cNvSpPr>
            <a:spLocks noGrp="1"/>
          </p:cNvSpPr>
          <p:nvPr/>
        </p:nvSpPr>
        <p:spPr>
          <a:xfrm>
            <a:off x="9814152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339B675-0DC7-40E1-B521-436B3A32B705}"/>
              </a:ext>
            </a:extLst>
          </p:cNvPr>
          <p:cNvSpPr>
            <a:spLocks noGrp="1"/>
          </p:cNvSpPr>
          <p:nvPr/>
        </p:nvSpPr>
        <p:spPr>
          <a:xfrm>
            <a:off x="11515045" y="4131469"/>
            <a:ext cx="170089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263B83C-BEBB-4A07-93DB-30430D57C2C4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42 ÷ 7 × 4 = 24</a:t>
            </a:r>
          </a:p>
        </p:txBody>
      </p:sp>
    </p:spTree>
    <p:extLst>
      <p:ext uri="{BB962C8B-B14F-4D97-AF65-F5344CB8AC3E}">
        <p14:creationId xmlns:p14="http://schemas.microsoft.com/office/powerpoint/2010/main" val="1501131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107CED68-5778-4B82-B74B-EC9B8452B4F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B2D5183-174A-47B5-A3DD-C095CB29777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7B58DBC-8EF2-4C87-9059-61034CA5B01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DD1CE5D-0C46-4EAD-A15C-A544B3E246F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C31B270-8990-43D1-A8BD-FD57CA16E91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a fraction by a whole number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0A5E472-C5EE-41A4-AB49-059CF2965F4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18DE318-5EAA-49EE-8DB8-9C04E74C6348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59E80AB-B126-482D-A973-AFF89841E91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C5D1CAD-0DF6-437C-8862-34A42859AA1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868AB3F-7FDF-4983-AEA4-45486D942B1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A83C7C6-667D-4BF7-B55E-B35AA417376D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2DDB85C-1645-4A2C-BE25-1E97A98DB839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4F5682C-DFA0-4924-91C0-581177F3B263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04B7705-2355-48C6-BA74-A92BEAB77F2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4/7 of 21.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C09D35F-5504-462C-A83D-F9762D4F150A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AF4EC28-99BD-4557-AB4F-1979796B94F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1/4 x 3/5.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4560D00-AA30-494A-BB18-E29E19676B1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4063649-12FE-4AE6-9828-42676AD99A3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2/3 x 9/10 using cancellation.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99D11D5-78C7-4405-86E0-8FA70B94C3F1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F0FAB64-6048-4828-9DDF-D1092E957D61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2 1/2 x 3/4.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699C389-F502-41B7-88BB-F48FF927D63D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C1C9A39-58D8-41DD-A7DE-BACCFDF1281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thinks multiplying always makes a number larger.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0E90384-41FE-40DD-B3A9-55E9C1B0C03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3BFF7DC-5835-405B-8184-5FE70746B5DF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73BEBF3-1DB3-4220-BCBF-C54E6568DFB8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2F707383-BCD5-4091-BA9F-9DAAA524D3B6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2/3 x 9/10 using cancellation.</a:t>
            </a:r>
          </a:p>
        </p:txBody>
      </p:sp>
    </p:spTree>
    <p:extLst>
      <p:ext uri="{BB962C8B-B14F-4D97-AF65-F5344CB8AC3E}">
        <p14:creationId xmlns:p14="http://schemas.microsoft.com/office/powerpoint/2010/main" val="204613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F48D009B-CB1D-46FE-81AF-7C5F1E9DEF8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2C78C45-4930-4F1C-8ED7-48E7FE8D169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7DCD9B3-D9A9-47D9-A2C0-BA4B7C347B2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6AD5111-B6F1-49CD-A646-4C119C64A3B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a fraction by a whole number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31FBA93-5EC4-4513-B415-3342AAC1DC2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86AD4E0-2E37-449D-B790-50CB5C606DD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299FDA8-5598-41FA-9097-18D393FCDF7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12.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858F551-522A-4DF9-A0BB-4FC433B6160C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13FDFC0-F9AB-44CF-9C1E-1029C119EBA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3/20.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149A1EE-791E-45BC-89E5-0BC6A7347892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B37F99E-DC90-4F56-ADEE-D4650EF65CF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3/5.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2A6690B-0F9B-4DEC-8B3B-7057E3D76F61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5946BE6-BB25-43E8-8B43-5DDEFF18B82B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12.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613BF73-8F85-460E-A17C-AE660F4E9245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3EF6315-539D-4851-8E66-84DE764D26F1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3/20.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E0E4101-F625-40DE-BA97-2B83A52ED81B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5B47259-1A13-47BB-A4D4-4A01D46FB49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3/5.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AE69DEF-0FEB-471A-9E08-2F9AE3F92AC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9CB921D-6657-4549-8082-FBB4A02F11FB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7/8.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1B219ED-BF87-43B7-9D1D-35C51C637E55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CAA7C6C-DE91-43B1-B884-23BA0E403D72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82795E9-BE31-43FC-B292-C1B23B59E51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C55B4F7-17B6-459C-9FC9-B793C4632C1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39CC9E5-A103-4182-9B73-9F9E77538A85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10E37B1-C8FE-4ACA-9F58-CE04438CE66A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05470050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883</Words>
  <Application>Microsoft Office PowerPoint</Application>
  <DocSecurity>0</DocSecurity>
  <PresentationFormat>Custom</PresentationFormat>
  <Paragraphs>118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2026-09-14T13:14:24Z</dcterms:created>
  <dcterms:modified xsi:type="dcterms:W3CDTF">2026-09-14T13:15:40Z</dcterms:modified>
</cp:coreProperties>
</file>