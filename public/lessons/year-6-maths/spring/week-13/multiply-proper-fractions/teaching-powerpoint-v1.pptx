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proper fractions. Multiply proper fractions.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proper fractions.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proper fractions.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proper fractions.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proper fractions.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proper fractions.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proper fractions.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proper fractions.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proper fractions.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proper fractions.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D9EF2425-EE37-4E26-8228-3E32DDF84FD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Multiply proper fractions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96FD78D-1CA0-4FFA-82A2-D141943B2F1F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285E232-1B56-4E3B-A876-FE7D9FB0210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64CE9A7-B1FC-4F92-86B2-D334C076DDF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proper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F48CEC7-0D81-4364-940E-512BD44CF83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B659999-13D6-4D25-9F2F-5A44E274BAE6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multiply two proper fractions.</a:t>
            </a:r>
          </a:p>
        </p:txBody>
      </p:sp>
    </p:spTree>
    <p:extLst>
      <p:ext uri="{BB962C8B-B14F-4D97-AF65-F5344CB8AC3E}">
        <p14:creationId xmlns:p14="http://schemas.microsoft.com/office/powerpoint/2010/main" val="567345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-1">
            <a:extLst>
              <a:ext uri="{FF2B5EF4-FFF2-40B4-BE49-F238E27FC236}">
                <a16:creationId xmlns:a16="http://schemas.microsoft.com/office/drawing/2014/main" id="{04CA7F1B-6018-47CB-B2EA-8ADAED3B124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24E25B5-E1D9-4276-80BF-7C44E280EF1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1/4 × 3/5.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EA86ABF-04F5-43CF-BC70-07A057B3442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9BC3D1C-91DD-431F-AB23-35F1F897CD9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proper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443D4F1-B451-407B-B7CF-DFC4F0A52E7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EE77387-37A0-4CA1-ACE3-286F04E6FA35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AD28231-2325-4398-8B33-068777888E87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029E85E-051E-4450-A14C-037654BAC432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C6386D6-53B9-44AC-A5FF-49C500461287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F63028A-E483-41AA-AA0D-754414983029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36A9C69-BCCB-4491-A072-FC81E9006031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474914F-17BA-48B8-89FE-5AA576E72AEC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740A10B-EDC1-4C15-9DB2-8EC188DDFA1D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73B5BFE-A88B-456A-A360-E4403F069970}"/>
              </a:ext>
            </a:extLst>
          </p:cNvPr>
          <p:cNvSpPr>
            <a:spLocks noGrp="1"/>
          </p:cNvSpPr>
          <p:nvPr/>
        </p:nvSpPr>
        <p:spPr>
          <a:xfrm>
            <a:off x="9655969" y="286940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8F59173-D7CC-451B-B948-DEF2AE56E8F5}"/>
              </a:ext>
            </a:extLst>
          </p:cNvPr>
          <p:cNvSpPr>
            <a:spLocks noGrp="1"/>
          </p:cNvSpPr>
          <p:nvPr/>
        </p:nvSpPr>
        <p:spPr>
          <a:xfrm>
            <a:off x="10084594" y="286940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787703C-7844-4CCB-9B07-CE4BD93DE5CE}"/>
              </a:ext>
            </a:extLst>
          </p:cNvPr>
          <p:cNvSpPr>
            <a:spLocks noGrp="1"/>
          </p:cNvSpPr>
          <p:nvPr/>
        </p:nvSpPr>
        <p:spPr>
          <a:xfrm>
            <a:off x="10513219" y="286940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3C7F2624-BBD0-472D-BD6E-849FFD2C6FFA}"/>
              </a:ext>
            </a:extLst>
          </p:cNvPr>
          <p:cNvSpPr>
            <a:spLocks noGrp="1"/>
          </p:cNvSpPr>
          <p:nvPr/>
        </p:nvSpPr>
        <p:spPr>
          <a:xfrm>
            <a:off x="9227344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41B2408-9064-4A61-8F5E-A626190AF956}"/>
              </a:ext>
            </a:extLst>
          </p:cNvPr>
          <p:cNvSpPr>
            <a:spLocks noGrp="1"/>
          </p:cNvSpPr>
          <p:nvPr/>
        </p:nvSpPr>
        <p:spPr>
          <a:xfrm>
            <a:off x="9655969" y="329803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C3E24A8-13EF-49D9-9931-1DC4E421CBF3}"/>
              </a:ext>
            </a:extLst>
          </p:cNvPr>
          <p:cNvSpPr>
            <a:spLocks noGrp="1"/>
          </p:cNvSpPr>
          <p:nvPr/>
        </p:nvSpPr>
        <p:spPr>
          <a:xfrm>
            <a:off x="10084594" y="329803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7BECAF5-EBDB-4782-B51E-D078831DD28E}"/>
              </a:ext>
            </a:extLst>
          </p:cNvPr>
          <p:cNvSpPr>
            <a:spLocks noGrp="1"/>
          </p:cNvSpPr>
          <p:nvPr/>
        </p:nvSpPr>
        <p:spPr>
          <a:xfrm>
            <a:off x="10513219" y="329803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674A758-DDD9-4942-A98A-6A78E604BE67}"/>
              </a:ext>
            </a:extLst>
          </p:cNvPr>
          <p:cNvSpPr>
            <a:spLocks noGrp="1"/>
          </p:cNvSpPr>
          <p:nvPr/>
        </p:nvSpPr>
        <p:spPr>
          <a:xfrm>
            <a:off x="9227344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0CC7893-EEE3-4701-A168-1D3102AE72DA}"/>
              </a:ext>
            </a:extLst>
          </p:cNvPr>
          <p:cNvSpPr>
            <a:spLocks noGrp="1"/>
          </p:cNvSpPr>
          <p:nvPr/>
        </p:nvSpPr>
        <p:spPr>
          <a:xfrm>
            <a:off x="9655969" y="372665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806253FB-75BF-4F3A-9EF1-140EB3BF89A0}"/>
              </a:ext>
            </a:extLst>
          </p:cNvPr>
          <p:cNvSpPr>
            <a:spLocks noGrp="1"/>
          </p:cNvSpPr>
          <p:nvPr/>
        </p:nvSpPr>
        <p:spPr>
          <a:xfrm>
            <a:off x="10084594" y="372665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E2E3E01-37A4-4C7B-A0AE-6908A3ECACD1}"/>
              </a:ext>
            </a:extLst>
          </p:cNvPr>
          <p:cNvSpPr>
            <a:spLocks noGrp="1"/>
          </p:cNvSpPr>
          <p:nvPr/>
        </p:nvSpPr>
        <p:spPr>
          <a:xfrm>
            <a:off x="10513219" y="372665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D06D1BA2-2A92-4C6B-8D6C-0C39AA557531}"/>
              </a:ext>
            </a:extLst>
          </p:cNvPr>
          <p:cNvSpPr>
            <a:spLocks noGrp="1"/>
          </p:cNvSpPr>
          <p:nvPr/>
        </p:nvSpPr>
        <p:spPr>
          <a:xfrm>
            <a:off x="9227344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65E2670-4F88-4423-9448-7412D9730E98}"/>
              </a:ext>
            </a:extLst>
          </p:cNvPr>
          <p:cNvSpPr>
            <a:spLocks noGrp="1"/>
          </p:cNvSpPr>
          <p:nvPr/>
        </p:nvSpPr>
        <p:spPr>
          <a:xfrm>
            <a:off x="9655969" y="4155281"/>
            <a:ext cx="428625" cy="42862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1C9AB606-CBCD-43E5-BEAC-0D5D71541EEE}"/>
              </a:ext>
            </a:extLst>
          </p:cNvPr>
          <p:cNvSpPr>
            <a:spLocks noGrp="1"/>
          </p:cNvSpPr>
          <p:nvPr/>
        </p:nvSpPr>
        <p:spPr>
          <a:xfrm>
            <a:off x="10084594" y="4155281"/>
            <a:ext cx="428625" cy="42862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63827A44-FC7E-4543-9024-404CD45BE026}"/>
              </a:ext>
            </a:extLst>
          </p:cNvPr>
          <p:cNvSpPr>
            <a:spLocks noGrp="1"/>
          </p:cNvSpPr>
          <p:nvPr/>
        </p:nvSpPr>
        <p:spPr>
          <a:xfrm>
            <a:off x="10513219" y="4155281"/>
            <a:ext cx="428625" cy="42862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AA03F237-2A99-4099-A821-437D224BB976}"/>
              </a:ext>
            </a:extLst>
          </p:cNvPr>
          <p:cNvSpPr>
            <a:spLocks noGrp="1"/>
          </p:cNvSpPr>
          <p:nvPr/>
        </p:nvSpPr>
        <p:spPr>
          <a:xfrm>
            <a:off x="9227344" y="458390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B56A8FA1-0B2B-4F28-A170-A342C65DAD13}"/>
              </a:ext>
            </a:extLst>
          </p:cNvPr>
          <p:cNvSpPr>
            <a:spLocks noGrp="1"/>
          </p:cNvSpPr>
          <p:nvPr/>
        </p:nvSpPr>
        <p:spPr>
          <a:xfrm>
            <a:off x="9655969" y="4583906"/>
            <a:ext cx="428625" cy="42862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F2B39414-ED80-4020-87B4-AAD08C59B750}"/>
              </a:ext>
            </a:extLst>
          </p:cNvPr>
          <p:cNvSpPr>
            <a:spLocks noGrp="1"/>
          </p:cNvSpPr>
          <p:nvPr/>
        </p:nvSpPr>
        <p:spPr>
          <a:xfrm>
            <a:off x="10084594" y="4583906"/>
            <a:ext cx="428625" cy="42862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8444E300-2613-48D9-A1F1-9C4CFD441190}"/>
              </a:ext>
            </a:extLst>
          </p:cNvPr>
          <p:cNvSpPr>
            <a:spLocks noGrp="1"/>
          </p:cNvSpPr>
          <p:nvPr/>
        </p:nvSpPr>
        <p:spPr>
          <a:xfrm>
            <a:off x="10513219" y="4583906"/>
            <a:ext cx="428625" cy="42862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79B70588-041F-45AC-9DDC-08EF5DC40BEB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3 = 3;  4 × 5 = 20.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18C6A7CF-FF3B-4539-AC8B-A07725252C4B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3/20</a:t>
            </a:r>
          </a:p>
        </p:txBody>
      </p:sp>
    </p:spTree>
    <p:extLst>
      <p:ext uri="{BB962C8B-B14F-4D97-AF65-F5344CB8AC3E}">
        <p14:creationId xmlns:p14="http://schemas.microsoft.com/office/powerpoint/2010/main" val="2082504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53AD9F91-5BBD-44E9-84A2-29D37132DFB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E4FA1DD-951B-4879-9538-4FEDA563F20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09CBF6C-88F8-4C17-B691-0C77F58630E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1/4 × 3/5.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3DF0E6C-4459-4AF5-9E5C-11EDC862CEE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91FB91E-D29C-4BCA-8480-5A8791F1609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proper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105C5F4-4D10-4177-BF0C-7A7D5E15260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43BD1EA-FEDA-49AF-A7F1-DB3044D154A0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1/4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35A81EC-F34F-4D98-AFC4-CBC9B88F4646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4 + 1 = 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E0BF461-2C77-4411-90BB-A852785A4636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B938CE6-26E9-41CB-A094-AAB47DAE059F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9F450A0-8CE0-4620-9AAE-EFC15470E610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C2856AE-EC00-47C8-8574-AE0D2AE7203A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D7425FD-3F40-43A6-ABF6-5C3DF5925FA7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5 + 3 = 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7FAC0A7-AAF7-40AB-BB43-8B7549AB7F78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A1E009C-E5AE-4A14-906D-379EAFBBD925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9883EED-641B-4CC5-BA08-CB4D5B173DB0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7654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object-1">
            <a:extLst>
              <a:ext uri="{FF2B5EF4-FFF2-40B4-BE49-F238E27FC236}">
                <a16:creationId xmlns:a16="http://schemas.microsoft.com/office/drawing/2014/main" id="{675FBB5F-8F16-4260-8B32-9136064935F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EB925DB-4927-4A4C-A0EA-C35039B31C7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B19586E-565F-4209-9EBC-4931F9575C0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1/4 × 3/5.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EF2D1D5-29B5-4C96-9BF5-802C2FB5E09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FDACC9D-8EFB-4CA6-BB76-FD1E179F494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proper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D191EF2-8923-451C-B070-AD8FAED1591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4DA1527-E0D2-469D-AC19-72BB8AE680C7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605EA71-2CF0-4CAC-89DC-2173B9B363E9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CF51CF7-0A3F-4553-9807-F0FB36212126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3C9C743-97DB-4C0F-A0CE-2E650A2DF2B9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314483A-B2FB-4D70-A657-824A8E14192A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C0E8B4D-63B2-45AB-B675-EEC1A2CA1F97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747609E-A0E9-47F7-AE03-B9AF1A7D278E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116D792-ACFA-40D4-BCBF-93C97C469C1D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FD12B86-523C-45DA-A021-6E8C32B45694}"/>
              </a:ext>
            </a:extLst>
          </p:cNvPr>
          <p:cNvSpPr>
            <a:spLocks noGrp="1"/>
          </p:cNvSpPr>
          <p:nvPr/>
        </p:nvSpPr>
        <p:spPr>
          <a:xfrm>
            <a:off x="9599414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6CBDE99-B12C-4DEC-A214-1BD782AF40E3}"/>
              </a:ext>
            </a:extLst>
          </p:cNvPr>
          <p:cNvSpPr>
            <a:spLocks noGrp="1"/>
          </p:cNvSpPr>
          <p:nvPr/>
        </p:nvSpPr>
        <p:spPr>
          <a:xfrm>
            <a:off x="9971484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DB36AE0-8079-4040-A85A-E1E3E1C31C5C}"/>
              </a:ext>
            </a:extLst>
          </p:cNvPr>
          <p:cNvSpPr>
            <a:spLocks noGrp="1"/>
          </p:cNvSpPr>
          <p:nvPr/>
        </p:nvSpPr>
        <p:spPr>
          <a:xfrm>
            <a:off x="10343555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CA5555A-896E-4D54-AC05-41D76CFE6642}"/>
              </a:ext>
            </a:extLst>
          </p:cNvPr>
          <p:cNvSpPr>
            <a:spLocks noGrp="1"/>
          </p:cNvSpPr>
          <p:nvPr/>
        </p:nvSpPr>
        <p:spPr>
          <a:xfrm>
            <a:off x="10715625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DD9DDC5-0510-41E9-B63E-BA6AD5B21D74}"/>
              </a:ext>
            </a:extLst>
          </p:cNvPr>
          <p:cNvSpPr>
            <a:spLocks noGrp="1"/>
          </p:cNvSpPr>
          <p:nvPr/>
        </p:nvSpPr>
        <p:spPr>
          <a:xfrm>
            <a:off x="11087695" y="2869406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01653B7A-028A-4EEF-A90D-909189B460E4}"/>
              </a:ext>
            </a:extLst>
          </p:cNvPr>
          <p:cNvSpPr>
            <a:spLocks noGrp="1"/>
          </p:cNvSpPr>
          <p:nvPr/>
        </p:nvSpPr>
        <p:spPr>
          <a:xfrm>
            <a:off x="11459766" y="2869406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5E47C15-C110-433A-BE0C-21D02B987B53}"/>
              </a:ext>
            </a:extLst>
          </p:cNvPr>
          <p:cNvSpPr>
            <a:spLocks noGrp="1"/>
          </p:cNvSpPr>
          <p:nvPr/>
        </p:nvSpPr>
        <p:spPr>
          <a:xfrm>
            <a:off x="11831836" y="2869406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F38ABA8-ED42-40FD-82B3-16582A1C9382}"/>
              </a:ext>
            </a:extLst>
          </p:cNvPr>
          <p:cNvSpPr>
            <a:spLocks noGrp="1"/>
          </p:cNvSpPr>
          <p:nvPr/>
        </p:nvSpPr>
        <p:spPr>
          <a:xfrm>
            <a:off x="9227344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E2608507-20F8-4858-B60F-8A8724C51355}"/>
              </a:ext>
            </a:extLst>
          </p:cNvPr>
          <p:cNvSpPr>
            <a:spLocks noGrp="1"/>
          </p:cNvSpPr>
          <p:nvPr/>
        </p:nvSpPr>
        <p:spPr>
          <a:xfrm>
            <a:off x="9599414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3FF6FDF-6009-448D-9437-148C984D4ABD}"/>
              </a:ext>
            </a:extLst>
          </p:cNvPr>
          <p:cNvSpPr>
            <a:spLocks noGrp="1"/>
          </p:cNvSpPr>
          <p:nvPr/>
        </p:nvSpPr>
        <p:spPr>
          <a:xfrm>
            <a:off x="9971484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732235C-6A44-44CA-BC2E-DDF679B70074}"/>
              </a:ext>
            </a:extLst>
          </p:cNvPr>
          <p:cNvSpPr>
            <a:spLocks noGrp="1"/>
          </p:cNvSpPr>
          <p:nvPr/>
        </p:nvSpPr>
        <p:spPr>
          <a:xfrm>
            <a:off x="10343555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CC4BD1B6-3DCC-4812-9820-8A250D95656E}"/>
              </a:ext>
            </a:extLst>
          </p:cNvPr>
          <p:cNvSpPr>
            <a:spLocks noGrp="1"/>
          </p:cNvSpPr>
          <p:nvPr/>
        </p:nvSpPr>
        <p:spPr>
          <a:xfrm>
            <a:off x="10715625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047800E6-48DF-4507-B793-92D3AA28A299}"/>
              </a:ext>
            </a:extLst>
          </p:cNvPr>
          <p:cNvSpPr>
            <a:spLocks noGrp="1"/>
          </p:cNvSpPr>
          <p:nvPr/>
        </p:nvSpPr>
        <p:spPr>
          <a:xfrm>
            <a:off x="11087695" y="324147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E2F0BF97-38C7-4C01-B933-7DA98BE98F58}"/>
              </a:ext>
            </a:extLst>
          </p:cNvPr>
          <p:cNvSpPr>
            <a:spLocks noGrp="1"/>
          </p:cNvSpPr>
          <p:nvPr/>
        </p:nvSpPr>
        <p:spPr>
          <a:xfrm>
            <a:off x="11459766" y="324147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F14B7883-4551-47B6-8923-F132369194C0}"/>
              </a:ext>
            </a:extLst>
          </p:cNvPr>
          <p:cNvSpPr>
            <a:spLocks noGrp="1"/>
          </p:cNvSpPr>
          <p:nvPr/>
        </p:nvSpPr>
        <p:spPr>
          <a:xfrm>
            <a:off x="11831836" y="324147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19FD9D60-4735-4C32-8892-85EB7423B28E}"/>
              </a:ext>
            </a:extLst>
          </p:cNvPr>
          <p:cNvSpPr>
            <a:spLocks noGrp="1"/>
          </p:cNvSpPr>
          <p:nvPr/>
        </p:nvSpPr>
        <p:spPr>
          <a:xfrm>
            <a:off x="9227344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474C1351-4CB9-40C7-9D61-171B2F2062D2}"/>
              </a:ext>
            </a:extLst>
          </p:cNvPr>
          <p:cNvSpPr>
            <a:spLocks noGrp="1"/>
          </p:cNvSpPr>
          <p:nvPr/>
        </p:nvSpPr>
        <p:spPr>
          <a:xfrm>
            <a:off x="9599414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F365AF9F-67C0-4C77-BBD4-1AFF7B229E41}"/>
              </a:ext>
            </a:extLst>
          </p:cNvPr>
          <p:cNvSpPr>
            <a:spLocks noGrp="1"/>
          </p:cNvSpPr>
          <p:nvPr/>
        </p:nvSpPr>
        <p:spPr>
          <a:xfrm>
            <a:off x="9971484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33553B2D-4AE0-46A4-A2B2-8B679DC238FB}"/>
              </a:ext>
            </a:extLst>
          </p:cNvPr>
          <p:cNvSpPr>
            <a:spLocks noGrp="1"/>
          </p:cNvSpPr>
          <p:nvPr/>
        </p:nvSpPr>
        <p:spPr>
          <a:xfrm>
            <a:off x="10343555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B555FDF0-F267-4F49-B825-E03AF0405F12}"/>
              </a:ext>
            </a:extLst>
          </p:cNvPr>
          <p:cNvSpPr>
            <a:spLocks noGrp="1"/>
          </p:cNvSpPr>
          <p:nvPr/>
        </p:nvSpPr>
        <p:spPr>
          <a:xfrm>
            <a:off x="10715625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DF8536F3-1029-4723-87BD-7E0B28CDAB81}"/>
              </a:ext>
            </a:extLst>
          </p:cNvPr>
          <p:cNvSpPr>
            <a:spLocks noGrp="1"/>
          </p:cNvSpPr>
          <p:nvPr/>
        </p:nvSpPr>
        <p:spPr>
          <a:xfrm>
            <a:off x="11087695" y="361354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DDDBC015-5307-4CEF-8EA6-9D1CEE9BB45F}"/>
              </a:ext>
            </a:extLst>
          </p:cNvPr>
          <p:cNvSpPr>
            <a:spLocks noGrp="1"/>
          </p:cNvSpPr>
          <p:nvPr/>
        </p:nvSpPr>
        <p:spPr>
          <a:xfrm>
            <a:off x="11459766" y="361354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30182186-C8EC-47CA-A022-43CAD5B0AD98}"/>
              </a:ext>
            </a:extLst>
          </p:cNvPr>
          <p:cNvSpPr>
            <a:spLocks noGrp="1"/>
          </p:cNvSpPr>
          <p:nvPr/>
        </p:nvSpPr>
        <p:spPr>
          <a:xfrm>
            <a:off x="11831836" y="361354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549C9697-1E60-4795-906A-523D73398EAB}"/>
              </a:ext>
            </a:extLst>
          </p:cNvPr>
          <p:cNvSpPr>
            <a:spLocks noGrp="1"/>
          </p:cNvSpPr>
          <p:nvPr/>
        </p:nvSpPr>
        <p:spPr>
          <a:xfrm>
            <a:off x="9227344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CF2EA275-02C4-44B2-84D9-151B0A160452}"/>
              </a:ext>
            </a:extLst>
          </p:cNvPr>
          <p:cNvSpPr>
            <a:spLocks noGrp="1"/>
          </p:cNvSpPr>
          <p:nvPr/>
        </p:nvSpPr>
        <p:spPr>
          <a:xfrm>
            <a:off x="9599414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408E83ED-01A3-4104-9C51-F46DB230B19A}"/>
              </a:ext>
            </a:extLst>
          </p:cNvPr>
          <p:cNvSpPr>
            <a:spLocks noGrp="1"/>
          </p:cNvSpPr>
          <p:nvPr/>
        </p:nvSpPr>
        <p:spPr>
          <a:xfrm>
            <a:off x="9971484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BBD5ADA5-854F-4FC2-8A44-937AEFE8416A}"/>
              </a:ext>
            </a:extLst>
          </p:cNvPr>
          <p:cNvSpPr>
            <a:spLocks noGrp="1"/>
          </p:cNvSpPr>
          <p:nvPr/>
        </p:nvSpPr>
        <p:spPr>
          <a:xfrm>
            <a:off x="10343555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6E140FAF-9645-4DB4-85B3-0960303BEA3F}"/>
              </a:ext>
            </a:extLst>
          </p:cNvPr>
          <p:cNvSpPr>
            <a:spLocks noGrp="1"/>
          </p:cNvSpPr>
          <p:nvPr/>
        </p:nvSpPr>
        <p:spPr>
          <a:xfrm>
            <a:off x="10715625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0F82DE20-A709-41AF-BF4A-64D553CF8FE9}"/>
              </a:ext>
            </a:extLst>
          </p:cNvPr>
          <p:cNvSpPr>
            <a:spLocks noGrp="1"/>
          </p:cNvSpPr>
          <p:nvPr/>
        </p:nvSpPr>
        <p:spPr>
          <a:xfrm>
            <a:off x="11087695" y="3985617"/>
            <a:ext cx="372070" cy="372070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FCDCB3CE-A82F-45D9-8F63-E62047388B20}"/>
              </a:ext>
            </a:extLst>
          </p:cNvPr>
          <p:cNvSpPr>
            <a:spLocks noGrp="1"/>
          </p:cNvSpPr>
          <p:nvPr/>
        </p:nvSpPr>
        <p:spPr>
          <a:xfrm>
            <a:off x="11459766" y="3985617"/>
            <a:ext cx="372070" cy="372070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0C78865A-7FCA-43FE-826E-69A2AB8A999B}"/>
              </a:ext>
            </a:extLst>
          </p:cNvPr>
          <p:cNvSpPr>
            <a:spLocks noGrp="1"/>
          </p:cNvSpPr>
          <p:nvPr/>
        </p:nvSpPr>
        <p:spPr>
          <a:xfrm>
            <a:off x="11831836" y="3985617"/>
            <a:ext cx="372070" cy="372070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A7C01BBC-B18F-4008-8DC3-A05D784DB868}"/>
              </a:ext>
            </a:extLst>
          </p:cNvPr>
          <p:cNvSpPr>
            <a:spLocks noGrp="1"/>
          </p:cNvSpPr>
          <p:nvPr/>
        </p:nvSpPr>
        <p:spPr>
          <a:xfrm>
            <a:off x="9227344" y="4357688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A5A46979-43EB-4A3D-A131-D3748F791D2E}"/>
              </a:ext>
            </a:extLst>
          </p:cNvPr>
          <p:cNvSpPr>
            <a:spLocks noGrp="1"/>
          </p:cNvSpPr>
          <p:nvPr/>
        </p:nvSpPr>
        <p:spPr>
          <a:xfrm>
            <a:off x="9599414" y="4357688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31A601B3-89B8-49D4-B1F3-11287B926EA9}"/>
              </a:ext>
            </a:extLst>
          </p:cNvPr>
          <p:cNvSpPr>
            <a:spLocks noGrp="1"/>
          </p:cNvSpPr>
          <p:nvPr/>
        </p:nvSpPr>
        <p:spPr>
          <a:xfrm>
            <a:off x="9971484" y="4357688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425E2A78-8DA6-4628-9860-E21FE3F06159}"/>
              </a:ext>
            </a:extLst>
          </p:cNvPr>
          <p:cNvSpPr>
            <a:spLocks noGrp="1"/>
          </p:cNvSpPr>
          <p:nvPr/>
        </p:nvSpPr>
        <p:spPr>
          <a:xfrm>
            <a:off x="10343555" y="4357688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6DFE734A-D4F5-4AB7-8912-2808E59ABCF9}"/>
              </a:ext>
            </a:extLst>
          </p:cNvPr>
          <p:cNvSpPr>
            <a:spLocks noGrp="1"/>
          </p:cNvSpPr>
          <p:nvPr/>
        </p:nvSpPr>
        <p:spPr>
          <a:xfrm>
            <a:off x="10715625" y="4357688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6D6F098F-1CCB-4790-B1F0-A7A8D3EA90E8}"/>
              </a:ext>
            </a:extLst>
          </p:cNvPr>
          <p:cNvSpPr>
            <a:spLocks noGrp="1"/>
          </p:cNvSpPr>
          <p:nvPr/>
        </p:nvSpPr>
        <p:spPr>
          <a:xfrm>
            <a:off x="11087695" y="4357688"/>
            <a:ext cx="372070" cy="372070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C4D0DCAD-AB5D-4B78-9F21-18EC2FD40636}"/>
              </a:ext>
            </a:extLst>
          </p:cNvPr>
          <p:cNvSpPr>
            <a:spLocks noGrp="1"/>
          </p:cNvSpPr>
          <p:nvPr/>
        </p:nvSpPr>
        <p:spPr>
          <a:xfrm>
            <a:off x="11459766" y="4357688"/>
            <a:ext cx="372070" cy="372070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173CDBB1-8EBE-4FE6-85B4-20AEFCEE8E1C}"/>
              </a:ext>
            </a:extLst>
          </p:cNvPr>
          <p:cNvSpPr>
            <a:spLocks noGrp="1"/>
          </p:cNvSpPr>
          <p:nvPr/>
        </p:nvSpPr>
        <p:spPr>
          <a:xfrm>
            <a:off x="11831836" y="4357688"/>
            <a:ext cx="372070" cy="372070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159D85F2-8286-437B-B45C-CC46A2405BF7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× 3 = 15;  4 × 5 = 20.</a:t>
            </a:r>
          </a:p>
        </p:txBody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F427D1D3-A7C0-4185-AAF1-E18B73B50DE6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3/4</a:t>
            </a:r>
          </a:p>
        </p:txBody>
      </p:sp>
    </p:spTree>
    <p:extLst>
      <p:ext uri="{BB962C8B-B14F-4D97-AF65-F5344CB8AC3E}">
        <p14:creationId xmlns:p14="http://schemas.microsoft.com/office/powerpoint/2010/main" val="780620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DAE45C8B-30E3-4175-8B10-FCCF88E4940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BAE4293-D2E7-4137-AA48-F28EBB149CF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1/4 × 3/5.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5E2A1AC-A028-4A3F-8149-66DE988AF96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EC9EAEC-22B0-4B47-8B0B-3F556766B23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proper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E75016B-A112-4F91-AE29-CC081DD4CE6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89D8B18-0CDB-4B34-AEAF-39D734DC77A8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1/4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6CEC846-689E-4BA5-8C20-85F2D653FFCA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4 + 1 = 9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D81AC38-B540-4F28-BA42-E4AF8782697C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5CFDA83-49D3-4CD3-B63A-50FCD6FE6D5B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6B9316B-59E0-4D19-A8C0-3BAC13F43BBE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510C01A-AC21-4635-B102-C44EC326BF97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7D37EE1-D406-45A0-A8F6-64E38B4CEC4A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5 + 3 = 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9B86C6F-BC7D-4D74-97AB-F6BD5E3C6A1C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6078687-EEA2-4F35-81B9-AD31C1D4A8F1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9D6B70C-C8BD-4FCE-BB65-A4E910080AE4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33088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object-1">
            <a:extLst>
              <a:ext uri="{FF2B5EF4-FFF2-40B4-BE49-F238E27FC236}">
                <a16:creationId xmlns:a16="http://schemas.microsoft.com/office/drawing/2014/main" id="{BC0EF1BF-16BE-432E-81EE-36DAF4E71E0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A44BA9D-6C81-45FE-A981-D89247DE4BD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1/4 × 3/5.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D6DD3AF-011E-4AFC-9DDE-C224B1DA317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1E1A3E3-5CB2-4A55-961B-521F7F8B226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proper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004742F-AE68-4C0D-B412-F3B8CFFD6F6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BED8905-493A-474F-A10B-B2BD063CA6C9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6A549E4-8024-4D9F-8219-229315C3D9E6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DA92F52-EB8D-425D-9F4E-926530C627A4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845A66A-84B9-457C-A5F8-0B5A089EB3D6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9968EC1-D04E-480A-B6D3-58779298098B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99B2087-E2F9-4530-AE7E-0D71353FFE5C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392DC6F-41C5-41CA-895B-888081079311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A8EA7A0-1118-4422-A4E2-98D66A2766B4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A663068-8675-45FC-BBAD-F982D546F3D7}"/>
              </a:ext>
            </a:extLst>
          </p:cNvPr>
          <p:cNvSpPr>
            <a:spLocks noGrp="1"/>
          </p:cNvSpPr>
          <p:nvPr/>
        </p:nvSpPr>
        <p:spPr>
          <a:xfrm>
            <a:off x="9475391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F11A81D-AC7B-429F-B6B9-940E41429FF4}"/>
              </a:ext>
            </a:extLst>
          </p:cNvPr>
          <p:cNvSpPr>
            <a:spLocks noGrp="1"/>
          </p:cNvSpPr>
          <p:nvPr/>
        </p:nvSpPr>
        <p:spPr>
          <a:xfrm>
            <a:off x="9723438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74DE25D-D99B-4DF5-944D-99030DDCF61C}"/>
              </a:ext>
            </a:extLst>
          </p:cNvPr>
          <p:cNvSpPr>
            <a:spLocks noGrp="1"/>
          </p:cNvSpPr>
          <p:nvPr/>
        </p:nvSpPr>
        <p:spPr>
          <a:xfrm>
            <a:off x="9971484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CBD01E3-0FA8-4233-BEF8-C893CE865EF3}"/>
              </a:ext>
            </a:extLst>
          </p:cNvPr>
          <p:cNvSpPr>
            <a:spLocks noGrp="1"/>
          </p:cNvSpPr>
          <p:nvPr/>
        </p:nvSpPr>
        <p:spPr>
          <a:xfrm>
            <a:off x="10219531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2ABC9C7-03D4-4300-9F53-68AD30EDA8EF}"/>
              </a:ext>
            </a:extLst>
          </p:cNvPr>
          <p:cNvSpPr>
            <a:spLocks noGrp="1"/>
          </p:cNvSpPr>
          <p:nvPr/>
        </p:nvSpPr>
        <p:spPr>
          <a:xfrm>
            <a:off x="10467578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25FC01F-42C9-4BB1-9A67-73321890990F}"/>
              </a:ext>
            </a:extLst>
          </p:cNvPr>
          <p:cNvSpPr>
            <a:spLocks noGrp="1"/>
          </p:cNvSpPr>
          <p:nvPr/>
        </p:nvSpPr>
        <p:spPr>
          <a:xfrm>
            <a:off x="10715625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D47EA88-E39B-40BE-870A-3A21C5CA3B62}"/>
              </a:ext>
            </a:extLst>
          </p:cNvPr>
          <p:cNvSpPr>
            <a:spLocks noGrp="1"/>
          </p:cNvSpPr>
          <p:nvPr/>
        </p:nvSpPr>
        <p:spPr>
          <a:xfrm>
            <a:off x="10963672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84186A8-A7C7-44C4-A749-2462AB4DD929}"/>
              </a:ext>
            </a:extLst>
          </p:cNvPr>
          <p:cNvSpPr>
            <a:spLocks noGrp="1"/>
          </p:cNvSpPr>
          <p:nvPr/>
        </p:nvSpPr>
        <p:spPr>
          <a:xfrm>
            <a:off x="11211719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68CD7200-084C-4A02-ABB5-BC27B6EE8103}"/>
              </a:ext>
            </a:extLst>
          </p:cNvPr>
          <p:cNvSpPr>
            <a:spLocks noGrp="1"/>
          </p:cNvSpPr>
          <p:nvPr/>
        </p:nvSpPr>
        <p:spPr>
          <a:xfrm>
            <a:off x="11459766" y="2869406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D137031-A79D-42D9-944B-7ABDCECBA34A}"/>
              </a:ext>
            </a:extLst>
          </p:cNvPr>
          <p:cNvSpPr>
            <a:spLocks noGrp="1"/>
          </p:cNvSpPr>
          <p:nvPr/>
        </p:nvSpPr>
        <p:spPr>
          <a:xfrm>
            <a:off x="11707812" y="2869406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C3402D4-471B-49F5-ABAA-C9E0F6BDDAFC}"/>
              </a:ext>
            </a:extLst>
          </p:cNvPr>
          <p:cNvSpPr>
            <a:spLocks noGrp="1"/>
          </p:cNvSpPr>
          <p:nvPr/>
        </p:nvSpPr>
        <p:spPr>
          <a:xfrm>
            <a:off x="11955859" y="2869406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220FAE3-9E95-4B7C-A049-C315816E5CCF}"/>
              </a:ext>
            </a:extLst>
          </p:cNvPr>
          <p:cNvSpPr>
            <a:spLocks noGrp="1"/>
          </p:cNvSpPr>
          <p:nvPr/>
        </p:nvSpPr>
        <p:spPr>
          <a:xfrm>
            <a:off x="9227344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A021222B-1236-4ED0-808C-4B14D18455C5}"/>
              </a:ext>
            </a:extLst>
          </p:cNvPr>
          <p:cNvSpPr>
            <a:spLocks noGrp="1"/>
          </p:cNvSpPr>
          <p:nvPr/>
        </p:nvSpPr>
        <p:spPr>
          <a:xfrm>
            <a:off x="9475391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EFFE55F6-F2CE-492C-9AAD-88D629F2F567}"/>
              </a:ext>
            </a:extLst>
          </p:cNvPr>
          <p:cNvSpPr>
            <a:spLocks noGrp="1"/>
          </p:cNvSpPr>
          <p:nvPr/>
        </p:nvSpPr>
        <p:spPr>
          <a:xfrm>
            <a:off x="9723438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75DCE0A7-129A-4E32-922C-A80E23C3043A}"/>
              </a:ext>
            </a:extLst>
          </p:cNvPr>
          <p:cNvSpPr>
            <a:spLocks noGrp="1"/>
          </p:cNvSpPr>
          <p:nvPr/>
        </p:nvSpPr>
        <p:spPr>
          <a:xfrm>
            <a:off x="9971484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FE4C8EDE-4DB8-45C7-97D8-0B36389CD73C}"/>
              </a:ext>
            </a:extLst>
          </p:cNvPr>
          <p:cNvSpPr>
            <a:spLocks noGrp="1"/>
          </p:cNvSpPr>
          <p:nvPr/>
        </p:nvSpPr>
        <p:spPr>
          <a:xfrm>
            <a:off x="10219531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7B65E152-9B6B-4A1F-B13D-F858A86783CB}"/>
              </a:ext>
            </a:extLst>
          </p:cNvPr>
          <p:cNvSpPr>
            <a:spLocks noGrp="1"/>
          </p:cNvSpPr>
          <p:nvPr/>
        </p:nvSpPr>
        <p:spPr>
          <a:xfrm>
            <a:off x="10467578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8E4B1911-4F82-47FA-8845-2A40F150F68A}"/>
              </a:ext>
            </a:extLst>
          </p:cNvPr>
          <p:cNvSpPr>
            <a:spLocks noGrp="1"/>
          </p:cNvSpPr>
          <p:nvPr/>
        </p:nvSpPr>
        <p:spPr>
          <a:xfrm>
            <a:off x="10715625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7FB3900C-9DDF-4903-BA6B-4084B3540101}"/>
              </a:ext>
            </a:extLst>
          </p:cNvPr>
          <p:cNvSpPr>
            <a:spLocks noGrp="1"/>
          </p:cNvSpPr>
          <p:nvPr/>
        </p:nvSpPr>
        <p:spPr>
          <a:xfrm>
            <a:off x="10963672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31995012-2146-4A42-B8BA-04A09391195F}"/>
              </a:ext>
            </a:extLst>
          </p:cNvPr>
          <p:cNvSpPr>
            <a:spLocks noGrp="1"/>
          </p:cNvSpPr>
          <p:nvPr/>
        </p:nvSpPr>
        <p:spPr>
          <a:xfrm>
            <a:off x="11211719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39599B57-E714-4979-A534-0E0304664F6B}"/>
              </a:ext>
            </a:extLst>
          </p:cNvPr>
          <p:cNvSpPr>
            <a:spLocks noGrp="1"/>
          </p:cNvSpPr>
          <p:nvPr/>
        </p:nvSpPr>
        <p:spPr>
          <a:xfrm>
            <a:off x="11459766" y="3117453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7BEC2BF-E9E8-409A-B89D-B38A9EDAF346}"/>
              </a:ext>
            </a:extLst>
          </p:cNvPr>
          <p:cNvSpPr>
            <a:spLocks noGrp="1"/>
          </p:cNvSpPr>
          <p:nvPr/>
        </p:nvSpPr>
        <p:spPr>
          <a:xfrm>
            <a:off x="11707812" y="3117453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AFFED90-7722-4A27-BF23-098AA105425B}"/>
              </a:ext>
            </a:extLst>
          </p:cNvPr>
          <p:cNvSpPr>
            <a:spLocks noGrp="1"/>
          </p:cNvSpPr>
          <p:nvPr/>
        </p:nvSpPr>
        <p:spPr>
          <a:xfrm>
            <a:off x="11955859" y="3117453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B00380BA-EFC2-4FF2-8358-853ACEA4630B}"/>
              </a:ext>
            </a:extLst>
          </p:cNvPr>
          <p:cNvSpPr>
            <a:spLocks noGrp="1"/>
          </p:cNvSpPr>
          <p:nvPr/>
        </p:nvSpPr>
        <p:spPr>
          <a:xfrm>
            <a:off x="9227344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10CBD2E9-1B00-48FB-89BA-FCD3712E488F}"/>
              </a:ext>
            </a:extLst>
          </p:cNvPr>
          <p:cNvSpPr>
            <a:spLocks noGrp="1"/>
          </p:cNvSpPr>
          <p:nvPr/>
        </p:nvSpPr>
        <p:spPr>
          <a:xfrm>
            <a:off x="9475391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0311AF63-AC27-44F5-9B79-D432BCD1C9EB}"/>
              </a:ext>
            </a:extLst>
          </p:cNvPr>
          <p:cNvSpPr>
            <a:spLocks noGrp="1"/>
          </p:cNvSpPr>
          <p:nvPr/>
        </p:nvSpPr>
        <p:spPr>
          <a:xfrm>
            <a:off x="9723438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08D7B0AC-D352-4F06-A22E-1CE7B956A677}"/>
              </a:ext>
            </a:extLst>
          </p:cNvPr>
          <p:cNvSpPr>
            <a:spLocks noGrp="1"/>
          </p:cNvSpPr>
          <p:nvPr/>
        </p:nvSpPr>
        <p:spPr>
          <a:xfrm>
            <a:off x="9971484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411A135B-9672-4FB5-B84A-964B99D6DAA8}"/>
              </a:ext>
            </a:extLst>
          </p:cNvPr>
          <p:cNvSpPr>
            <a:spLocks noGrp="1"/>
          </p:cNvSpPr>
          <p:nvPr/>
        </p:nvSpPr>
        <p:spPr>
          <a:xfrm>
            <a:off x="10219531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3A1585E2-EA27-4C61-BACF-2160694ACE2F}"/>
              </a:ext>
            </a:extLst>
          </p:cNvPr>
          <p:cNvSpPr>
            <a:spLocks noGrp="1"/>
          </p:cNvSpPr>
          <p:nvPr/>
        </p:nvSpPr>
        <p:spPr>
          <a:xfrm>
            <a:off x="10467578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7181B6D6-6602-42F8-9B28-A2F8F4AFA3E0}"/>
              </a:ext>
            </a:extLst>
          </p:cNvPr>
          <p:cNvSpPr>
            <a:spLocks noGrp="1"/>
          </p:cNvSpPr>
          <p:nvPr/>
        </p:nvSpPr>
        <p:spPr>
          <a:xfrm>
            <a:off x="10715625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79FBCD4F-8BC6-43B2-8EA5-DB7AFDE3D37A}"/>
              </a:ext>
            </a:extLst>
          </p:cNvPr>
          <p:cNvSpPr>
            <a:spLocks noGrp="1"/>
          </p:cNvSpPr>
          <p:nvPr/>
        </p:nvSpPr>
        <p:spPr>
          <a:xfrm>
            <a:off x="10963672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654DA62E-CC72-4BC6-AD74-AAEE4C0283AB}"/>
              </a:ext>
            </a:extLst>
          </p:cNvPr>
          <p:cNvSpPr>
            <a:spLocks noGrp="1"/>
          </p:cNvSpPr>
          <p:nvPr/>
        </p:nvSpPr>
        <p:spPr>
          <a:xfrm>
            <a:off x="11211719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E66C0A36-959E-479B-8410-79316433B959}"/>
              </a:ext>
            </a:extLst>
          </p:cNvPr>
          <p:cNvSpPr>
            <a:spLocks noGrp="1"/>
          </p:cNvSpPr>
          <p:nvPr/>
        </p:nvSpPr>
        <p:spPr>
          <a:xfrm>
            <a:off x="11459766" y="3365500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DF8B6782-B651-4CFF-B594-9CC4D46F2437}"/>
              </a:ext>
            </a:extLst>
          </p:cNvPr>
          <p:cNvSpPr>
            <a:spLocks noGrp="1"/>
          </p:cNvSpPr>
          <p:nvPr/>
        </p:nvSpPr>
        <p:spPr>
          <a:xfrm>
            <a:off x="11707812" y="3365500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C78B5CE7-8019-42AD-BE4E-612CC296B788}"/>
              </a:ext>
            </a:extLst>
          </p:cNvPr>
          <p:cNvSpPr>
            <a:spLocks noGrp="1"/>
          </p:cNvSpPr>
          <p:nvPr/>
        </p:nvSpPr>
        <p:spPr>
          <a:xfrm>
            <a:off x="11955859" y="3365500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7E6B93D5-C2E2-4006-8321-449900BD6AEE}"/>
              </a:ext>
            </a:extLst>
          </p:cNvPr>
          <p:cNvSpPr>
            <a:spLocks noGrp="1"/>
          </p:cNvSpPr>
          <p:nvPr/>
        </p:nvSpPr>
        <p:spPr>
          <a:xfrm>
            <a:off x="9227344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E10E1C0D-92DA-4929-89DA-0A07ED228438}"/>
              </a:ext>
            </a:extLst>
          </p:cNvPr>
          <p:cNvSpPr>
            <a:spLocks noGrp="1"/>
          </p:cNvSpPr>
          <p:nvPr/>
        </p:nvSpPr>
        <p:spPr>
          <a:xfrm>
            <a:off x="9475391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4056A110-4B17-4A50-86D8-D82B250A330F}"/>
              </a:ext>
            </a:extLst>
          </p:cNvPr>
          <p:cNvSpPr>
            <a:spLocks noGrp="1"/>
          </p:cNvSpPr>
          <p:nvPr/>
        </p:nvSpPr>
        <p:spPr>
          <a:xfrm>
            <a:off x="9723438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425DC9C9-4366-4816-BB4A-4E8238064139}"/>
              </a:ext>
            </a:extLst>
          </p:cNvPr>
          <p:cNvSpPr>
            <a:spLocks noGrp="1"/>
          </p:cNvSpPr>
          <p:nvPr/>
        </p:nvSpPr>
        <p:spPr>
          <a:xfrm>
            <a:off x="9971484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18ECBC82-0870-477F-893B-0C6827B541D7}"/>
              </a:ext>
            </a:extLst>
          </p:cNvPr>
          <p:cNvSpPr>
            <a:spLocks noGrp="1"/>
          </p:cNvSpPr>
          <p:nvPr/>
        </p:nvSpPr>
        <p:spPr>
          <a:xfrm>
            <a:off x="10219531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98A8206C-A66B-47D3-950D-9934CF6F69B6}"/>
              </a:ext>
            </a:extLst>
          </p:cNvPr>
          <p:cNvSpPr>
            <a:spLocks noGrp="1"/>
          </p:cNvSpPr>
          <p:nvPr/>
        </p:nvSpPr>
        <p:spPr>
          <a:xfrm>
            <a:off x="10467578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C31F768B-8C0C-49E7-A144-EDB9729BF9E7}"/>
              </a:ext>
            </a:extLst>
          </p:cNvPr>
          <p:cNvSpPr>
            <a:spLocks noGrp="1"/>
          </p:cNvSpPr>
          <p:nvPr/>
        </p:nvSpPr>
        <p:spPr>
          <a:xfrm>
            <a:off x="10715625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24CCCF88-6412-4BF4-9849-728D84D01D8D}"/>
              </a:ext>
            </a:extLst>
          </p:cNvPr>
          <p:cNvSpPr>
            <a:spLocks noGrp="1"/>
          </p:cNvSpPr>
          <p:nvPr/>
        </p:nvSpPr>
        <p:spPr>
          <a:xfrm>
            <a:off x="10963672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E2B3C756-4D05-42C2-BC12-2671B21E4DD3}"/>
              </a:ext>
            </a:extLst>
          </p:cNvPr>
          <p:cNvSpPr>
            <a:spLocks noGrp="1"/>
          </p:cNvSpPr>
          <p:nvPr/>
        </p:nvSpPr>
        <p:spPr>
          <a:xfrm>
            <a:off x="11211719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B58C2E1B-BB67-4F87-A706-271AD0E21438}"/>
              </a:ext>
            </a:extLst>
          </p:cNvPr>
          <p:cNvSpPr>
            <a:spLocks noGrp="1"/>
          </p:cNvSpPr>
          <p:nvPr/>
        </p:nvSpPr>
        <p:spPr>
          <a:xfrm>
            <a:off x="11459766" y="3613547"/>
            <a:ext cx="248047" cy="248047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4707356D-DA62-4E61-B1D4-5BEC013E038B}"/>
              </a:ext>
            </a:extLst>
          </p:cNvPr>
          <p:cNvSpPr>
            <a:spLocks noGrp="1"/>
          </p:cNvSpPr>
          <p:nvPr/>
        </p:nvSpPr>
        <p:spPr>
          <a:xfrm>
            <a:off x="11707812" y="3613547"/>
            <a:ext cx="248047" cy="248047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98E6BC26-3F81-49BB-BC41-7E7A164DF4E7}"/>
              </a:ext>
            </a:extLst>
          </p:cNvPr>
          <p:cNvSpPr>
            <a:spLocks noGrp="1"/>
          </p:cNvSpPr>
          <p:nvPr/>
        </p:nvSpPr>
        <p:spPr>
          <a:xfrm>
            <a:off x="11955859" y="3613547"/>
            <a:ext cx="248047" cy="248047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0EAAA1E7-E4C6-4757-BB7F-A9D0DE6FE221}"/>
              </a:ext>
            </a:extLst>
          </p:cNvPr>
          <p:cNvSpPr>
            <a:spLocks noGrp="1"/>
          </p:cNvSpPr>
          <p:nvPr/>
        </p:nvSpPr>
        <p:spPr>
          <a:xfrm>
            <a:off x="9227344" y="3861594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21772A8D-8C38-4F3B-A0EB-ECB200140303}"/>
              </a:ext>
            </a:extLst>
          </p:cNvPr>
          <p:cNvSpPr>
            <a:spLocks noGrp="1"/>
          </p:cNvSpPr>
          <p:nvPr/>
        </p:nvSpPr>
        <p:spPr>
          <a:xfrm>
            <a:off x="9475391" y="3861594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2EA3E75B-0B10-4EC3-AC66-4DFE533FE3C9}"/>
              </a:ext>
            </a:extLst>
          </p:cNvPr>
          <p:cNvSpPr>
            <a:spLocks noGrp="1"/>
          </p:cNvSpPr>
          <p:nvPr/>
        </p:nvSpPr>
        <p:spPr>
          <a:xfrm>
            <a:off x="9723438" y="3861594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36E34B37-3D92-4FBC-9C5B-FF547AB7AA10}"/>
              </a:ext>
            </a:extLst>
          </p:cNvPr>
          <p:cNvSpPr>
            <a:spLocks noGrp="1"/>
          </p:cNvSpPr>
          <p:nvPr/>
        </p:nvSpPr>
        <p:spPr>
          <a:xfrm>
            <a:off x="9971484" y="3861594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B7CCD386-1CD5-4751-884E-5C03F5BDBCEC}"/>
              </a:ext>
            </a:extLst>
          </p:cNvPr>
          <p:cNvSpPr>
            <a:spLocks noGrp="1"/>
          </p:cNvSpPr>
          <p:nvPr/>
        </p:nvSpPr>
        <p:spPr>
          <a:xfrm>
            <a:off x="10219531" y="3861594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CECDC157-8EE5-46ED-B140-37863AE128E3}"/>
              </a:ext>
            </a:extLst>
          </p:cNvPr>
          <p:cNvSpPr>
            <a:spLocks noGrp="1"/>
          </p:cNvSpPr>
          <p:nvPr/>
        </p:nvSpPr>
        <p:spPr>
          <a:xfrm>
            <a:off x="10467578" y="3861594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96683096-6BE7-4E13-9DB0-691A5DB8D354}"/>
              </a:ext>
            </a:extLst>
          </p:cNvPr>
          <p:cNvSpPr>
            <a:spLocks noGrp="1"/>
          </p:cNvSpPr>
          <p:nvPr/>
        </p:nvSpPr>
        <p:spPr>
          <a:xfrm>
            <a:off x="10715625" y="3861594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F1B0A525-8EEC-4AAC-83B9-31D7DD51A942}"/>
              </a:ext>
            </a:extLst>
          </p:cNvPr>
          <p:cNvSpPr>
            <a:spLocks noGrp="1"/>
          </p:cNvSpPr>
          <p:nvPr/>
        </p:nvSpPr>
        <p:spPr>
          <a:xfrm>
            <a:off x="10963672" y="3861594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8EFC1EA0-616C-4782-AFCD-681D0BB0525E}"/>
              </a:ext>
            </a:extLst>
          </p:cNvPr>
          <p:cNvSpPr>
            <a:spLocks noGrp="1"/>
          </p:cNvSpPr>
          <p:nvPr/>
        </p:nvSpPr>
        <p:spPr>
          <a:xfrm>
            <a:off x="11211719" y="3861594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57CD6BE9-9BB7-421C-98C1-89C03492152F}"/>
              </a:ext>
            </a:extLst>
          </p:cNvPr>
          <p:cNvSpPr>
            <a:spLocks noGrp="1"/>
          </p:cNvSpPr>
          <p:nvPr/>
        </p:nvSpPr>
        <p:spPr>
          <a:xfrm>
            <a:off x="11459766" y="3861594"/>
            <a:ext cx="248047" cy="248047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49E403F0-1457-4762-BCDB-63BB4F1A0066}"/>
              </a:ext>
            </a:extLst>
          </p:cNvPr>
          <p:cNvSpPr>
            <a:spLocks noGrp="1"/>
          </p:cNvSpPr>
          <p:nvPr/>
        </p:nvSpPr>
        <p:spPr>
          <a:xfrm>
            <a:off x="11707812" y="3861594"/>
            <a:ext cx="248047" cy="248047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CB848BC7-388A-49D4-85C1-EF748A78B247}"/>
              </a:ext>
            </a:extLst>
          </p:cNvPr>
          <p:cNvSpPr>
            <a:spLocks noGrp="1"/>
          </p:cNvSpPr>
          <p:nvPr/>
        </p:nvSpPr>
        <p:spPr>
          <a:xfrm>
            <a:off x="11955859" y="3861594"/>
            <a:ext cx="248047" cy="248047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EA11AC56-5642-4889-B956-A6B9963DE5EF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× 3 = 27;  4 × 5 = 20.</a:t>
            </a:r>
          </a:p>
        </p:txBody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61728DDD-8ECE-49D4-B195-3538AB5B7BBD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7/20</a:t>
            </a:r>
          </a:p>
        </p:txBody>
      </p:sp>
    </p:spTree>
    <p:extLst>
      <p:ext uri="{BB962C8B-B14F-4D97-AF65-F5344CB8AC3E}">
        <p14:creationId xmlns:p14="http://schemas.microsoft.com/office/powerpoint/2010/main" val="337679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  <p:bldP spid="7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7D598707-9A15-4D6C-AB01-C5183B27D1C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9B6379C-3E12-4601-8D5A-7759210D03A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5001E6D-DE03-44A0-99ED-2A5E30ABAAF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1/4 × 3/5.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33DF0E4-EC61-4F11-88E9-78D0D3071F8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CE47033-3AB9-4180-9ABD-BE07E36F0DA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proper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34CBC02-CCC9-4C5A-BD92-C60E016EA09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867E703-89F4-4FCE-BB2E-24F880434F4F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1/4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DBFDD4C-6D46-40B6-9F37-9933CF43E629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4 + 1 = 13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AE20E77-6B98-4FB7-9258-606D8EF66AE5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604EA54-E32E-4400-A15E-886C4BC6EDDE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C00605D-4B14-4CD9-8B48-72EE0B24110A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301E923-E1F3-4DA0-AD65-233AB9BE1F7A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5CDD7A5-3E56-458F-8371-8389A319F895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5 + 3 = 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87CDE69-87D8-40A9-BC46-367BAD2881C3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C839FCE-ED71-4B8C-BAEA-3E9BEEB67786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442766C-26D0-4291-BAA3-3FC5C836BB31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28679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object-1">
            <a:extLst>
              <a:ext uri="{FF2B5EF4-FFF2-40B4-BE49-F238E27FC236}">
                <a16:creationId xmlns:a16="http://schemas.microsoft.com/office/drawing/2014/main" id="{5C2AC330-D5F4-4440-8C80-D35AAE05DDF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45D13D7-494F-4926-BA7E-BD2EEFDFD67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C4B68EE-88A6-4505-899A-7112CB1672F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1/4 × 3/5.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BCF9AA4-1650-4ECF-8178-5591079A2E0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C54C740-A799-4881-B0FB-6A0259576D1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proper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13C7F64-9C8F-4EC3-8C94-F63E2BD4F09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9E52DE5-47B4-46C2-922B-DC0804434B39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3417013-48DB-4E1C-817B-107783A0591C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B9D5C2A-430B-4DE2-A189-F22657376822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42F1D7D-3DC7-4CBD-A8B1-E93CA2E7E880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0EBB902-ED08-41D6-9CAE-4CB89B1A93D9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986BA27-15DC-4365-A7DF-E6F9A7C101BD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F231839-39B2-49A4-ABF8-5CC8428F7311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A006334-1E8F-4C02-8451-D4348F411FB4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996A98B-4366-44F2-9DAF-5185DD724C87}"/>
              </a:ext>
            </a:extLst>
          </p:cNvPr>
          <p:cNvSpPr>
            <a:spLocks noGrp="1"/>
          </p:cNvSpPr>
          <p:nvPr/>
        </p:nvSpPr>
        <p:spPr>
          <a:xfrm>
            <a:off x="9413379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3A5FB10-FAD5-467D-B28C-7A346D91DD7E}"/>
              </a:ext>
            </a:extLst>
          </p:cNvPr>
          <p:cNvSpPr>
            <a:spLocks noGrp="1"/>
          </p:cNvSpPr>
          <p:nvPr/>
        </p:nvSpPr>
        <p:spPr>
          <a:xfrm>
            <a:off x="9599414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736E392-026B-44C6-B587-FC75A136937D}"/>
              </a:ext>
            </a:extLst>
          </p:cNvPr>
          <p:cNvSpPr>
            <a:spLocks noGrp="1"/>
          </p:cNvSpPr>
          <p:nvPr/>
        </p:nvSpPr>
        <p:spPr>
          <a:xfrm>
            <a:off x="9785449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B366A86-C6CA-411C-89B0-CBE8D9E76912}"/>
              </a:ext>
            </a:extLst>
          </p:cNvPr>
          <p:cNvSpPr>
            <a:spLocks noGrp="1"/>
          </p:cNvSpPr>
          <p:nvPr/>
        </p:nvSpPr>
        <p:spPr>
          <a:xfrm>
            <a:off x="9971484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7B5061F-D6E2-41CE-A2D3-60A9EB51A6B8}"/>
              </a:ext>
            </a:extLst>
          </p:cNvPr>
          <p:cNvSpPr>
            <a:spLocks noGrp="1"/>
          </p:cNvSpPr>
          <p:nvPr/>
        </p:nvSpPr>
        <p:spPr>
          <a:xfrm>
            <a:off x="10157520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C0A8EDB-EA62-45BE-807C-C24B0F3E77C1}"/>
              </a:ext>
            </a:extLst>
          </p:cNvPr>
          <p:cNvSpPr>
            <a:spLocks noGrp="1"/>
          </p:cNvSpPr>
          <p:nvPr/>
        </p:nvSpPr>
        <p:spPr>
          <a:xfrm>
            <a:off x="10343555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AFD0C19-2E9C-4895-A44A-6757FF603EAF}"/>
              </a:ext>
            </a:extLst>
          </p:cNvPr>
          <p:cNvSpPr>
            <a:spLocks noGrp="1"/>
          </p:cNvSpPr>
          <p:nvPr/>
        </p:nvSpPr>
        <p:spPr>
          <a:xfrm>
            <a:off x="10529590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D24DE07-8C5B-4953-8F5B-467072C095F7}"/>
              </a:ext>
            </a:extLst>
          </p:cNvPr>
          <p:cNvSpPr>
            <a:spLocks noGrp="1"/>
          </p:cNvSpPr>
          <p:nvPr/>
        </p:nvSpPr>
        <p:spPr>
          <a:xfrm>
            <a:off x="10715625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764DD4C-758F-43EF-B126-13296AB165D0}"/>
              </a:ext>
            </a:extLst>
          </p:cNvPr>
          <p:cNvSpPr>
            <a:spLocks noGrp="1"/>
          </p:cNvSpPr>
          <p:nvPr/>
        </p:nvSpPr>
        <p:spPr>
          <a:xfrm>
            <a:off x="10901660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C31C136-FC2B-4242-BE82-EFFB1588E060}"/>
              </a:ext>
            </a:extLst>
          </p:cNvPr>
          <p:cNvSpPr>
            <a:spLocks noGrp="1"/>
          </p:cNvSpPr>
          <p:nvPr/>
        </p:nvSpPr>
        <p:spPr>
          <a:xfrm>
            <a:off x="11087695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70719FC-7BE7-45D9-9634-BCD86C1ED7BD}"/>
              </a:ext>
            </a:extLst>
          </p:cNvPr>
          <p:cNvSpPr>
            <a:spLocks noGrp="1"/>
          </p:cNvSpPr>
          <p:nvPr/>
        </p:nvSpPr>
        <p:spPr>
          <a:xfrm>
            <a:off x="11273730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86F61D94-5396-4505-8EF4-EC4AD4E09666}"/>
              </a:ext>
            </a:extLst>
          </p:cNvPr>
          <p:cNvSpPr>
            <a:spLocks noGrp="1"/>
          </p:cNvSpPr>
          <p:nvPr/>
        </p:nvSpPr>
        <p:spPr>
          <a:xfrm>
            <a:off x="11459766" y="2869406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7867DC6A-DFEA-40AF-93A6-A63109C52113}"/>
              </a:ext>
            </a:extLst>
          </p:cNvPr>
          <p:cNvSpPr>
            <a:spLocks noGrp="1"/>
          </p:cNvSpPr>
          <p:nvPr/>
        </p:nvSpPr>
        <p:spPr>
          <a:xfrm>
            <a:off x="11645801" y="2869406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C01BAB4B-D33B-4E9E-9F1A-C362139253CF}"/>
              </a:ext>
            </a:extLst>
          </p:cNvPr>
          <p:cNvSpPr>
            <a:spLocks noGrp="1"/>
          </p:cNvSpPr>
          <p:nvPr/>
        </p:nvSpPr>
        <p:spPr>
          <a:xfrm>
            <a:off x="11831836" y="2869406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5CA92717-22BE-4645-AFD7-F5E57F95ECC4}"/>
              </a:ext>
            </a:extLst>
          </p:cNvPr>
          <p:cNvSpPr>
            <a:spLocks noGrp="1"/>
          </p:cNvSpPr>
          <p:nvPr/>
        </p:nvSpPr>
        <p:spPr>
          <a:xfrm>
            <a:off x="12017871" y="2869406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454B2FDF-194C-4173-AC72-15F25462654C}"/>
              </a:ext>
            </a:extLst>
          </p:cNvPr>
          <p:cNvSpPr>
            <a:spLocks noGrp="1"/>
          </p:cNvSpPr>
          <p:nvPr/>
        </p:nvSpPr>
        <p:spPr>
          <a:xfrm>
            <a:off x="9227344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B5118FA-CE21-46D6-8276-AF58795B036E}"/>
              </a:ext>
            </a:extLst>
          </p:cNvPr>
          <p:cNvSpPr>
            <a:spLocks noGrp="1"/>
          </p:cNvSpPr>
          <p:nvPr/>
        </p:nvSpPr>
        <p:spPr>
          <a:xfrm>
            <a:off x="9413379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48B48C1F-4075-4F2D-9F3F-A50028E90BDB}"/>
              </a:ext>
            </a:extLst>
          </p:cNvPr>
          <p:cNvSpPr>
            <a:spLocks noGrp="1"/>
          </p:cNvSpPr>
          <p:nvPr/>
        </p:nvSpPr>
        <p:spPr>
          <a:xfrm>
            <a:off x="9599414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C77D4320-5706-4173-8AB1-B9CB30D63E0F}"/>
              </a:ext>
            </a:extLst>
          </p:cNvPr>
          <p:cNvSpPr>
            <a:spLocks noGrp="1"/>
          </p:cNvSpPr>
          <p:nvPr/>
        </p:nvSpPr>
        <p:spPr>
          <a:xfrm>
            <a:off x="9785449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48035788-96D9-420E-9542-3AC5CE6E88B8}"/>
              </a:ext>
            </a:extLst>
          </p:cNvPr>
          <p:cNvSpPr>
            <a:spLocks noGrp="1"/>
          </p:cNvSpPr>
          <p:nvPr/>
        </p:nvSpPr>
        <p:spPr>
          <a:xfrm>
            <a:off x="9971484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9F670014-F0FD-4DE3-916C-8E9434A2DFFC}"/>
              </a:ext>
            </a:extLst>
          </p:cNvPr>
          <p:cNvSpPr>
            <a:spLocks noGrp="1"/>
          </p:cNvSpPr>
          <p:nvPr/>
        </p:nvSpPr>
        <p:spPr>
          <a:xfrm>
            <a:off x="10157520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12EAD69F-D626-4AF4-8D8E-5E6B8BC6AF3C}"/>
              </a:ext>
            </a:extLst>
          </p:cNvPr>
          <p:cNvSpPr>
            <a:spLocks noGrp="1"/>
          </p:cNvSpPr>
          <p:nvPr/>
        </p:nvSpPr>
        <p:spPr>
          <a:xfrm>
            <a:off x="10343555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0D29B954-3BF9-4510-997E-77F7E3496E70}"/>
              </a:ext>
            </a:extLst>
          </p:cNvPr>
          <p:cNvSpPr>
            <a:spLocks noGrp="1"/>
          </p:cNvSpPr>
          <p:nvPr/>
        </p:nvSpPr>
        <p:spPr>
          <a:xfrm>
            <a:off x="10529590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CB90E5D2-7237-4BE8-8FFE-36051B5AB372}"/>
              </a:ext>
            </a:extLst>
          </p:cNvPr>
          <p:cNvSpPr>
            <a:spLocks noGrp="1"/>
          </p:cNvSpPr>
          <p:nvPr/>
        </p:nvSpPr>
        <p:spPr>
          <a:xfrm>
            <a:off x="10715625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2FE215BD-DA91-48CF-8744-5850222E5535}"/>
              </a:ext>
            </a:extLst>
          </p:cNvPr>
          <p:cNvSpPr>
            <a:spLocks noGrp="1"/>
          </p:cNvSpPr>
          <p:nvPr/>
        </p:nvSpPr>
        <p:spPr>
          <a:xfrm>
            <a:off x="10901660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7E1D9271-F2D4-414F-B721-9DF0BA11D24C}"/>
              </a:ext>
            </a:extLst>
          </p:cNvPr>
          <p:cNvSpPr>
            <a:spLocks noGrp="1"/>
          </p:cNvSpPr>
          <p:nvPr/>
        </p:nvSpPr>
        <p:spPr>
          <a:xfrm>
            <a:off x="11087695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805F47CF-5A23-47E0-A45D-F45220478D62}"/>
              </a:ext>
            </a:extLst>
          </p:cNvPr>
          <p:cNvSpPr>
            <a:spLocks noGrp="1"/>
          </p:cNvSpPr>
          <p:nvPr/>
        </p:nvSpPr>
        <p:spPr>
          <a:xfrm>
            <a:off x="11273730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AB6882AE-AAD6-4D46-A679-DBD0F2827149}"/>
              </a:ext>
            </a:extLst>
          </p:cNvPr>
          <p:cNvSpPr>
            <a:spLocks noGrp="1"/>
          </p:cNvSpPr>
          <p:nvPr/>
        </p:nvSpPr>
        <p:spPr>
          <a:xfrm>
            <a:off x="11459766" y="3055441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5C3C5043-7F51-4EE7-903B-601053756C41}"/>
              </a:ext>
            </a:extLst>
          </p:cNvPr>
          <p:cNvSpPr>
            <a:spLocks noGrp="1"/>
          </p:cNvSpPr>
          <p:nvPr/>
        </p:nvSpPr>
        <p:spPr>
          <a:xfrm>
            <a:off x="11645801" y="3055441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BBBA33FC-8051-426B-BB44-A6B4304FB635}"/>
              </a:ext>
            </a:extLst>
          </p:cNvPr>
          <p:cNvSpPr>
            <a:spLocks noGrp="1"/>
          </p:cNvSpPr>
          <p:nvPr/>
        </p:nvSpPr>
        <p:spPr>
          <a:xfrm>
            <a:off x="11831836" y="3055441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5AAD6290-10D0-4398-BC9B-DC98CCED058B}"/>
              </a:ext>
            </a:extLst>
          </p:cNvPr>
          <p:cNvSpPr>
            <a:spLocks noGrp="1"/>
          </p:cNvSpPr>
          <p:nvPr/>
        </p:nvSpPr>
        <p:spPr>
          <a:xfrm>
            <a:off x="12017871" y="3055441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3AE9C0AF-61BE-4B2F-98C7-AD7333C9389D}"/>
              </a:ext>
            </a:extLst>
          </p:cNvPr>
          <p:cNvSpPr>
            <a:spLocks noGrp="1"/>
          </p:cNvSpPr>
          <p:nvPr/>
        </p:nvSpPr>
        <p:spPr>
          <a:xfrm>
            <a:off x="9227344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B66CC83F-8AD6-4900-960A-D7522F76DFF2}"/>
              </a:ext>
            </a:extLst>
          </p:cNvPr>
          <p:cNvSpPr>
            <a:spLocks noGrp="1"/>
          </p:cNvSpPr>
          <p:nvPr/>
        </p:nvSpPr>
        <p:spPr>
          <a:xfrm>
            <a:off x="9413379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72C99A91-6A01-4F44-8F41-C177DF7C55B9}"/>
              </a:ext>
            </a:extLst>
          </p:cNvPr>
          <p:cNvSpPr>
            <a:spLocks noGrp="1"/>
          </p:cNvSpPr>
          <p:nvPr/>
        </p:nvSpPr>
        <p:spPr>
          <a:xfrm>
            <a:off x="9599414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AF897D29-1399-4245-A98A-BD57B4D6189C}"/>
              </a:ext>
            </a:extLst>
          </p:cNvPr>
          <p:cNvSpPr>
            <a:spLocks noGrp="1"/>
          </p:cNvSpPr>
          <p:nvPr/>
        </p:nvSpPr>
        <p:spPr>
          <a:xfrm>
            <a:off x="9785449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34961CAC-DD3C-4D30-B79A-188EEA52851F}"/>
              </a:ext>
            </a:extLst>
          </p:cNvPr>
          <p:cNvSpPr>
            <a:spLocks noGrp="1"/>
          </p:cNvSpPr>
          <p:nvPr/>
        </p:nvSpPr>
        <p:spPr>
          <a:xfrm>
            <a:off x="9971484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75CE5A56-9C84-41B9-8B9A-FA465B68B04E}"/>
              </a:ext>
            </a:extLst>
          </p:cNvPr>
          <p:cNvSpPr>
            <a:spLocks noGrp="1"/>
          </p:cNvSpPr>
          <p:nvPr/>
        </p:nvSpPr>
        <p:spPr>
          <a:xfrm>
            <a:off x="10157520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406C45E4-1998-430C-A0AE-E603793E2F7A}"/>
              </a:ext>
            </a:extLst>
          </p:cNvPr>
          <p:cNvSpPr>
            <a:spLocks noGrp="1"/>
          </p:cNvSpPr>
          <p:nvPr/>
        </p:nvSpPr>
        <p:spPr>
          <a:xfrm>
            <a:off x="10343555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77678F0E-B499-4783-8FA5-E4C38D3725EB}"/>
              </a:ext>
            </a:extLst>
          </p:cNvPr>
          <p:cNvSpPr>
            <a:spLocks noGrp="1"/>
          </p:cNvSpPr>
          <p:nvPr/>
        </p:nvSpPr>
        <p:spPr>
          <a:xfrm>
            <a:off x="10529590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252EDCB6-9225-4B95-A543-C6E995DC4D20}"/>
              </a:ext>
            </a:extLst>
          </p:cNvPr>
          <p:cNvSpPr>
            <a:spLocks noGrp="1"/>
          </p:cNvSpPr>
          <p:nvPr/>
        </p:nvSpPr>
        <p:spPr>
          <a:xfrm>
            <a:off x="10715625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1F419A07-CFDD-4E89-BA31-1BBB1E8EFDB8}"/>
              </a:ext>
            </a:extLst>
          </p:cNvPr>
          <p:cNvSpPr>
            <a:spLocks noGrp="1"/>
          </p:cNvSpPr>
          <p:nvPr/>
        </p:nvSpPr>
        <p:spPr>
          <a:xfrm>
            <a:off x="10901660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AAA43045-6284-44E2-A3DA-E199DAD22BE1}"/>
              </a:ext>
            </a:extLst>
          </p:cNvPr>
          <p:cNvSpPr>
            <a:spLocks noGrp="1"/>
          </p:cNvSpPr>
          <p:nvPr/>
        </p:nvSpPr>
        <p:spPr>
          <a:xfrm>
            <a:off x="11087695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68A3582D-EA91-4792-B886-1C4D4AC5EECB}"/>
              </a:ext>
            </a:extLst>
          </p:cNvPr>
          <p:cNvSpPr>
            <a:spLocks noGrp="1"/>
          </p:cNvSpPr>
          <p:nvPr/>
        </p:nvSpPr>
        <p:spPr>
          <a:xfrm>
            <a:off x="11273730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7CD91079-656F-4A38-8B68-CE91259099CE}"/>
              </a:ext>
            </a:extLst>
          </p:cNvPr>
          <p:cNvSpPr>
            <a:spLocks noGrp="1"/>
          </p:cNvSpPr>
          <p:nvPr/>
        </p:nvSpPr>
        <p:spPr>
          <a:xfrm>
            <a:off x="11459766" y="3241477"/>
            <a:ext cx="186035" cy="18603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424FB713-2A20-4FA5-874D-5314BDABBB9A}"/>
              </a:ext>
            </a:extLst>
          </p:cNvPr>
          <p:cNvSpPr>
            <a:spLocks noGrp="1"/>
          </p:cNvSpPr>
          <p:nvPr/>
        </p:nvSpPr>
        <p:spPr>
          <a:xfrm>
            <a:off x="11645801" y="324147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A163F777-131E-46C6-BBE8-C16381A15957}"/>
              </a:ext>
            </a:extLst>
          </p:cNvPr>
          <p:cNvSpPr>
            <a:spLocks noGrp="1"/>
          </p:cNvSpPr>
          <p:nvPr/>
        </p:nvSpPr>
        <p:spPr>
          <a:xfrm>
            <a:off x="11831836" y="324147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A7BB5C42-3FE9-4387-9420-DD7C1CECC2F1}"/>
              </a:ext>
            </a:extLst>
          </p:cNvPr>
          <p:cNvSpPr>
            <a:spLocks noGrp="1"/>
          </p:cNvSpPr>
          <p:nvPr/>
        </p:nvSpPr>
        <p:spPr>
          <a:xfrm>
            <a:off x="12017871" y="324147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6F268F2C-1D29-413E-818A-07F12B054528}"/>
              </a:ext>
            </a:extLst>
          </p:cNvPr>
          <p:cNvSpPr>
            <a:spLocks noGrp="1"/>
          </p:cNvSpPr>
          <p:nvPr/>
        </p:nvSpPr>
        <p:spPr>
          <a:xfrm>
            <a:off x="9227344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29525CCC-7E6F-46C7-A178-C89E2579BD23}"/>
              </a:ext>
            </a:extLst>
          </p:cNvPr>
          <p:cNvSpPr>
            <a:spLocks noGrp="1"/>
          </p:cNvSpPr>
          <p:nvPr/>
        </p:nvSpPr>
        <p:spPr>
          <a:xfrm>
            <a:off x="9413379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6E836148-0BF6-42A1-9BE4-5B4F8DE2B962}"/>
              </a:ext>
            </a:extLst>
          </p:cNvPr>
          <p:cNvSpPr>
            <a:spLocks noGrp="1"/>
          </p:cNvSpPr>
          <p:nvPr/>
        </p:nvSpPr>
        <p:spPr>
          <a:xfrm>
            <a:off x="9599414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97F31EA0-C2A9-4ADA-83AA-31FCB03EA5DB}"/>
              </a:ext>
            </a:extLst>
          </p:cNvPr>
          <p:cNvSpPr>
            <a:spLocks noGrp="1"/>
          </p:cNvSpPr>
          <p:nvPr/>
        </p:nvSpPr>
        <p:spPr>
          <a:xfrm>
            <a:off x="9785449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6963552C-38CA-40CD-AF41-9D5E599EC58E}"/>
              </a:ext>
            </a:extLst>
          </p:cNvPr>
          <p:cNvSpPr>
            <a:spLocks noGrp="1"/>
          </p:cNvSpPr>
          <p:nvPr/>
        </p:nvSpPr>
        <p:spPr>
          <a:xfrm>
            <a:off x="9971484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E3B01C87-01B1-4F63-B3FF-FA82E83CD9B4}"/>
              </a:ext>
            </a:extLst>
          </p:cNvPr>
          <p:cNvSpPr>
            <a:spLocks noGrp="1"/>
          </p:cNvSpPr>
          <p:nvPr/>
        </p:nvSpPr>
        <p:spPr>
          <a:xfrm>
            <a:off x="10157520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F5C6B08A-5059-4CCE-BDFD-FC96B10F0E41}"/>
              </a:ext>
            </a:extLst>
          </p:cNvPr>
          <p:cNvSpPr>
            <a:spLocks noGrp="1"/>
          </p:cNvSpPr>
          <p:nvPr/>
        </p:nvSpPr>
        <p:spPr>
          <a:xfrm>
            <a:off x="10343555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7EA4088E-145D-47B0-904B-55A5115C706D}"/>
              </a:ext>
            </a:extLst>
          </p:cNvPr>
          <p:cNvSpPr>
            <a:spLocks noGrp="1"/>
          </p:cNvSpPr>
          <p:nvPr/>
        </p:nvSpPr>
        <p:spPr>
          <a:xfrm>
            <a:off x="10529590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8CBCDB2B-B09B-4CA7-AAE6-E7749F6F9C53}"/>
              </a:ext>
            </a:extLst>
          </p:cNvPr>
          <p:cNvSpPr>
            <a:spLocks noGrp="1"/>
          </p:cNvSpPr>
          <p:nvPr/>
        </p:nvSpPr>
        <p:spPr>
          <a:xfrm>
            <a:off x="10715625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F8D04FF0-28BE-4D43-9B46-C33C581C7A6E}"/>
              </a:ext>
            </a:extLst>
          </p:cNvPr>
          <p:cNvSpPr>
            <a:spLocks noGrp="1"/>
          </p:cNvSpPr>
          <p:nvPr/>
        </p:nvSpPr>
        <p:spPr>
          <a:xfrm>
            <a:off x="10901660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890A3ABB-B3D4-4A94-B46C-6ECEBF32355B}"/>
              </a:ext>
            </a:extLst>
          </p:cNvPr>
          <p:cNvSpPr>
            <a:spLocks noGrp="1"/>
          </p:cNvSpPr>
          <p:nvPr/>
        </p:nvSpPr>
        <p:spPr>
          <a:xfrm>
            <a:off x="11087695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88C9BA3F-A283-42DD-B880-058D4C711DDE}"/>
              </a:ext>
            </a:extLst>
          </p:cNvPr>
          <p:cNvSpPr>
            <a:spLocks noGrp="1"/>
          </p:cNvSpPr>
          <p:nvPr/>
        </p:nvSpPr>
        <p:spPr>
          <a:xfrm>
            <a:off x="11273730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02A94608-67D0-4A4A-82EB-BD2171A5E648}"/>
              </a:ext>
            </a:extLst>
          </p:cNvPr>
          <p:cNvSpPr>
            <a:spLocks noGrp="1"/>
          </p:cNvSpPr>
          <p:nvPr/>
        </p:nvSpPr>
        <p:spPr>
          <a:xfrm>
            <a:off x="11459766" y="3427512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3161F840-3552-437E-AA07-83F9006AF06D}"/>
              </a:ext>
            </a:extLst>
          </p:cNvPr>
          <p:cNvSpPr>
            <a:spLocks noGrp="1"/>
          </p:cNvSpPr>
          <p:nvPr/>
        </p:nvSpPr>
        <p:spPr>
          <a:xfrm>
            <a:off x="11645801" y="3427512"/>
            <a:ext cx="186035" cy="18603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FF1DA410-9017-4E92-B9E7-29CBDFF8EB23}"/>
              </a:ext>
            </a:extLst>
          </p:cNvPr>
          <p:cNvSpPr>
            <a:spLocks noGrp="1"/>
          </p:cNvSpPr>
          <p:nvPr/>
        </p:nvSpPr>
        <p:spPr>
          <a:xfrm>
            <a:off x="11831836" y="3427512"/>
            <a:ext cx="186035" cy="18603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AA2F6635-41E3-44BA-8AB4-A6358BE1CF7C}"/>
              </a:ext>
            </a:extLst>
          </p:cNvPr>
          <p:cNvSpPr>
            <a:spLocks noGrp="1"/>
          </p:cNvSpPr>
          <p:nvPr/>
        </p:nvSpPr>
        <p:spPr>
          <a:xfrm>
            <a:off x="12017871" y="3427512"/>
            <a:ext cx="186035" cy="18603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3FE8D875-5DFA-4004-B3CA-EAC7CF68048E}"/>
              </a:ext>
            </a:extLst>
          </p:cNvPr>
          <p:cNvSpPr>
            <a:spLocks noGrp="1"/>
          </p:cNvSpPr>
          <p:nvPr/>
        </p:nvSpPr>
        <p:spPr>
          <a:xfrm>
            <a:off x="9227344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415D6D64-330A-4448-8B55-4F80E3826FD7}"/>
              </a:ext>
            </a:extLst>
          </p:cNvPr>
          <p:cNvSpPr>
            <a:spLocks noGrp="1"/>
          </p:cNvSpPr>
          <p:nvPr/>
        </p:nvSpPr>
        <p:spPr>
          <a:xfrm>
            <a:off x="9413379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70980934-CF78-43D9-B6B2-9C9BC92EF0AF}"/>
              </a:ext>
            </a:extLst>
          </p:cNvPr>
          <p:cNvSpPr>
            <a:spLocks noGrp="1"/>
          </p:cNvSpPr>
          <p:nvPr/>
        </p:nvSpPr>
        <p:spPr>
          <a:xfrm>
            <a:off x="9599414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91B4E318-F867-41E4-BAE6-9143EB5F6981}"/>
              </a:ext>
            </a:extLst>
          </p:cNvPr>
          <p:cNvSpPr>
            <a:spLocks noGrp="1"/>
          </p:cNvSpPr>
          <p:nvPr/>
        </p:nvSpPr>
        <p:spPr>
          <a:xfrm>
            <a:off x="9785449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1655BF0C-3992-48DE-B8B3-9E01DE1E085B}"/>
              </a:ext>
            </a:extLst>
          </p:cNvPr>
          <p:cNvSpPr>
            <a:spLocks noGrp="1"/>
          </p:cNvSpPr>
          <p:nvPr/>
        </p:nvSpPr>
        <p:spPr>
          <a:xfrm>
            <a:off x="9971484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7498276F-C952-49F9-B536-1545220FB4DD}"/>
              </a:ext>
            </a:extLst>
          </p:cNvPr>
          <p:cNvSpPr>
            <a:spLocks noGrp="1"/>
          </p:cNvSpPr>
          <p:nvPr/>
        </p:nvSpPr>
        <p:spPr>
          <a:xfrm>
            <a:off x="10157520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020E252B-7234-40E6-B4F2-31C5B8A7696B}"/>
              </a:ext>
            </a:extLst>
          </p:cNvPr>
          <p:cNvSpPr>
            <a:spLocks noGrp="1"/>
          </p:cNvSpPr>
          <p:nvPr/>
        </p:nvSpPr>
        <p:spPr>
          <a:xfrm>
            <a:off x="10343555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401CB131-24F5-4C27-8594-E6FD3CAA1435}"/>
              </a:ext>
            </a:extLst>
          </p:cNvPr>
          <p:cNvSpPr>
            <a:spLocks noGrp="1"/>
          </p:cNvSpPr>
          <p:nvPr/>
        </p:nvSpPr>
        <p:spPr>
          <a:xfrm>
            <a:off x="10529590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472E022E-59F8-4013-B3BC-DA85A36CEF1A}"/>
              </a:ext>
            </a:extLst>
          </p:cNvPr>
          <p:cNvSpPr>
            <a:spLocks noGrp="1"/>
          </p:cNvSpPr>
          <p:nvPr/>
        </p:nvSpPr>
        <p:spPr>
          <a:xfrm>
            <a:off x="10715625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5FF9EC7D-491D-4815-9F88-D083ED365212}"/>
              </a:ext>
            </a:extLst>
          </p:cNvPr>
          <p:cNvSpPr>
            <a:spLocks noGrp="1"/>
          </p:cNvSpPr>
          <p:nvPr/>
        </p:nvSpPr>
        <p:spPr>
          <a:xfrm>
            <a:off x="10901660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CBDE1F0C-44AF-40D7-8FA9-6E63A71F02E1}"/>
              </a:ext>
            </a:extLst>
          </p:cNvPr>
          <p:cNvSpPr>
            <a:spLocks noGrp="1"/>
          </p:cNvSpPr>
          <p:nvPr/>
        </p:nvSpPr>
        <p:spPr>
          <a:xfrm>
            <a:off x="11087695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2B150BA7-11B6-49DD-97E1-C120F9070D65}"/>
              </a:ext>
            </a:extLst>
          </p:cNvPr>
          <p:cNvSpPr>
            <a:spLocks noGrp="1"/>
          </p:cNvSpPr>
          <p:nvPr/>
        </p:nvSpPr>
        <p:spPr>
          <a:xfrm>
            <a:off x="11273730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66CC80C5-CB8C-4E1B-AC1F-08DFBEE011D7}"/>
              </a:ext>
            </a:extLst>
          </p:cNvPr>
          <p:cNvSpPr>
            <a:spLocks noGrp="1"/>
          </p:cNvSpPr>
          <p:nvPr/>
        </p:nvSpPr>
        <p:spPr>
          <a:xfrm>
            <a:off x="11459766" y="3613547"/>
            <a:ext cx="186035" cy="18603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BC11D871-455A-486A-961D-82AEE22B629A}"/>
              </a:ext>
            </a:extLst>
          </p:cNvPr>
          <p:cNvSpPr>
            <a:spLocks noGrp="1"/>
          </p:cNvSpPr>
          <p:nvPr/>
        </p:nvSpPr>
        <p:spPr>
          <a:xfrm>
            <a:off x="11645801" y="3613547"/>
            <a:ext cx="186035" cy="18603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64103557-8BA3-4DA2-B86F-223AC3926B65}"/>
              </a:ext>
            </a:extLst>
          </p:cNvPr>
          <p:cNvSpPr>
            <a:spLocks noGrp="1"/>
          </p:cNvSpPr>
          <p:nvPr/>
        </p:nvSpPr>
        <p:spPr>
          <a:xfrm>
            <a:off x="11831836" y="3613547"/>
            <a:ext cx="186035" cy="18603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73BA679A-B184-478C-BF9E-81F85E381AFB}"/>
              </a:ext>
            </a:extLst>
          </p:cNvPr>
          <p:cNvSpPr>
            <a:spLocks noGrp="1"/>
          </p:cNvSpPr>
          <p:nvPr/>
        </p:nvSpPr>
        <p:spPr>
          <a:xfrm>
            <a:off x="12017871" y="3613547"/>
            <a:ext cx="186035" cy="18603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3AF1BB49-EF2E-4131-AE9F-F4CAC686C388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13 × 3 = 39;  4 × 5 = 20.</a:t>
            </a:r>
          </a:p>
        </p:txBody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34921093-79DD-4ABD-B533-2AFED1E61429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19/20</a:t>
            </a:r>
          </a:p>
        </p:txBody>
      </p:sp>
    </p:spTree>
    <p:extLst>
      <p:ext uri="{BB962C8B-B14F-4D97-AF65-F5344CB8AC3E}">
        <p14:creationId xmlns:p14="http://schemas.microsoft.com/office/powerpoint/2010/main" val="384910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0"/>
      <p:bldP spid="9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56C2D3B7-AE2F-4FCD-8B41-04F17781DA1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66231BD-7C59-4460-9A7D-5DE6F14EDBD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611F28D-1018-45B4-A656-3ADE108E120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D35F057-2970-457D-9E4D-C771DA80A03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3B2BB5C-C69C-4173-8348-B165466ECEC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proper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D025037-4C8F-4157-93A9-3E8E7B0EDCC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F435186-EC2B-4F25-A636-40D8F8F00471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AAEF2E4-EDAB-4417-BB7A-BE94F43129F6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EABD067-F3B1-48C2-9CD0-23CFCEF13DC2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4A0242B-FD74-4241-A546-B4428F438710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2/3 x 9/10 using cancellation.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659F00B-B239-4114-81B8-D740886FF7C7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2C1AA53-3E61-4DF6-B95D-0D6B28E22E4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1/2 x 3/4.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23A0D7E-01A6-4683-BB5D-02CE210E6AFD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E637D95-FAF6-4406-8AFD-CD5CF3F657C5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1/4 x 3/5.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7C06784-9617-46CD-889D-F39BEC38C63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B1163FE-4309-46C9-A53B-E4F049293FF5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2/3 x 9/10 using cancellation.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F5CE283-8342-4B2B-849E-B2DAB353A520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AEE87D5-33C0-45BE-876C-1640CE38DA6B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2 1/2 x 3/4.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FA293215-333F-429E-AF45-DAB4F9B7FC1D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F21A2B3-418B-439F-A7F4-70FF6F50BE81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A ribbon is 3/5 m long. Maya uses 2/3 of it. How much ribbon does she use?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089C5AC2-C410-4622-81EA-CBADD6EEE954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BC715D4E-2172-49D4-A5DA-351500D9E209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thinks multiplying always makes a number larger.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E1E1A19-EEF5-42BA-A000-D086DEE4E3E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3943988-6E2C-40B8-8476-8FB71284F6BF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79A0CE3-1032-4524-9296-6A9F945A4535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347D8A40-9189-4F2D-BB51-6F8D5A1990CA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2 1/2 x 3/4.</a:t>
            </a:r>
          </a:p>
        </p:txBody>
      </p:sp>
    </p:spTree>
    <p:extLst>
      <p:ext uri="{BB962C8B-B14F-4D97-AF65-F5344CB8AC3E}">
        <p14:creationId xmlns:p14="http://schemas.microsoft.com/office/powerpoint/2010/main" val="1138945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39EFE4E5-D435-4633-BD98-333ACEE608E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93B697C-4050-46BC-868D-836B4F5E905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4CB8D3D-C4F7-49A7-A8D0-A87C477EACD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02318AF-1886-471D-B60C-C1C1EDFA8CB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proper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D11BF2D-BB1D-4AE3-AD80-BC15D190E64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55F963B-D3CC-43C5-ADD1-A016CA3CCD74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EE1A1B2-84CF-46B2-BC82-8505FE78219B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3/20.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61A6190-9193-43A0-8751-2EA745440B87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4902884-EE82-4C52-BFE6-C19869E6C596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3/5.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6B12B5F-5CF5-4B58-BFF7-5F058DEF858C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B761973-AA7E-496D-949C-592372AB92A4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7/8.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5AFBDD0-320C-4B6F-BE9C-6B3D61CD732C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8BE73F4-4012-4913-B25C-C337AE689716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3/20.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677DFDE-4453-47E6-B5A5-369317434A82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B75FCD7-3145-4B46-A8D6-22C1CF2DEBED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3/5.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3F7F06F-D615-4DDA-AA98-1AD4C162483E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F4F0953-5F31-4AEA-8D81-AAA1B3F95E9D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 7/8.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698C65F-9691-4ECA-8DFB-9F13B386A02B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E501162-8E04-408A-8AA7-956EC37C68D6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2/5 m.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50B0DF1-94CB-4E24-A27C-36545629C06B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76D328C-AFE0-4383-8CA7-19D53E4ABD4A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Multiplying by a proper fraction finds a part, so the result can be smaller than the starting number.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A524366-933A-42FC-87A7-47712DC91520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C3B961E-AC21-4F5E-9368-3967792F7F56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D81CE18-EC32-44ED-9A57-480395E834D9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13A8B76-10D5-4AE4-A2AB-887F450FA7F5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47626945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1222</Words>
  <Application>Microsoft Office PowerPoint</Application>
  <DocSecurity>0</DocSecurity>
  <PresentationFormat>Custom</PresentationFormat>
  <Paragraphs>158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2026-09-14T13:19:14Z</dcterms:created>
  <dcterms:modified xsi:type="dcterms:W3CDTF">2026-09-14T13:19:54Z</dcterms:modified>
</cp:coreProperties>
</file>