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2675b029664ed0" /><Relationship Type="http://schemas.openxmlformats.org/officeDocument/2006/relationships/extended-properties" Target="/docProps/app.xml" Id="R480ae69918b64b73" /><Relationship Type="http://schemas.openxmlformats.org/officeDocument/2006/relationships/officeDocument" Target="/ppt/presentation.xml" Id="R03e6714a876447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68178a00d24ee1"/>
  </p:sldMasterIdLst>
  <p:notesMasterIdLst>
    <p:notesMasterId xmlns:r="http://schemas.openxmlformats.org/officeDocument/2006/relationships" r:id="R8aa753bb0603482f"/>
  </p:notesMasterIdLst>
  <p:sldIdLst>
    <p:sldId xmlns:r="http://schemas.openxmlformats.org/officeDocument/2006/relationships" id="256" r:id="R33235d7c56044514"/>
    <p:sldId xmlns:r="http://schemas.openxmlformats.org/officeDocument/2006/relationships" id="257" r:id="Rd26f54ac098b4386"/>
    <p:sldId xmlns:r="http://schemas.openxmlformats.org/officeDocument/2006/relationships" id="258" r:id="R584876e279be4a4f"/>
    <p:sldId xmlns:r="http://schemas.openxmlformats.org/officeDocument/2006/relationships" id="259" r:id="R47c32d4bd1d2415c"/>
    <p:sldId xmlns:r="http://schemas.openxmlformats.org/officeDocument/2006/relationships" id="260" r:id="R8e0f6dece65642eb"/>
    <p:sldId xmlns:r="http://schemas.openxmlformats.org/officeDocument/2006/relationships" id="261" r:id="R2cb399d687a74c32"/>
    <p:sldId xmlns:r="http://schemas.openxmlformats.org/officeDocument/2006/relationships" id="262" r:id="Rbb60083d07114d96"/>
    <p:sldId xmlns:r="http://schemas.openxmlformats.org/officeDocument/2006/relationships" id="263" r:id="R082e9200a1f8409d"/>
    <p:sldId xmlns:r="http://schemas.openxmlformats.org/officeDocument/2006/relationships" id="264" r:id="R3e8f1acb438844f5"/>
    <p:sldId xmlns:r="http://schemas.openxmlformats.org/officeDocument/2006/relationships" id="265" r:id="Rcf723d3db14d4abd"/>
    <p:sldId xmlns:r="http://schemas.openxmlformats.org/officeDocument/2006/relationships" id="266" r:id="R70a86c7b4b8644e7"/>
    <p:sldId xmlns:r="http://schemas.openxmlformats.org/officeDocument/2006/relationships" id="267" r:id="Rc45e707c525c429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b6327f71ae4cd4" /><Relationship Type="http://schemas.openxmlformats.org/officeDocument/2006/relationships/slideMaster" Target="/ppt/slideMasters/slideMaster1.xml" Id="R6a68178a00d24ee1" /><Relationship Type="http://schemas.openxmlformats.org/officeDocument/2006/relationships/notesMaster" Target="/ppt/notesMasters/notesMaster1.xml" Id="R8aa753bb0603482f" /><Relationship Type="http://schemas.openxmlformats.org/officeDocument/2006/relationships/presProps" Target="/ppt/presProps.xml" Id="R354733b0f9f646c6" /><Relationship Type="http://schemas.openxmlformats.org/officeDocument/2006/relationships/tableStyles" Target="/ppt/tableStyles.xml" Id="R63c66d408c114347" /><Relationship Type="http://schemas.openxmlformats.org/officeDocument/2006/relationships/slide" Target="/ppt/slides/slide1.xml" Id="R33235d7c56044514" /><Relationship Type="http://schemas.openxmlformats.org/officeDocument/2006/relationships/slide" Target="/ppt/slides/slide2.xml" Id="Rd26f54ac098b4386" /><Relationship Type="http://schemas.openxmlformats.org/officeDocument/2006/relationships/slide" Target="/ppt/slides/slide3.xml" Id="R584876e279be4a4f" /><Relationship Type="http://schemas.openxmlformats.org/officeDocument/2006/relationships/slide" Target="/ppt/slides/slide4.xml" Id="R47c32d4bd1d2415c" /><Relationship Type="http://schemas.openxmlformats.org/officeDocument/2006/relationships/slide" Target="/ppt/slides/slide5.xml" Id="R8e0f6dece65642eb" /><Relationship Type="http://schemas.openxmlformats.org/officeDocument/2006/relationships/slide" Target="/ppt/slides/slide6.xml" Id="R2cb399d687a74c32" /><Relationship Type="http://schemas.openxmlformats.org/officeDocument/2006/relationships/slide" Target="/ppt/slides/slide7.xml" Id="Rbb60083d07114d96" /><Relationship Type="http://schemas.openxmlformats.org/officeDocument/2006/relationships/slide" Target="/ppt/slides/slide8.xml" Id="R082e9200a1f8409d" /><Relationship Type="http://schemas.openxmlformats.org/officeDocument/2006/relationships/slide" Target="/ppt/slides/slide9.xml" Id="R3e8f1acb438844f5" /><Relationship Type="http://schemas.openxmlformats.org/officeDocument/2006/relationships/slide" Target="/ppt/slides/slide10.xml" Id="Rcf723d3db14d4abd" /><Relationship Type="http://schemas.openxmlformats.org/officeDocument/2006/relationships/slide" Target="/ppt/slides/slide11.xml" Id="R70a86c7b4b8644e7" /><Relationship Type="http://schemas.openxmlformats.org/officeDocument/2006/relationships/slide" Target="/ppt/slides/slide12.xml" Id="Rc45e707c525c42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83b317a11145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baa41e21cc40b5" /><Relationship Type="http://schemas.openxmlformats.org/officeDocument/2006/relationships/notesMaster" Target="/ppt/notesMasters/notesMaster1.xml" Id="Recd35bbe384f4e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d4d42705b94ad0" /><Relationship Type="http://schemas.openxmlformats.org/officeDocument/2006/relationships/notesMaster" Target="/ppt/notesMasters/notesMaster1.xml" Id="R88c3bfd03a8f42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932ddd05a44baf" /><Relationship Type="http://schemas.openxmlformats.org/officeDocument/2006/relationships/notesMaster" Target="/ppt/notesMasters/notesMaster1.xml" Id="Raa1a1e4fcf2543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ed7bb522514a78" /><Relationship Type="http://schemas.openxmlformats.org/officeDocument/2006/relationships/notesMaster" Target="/ppt/notesMasters/notesMaster1.xml" Id="R0565e287f22843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7ca22363894b31" /><Relationship Type="http://schemas.openxmlformats.org/officeDocument/2006/relationships/notesMaster" Target="/ppt/notesMasters/notesMaster1.xml" Id="Rf8e3dfe441f349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cb84daa69a48ba" /><Relationship Type="http://schemas.openxmlformats.org/officeDocument/2006/relationships/notesMaster" Target="/ppt/notesMasters/notesMaster1.xml" Id="R4a3ac57c65a843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f39bdd54e041b3" /><Relationship Type="http://schemas.openxmlformats.org/officeDocument/2006/relationships/notesMaster" Target="/ppt/notesMasters/notesMaster1.xml" Id="Rb128fde6052c4d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7c8ed30b7a4b26" /><Relationship Type="http://schemas.openxmlformats.org/officeDocument/2006/relationships/notesMaster" Target="/ppt/notesMasters/notesMaster1.xml" Id="R4b445489fb3345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0d7eae6ba24640" /><Relationship Type="http://schemas.openxmlformats.org/officeDocument/2006/relationships/notesMaster" Target="/ppt/notesMasters/notesMaster1.xml" Id="R453ac13457bd44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ecdf25b9e64437" /><Relationship Type="http://schemas.openxmlformats.org/officeDocument/2006/relationships/notesMaster" Target="/ppt/notesMasters/notesMaster1.xml" Id="R471bfbf8a41a4cc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50df140ac604e45" /><Relationship Type="http://schemas.openxmlformats.org/officeDocument/2006/relationships/notesMaster" Target="/ppt/notesMasters/notesMaster1.xml" Id="Rfe687d31dd25413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ecdbd55a2e94443" /><Relationship Type="http://schemas.openxmlformats.org/officeDocument/2006/relationships/notesMaster" Target="/ppt/notesMasters/notesMaster1.xml" Id="Rdd913f983c434c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Fraction strips, bar models, multiplication grid, squared paper,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3/5. | Convert mixed numbers to improper fractions when needed. | Multiplying by a proper fraction finds a part, so the result can be smaller than the starting number.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multiply, product, fraction of, cancel, simplify, mixed number.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3/20.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3/5.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Multiplying by a proper fraction finds a part, so the result can be smaller than the starting number.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3/5..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1 7/8..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2/5 m.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1 7/8.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1 7/8. | Multiplying by a proper fraction finds a part, so the result can be smaller than the starting number.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ce75444edd4c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3f5143fb844422" /><Relationship Type="http://schemas.openxmlformats.org/officeDocument/2006/relationships/slideLayout" Target="/ppt/slideLayouts/slideLayout1.xml" Id="R52edbf573b624c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edbf573b624c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f29e3ad81498b" /><Relationship Type="http://schemas.openxmlformats.org/officeDocument/2006/relationships/notesSlide" Target="/ppt/notesSlides/notesSlide1.xml" Id="R9072581aff6f4e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bc942288d74f9f" /><Relationship Type="http://schemas.openxmlformats.org/officeDocument/2006/relationships/notesSlide" Target="/ppt/notesSlides/notesSlide2.xml" Id="R77471e4c2e6a42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0a8e3e5ac4dbd" /><Relationship Type="http://schemas.openxmlformats.org/officeDocument/2006/relationships/notesSlide" Target="/ppt/notesSlides/notesSlide3.xml" Id="Ra4e446d001f34c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20816284442f0" /><Relationship Type="http://schemas.openxmlformats.org/officeDocument/2006/relationships/notesSlide" Target="/ppt/notesSlides/notesSlide4.xml" Id="Rc686b4a529c642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d46bf1ada4b98" /><Relationship Type="http://schemas.openxmlformats.org/officeDocument/2006/relationships/notesSlide" Target="/ppt/notesSlides/notesSlide5.xml" Id="Rf347b3a8999d4a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3a20b0c264cb3" /><Relationship Type="http://schemas.openxmlformats.org/officeDocument/2006/relationships/notesSlide" Target="/ppt/notesSlides/notesSlide6.xml" Id="Rf165da12758a44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adfc27f3f4654" /><Relationship Type="http://schemas.openxmlformats.org/officeDocument/2006/relationships/image" Target="/ppt/media/image.png" Id="R4a89fdaa977a40ea" /><Relationship Type="http://schemas.openxmlformats.org/officeDocument/2006/relationships/notesSlide" Target="/ppt/notesSlides/notesSlide7.xml" Id="Ree1a8926440c43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42cbdf8224df1" /><Relationship Type="http://schemas.openxmlformats.org/officeDocument/2006/relationships/notesSlide" Target="/ppt/notesSlides/notesSlide8.xml" Id="R8df4f390ffe44c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9cc3933c3480b" /><Relationship Type="http://schemas.openxmlformats.org/officeDocument/2006/relationships/notesSlide" Target="/ppt/notesSlides/notesSlide9.xml" Id="R706d624900c645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67ed6fea44a4d" /><Relationship Type="http://schemas.openxmlformats.org/officeDocument/2006/relationships/notesSlide" Target="/ppt/notesSlides/notesSlide10.xml" Id="Rb50b4af6f8f148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e382094274017" /><Relationship Type="http://schemas.openxmlformats.org/officeDocument/2006/relationships/notesSlide" Target="/ppt/notesSlides/notesSlide11.xml" Id="R37c20147c3054fc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7eb55890748bf" /><Relationship Type="http://schemas.openxmlformats.org/officeDocument/2006/relationships/notesSlide" Target="/ppt/notesSlides/notesSlide12.xml" Id="R9ae815eabcb84c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1E593C-BC65-4104-8337-FA8BC612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2A4337-B3C5-4C9D-80F7-63E91D20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D5DA1C-B8E7-4860-8C3E-FF68A6FD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1D88D-51E8-4751-8A36-9042935D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6538C-7243-429C-A185-FCA329BC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Multiply proper fractions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3ABD0-122D-4E8A-8927-34AD71E9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F610D6-BC43-46F4-B16E-5D6FACE0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67AF3D-D783-47DB-87A2-9E230E83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multiply two proper fractions.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F5D3B5-BE82-455E-A215-B79B5701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68F09B-FADF-45E9-A709-F386ED99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Fraction strips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08E7E7-B01C-43A5-B35C-A18C53CC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20978570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C04EDB-F5C2-4818-BB41-A4209185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E40AF-C57E-471F-B165-888C54F7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3E5E8A-76C4-4885-A230-A59148FD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EFA471-30EE-4A9E-B82E-50CC0221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C9BFE0-592E-476A-9549-E04E636A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B0A36-471B-48D4-A94B-B8BA5122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5019C-0827-4B9B-B9AA-1C1B6C7B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23969D-56E5-4B56-8CCE-54314084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7C8B7A-10D6-4268-B06A-E5429665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proper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D7D67D-DBE8-41AB-9758-583D5E3B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BA0D0-CA00-46F6-A8C8-83AE7CD3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1A11F4-0BB3-4243-86AF-DAFC3573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CFAA53-3B78-4BC0-A837-0180FB1A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Find fractions of quantities and multiply proper fractions and mixed numbers.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570F4F-D530-49C4-BB9B-1F6B4491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4C37AA-7522-43D9-949E-06284081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0D2CA1-A1F3-46BD-8114-4E256BEC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C0BC2F-D794-4619-B41A-AE6C4885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2/3 x 9/10 using cancellation.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AE6613-7396-4068-9B6E-6026259A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6D19FB-EF92-4100-B9C9-87418126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A93821-D353-4A00-A54F-0F0B7499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6AA466-9013-40FD-987E-8BBAB278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Calculate 1/4 x 3/5.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089499-BB19-48E8-9255-F6853886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92820548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E96810-57EA-47D7-96CE-92A52B40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30014-5D2E-43AE-AA68-7F88BB3A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ABC8B7-D901-4AAB-82BC-57C112C4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CE6EE-3189-4293-BA93-5F0CDCA0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76401D-0798-4CA8-BC62-6ABC26BE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08091-3FAC-423A-B527-91B8CD9D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1424DD-C635-4C18-84B0-BFB0FE00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41046-C9DD-47ED-9A67-95D96AE1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6201D0-952A-4A9D-8EA8-536DC713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proper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007295-14D4-403A-BDC1-3FA19B98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multiply two proper fractions.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81F2A5-E05A-47C6-8AD8-ADB64DAC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540255-DF69-4BCD-A4EC-1DE5ECFD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Convert mixed numbers to improper fractions when needed.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B78FDC-5406-46B9-AE91-B690108C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Multiply numerators and denominators, cancelling common factors efficiently.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8EE1B6-0CA3-43D0-9ED2-DFE9E1A2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Simplify the product and check its size.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25EEF8-0825-47D3-9D6B-5CF34BB2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multiply  |  product  |  fraction of  |  cancel  |  simplify  |  mixed number</a:t>
            </a:r>
          </a:p>
        </p:txBody>
      </p:sp>
    </p:spTree>
    <p:extLst>
      <p:ext uri="{BB962C8B-B14F-4D97-AF65-F5344CB8AC3E}">
        <p14:creationId xmlns:p14="http://schemas.microsoft.com/office/powerpoint/2010/main" val="79684793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0ED4A9-529F-4B30-A9D8-174B7D3D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7E04B-768C-41AE-9F4F-98E8CE8D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84A35F-6927-4B3B-8DC0-67541444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797A6-8CEF-478F-8E2A-F5FC81BD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F2369-6341-470F-A3AB-09C19B03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A4A3A-0B8E-4800-A8AE-13C3C3A5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0B452-7E9B-4155-96B3-37D017D5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9D6B4F-1C09-4A93-B9BA-9423E223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110A6E-028F-424D-93C6-017E7957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proper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8BB958-C92C-4A0E-9635-CBD1FF79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1/4 x 3/5.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4F1D97-5B86-4FDB-A022-7D83FDF0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7B5934-18A1-4C44-91D5-4C028EF6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C3BF2E-03DF-4209-B3EE-9862AE58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1/4 × 3/5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851B99-1CE7-44ED-BC0D-3CBF0903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24E1BB-6D35-4EF4-986D-DE2FD488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5DCEF7-EDD0-4695-A01C-E1C38839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Numerators: 1 × 3 =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BCE4AC-3E68-435A-8672-9AA7E81E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87C191-351C-44BE-B98F-5917D703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32EE58-6285-4A0D-9FAF-B59BF37C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Denominators: 4 × 5 = 20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C1E727-FBE6-4D81-A06D-3574D950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B6FABE-45D4-4420-BDBB-96C9C661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01A0B2-EABA-4CFA-A488-6EE5DA61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1/4 × 3/5 = 3/20</a:t>
            </a:r>
          </a:p>
        </p:txBody>
      </p:sp>
    </p:spTree>
    <p:extLst>
      <p:ext uri="{BB962C8B-B14F-4D97-AF65-F5344CB8AC3E}">
        <p14:creationId xmlns:p14="http://schemas.microsoft.com/office/powerpoint/2010/main" val="209813331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69FBAA-5534-4765-BE4D-4BE0C75D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3E652-83D1-411E-A33A-B70A62DC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EAB81-9E68-4BD7-B859-1D2AD938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1843CC-3016-421B-A496-0BF921D1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56616A-921A-41AD-9302-684B0D42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E2529-6418-4295-81E5-E8B0C519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343CC-4CE4-4432-91FC-945255A5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DD7317-266B-4827-B600-7E25AF5F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3A633C-A891-485F-888D-224174B6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proper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0ABF49-CEDE-4771-8115-2782B21E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538E88-4BF6-4268-B69E-4774C311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3/20.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684614-9832-4F62-882B-692BDF27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4071A9-8453-41AC-852D-DD85C45E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Simplify the product and check its size.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27ACCB-84E8-468A-B289-DF0A197C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50297948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0FD590-801F-4CD8-9DF1-FABCE778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11404-D3F1-469C-AA6A-8B5087DA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A99CE-EDCF-4A82-9490-9A31E764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A624C4-992B-4716-BAD0-66CD7E6E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BF490F-C54A-439C-B58F-B3A8BEDE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F258C7-DD3A-41CF-BEF6-4A8DDAE0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848BE-69AA-42FA-863E-339B49A2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5E45B-6FBD-4291-B4FD-59E8092F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875A0-5FAC-4C7D-934C-1A11C65A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proper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011916-B9D5-40BF-95B8-48EE6AE3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2/3 x 9/10 using cancellation.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25851-3E6B-45AB-B36C-0E7A8144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DE39C7-5240-43EA-9CA3-CD5D4DF6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85AC1E-0DF8-492B-9F62-6CF1C529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540E6B-ECA3-4E17-9AF4-9E485EE9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7C3FC5-FFB7-42F4-9720-71A57C86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3/5.</a:t>
            </a:r>
          </a:p>
        </p:txBody>
      </p:sp>
    </p:spTree>
    <p:extLst>
      <p:ext uri="{BB962C8B-B14F-4D97-AF65-F5344CB8AC3E}">
        <p14:creationId xmlns:p14="http://schemas.microsoft.com/office/powerpoint/2010/main" val="18756655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7950FC-49B0-41BA-9EB8-4ED53C9A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6B633B-0F22-4A54-92B5-94DA3A12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3FE0D-3A35-432C-A3B8-44EF2521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9E245-A2C8-448A-BCDC-212F8A99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25F5B-E423-47C3-BD49-8BC3BAB8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9CF95F-2DE0-46BB-9262-93F3BFD9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E7BF0A-5D00-4E6A-A78B-43C29C06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186CFC-E0B1-488A-9C03-5857A8CF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7E381A-5790-4A5B-A537-BA20B42A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proper fractions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89fdaa977a40ea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8495D4-D799-45D7-99F1-95ED81B2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564557-3B57-47FB-BF6F-7E0D457A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thinks multiplying always makes a number larger.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6679EB-1D34-4D2C-8A5C-C7415885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5C31E-7773-4194-AE18-3727F0E9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501F31-B5A3-4AAA-B77E-192809D1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Multiplying by a proper fraction finds a part, so the result can be smaller than the starting number.</a:t>
            </a:r>
          </a:p>
        </p:txBody>
      </p:sp>
    </p:spTree>
    <p:extLst>
      <p:ext uri="{BB962C8B-B14F-4D97-AF65-F5344CB8AC3E}">
        <p14:creationId xmlns:p14="http://schemas.microsoft.com/office/powerpoint/2010/main" val="209954811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2E3A97-E853-4408-B7DE-50D30AB2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F4140-B518-4C44-B0C9-F5034878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79CDB7-C265-48A5-8783-62DEC3DE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1A2849-946B-41C4-AF4A-60A6B64B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962AE-2339-4A92-838B-D62A8938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18F0D-FA62-4F7E-A0BA-EEE6CE56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C7D06-89F1-48F8-B094-14F6CB96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653438-0353-46C6-89A7-80278439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043945-54E2-45B4-A324-43ADAE80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proper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1BE555-C177-4849-AECC-8CB744A2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A25064-C9D4-452E-91D4-572EED8B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06AD26-30C8-4D60-AB8C-3FABE980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5496AA-C849-4847-A57D-827DF2B2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2/3 x 9/10 using cancellation.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F0217F-AF42-463B-9A60-F8CD3765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BCCADA-FEC9-4CD2-BBB3-06558E40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4CE4E2-8C48-429D-987B-B1493BD2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19BA07-23BF-4F2D-84A7-6D71FB11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AA8CA1-ACF6-42B7-84F2-D41AE18F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BFE811-096B-4005-96C9-253CD78A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E41721-03B7-425A-8CF7-8591362F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DF3F10-96D6-4BED-8975-8C94FB65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3/5.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C597AD-37D5-4965-BDB5-C8F19C33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26355505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18AEC4-2322-4673-858A-DC9516E3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18FD74-66D8-4A22-BDA1-CE14EB7F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D9D25-D64D-4C4A-801B-CFFE6815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016E83-30EB-45A4-82DE-4A94DA28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D20EF8-2C45-4DC4-BA0F-CB1A2859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E3CEF-8DF8-4A14-89C9-6EF8CB99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C0494-862E-4B17-8E9E-5701591B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482B5-D805-4CC5-A2F2-45511DD3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DB6E7A-BC1A-4F34-8901-8490C961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proper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13965D-F0E7-46E8-8B6C-45BAA145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E176CD-65C1-471A-A0FE-68B017B6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2D0022-C665-469D-88BE-318532CC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922380-DCB4-4DF3-AD92-9E43F049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2 1/2 x 3/4.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FF5488-61B6-43DF-AD79-B4B7C60E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866D18-251F-4799-B69D-D138DE42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FA5B7B-33BE-43E2-A1F0-8EC7B955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3A10DA-DE6A-4E9C-9234-85093185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A29C0F-71A3-49ED-B6A6-0A0BB65E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0D8A37-32A3-4EBF-9244-17E188B9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B66A0E-583F-4250-A0E1-04754918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3882EE-076B-40EF-9A5E-EBD2EE9C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121419122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729274-F309-4280-907F-F2D20044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5C4C0-E5F4-42A5-8A05-345D2F9C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90A1E8-648A-43AA-91CE-83BE2060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698655-323F-4608-9AC1-DEC09CA6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ACE2B-FBFC-4481-855C-0805702C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18C5BD-5D21-4B90-8FF0-6A7496E6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460BD3-E3CD-4CEA-8826-A688950B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4862FB-041E-4F2D-B10B-43AF44D7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C374E-C70F-4E6B-84E4-D6DE6AF0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proper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5CEF8-0C6E-4816-91ED-09354CA9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A ribbon is 3/5 m long. Maya uses 2/3 of it. How much ribbon does she use?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7AFC6D-3B8B-4EC5-9EF7-01850C70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E46F44-35DA-45BA-891F-39C97C50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7191CC-C04E-4580-97F5-74CA7A95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2/5 m.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154939115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8E09DA-7670-47AA-92F1-E020C494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07B474-E264-4759-A115-54D5F57A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8470BD-0218-4F69-89C4-C2D1972A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A124FF-8282-4218-BC0C-94CD9EB7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7D359D-8218-43FB-9036-47F34697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73856C-A305-44B3-AC9E-3D4A7BF4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2925B8-00D1-4399-994C-DD12DA68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4AF8FE-958F-4460-AE88-A8DC52B6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6538FA-BDF5-4290-8278-E61E48F3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proper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5D6404-1F7B-4D39-89DF-8A206620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09F542-2D04-48B8-AC23-4D307B5C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D9FF56-2658-415B-B133-DF124D71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2 1/2 x 3/4.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351591-EEB2-478E-9A7E-525460BE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47D007-C306-4220-881A-EFA435E8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49B163-25E5-4EB8-933B-FD4A0DC6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E4F2A4-1EE7-4DE4-A73F-77164339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1 7/8.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882DEF-28D4-4937-8F13-0C180BCD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E1095F-A79B-48B9-B3ED-60016FC0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45940073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EDAB1F-4791-4F8E-AA6E-E77E9840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8B9BF-6779-443C-B463-65829933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A3E45-B677-400B-BFA0-9D8D20A5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B051E8-541E-4D7E-95DD-25B4FDC4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301F4A-0301-4D27-B88D-E40A21A9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938CA8-FFDE-4F05-84E6-509296F8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302F63-DC21-465C-90F8-0972D2BB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F81D83-4793-46B7-9D99-BE9D8A34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4EB906-74DE-4BB8-8E95-191D8B2E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proper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FD2B64-4E5F-4E81-B8AB-9692745B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8AE905-CED6-462C-A3CC-D545016B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42CF26-2034-4363-A93E-0ED5B880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B74E3-6756-4492-AC0C-96857366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2 1/2 x 3/4.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78DD84-955D-402A-B694-163A8CAC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58A63B-3B56-446E-8745-C8CA9038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55FAB7-3D5A-4156-80C0-E291438C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2C3290-84D3-42A1-B919-53A96D63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thinks multiplying always makes a number larger.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A3DB31-4B9E-465B-BD7D-0B5EE6D5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A51A9A-6989-47FF-8A04-EDFB2C7B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6F9505-7263-4A49-809D-54F7EBEE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736463-616B-43D4-ABFF-F5A7B685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BB14DD-2D21-4422-A748-84030DC0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39795459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2026-09-09T22:13:40.2370000Z</dcterms:created>
  <dcterms:modified xsi:type="dcterms:W3CDTF">2026-09-09T22:13:40.2370000Z</dcterms:modified>
</coreProperties>
</file>