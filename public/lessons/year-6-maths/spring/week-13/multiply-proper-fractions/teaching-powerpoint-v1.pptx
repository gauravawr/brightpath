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e53acba36cc419b" /><Relationship Type="http://schemas.openxmlformats.org/officeDocument/2006/relationships/extended-properties" Target="/docProps/app.xml" Id="R64fbc893083743f0" /><Relationship Type="http://schemas.openxmlformats.org/officeDocument/2006/relationships/officeDocument" Target="/ppt/presentation.xml" Id="R4b8b111e958345b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ebf2f9725a47d0"/>
  </p:sldMasterIdLst>
  <p:notesMasterIdLst>
    <p:notesMasterId xmlns:r="http://schemas.openxmlformats.org/officeDocument/2006/relationships" r:id="R5302704ced574068"/>
  </p:notesMasterIdLst>
  <p:sldIdLst>
    <p:sldId xmlns:r="http://schemas.openxmlformats.org/officeDocument/2006/relationships" id="256" r:id="Rc3c69f6845c14126"/>
    <p:sldId xmlns:r="http://schemas.openxmlformats.org/officeDocument/2006/relationships" id="257" r:id="R1ad569c8170a43e5"/>
    <p:sldId xmlns:r="http://schemas.openxmlformats.org/officeDocument/2006/relationships" id="258" r:id="R166c0fb35bfd44e7"/>
    <p:sldId xmlns:r="http://schemas.openxmlformats.org/officeDocument/2006/relationships" id="259" r:id="R0607527bff32407c"/>
    <p:sldId xmlns:r="http://schemas.openxmlformats.org/officeDocument/2006/relationships" id="260" r:id="R0984b6fa5fc04ad5"/>
    <p:sldId xmlns:r="http://schemas.openxmlformats.org/officeDocument/2006/relationships" id="261" r:id="R50ff25db2dff4ed3"/>
    <p:sldId xmlns:r="http://schemas.openxmlformats.org/officeDocument/2006/relationships" id="262" r:id="Rfe7e4167c104464c"/>
    <p:sldId xmlns:r="http://schemas.openxmlformats.org/officeDocument/2006/relationships" id="263" r:id="Rc10f28e6b0db470d"/>
    <p:sldId xmlns:r="http://schemas.openxmlformats.org/officeDocument/2006/relationships" id="264" r:id="R9d40a9506e2b4caa"/>
    <p:sldId xmlns:r="http://schemas.openxmlformats.org/officeDocument/2006/relationships" id="265" r:id="Rbbc43c2d228746fb"/>
    <p:sldId xmlns:r="http://schemas.openxmlformats.org/officeDocument/2006/relationships" id="266" r:id="R329f82c77e4f4cb7"/>
    <p:sldId xmlns:r="http://schemas.openxmlformats.org/officeDocument/2006/relationships" id="267" r:id="Rbd715ac87566445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0bd64407a824904" /><Relationship Type="http://schemas.openxmlformats.org/officeDocument/2006/relationships/slideMaster" Target="/ppt/slideMasters/slideMaster1.xml" Id="Rcbebf2f9725a47d0" /><Relationship Type="http://schemas.openxmlformats.org/officeDocument/2006/relationships/notesMaster" Target="/ppt/notesMasters/notesMaster1.xml" Id="R5302704ced574068" /><Relationship Type="http://schemas.openxmlformats.org/officeDocument/2006/relationships/presProps" Target="/ppt/presProps.xml" Id="R6f7c31d7404e4294" /><Relationship Type="http://schemas.openxmlformats.org/officeDocument/2006/relationships/tableStyles" Target="/ppt/tableStyles.xml" Id="R4f077cf7558d4920" /><Relationship Type="http://schemas.openxmlformats.org/officeDocument/2006/relationships/slide" Target="/ppt/slides/slide1.xml" Id="Rc3c69f6845c14126" /><Relationship Type="http://schemas.openxmlformats.org/officeDocument/2006/relationships/slide" Target="/ppt/slides/slide2.xml" Id="R1ad569c8170a43e5" /><Relationship Type="http://schemas.openxmlformats.org/officeDocument/2006/relationships/slide" Target="/ppt/slides/slide3.xml" Id="R166c0fb35bfd44e7" /><Relationship Type="http://schemas.openxmlformats.org/officeDocument/2006/relationships/slide" Target="/ppt/slides/slide4.xml" Id="R0607527bff32407c" /><Relationship Type="http://schemas.openxmlformats.org/officeDocument/2006/relationships/slide" Target="/ppt/slides/slide5.xml" Id="R0984b6fa5fc04ad5" /><Relationship Type="http://schemas.openxmlformats.org/officeDocument/2006/relationships/slide" Target="/ppt/slides/slide6.xml" Id="R50ff25db2dff4ed3" /><Relationship Type="http://schemas.openxmlformats.org/officeDocument/2006/relationships/slide" Target="/ppt/slides/slide7.xml" Id="Rfe7e4167c104464c" /><Relationship Type="http://schemas.openxmlformats.org/officeDocument/2006/relationships/slide" Target="/ppt/slides/slide8.xml" Id="Rc10f28e6b0db470d" /><Relationship Type="http://schemas.openxmlformats.org/officeDocument/2006/relationships/slide" Target="/ppt/slides/slide9.xml" Id="R9d40a9506e2b4caa" /><Relationship Type="http://schemas.openxmlformats.org/officeDocument/2006/relationships/slide" Target="/ppt/slides/slide10.xml" Id="Rbbc43c2d228746fb" /><Relationship Type="http://schemas.openxmlformats.org/officeDocument/2006/relationships/slide" Target="/ppt/slides/slide11.xml" Id="R329f82c77e4f4cb7" /><Relationship Type="http://schemas.openxmlformats.org/officeDocument/2006/relationships/slide" Target="/ppt/slides/slide12.xml" Id="Rbd715ac87566445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0474eecd80a431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6628f9d42744fd7" /><Relationship Type="http://schemas.openxmlformats.org/officeDocument/2006/relationships/notesMaster" Target="/ppt/notesMasters/notesMaster1.xml" Id="R31509124fac44a2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e39d3b3eda44894" /><Relationship Type="http://schemas.openxmlformats.org/officeDocument/2006/relationships/notesMaster" Target="/ppt/notesMasters/notesMaster1.xml" Id="R907a2fb92c9449f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a97f9b3b8a24a92" /><Relationship Type="http://schemas.openxmlformats.org/officeDocument/2006/relationships/notesMaster" Target="/ppt/notesMasters/notesMaster1.xml" Id="Rb60f1b0178214cb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3262c32bf374c16" /><Relationship Type="http://schemas.openxmlformats.org/officeDocument/2006/relationships/notesMaster" Target="/ppt/notesMasters/notesMaster1.xml" Id="R872de9ebe4b944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c576bc649c04056" /><Relationship Type="http://schemas.openxmlformats.org/officeDocument/2006/relationships/notesMaster" Target="/ppt/notesMasters/notesMaster1.xml" Id="R9923f4d6449d4bc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332a7347a574ed9" /><Relationship Type="http://schemas.openxmlformats.org/officeDocument/2006/relationships/notesMaster" Target="/ppt/notesMasters/notesMaster1.xml" Id="R6f4fa961a0fe447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91e179805534bcc" /><Relationship Type="http://schemas.openxmlformats.org/officeDocument/2006/relationships/notesMaster" Target="/ppt/notesMasters/notesMaster1.xml" Id="Rb2c461de7a6140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63a0d5048284484" /><Relationship Type="http://schemas.openxmlformats.org/officeDocument/2006/relationships/notesMaster" Target="/ppt/notesMasters/notesMaster1.xml" Id="R6f89856be099420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d35dceac214fee" /><Relationship Type="http://schemas.openxmlformats.org/officeDocument/2006/relationships/notesMaster" Target="/ppt/notesMasters/notesMaster1.xml" Id="R2283812ac504470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c8781cde52d43f1" /><Relationship Type="http://schemas.openxmlformats.org/officeDocument/2006/relationships/notesMaster" Target="/ppt/notesMasters/notesMaster1.xml" Id="Rac340ff9c041452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f4ac9de985c41ba" /><Relationship Type="http://schemas.openxmlformats.org/officeDocument/2006/relationships/notesMaster" Target="/ppt/notesMasters/notesMaster1.xml" Id="Raf9cc96976374de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2cdb96a41b6458e" /><Relationship Type="http://schemas.openxmlformats.org/officeDocument/2006/relationships/notesMaster" Target="/ppt/notesMasters/notesMaster1.xml" Id="Rf5c0b4ad5cbc41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bar models, multiplication grid,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3/5. | Convert mixed numbers to improper fractions when needed. | Multiplying by a proper fraction finds a part, so the result can be smaller than the starting number.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multiply, product, fraction of, cancel, simplify, mixed number.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3/20.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3/5.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Multiplying by a proper fraction finds a part, so the result can be smaller than the starting number.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3/5..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 7/8..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2/5 m.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 7/8.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 7/8. | Multiplying by a proper fraction finds a part, so the result can be smaller than the starting number.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79174e63ad4d6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cddb133f9d47ee" /><Relationship Type="http://schemas.openxmlformats.org/officeDocument/2006/relationships/slideLayout" Target="/ppt/slideLayouts/slideLayout1.xml" Id="Rdbe470c39afc4ec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e470c39afc4ec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413e878c4943f9" /><Relationship Type="http://schemas.openxmlformats.org/officeDocument/2006/relationships/notesSlide" Target="/ppt/notesSlides/notesSlide1.xml" Id="Reacb8636e18641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d256e3f9c34982" /><Relationship Type="http://schemas.openxmlformats.org/officeDocument/2006/relationships/notesSlide" Target="/ppt/notesSlides/notesSlide2.xml" Id="Ra535c0935a36471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b91fcda30d4a99" /><Relationship Type="http://schemas.openxmlformats.org/officeDocument/2006/relationships/notesSlide" Target="/ppt/notesSlides/notesSlide3.xml" Id="R98aefe902fe247c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b2cbbead924426" /><Relationship Type="http://schemas.openxmlformats.org/officeDocument/2006/relationships/notesSlide" Target="/ppt/notesSlides/notesSlide4.xml" Id="R8bba4f935ad442c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c911212b434487" /><Relationship Type="http://schemas.openxmlformats.org/officeDocument/2006/relationships/notesSlide" Target="/ppt/notesSlides/notesSlide5.xml" Id="R1b0f25a18b7d4c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9e842b222d4b00" /><Relationship Type="http://schemas.openxmlformats.org/officeDocument/2006/relationships/notesSlide" Target="/ppt/notesSlides/notesSlide6.xml" Id="R58321e9b9a6f411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113278c3ff4c28" /><Relationship Type="http://schemas.openxmlformats.org/officeDocument/2006/relationships/image" Target="/ppt/media/image.png" Id="Ra2c3598638114215" /><Relationship Type="http://schemas.openxmlformats.org/officeDocument/2006/relationships/notesSlide" Target="/ppt/notesSlides/notesSlide7.xml" Id="R74205d5778fa40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8cf323be354b21" /><Relationship Type="http://schemas.openxmlformats.org/officeDocument/2006/relationships/notesSlide" Target="/ppt/notesSlides/notesSlide8.xml" Id="R0bd8c3692d7945d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b38d3176bf4524" /><Relationship Type="http://schemas.openxmlformats.org/officeDocument/2006/relationships/notesSlide" Target="/ppt/notesSlides/notesSlide9.xml" Id="Rc9a4e7a67d8547b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474984bafe457b" /><Relationship Type="http://schemas.openxmlformats.org/officeDocument/2006/relationships/notesSlide" Target="/ppt/notesSlides/notesSlide10.xml" Id="R0adf9842fdd942b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249483dfac4463" /><Relationship Type="http://schemas.openxmlformats.org/officeDocument/2006/relationships/notesSlide" Target="/ppt/notesSlides/notesSlide11.xml" Id="R750f095e5fb9496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ef06331e0d4d9a" /><Relationship Type="http://schemas.openxmlformats.org/officeDocument/2006/relationships/notesSlide" Target="/ppt/notesSlides/notesSlide12.xml" Id="R341ed0ddf66649c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191515-D715-4FA5-9A23-62DEE9258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6B70C1-1760-403E-9FB0-0D518CA82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8ECE29-3F20-4171-B63D-97D5A4B16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9D6FBC-1625-4993-9CDF-2FB95131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D5BCAE-4C75-4D0E-A54B-AA23864F4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proper fractions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EF5B9E-8634-449C-97EE-6F1EF71E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58FABA-6455-4CB7-B99A-46965BDF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B368EC-65E6-4B81-9E49-13A32CF14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multiply two proper fractions.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D889C3-AAF9-497D-9BBA-BC193B285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03D19E-E8CC-4143-BF9F-A181FD79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F302AD-92B2-4834-A26B-FA5FF76B0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2872038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555E67-C726-4394-AA02-CADD906F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28D359-5325-45A2-A19F-AE877DDCE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DCDBD5-1E8C-4ED6-8212-E79D230CA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F6B5C0-7242-43DE-AFF1-A51CA88D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B5B093-44B8-4E71-BE51-C5B522BD4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A08F75-29ED-4CF6-83D6-D32447CEA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4B318E-170A-4C84-B9FC-A3E6B0E84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4958C8-CE46-43CA-973C-B6E05838F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EA2150-F069-4FDD-9119-310548330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proper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80C5B6-E1F3-4D70-A7F0-BFACFD53A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39F15-CCE6-403A-B8AA-95A032A9D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A4B7CF-7A1A-49A1-B104-B37DB01DB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F2AB61-E90D-418D-9A46-B0DBEDF9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Find fractions of quantities and multiply proper fractions and mixed numbers.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C63886-6F24-4B0B-A176-F19142252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651A0C-36B7-4319-A8E8-A69E976D7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BE27A1-512D-4F31-8A9F-131F3E226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3AA5DA-5818-47C0-9CFC-3A0A5AFB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2/3 x 9/10 using cancellation.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7B8016-5FD4-4B4E-A113-538C7D25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3ABF14-5F90-4ED6-8663-B6BFDC7E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6D4A40-14FF-4174-A709-6A1D1E90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C4B573-02D4-4B99-958C-9E74B4981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1/4 x 3/5.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B1D0FC-9295-4D8F-8E37-7C928F05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99352551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B672E1-23FB-48A0-B968-D8156FF6A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A0D5F2-AAE6-4244-9843-20C06CF80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794222-CA14-4AE6-A3FA-BE35502C9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6124A-E4D9-4A97-8B29-C37DC42B1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2E93D6-8153-4863-958B-9BDED9663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C3EEFB-20F0-467B-9D2C-E19ACFBA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3B47EC-1BB1-4EF4-B3F9-51B5C08A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C0DBFA-3FC6-4D1D-BC08-31E06992F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1D51C0-5C23-4DC7-BED2-4E59429B1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proper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AB2C18-898D-4B6E-943F-53FD24E8C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multiply two proper fractions.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72C331-AF0E-4822-BA7F-A4535381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0A1EA3-69E3-440E-A860-3C72F108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Convert mixed numbers to improper fractions when needed.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5C00DE-66A5-42DF-8652-E7EA461B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numerators and denominators, cancelling common factors efficiently.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657CDD-E8DB-4600-B59F-CA6F595A5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the product and check its size.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2C243F-5C9B-4F66-BBD5-B1F0AA9ED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multiply  |  product  |  fraction of  |  cancel  |  simplify  |  mixed number</a:t>
            </a:r>
          </a:p>
        </p:txBody>
      </p:sp>
    </p:spTree>
    <p:extLst>
      <p:ext uri="{BB962C8B-B14F-4D97-AF65-F5344CB8AC3E}">
        <p14:creationId xmlns:p14="http://schemas.microsoft.com/office/powerpoint/2010/main" val="4993454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497DC2-8199-4F23-A30A-46F1ECE9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E4411A-D787-4A37-BD69-5B684231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2E486B-44A7-47C2-905A-F39A647B9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B62F64-2C06-4AF3-9243-AB967A54A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EC727B-5024-4B27-B467-20D9C070A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7A18C0-8C17-4CBD-8087-9108C288E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6E4F98-DFA7-4931-B33D-B65C0FA90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8F6AC6-3F4C-4A9D-B828-DA5E3D839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28A42B-3654-4F7D-9F33-D0263948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proper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8A17AC-689E-41F2-8625-92585E3D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1/4 x 3/5.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FEA55D-3B12-428D-9889-715FB1C49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542400-ACC8-434E-977F-F423ABA0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F33CF-D5D7-4301-801A-D707EEED8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Convert mixed numbers to improper fractions when needed.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EB64DA-9AD2-4EF7-8D19-6B9D54AA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E0799F-C097-4C57-B206-319B3866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5B1952-EAB5-43BE-9290-A750633AC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Multiply numerators and denominators, cancelling common factors efficiently.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AD84F8-39D4-47BA-8534-0E3C6EC7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01D2D4-D6AB-494F-821E-E2E364184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B5F8F3-64F2-4266-AF0D-6ADE89C3D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3/20.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8BF8D4-4A9A-48AB-B22B-C83C6668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BF7EA0-BD41-4791-BDC5-B06A9284B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89EC02-D1A9-4C00-B3C7-9F4F1B072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Simplify the product and check its size.</a:t>
            </a:r>
          </a:p>
        </p:txBody>
      </p:sp>
    </p:spTree>
    <p:extLst>
      <p:ext uri="{BB962C8B-B14F-4D97-AF65-F5344CB8AC3E}">
        <p14:creationId xmlns:p14="http://schemas.microsoft.com/office/powerpoint/2010/main" val="4383541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F61F10-DB56-4EC9-8575-7440C7B3B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E47839-5739-44AC-9E86-EAA485C15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5B1041-4065-4CE6-B312-B2F87645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2CF165-EBBE-4487-BB11-421B3C51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8337F7-A94E-4242-A71B-01A2BFE4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75CDE0-25CA-465F-87EE-E30FDF5B6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AB4185-C9A8-488B-B2DC-70E11582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46DFEE-800A-46DF-BB7E-6E2A5087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91793C-17AD-4916-B628-9D11223FC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proper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40FFD2-58C4-42F7-98C3-2192FE3A3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22CCC0-1803-4871-A5A3-F8A32CDF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3/20.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6FB2A8-9945-4F6C-9EA8-63DF53A89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1043D7-43BF-40E3-A989-2F8C03B0E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the product and check its size.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18DC82-D71A-4B02-9061-B47533B84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2422025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5DE39F-CAF0-4287-9C28-92861936E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BD6CA5-E0E0-4F27-B8D9-0AFC7DFBD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CD7CE4-738F-49FA-9693-71EE490B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1BC3EB-42F7-41C9-B6E0-10523C4BC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44B20D-CF7D-4AF9-91D8-93F6BC7C0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4B7539-7FA2-45F8-9B6E-20E16180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BFF285-24DC-4B02-8822-54FFD80AD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2317ED-550C-4E87-8F8B-A76EA40E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70C8CD-6C9D-44B8-B352-89B6BDA5F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proper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C1A7AF-7164-429A-B4D5-C416160B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2/3 x 9/10 using cancellation.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466877-6DA9-4D59-A3E6-97C133F4B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21099B-E1C3-4E3E-9B63-0ECA4CB0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A9E716-F0CD-405D-A6FA-E009D4F22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B710AC-16ED-4064-81C6-7112AA87A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F4E1BD-1E05-4AB9-A1A7-E08A1B00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3/5.</a:t>
            </a:r>
          </a:p>
        </p:txBody>
      </p:sp>
    </p:spTree>
    <p:extLst>
      <p:ext uri="{BB962C8B-B14F-4D97-AF65-F5344CB8AC3E}">
        <p14:creationId xmlns:p14="http://schemas.microsoft.com/office/powerpoint/2010/main" val="11489997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1E008F-1AD4-45EA-AA13-A0227619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2E0F16-4AD0-4A45-B01A-ACC5DDBE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F801F0-38D8-47C5-8F8C-CC81693A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82A4BE-68EA-4A70-B4DB-FE115B08E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7E3A51-D442-4409-AAF6-DC9AC657C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EC3C90-A8B5-4141-8F12-95D64EDE2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A4E932-3880-4D88-9063-2B06FB786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1521AC-9629-4E1A-923F-E1A40848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BE4796-7D7B-44D5-8F19-0B828297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proper fractions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c3598638114215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2B3575-1D58-4BAF-B2D9-91ABA907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9FCBA6-1BB5-4356-A67E-F2474BF0D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thinks multiplying always makes a number larger.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362ED6-92EA-4658-B868-6C666CF9B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07822E-D44E-4C2B-877E-C86E4FDB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547E2C-25F9-43DF-A87D-A3749E6D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Multiplying by a proper fraction finds a part, so the result can be smaller than the starting number.</a:t>
            </a:r>
          </a:p>
        </p:txBody>
      </p:sp>
    </p:spTree>
    <p:extLst>
      <p:ext uri="{BB962C8B-B14F-4D97-AF65-F5344CB8AC3E}">
        <p14:creationId xmlns:p14="http://schemas.microsoft.com/office/powerpoint/2010/main" val="70870023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41BBC2-E022-43FD-8EB2-A5B7FB7D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835246-507F-48FB-B14A-CCE8DE0F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DA32FF-CF3D-46D3-9DF7-E5B7CE630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E450C6-5920-4A6C-BFF4-5D0F5971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E3505D-EA8A-487F-8041-9E4EDF1A2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524C15-0BD3-40B0-91F2-6A58342A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C9D091-F2D6-400D-87FE-D106A8E62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932F6A-EE46-425C-8B24-E896B73D3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F60EA2-4639-4507-8F7B-9831AC6E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proper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443C98-61D6-4553-BA3A-D8034CD5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A604E7-5A3A-4F10-B309-13E827967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017525-E606-4998-B35B-2BE02EF5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450AF0-6B98-4963-BA78-905DE406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2/3 x 9/10 using cancellation.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5397E0-A7ED-46F1-8E8E-E8A96FA5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135C33-8B72-45B0-A6F8-BDD84FF00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15C807-DB6E-408D-AA96-888CB8F2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BD9B95-B36F-4E43-8BDF-1BFC3CF6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BBFCCF-977B-495E-AD80-A86865F19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2C8FC2-FB5C-41BE-8D67-AE9525AF8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DCC70F-AEB7-4A49-827B-796203092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8AF900-9175-4348-8FAE-1EA25820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3/5.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02B512-27E8-4ABD-B37D-EB586413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1188836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E66349-F997-4283-BB13-822E8665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B6AA38-B9D6-432C-90D0-FAF2E91A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52725C-99E8-46D5-A8F0-307BE1CD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069D46-C4EC-4B0D-A3EA-96FF5DEC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5C02D2-D95D-4114-A558-A95F6890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9FE919-8020-47ED-B0B5-F0C49279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081E83-E00B-454F-810B-7346353F7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1ABA3-2F65-4B6B-BDEC-03E1CF1EC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4C95CE-6C3A-4D8C-915B-1C91A0B3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proper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265A5E-FF7C-4F7B-8129-F0FC68867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45E39C-B4A5-4CD7-B98E-8484A593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F4DABD-2761-4D97-9FA4-22655412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5C229F-C3DF-49FE-98BE-713C7CB0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1/2 x 3/4.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7B3912-BF53-4327-9A96-348C7459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2507BE-92EA-4F96-80FE-F3C5521EC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709E88-C087-4110-A498-330EC3FC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147307-B886-40FB-9B31-AEF38EE05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56E2D2-EC46-433F-B055-765EC9235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B63B42-8FF1-470F-B592-CFAFC6A9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A33F6C-2C6D-479E-B895-9475560D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26A58C-BDB7-4696-ACAC-D383A27E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8986310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6087AE-B7B7-41AE-9ECA-DEDC3B258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8E1979-0D04-4E55-BC14-F000D9F8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296AE8-2CAA-4569-ACB9-56C773C8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BCCF4C-7A87-482F-8EF2-EDFC8DDC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C223FA-F34F-4BDE-BDE7-791242120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30A8F6-F652-410E-87D3-3F136CA8A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EDD4CB-D1E4-446D-B5A4-CE843F8B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F01897-D91B-44FA-8179-1BBA8E226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4CCE23-3E9E-45F3-BB60-A0126C1EB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proper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0F7BA3-32B4-4853-8B9B-22A64065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ribbon is 3/5 m long. Maya uses 2/3 of it. How much ribbon does she use?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90384A-CC9B-492C-8773-522A4B93D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7E16D4-0AD9-481F-B83D-701EEA04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CF1B29-3AD7-46ED-9AFA-76F919CD5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2/5 m.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0086442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8E02FB-764C-4EA7-802A-C3FE20E5F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C1927F-4BF3-4766-BB5A-D0D4F7C4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893FBC-3A6A-446C-B139-387844CC3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DDB455-BAFF-4D4A-B5F1-96BDD59D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882C8B-3504-42D4-858A-0D47E081E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073E03-2E9A-402B-AA6C-90A6EDAD1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8FBE71-C57E-4EC9-B2B1-25009AB1B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AC46A9-4730-4702-BA46-492089B03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013368-1ECA-4605-8486-650296D4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proper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3D993B-93F0-4805-92EF-73F23804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2746D2-BF15-4F1F-8FCC-527A966B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863922-55C0-4BE9-B6E4-735858C32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1/2 x 3/4.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85FAA0-5033-4675-9198-69079371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13A7D6-A160-4366-9E24-8CED1E339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CF6E77-5AA6-4355-870E-EA0B7A62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311C9C-2260-469C-8B88-FF44334E0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 7/8.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12FAC4-9C04-45C3-A9F2-47C5797AB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E23EAE-2F5C-4AC4-AA2A-4627B2F1A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0669014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4C94A0-0DCB-40EC-AEFF-FA481DF47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4B48FD-5C65-467E-9947-85CD799D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4FA60F-123B-4A43-8999-0CCAEF49D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DB7903-D6BA-4CA1-ABC1-CF2EDE1D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4036C2-439A-495F-8E57-4C7ED278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0D690A-0367-46D9-97F2-213D23667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915FD3-FB0A-405E-8906-8C53EEB7D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53B606-6B13-4718-8BE6-3AD8C8FEC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B9D6C5-B0B3-452B-928F-F12CA5D8E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proper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8FA7A3-2850-412C-8E41-305D9AF24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741F6C-611C-4725-A9FA-009B18335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033DB9-19E9-450A-8F12-2F1A132F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2FF2C2-C82D-433A-8685-43D27413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1/2 x 3/4.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B0B9F6-C3B7-4795-97C7-721EAD86F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821499-9574-446C-9D46-8D550C5DA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4E6DC4-2040-4B73-90CE-C8A8192A9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90E774-459D-4D6A-BA3D-2525F898D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thinks multiplying always makes a number larger.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47483F-4ABB-4C36-A5BE-3F4F696C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042A41-6C6A-430A-B1E1-82A29C2C3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6AA65A-03CB-4DFB-842F-326D59806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3F459C-2B21-4A2A-AAFF-B805A081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5161A5-FB06-46BA-BBEE-DD34C567F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28070209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2026-09-09T20:46:38.5160000Z</dcterms:created>
  <dcterms:modified xsi:type="dcterms:W3CDTF">2026-09-09T20:46:38.5160000Z</dcterms:modified>
</coreProperties>
</file>