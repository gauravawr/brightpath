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c8cef29551941e2" /><Relationship Type="http://schemas.openxmlformats.org/officeDocument/2006/relationships/extended-properties" Target="/docProps/app.xml" Id="R0288bd5a7bd64c96" /><Relationship Type="http://schemas.openxmlformats.org/officeDocument/2006/relationships/officeDocument" Target="/ppt/presentation.xml" Id="Rcfb3dfa1e82245a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1959d1c25904026"/>
  </p:sldMasterIdLst>
  <p:notesMasterIdLst>
    <p:notesMasterId xmlns:r="http://schemas.openxmlformats.org/officeDocument/2006/relationships" r:id="Rb67a597425084eef"/>
  </p:notesMasterIdLst>
  <p:sldIdLst>
    <p:sldId xmlns:r="http://schemas.openxmlformats.org/officeDocument/2006/relationships" id="256" r:id="Ra9a3e70d52724d7b"/>
    <p:sldId xmlns:r="http://schemas.openxmlformats.org/officeDocument/2006/relationships" id="257" r:id="R2f2a0f2be687478e"/>
    <p:sldId xmlns:r="http://schemas.openxmlformats.org/officeDocument/2006/relationships" id="258" r:id="R5290b93540e840b5"/>
    <p:sldId xmlns:r="http://schemas.openxmlformats.org/officeDocument/2006/relationships" id="259" r:id="R69eb3eff637b4f48"/>
    <p:sldId xmlns:r="http://schemas.openxmlformats.org/officeDocument/2006/relationships" id="260" r:id="R870dc5f9229a4dfa"/>
    <p:sldId xmlns:r="http://schemas.openxmlformats.org/officeDocument/2006/relationships" id="261" r:id="R66394143b8934ecd"/>
    <p:sldId xmlns:r="http://schemas.openxmlformats.org/officeDocument/2006/relationships" id="262" r:id="R38055d651a86448a"/>
    <p:sldId xmlns:r="http://schemas.openxmlformats.org/officeDocument/2006/relationships" id="263" r:id="Rcf2c4ff6ae5f4fff"/>
    <p:sldId xmlns:r="http://schemas.openxmlformats.org/officeDocument/2006/relationships" id="264" r:id="R2019cf16f95e4bd6"/>
    <p:sldId xmlns:r="http://schemas.openxmlformats.org/officeDocument/2006/relationships" id="265" r:id="Ra81d75a1efbd49a0"/>
    <p:sldId xmlns:r="http://schemas.openxmlformats.org/officeDocument/2006/relationships" id="266" r:id="R7ff0b7f363994551"/>
    <p:sldId xmlns:r="http://schemas.openxmlformats.org/officeDocument/2006/relationships" id="267" r:id="R60f5be0bdad949f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449b8461b6340c4" /><Relationship Type="http://schemas.openxmlformats.org/officeDocument/2006/relationships/slideMaster" Target="/ppt/slideMasters/slideMaster1.xml" Id="Rf1959d1c25904026" /><Relationship Type="http://schemas.openxmlformats.org/officeDocument/2006/relationships/notesMaster" Target="/ppt/notesMasters/notesMaster1.xml" Id="Rb67a597425084eef" /><Relationship Type="http://schemas.openxmlformats.org/officeDocument/2006/relationships/presProps" Target="/ppt/presProps.xml" Id="R78157adda3124ec4" /><Relationship Type="http://schemas.openxmlformats.org/officeDocument/2006/relationships/tableStyles" Target="/ppt/tableStyles.xml" Id="Rd5fdaf0f5fef44af" /><Relationship Type="http://schemas.openxmlformats.org/officeDocument/2006/relationships/slide" Target="/ppt/slides/slide1.xml" Id="Ra9a3e70d52724d7b" /><Relationship Type="http://schemas.openxmlformats.org/officeDocument/2006/relationships/slide" Target="/ppt/slides/slide2.xml" Id="R2f2a0f2be687478e" /><Relationship Type="http://schemas.openxmlformats.org/officeDocument/2006/relationships/slide" Target="/ppt/slides/slide3.xml" Id="R5290b93540e840b5" /><Relationship Type="http://schemas.openxmlformats.org/officeDocument/2006/relationships/slide" Target="/ppt/slides/slide4.xml" Id="R69eb3eff637b4f48" /><Relationship Type="http://schemas.openxmlformats.org/officeDocument/2006/relationships/slide" Target="/ppt/slides/slide5.xml" Id="R870dc5f9229a4dfa" /><Relationship Type="http://schemas.openxmlformats.org/officeDocument/2006/relationships/slide" Target="/ppt/slides/slide6.xml" Id="R66394143b8934ecd" /><Relationship Type="http://schemas.openxmlformats.org/officeDocument/2006/relationships/slide" Target="/ppt/slides/slide7.xml" Id="R38055d651a86448a" /><Relationship Type="http://schemas.openxmlformats.org/officeDocument/2006/relationships/slide" Target="/ppt/slides/slide8.xml" Id="Rcf2c4ff6ae5f4fff" /><Relationship Type="http://schemas.openxmlformats.org/officeDocument/2006/relationships/slide" Target="/ppt/slides/slide9.xml" Id="R2019cf16f95e4bd6" /><Relationship Type="http://schemas.openxmlformats.org/officeDocument/2006/relationships/slide" Target="/ppt/slides/slide10.xml" Id="Ra81d75a1efbd49a0" /><Relationship Type="http://schemas.openxmlformats.org/officeDocument/2006/relationships/slide" Target="/ppt/slides/slide11.xml" Id="R7ff0b7f363994551" /><Relationship Type="http://schemas.openxmlformats.org/officeDocument/2006/relationships/slide" Target="/ppt/slides/slide12.xml" Id="R60f5be0bdad949f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4cf58a3a86340d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4b1ca6a50f546fe" /><Relationship Type="http://schemas.openxmlformats.org/officeDocument/2006/relationships/notesMaster" Target="/ppt/notesMasters/notesMaster1.xml" Id="R30400b6fed36402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cd18ca050d74ae6" /><Relationship Type="http://schemas.openxmlformats.org/officeDocument/2006/relationships/notesMaster" Target="/ppt/notesMasters/notesMaster1.xml" Id="R861632b77c6c4e0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f084f958fc34212" /><Relationship Type="http://schemas.openxmlformats.org/officeDocument/2006/relationships/notesMaster" Target="/ppt/notesMasters/notesMaster1.xml" Id="Rb03c8330a64744b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cc353f3c5fb48e9" /><Relationship Type="http://schemas.openxmlformats.org/officeDocument/2006/relationships/notesMaster" Target="/ppt/notesMasters/notesMaster1.xml" Id="Rc673ab49485e41c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13bd30acc0c4bde" /><Relationship Type="http://schemas.openxmlformats.org/officeDocument/2006/relationships/notesMaster" Target="/ppt/notesMasters/notesMaster1.xml" Id="Rfe0c28baef3247c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2f4f2eb132d45f5" /><Relationship Type="http://schemas.openxmlformats.org/officeDocument/2006/relationships/notesMaster" Target="/ppt/notesMasters/notesMaster1.xml" Id="Ra549ec7471264e2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8500048fd7d44ff" /><Relationship Type="http://schemas.openxmlformats.org/officeDocument/2006/relationships/notesMaster" Target="/ppt/notesMasters/notesMaster1.xml" Id="Rb27882bf41e24a7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d4d6c23d1344e81" /><Relationship Type="http://schemas.openxmlformats.org/officeDocument/2006/relationships/notesMaster" Target="/ppt/notesMasters/notesMaster1.xml" Id="Rb9e25a027b1246d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2fe2a7615e546f7" /><Relationship Type="http://schemas.openxmlformats.org/officeDocument/2006/relationships/notesMaster" Target="/ppt/notesMasters/notesMaster1.xml" Id="R242fa6dda36146d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4028475340243af" /><Relationship Type="http://schemas.openxmlformats.org/officeDocument/2006/relationships/notesMaster" Target="/ppt/notesMasters/notesMaster1.xml" Id="R3aa8f61a104a400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1910324fdee4bbf" /><Relationship Type="http://schemas.openxmlformats.org/officeDocument/2006/relationships/notesMaster" Target="/ppt/notesMasters/notesMaster1.xml" Id="Rf886f44fe068496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cb030d881134dc1" /><Relationship Type="http://schemas.openxmlformats.org/officeDocument/2006/relationships/notesMaster" Target="/ppt/notesMasters/notesMaster1.xml" Id="R7efceb680fb64a1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Fraction strips, bar models, multiplication grid, squared paper,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2/5 m. | Convert mixed numbers to improper fractions when needed. | Multiplying by a proper fraction finds a part, so the result can be smaller than the starting number.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multiply, product, fraction of, cancel, simplify, mixed number.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1 7/8.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2/5 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Multiplying by a proper fraction finds a part, so the result can be smaller than the starting number.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2/5 m..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12..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3/20.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12. | Multiplying by a proper fraction finds a part, so the result can be smaller than the starting number.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f60e6b71da4c6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a048a7854564b70" /><Relationship Type="http://schemas.openxmlformats.org/officeDocument/2006/relationships/slideLayout" Target="/ppt/slideLayouts/slideLayout1.xml" Id="Rbfdc325f808c40c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fdc325f808c40c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cf6faedc804530" /><Relationship Type="http://schemas.openxmlformats.org/officeDocument/2006/relationships/notesSlide" Target="/ppt/notesSlides/notesSlide1.xml" Id="R796c4b10207645d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adb225219a42ce" /><Relationship Type="http://schemas.openxmlformats.org/officeDocument/2006/relationships/notesSlide" Target="/ppt/notesSlides/notesSlide2.xml" Id="R1e13d882a6bc4e8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3bc12eb2fa4131" /><Relationship Type="http://schemas.openxmlformats.org/officeDocument/2006/relationships/notesSlide" Target="/ppt/notesSlides/notesSlide3.xml" Id="R822c9e834470448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3fe7ec202a4e74" /><Relationship Type="http://schemas.openxmlformats.org/officeDocument/2006/relationships/notesSlide" Target="/ppt/notesSlides/notesSlide4.xml" Id="Rbf61b318e041425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607babca5a4ad9" /><Relationship Type="http://schemas.openxmlformats.org/officeDocument/2006/relationships/notesSlide" Target="/ppt/notesSlides/notesSlide5.xml" Id="R3fa7cea297ec4b9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3ac7b650564ab8" /><Relationship Type="http://schemas.openxmlformats.org/officeDocument/2006/relationships/notesSlide" Target="/ppt/notesSlides/notesSlide6.xml" Id="Rf6498cebf1fd41c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f34a7e0ea541d6" /><Relationship Type="http://schemas.openxmlformats.org/officeDocument/2006/relationships/image" Target="/ppt/media/image.png" Id="R194cf5e274624b5a" /><Relationship Type="http://schemas.openxmlformats.org/officeDocument/2006/relationships/notesSlide" Target="/ppt/notesSlides/notesSlide7.xml" Id="R18c1a98ff36e448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9f706a121b4f4a" /><Relationship Type="http://schemas.openxmlformats.org/officeDocument/2006/relationships/notesSlide" Target="/ppt/notesSlides/notesSlide8.xml" Id="R3279da3c5c524ee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927d2bdb2b445f" /><Relationship Type="http://schemas.openxmlformats.org/officeDocument/2006/relationships/notesSlide" Target="/ppt/notesSlides/notesSlide9.xml" Id="R121174e2bad3498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e7ee4a0b5b4a88" /><Relationship Type="http://schemas.openxmlformats.org/officeDocument/2006/relationships/notesSlide" Target="/ppt/notesSlides/notesSlide10.xml" Id="Rd29f98bca5b64de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ad2122dcb7401a" /><Relationship Type="http://schemas.openxmlformats.org/officeDocument/2006/relationships/notesSlide" Target="/ppt/notesSlides/notesSlide11.xml" Id="R2787bb52fc1944c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d14749e2c3493f" /><Relationship Type="http://schemas.openxmlformats.org/officeDocument/2006/relationships/notesSlide" Target="/ppt/notesSlides/notesSlide12.xml" Id="Rc4ba2ae5c21a4a4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A45822-F70E-49B6-AE94-204F582D1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151F63-7E28-4336-9E6B-848879FF3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7DAB45-182B-4BD5-BC3B-8DF1FD23B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B601D6-837B-4701-80CD-69CBAC6AF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1FE5B7-6960-4055-A882-68C4BC9A7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mixed numbers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099F7B-6F59-4CE4-A8A3-4D0B975A4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EA9C1F-05F9-4DE0-8AA7-8E876DFEE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C1E89E-531A-4972-BF5D-D82A99DE7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multiply a mixed number by a fraction.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CA7E32-1210-4A68-A124-0C1EC2841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442D03-9257-47B5-A1A8-DF93F8F9E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Fraction strips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D61760-9A0A-4EB9-8CF7-22DDFF82A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11522500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3A3CC3-C8A0-44D8-A9E9-A56577FA2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C36A47-91A2-452D-8D2E-1AF450869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8E34E6-0C50-443C-91FE-315DBD863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785711-D672-4705-85E2-6DD0E2871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1C3D62-D665-4856-8920-6BEBBF7D9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2B7487-1C3D-4CFB-B907-E7A021090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65570-3F73-4DE0-B7C2-CE8FEA8F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4E6F5E-39EB-416B-BBB6-7F699D89C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420A14-05E3-4832-AEB5-E83A095CD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FE4144-9B2B-42C8-9345-F99703EB8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0F259D-20F8-4349-B12E-487788F44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13E07E-152B-45D5-90FD-029F45739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476530-6728-42A8-92D8-3EF04D70D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Find fractions of quantities and multiply proper fractions and mixed numbers.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619DE1-0FB3-4827-B233-6E6BF5111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22EA19-045A-4E5B-A5B5-58C673037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F041AA-CE7A-4435-B933-2E81E02D5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C7475B-ADFC-4170-B862-D065ADA14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ribbon is 3/5 m long. Maya uses 2/3 of it. How much ribbon does she use?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5D8FA0-E28B-4884-BE2A-618720444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19D2AF-92EB-43AB-9AEF-4DC398606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16B028-2828-4185-98F6-0D33CB60D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E1498E-5D55-4E98-A90D-98A5DD451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2 1/2 x 3/4.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EC03BF-9898-47D2-8BF8-4162912DD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65424677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8D5DEF-45DE-49D7-9D88-CCCFB7119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037D0C-6892-406A-A19E-4FEA2D8E0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62D285-28E8-44DB-9F4B-850991F59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E9A201-664C-4755-A2B3-D2088A50A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805020-0ACF-4631-BBFE-F442848CE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64CDF6-52A7-477B-A65F-1D09F44C5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135602-8860-4186-AF3F-6E5DEBBA6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07541E-CF33-4F98-9E39-0FBC2C947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DCED2E-CACC-41F7-869D-F5E3AE83C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CF6977-E7B1-4097-B567-8253B1086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multiply a mixed number by a fraction.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8DF07D-BF0E-42E5-A89D-5A12F3E60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E6C1C7-2573-4803-A662-9E59471C6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Convert mixed numbers to improper fractions when needed.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DA1684-F33F-4688-A14A-7E1E5D7A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numerators and denominators, cancelling common factors efficiently.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E6373B-4843-40D6-86CC-643EE140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the product and check its size.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C629FE-52F3-4BC9-8A96-E02C85D7A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multiply  |  product  |  fraction of  |  cancel  |  simplify  |  mixed number</a:t>
            </a:r>
          </a:p>
        </p:txBody>
      </p:sp>
    </p:spTree>
    <p:extLst>
      <p:ext uri="{BB962C8B-B14F-4D97-AF65-F5344CB8AC3E}">
        <p14:creationId xmlns:p14="http://schemas.microsoft.com/office/powerpoint/2010/main" val="159912077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555208-E878-42EE-86A3-B7655F65B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39A1A1-FF50-4C8E-9C20-B5DF2D548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8A2B65-D3C0-4B4F-97DF-9D83C6704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9A4459-8400-46C0-BA02-A65D5088E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36A968-3237-452F-9CCF-BEF9F1A01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F8EBB7-1386-4C9F-9D56-8C796BAED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E957B6-0B62-4777-9822-4B8F674AC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32CCC5-08D5-4713-B39D-8FB822D68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520985-CDCD-4E58-B8B9-DB7E181E5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2CCCF3-207A-4396-BBA2-4195DC601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1/2 x 3/4.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F5F17B-1DBD-4CA8-9814-3F00C071A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608C47-9BDB-4028-9A97-4E65EDAAF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727E14-5464-4E98-A6C4-A51DA6217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Convert mixed numbers to improper fractions when needed.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38F832-9E6A-48BE-B175-DFE169C29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71C3CC-627E-4AF7-8856-EC7868C5E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9A777F-49EA-490C-8492-A4A87A208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Multiply numerators and denominators, cancelling common factors efficiently.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355D70-4885-4008-98D9-693BDA13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52912A-4E21-448C-A915-39CBDDDC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439B67-5165-4ADE-96BB-34FC7EF7E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1 7/8.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E76CDF-926C-4956-B098-29E35C95B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B14448-B32B-4747-983F-8EFFAA19C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90CFC2-793F-4E7B-8E60-90792DBB4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Simplify the product and check its size.</a:t>
            </a:r>
          </a:p>
        </p:txBody>
      </p:sp>
    </p:spTree>
    <p:extLst>
      <p:ext uri="{BB962C8B-B14F-4D97-AF65-F5344CB8AC3E}">
        <p14:creationId xmlns:p14="http://schemas.microsoft.com/office/powerpoint/2010/main" val="142995963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D33EA1-7074-4432-8B5D-88E194421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5DC4D9-CBDA-4904-8347-F08547878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6F5509-2966-414A-9418-2C13DDF3B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071BA8-06A8-415D-9B67-179DD99A4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96621F-297E-47F9-8432-7C1D47093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EDB767-0A62-4AF1-A45A-18011E6B1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24003A-82DD-42B3-8971-304AAE1E0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D4910E-1006-4374-A7D9-BFB9EB043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C2A358-AB8D-4508-BFC4-941E49D50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552F92-9E16-4321-972B-69E21CC84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4CCE0B-ADD9-4F31-9BFE-F137D3EB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 7/8.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BB8F37-B75B-48C9-B26D-BC3746D49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ABF86A-55BB-48E1-A02B-892D7382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the product and check its size.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205FD2-015E-4CAA-B2A5-CA0ED5B5A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89155340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B21001-0727-402E-8B4A-C143F700B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A21505-DBB9-4A76-A11E-FAA6D0D72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244C0F-C1CC-40C7-9722-C25F60DAF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C0BA2B-74C6-40E5-84D4-12D91A12D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4344B2-916A-4EFB-BC7F-11941F4F0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9999F7-6EFB-4682-B1CF-A62D1579E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EFE355-D2DB-439B-810A-97EB5B0BB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82E109-580E-48D5-B919-464376F3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8AB556-617E-499A-8BBF-D9A02BE7C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8CF562-CE04-410E-B002-2D57390F5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ribbon is 3/5 m long. Maya uses 2/3 of it. How much ribbon does she use?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4C5FBF-97FA-4FE1-A837-4921FCDE0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66FA45-318A-4F61-B915-C933DD6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955902-BDC5-4A07-BDB7-9E17C1251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E4C985-F762-4FF0-BE09-A2CACDBB4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358B8A-2BDC-4065-B87F-5BBF8A7A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2/5 m.</a:t>
            </a:r>
          </a:p>
        </p:txBody>
      </p:sp>
    </p:spTree>
    <p:extLst>
      <p:ext uri="{BB962C8B-B14F-4D97-AF65-F5344CB8AC3E}">
        <p14:creationId xmlns:p14="http://schemas.microsoft.com/office/powerpoint/2010/main" val="24453910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DD1790-1791-4A14-8D58-110FD6923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37617B-E232-4C2B-945F-82960AF78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633E34-6634-4F41-BA95-8D7F972A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4AD72C-9C46-4F72-A13A-3A30AA3B8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EF9BE9-9021-4C78-AB61-9931D5F6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1BBCBE-BD1A-4A5C-B978-06555A07A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E5C008-3966-4F96-8291-F9FE90818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8B3E6E-4BD4-408B-85AB-BFAB423AF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6ADD5D-5D86-42F3-B315-4CD3443F9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mixed numbers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4cf5e274624b5a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273978-7E79-4D49-9723-E7D892C1F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BD6E8F-2E35-4CBF-AF71-051C7011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thinks multiplying always makes a number larger.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985AD6-CCE9-4B6F-AB36-98D01BACC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91E8E8-0EB3-485B-9877-EDA3D4EC3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59475D-C5CF-4876-942B-6B20A513E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Multiplying by a proper fraction finds a part, so the result can be smaller than the starting number.</a:t>
            </a:r>
          </a:p>
        </p:txBody>
      </p:sp>
    </p:spTree>
    <p:extLst>
      <p:ext uri="{BB962C8B-B14F-4D97-AF65-F5344CB8AC3E}">
        <p14:creationId xmlns:p14="http://schemas.microsoft.com/office/powerpoint/2010/main" val="66952351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52A66A-7E1B-4E38-8EFD-F2A0F80EA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6A9A03-008A-4F88-AD25-436F5BB39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FCBDEC-FC18-4E75-B4A5-22AD9F808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9EC8AF-4137-42BD-A420-62176FE61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1293EE-FCE0-4568-8633-6899FF83A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265016-61D3-436E-BC8D-EAD00469A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409268-49FB-4D6C-81DB-42185428F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1D9547-6084-43CE-B95B-24E66042F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5F4B69-FD6C-470E-9C6C-3B58EE357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62EB4C-590E-4D54-BAFD-89BA12C4B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C8EB00-C596-4A4D-8878-566317408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E0E605-F529-4F15-B2D5-7B3A34028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A4D50C-9D8A-4C8E-85CC-D8EF0601F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ribbon is 3/5 m long. Maya uses 2/3 of it. How much ribbon does she use?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9CF175-7834-44E2-842F-7765B1752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DDBF2E-D171-4EB1-B984-03BFA16B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31D488-5F8E-4502-A527-C7A18C6CF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6342FB-3F21-4578-9AD2-7EB749B5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3E7855-5220-40EA-A63B-0879C1EC0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93C9DE-B9B5-4286-B7BE-66BB515A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BED465-A5DF-4A8C-A055-36C3FB898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15FEDE-C954-4C6C-A4BC-5F27EE014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2/5 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264812-35A6-47A6-9751-D5CAFFADD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15798933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0B2AAA-DC8B-406F-9125-7779833D0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16B8B2-9F76-46A1-8A3E-536C42E6A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613B1B-F8C6-428C-8E4A-5CF951128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2A8735-38EE-4233-9B8F-2979A686F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68A164-9BD7-4236-9903-D27AAE575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711BB0-54FF-4416-93DE-2CF99E5E2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B0AC11-68D4-434E-A682-07AF1D0C2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A563B0-9872-4454-B47C-E4CD78829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FF0B43-7BBE-439A-85F2-80A969277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53B162-F68D-4F23-9215-EABB55715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78DF0C-3240-49F6-AEE1-91EA05F02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B9E17D-DDE4-4295-B006-F980ED473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6F2F90-24D7-440F-A561-6D06045D5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4/7 of 21.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F39F25-AF14-4B76-BD81-1C774B370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FCC199-AA11-4F40-8721-2705F7A7E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EC2787-CA62-4792-B46E-4C187D59D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8112B3-189F-4BA1-9AC7-E79161001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B8EE86-3F2D-41F8-BE3D-F8E60C3D4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2730AF-E132-438B-A9B3-C18418CF2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2286D7-EB9F-41E9-BED9-0FC3DD8AE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D4BEAF-82B2-476D-9A83-B40500D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5171245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758FE7-D260-4649-A6B7-3E49B02B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F230E3-D39B-4229-A7ED-874768503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CDA5E4-F29C-4796-B879-522B2A48A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2EEE86-B032-44D7-B2FE-5E04C1EF6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212A1E-BF62-47C1-A84D-11C55703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F0F4F9-5C59-48B4-BF61-D88FABE7A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3D6678-589A-4C09-A5A3-8B3DB5D99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35AC1F-5EA7-465A-BCD7-F3AF80D6F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36EC6B-5517-4948-B15A-7E2073780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F77397-2EA8-4C5F-8C68-80468CA10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Calculate 1/4 x 3/5.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BBC0F6-4893-4477-B4A3-6BD42D842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662589-7685-4099-B46A-468DDD35C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341DDB-792A-48E2-9BA4-C8772014C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3/20.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19662924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7F5920-4730-454A-9088-6AD8BE9B4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4335BD-38EE-42D2-94C1-936ABBEA7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FBB7B2-7B96-4BB1-B566-74F914320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B9FD00-25B0-4A71-B6FF-7F8632ACF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2F702F-DF0C-4781-9FF7-4A22C9F06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7C7A09-520D-452F-81A4-27480AB42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8BD990-5B16-4D6D-91D8-91AF37A25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DD3AC4-3567-4115-95D8-571646EC4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8009BA-A918-4B22-889A-E9B0B74EE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606472-CF65-493A-B9E7-1FC5F285A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6BB0FB-6F24-41D6-8098-09F710855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448096-B980-4734-9006-26907CE9E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4/7 of 21.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C958A3-05DD-49D8-8E11-2324A2BDF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923920-BFEB-47F1-A582-0D19C98A1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1199B3-D297-46BB-A8A4-88BB55FD3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CF4340-6BF8-4D0D-B9FA-A70191C0B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12.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56DFE4-D0B7-483F-B56A-C11D14951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A709BD-4D21-4966-A6EC-22EB4D2CC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83247127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6268B5-5556-4A25-A066-73F61E1AF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F59837-5BDC-4E92-8C70-0E5846CB2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2B3172-56FD-4602-ABAA-D17925287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D62F82-542D-4495-B413-FEF6CA6E7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E364E0-E1B6-406D-A1DD-62221E027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F0C6CB-CDDA-4A92-BD93-33EBCA165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4AD191-4E15-479F-A7DE-9B4429874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18BAF0-282C-45D4-A2EC-273453D9C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758591-097A-4190-B6F2-5C96CF113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F42127-E987-43AB-8810-8AE7328DC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1C73F3-5E1D-4543-B994-AE1188D4D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5641AD-BFFC-4958-97FF-36CD31A65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21843B-F8F0-46C9-8F03-958E7684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4/7 of 21.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30BA37-B034-49C3-8535-8827621F9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4EED99-031A-47EA-9AF8-5C0757E61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54905C-85BB-4D2F-9CA9-3BA1388FC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C0EB66-BCF9-43D1-B58C-03C07471F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thinks multiplying always makes a number larger.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B16557-301F-42BA-A8B7-FAB540B4D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238272-60E4-4542-9191-12AE12C4C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BB9E5A-6108-4CD1-BA62-63AC4424D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554A3B-BDB4-4719-81C2-301E67FA6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8C753D-A1C7-4566-AD0F-B30791842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29828159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2026-09-09T20:46:40.8970000Z</dcterms:created>
  <dcterms:modified xsi:type="dcterms:W3CDTF">2026-09-09T20:46:40.8970000Z</dcterms:modified>
</coreProperties>
</file>