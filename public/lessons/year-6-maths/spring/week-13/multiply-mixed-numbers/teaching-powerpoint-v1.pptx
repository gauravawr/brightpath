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f9d763957414e" /><Relationship Type="http://schemas.openxmlformats.org/officeDocument/2006/relationships/extended-properties" Target="/docProps/app.xml" Id="R67fa74a8dd7943a6" /><Relationship Type="http://schemas.openxmlformats.org/officeDocument/2006/relationships/officeDocument" Target="/ppt/presentation.xml" Id="R766b461d8b69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f9521b54d47f6"/>
  </p:sldMasterIdLst>
  <p:notesMasterIdLst>
    <p:notesMasterId xmlns:r="http://schemas.openxmlformats.org/officeDocument/2006/relationships" r:id="R9545947dc4f2459d"/>
  </p:notesMasterIdLst>
  <p:sldIdLst>
    <p:sldId xmlns:r="http://schemas.openxmlformats.org/officeDocument/2006/relationships" id="256" r:id="Ra39756d57a214a39"/>
    <p:sldId xmlns:r="http://schemas.openxmlformats.org/officeDocument/2006/relationships" id="257" r:id="R32243047c5434319"/>
    <p:sldId xmlns:r="http://schemas.openxmlformats.org/officeDocument/2006/relationships" id="258" r:id="R4eac873ee4c34769"/>
    <p:sldId xmlns:r="http://schemas.openxmlformats.org/officeDocument/2006/relationships" id="259" r:id="Rc66f7e29012b4ad2"/>
    <p:sldId xmlns:r="http://schemas.openxmlformats.org/officeDocument/2006/relationships" id="260" r:id="R2486ecc250184e05"/>
    <p:sldId xmlns:r="http://schemas.openxmlformats.org/officeDocument/2006/relationships" id="261" r:id="R8dcc26fcf8b04583"/>
    <p:sldId xmlns:r="http://schemas.openxmlformats.org/officeDocument/2006/relationships" id="262" r:id="R0a3e64ac96134dd6"/>
    <p:sldId xmlns:r="http://schemas.openxmlformats.org/officeDocument/2006/relationships" id="263" r:id="R686d110a1fff4bfe"/>
    <p:sldId xmlns:r="http://schemas.openxmlformats.org/officeDocument/2006/relationships" id="264" r:id="R2eb122fc5b5d4d69"/>
    <p:sldId xmlns:r="http://schemas.openxmlformats.org/officeDocument/2006/relationships" id="265" r:id="Ra12fe29da11f4b32"/>
    <p:sldId xmlns:r="http://schemas.openxmlformats.org/officeDocument/2006/relationships" id="266" r:id="Ref7cf9435ba64a08"/>
    <p:sldId xmlns:r="http://schemas.openxmlformats.org/officeDocument/2006/relationships" id="267" r:id="R885e81ba2a374d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a0b1401fe4f77" /><Relationship Type="http://schemas.openxmlformats.org/officeDocument/2006/relationships/slideMaster" Target="/ppt/slideMasters/slideMaster1.xml" Id="R4e4f9521b54d47f6" /><Relationship Type="http://schemas.openxmlformats.org/officeDocument/2006/relationships/notesMaster" Target="/ppt/notesMasters/notesMaster1.xml" Id="R9545947dc4f2459d" /><Relationship Type="http://schemas.openxmlformats.org/officeDocument/2006/relationships/presProps" Target="/ppt/presProps.xml" Id="R68f85000e30449fc" /><Relationship Type="http://schemas.openxmlformats.org/officeDocument/2006/relationships/tableStyles" Target="/ppt/tableStyles.xml" Id="R0f41522cfdb646e3" /><Relationship Type="http://schemas.openxmlformats.org/officeDocument/2006/relationships/slide" Target="/ppt/slides/slide1.xml" Id="Ra39756d57a214a39" /><Relationship Type="http://schemas.openxmlformats.org/officeDocument/2006/relationships/slide" Target="/ppt/slides/slide2.xml" Id="R32243047c5434319" /><Relationship Type="http://schemas.openxmlformats.org/officeDocument/2006/relationships/slide" Target="/ppt/slides/slide3.xml" Id="R4eac873ee4c34769" /><Relationship Type="http://schemas.openxmlformats.org/officeDocument/2006/relationships/slide" Target="/ppt/slides/slide4.xml" Id="Rc66f7e29012b4ad2" /><Relationship Type="http://schemas.openxmlformats.org/officeDocument/2006/relationships/slide" Target="/ppt/slides/slide5.xml" Id="R2486ecc250184e05" /><Relationship Type="http://schemas.openxmlformats.org/officeDocument/2006/relationships/slide" Target="/ppt/slides/slide6.xml" Id="R8dcc26fcf8b04583" /><Relationship Type="http://schemas.openxmlformats.org/officeDocument/2006/relationships/slide" Target="/ppt/slides/slide7.xml" Id="R0a3e64ac96134dd6" /><Relationship Type="http://schemas.openxmlformats.org/officeDocument/2006/relationships/slide" Target="/ppt/slides/slide8.xml" Id="R686d110a1fff4bfe" /><Relationship Type="http://schemas.openxmlformats.org/officeDocument/2006/relationships/slide" Target="/ppt/slides/slide9.xml" Id="R2eb122fc5b5d4d69" /><Relationship Type="http://schemas.openxmlformats.org/officeDocument/2006/relationships/slide" Target="/ppt/slides/slide10.xml" Id="Ra12fe29da11f4b32" /><Relationship Type="http://schemas.openxmlformats.org/officeDocument/2006/relationships/slide" Target="/ppt/slides/slide11.xml" Id="Ref7cf9435ba64a08" /><Relationship Type="http://schemas.openxmlformats.org/officeDocument/2006/relationships/slide" Target="/ppt/slides/slide12.xml" Id="R885e81ba2a37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e80b171c74f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6bf8760a8c4a51" /><Relationship Type="http://schemas.openxmlformats.org/officeDocument/2006/relationships/notesMaster" Target="/ppt/notesMasters/notesMaster1.xml" Id="R8268b4f0c06e43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3e22f581de406d" /><Relationship Type="http://schemas.openxmlformats.org/officeDocument/2006/relationships/notesMaster" Target="/ppt/notesMasters/notesMaster1.xml" Id="Rd7515f409518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619c4c020e4be5" /><Relationship Type="http://schemas.openxmlformats.org/officeDocument/2006/relationships/notesMaster" Target="/ppt/notesMasters/notesMaster1.xml" Id="R8fc086704e5342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23c58caf74763" /><Relationship Type="http://schemas.openxmlformats.org/officeDocument/2006/relationships/notesMaster" Target="/ppt/notesMasters/notesMaster1.xml" Id="Ra96c876fac1a4b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28606bc6f54341" /><Relationship Type="http://schemas.openxmlformats.org/officeDocument/2006/relationships/notesMaster" Target="/ppt/notesMasters/notesMaster1.xml" Id="Rfb78e28d23c2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b5f29da02b4769" /><Relationship Type="http://schemas.openxmlformats.org/officeDocument/2006/relationships/notesMaster" Target="/ppt/notesMasters/notesMaster1.xml" Id="R6398dd6edf74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62ae1eb854da7" /><Relationship Type="http://schemas.openxmlformats.org/officeDocument/2006/relationships/notesMaster" Target="/ppt/notesMasters/notesMaster1.xml" Id="R9710b00566bf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6394199b85462e" /><Relationship Type="http://schemas.openxmlformats.org/officeDocument/2006/relationships/notesMaster" Target="/ppt/notesMasters/notesMaster1.xml" Id="Rc8118692cb8047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c7f48aaabb440e" /><Relationship Type="http://schemas.openxmlformats.org/officeDocument/2006/relationships/notesMaster" Target="/ppt/notesMasters/notesMaster1.xml" Id="R6c2a0a468da8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29ae9a9934b94" /><Relationship Type="http://schemas.openxmlformats.org/officeDocument/2006/relationships/notesMaster" Target="/ppt/notesMasters/notesMaster1.xml" Id="Rbc31a667d28044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5d4dbc470f4573" /><Relationship Type="http://schemas.openxmlformats.org/officeDocument/2006/relationships/notesMaster" Target="/ppt/notesMasters/notesMaster1.xml" Id="R2b6be3aec62a46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70c6f1db134911" /><Relationship Type="http://schemas.openxmlformats.org/officeDocument/2006/relationships/notesMaster" Target="/ppt/notesMasters/notesMaster1.xml" Id="Re3bac73453cb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2/5 m. | Convert mixed numbers to improper fractions when needed. |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multiply, product, fraction of, cancel, simplify, mixed number.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 7/8.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2/5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2/5 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12..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3/20.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12. | Multiplying by a proper fraction finds a part, so the result can be smaller than the starting number.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6b14166a543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81889949a48ac" /><Relationship Type="http://schemas.openxmlformats.org/officeDocument/2006/relationships/slideLayout" Target="/ppt/slideLayouts/slideLayout1.xml" Id="R424c0654459e48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4c0654459e48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d1bd7cc1f47b5" /><Relationship Type="http://schemas.openxmlformats.org/officeDocument/2006/relationships/notesSlide" Target="/ppt/notesSlides/notesSlide1.xml" Id="R83f83953bb65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ac462c5d460c" /><Relationship Type="http://schemas.openxmlformats.org/officeDocument/2006/relationships/notesSlide" Target="/ppt/notesSlides/notesSlide2.xml" Id="R51a958a7f734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16f18c025440e" /><Relationship Type="http://schemas.openxmlformats.org/officeDocument/2006/relationships/notesSlide" Target="/ppt/notesSlides/notesSlide3.xml" Id="R058733064da34f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1a70ef01d45da" /><Relationship Type="http://schemas.openxmlformats.org/officeDocument/2006/relationships/notesSlide" Target="/ppt/notesSlides/notesSlide4.xml" Id="Rc47b92ea2f0648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67f8eaab74876" /><Relationship Type="http://schemas.openxmlformats.org/officeDocument/2006/relationships/notesSlide" Target="/ppt/notesSlides/notesSlide5.xml" Id="R078147986d0e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e7fd0951a4eb0" /><Relationship Type="http://schemas.openxmlformats.org/officeDocument/2006/relationships/notesSlide" Target="/ppt/notesSlides/notesSlide6.xml" Id="R7d00cd8328d64d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a00a18e2f4a32" /><Relationship Type="http://schemas.openxmlformats.org/officeDocument/2006/relationships/image" Target="/ppt/media/image.png" Id="R5ff62b654b5b40d8" /><Relationship Type="http://schemas.openxmlformats.org/officeDocument/2006/relationships/notesSlide" Target="/ppt/notesSlides/notesSlide7.xml" Id="R573453358b3b4a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c269c3c9e4926" /><Relationship Type="http://schemas.openxmlformats.org/officeDocument/2006/relationships/notesSlide" Target="/ppt/notesSlides/notesSlide8.xml" Id="R673307cdc368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f21e4a191491b" /><Relationship Type="http://schemas.openxmlformats.org/officeDocument/2006/relationships/notesSlide" Target="/ppt/notesSlides/notesSlide9.xml" Id="R5a64a765e4e4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ddfaa03df4573" /><Relationship Type="http://schemas.openxmlformats.org/officeDocument/2006/relationships/notesSlide" Target="/ppt/notesSlides/notesSlide10.xml" Id="Rd16eb27935d34a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775f348e546bc" /><Relationship Type="http://schemas.openxmlformats.org/officeDocument/2006/relationships/notesSlide" Target="/ppt/notesSlides/notesSlide11.xml" Id="R73d5f833c43f46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e4a630764fa6" /><Relationship Type="http://schemas.openxmlformats.org/officeDocument/2006/relationships/notesSlide" Target="/ppt/notesSlides/notesSlide12.xml" Id="Re6ac090f2d3044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8BB57-3350-43EC-92D2-041E7C11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9141C-E1E8-430E-86CA-66CA54F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1121E-AC84-47AE-B088-F1C1C70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FFD7-9047-4744-B2CA-E55894A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8D3E6-4518-4A36-BA7F-B5C0C76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5E20C-0A76-4864-B298-934DBAC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94799-C7A8-4EE1-8CA6-83A4D5D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FFB1-D49B-48A4-A696-4A3E314A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a mixed number by a fraction.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AB14C-BB1D-44DA-B8CF-0B5D7EF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3EE5C-0C8B-4E78-9E4C-0FABB12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925EB-54E7-4215-90B1-C7B1331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46721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C0299-5DD9-4519-A74C-BFE8193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75A83-6FAF-4979-8E99-13E4493D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4AE40-4C7B-4BD7-B8C3-5EE8D97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CB868-0D8F-41B4-A39B-7BCCAA98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BE8C-D73C-44FD-A848-10E1FDC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50D1B-69A3-429F-B75F-7456199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56AFD-83FE-4DC3-A928-9E7A13B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77DF-2FBB-42FC-BAD5-488A6B75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DEE76-6A05-426A-80F7-2534347A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2E05C-A27A-4889-9E2A-F5F946FE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533D-12B8-4EF8-BA72-24D84607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80B10-1366-46BE-8104-D2534424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55911-6212-4753-9143-15CCFCA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fractions of quantities and multiply 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C1DA-EB3A-462D-8287-A63B767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778C9-B98F-4724-AFCF-94A2D38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0E0AC-870A-4A62-AB3A-C8BF69B6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9FEE2-C268-4DFF-A9D3-2BFD4C2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6EBBE-A391-4B7D-86D4-10CDE62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AE0E0-2B4C-41EE-AD27-ECA4688B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4F865-A09E-48F7-A6B7-EDA82AC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C86A9-4BC0-4F47-B021-5D1DBD2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 1/2 x 3/4.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CF335-0A31-4B24-BF0D-255C958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548330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CB606-BFE4-4262-9F4A-E035AF08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70176-D2C0-4997-8E92-FF7AA5EF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E5EC-28DF-4C95-9A75-80ACD75B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BCBDB-1DB0-4EFD-9FE0-B691791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3829-C8FA-40B7-B334-E8ABDD9E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0E229-C43C-44D6-B318-2E5A236E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34DB7-74FC-4C57-9A12-08D2ABD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34E47-3557-4021-A027-ADCAC58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19060-DBFD-4F9D-B48F-44CC4AD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55C23-D5F9-4BD1-BEF4-EB359499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a mixed number by a fraction.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86A26-93D0-4A2A-B0CC-497ECBC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971BA-D433-46E5-AC5C-D1BE1302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Convert mixed numbers to improper fractions when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C8AD-303A-4853-8CF2-C9ED391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numerators and denominators, cancelling common factors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D6F33-87CA-4888-8914-AD6B7D4E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the product and check its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53E3C-CEB6-4675-8E1D-83F286F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multiply  |  product  |  fraction of  |  cancel  |  simplify  |  mixed number</a:t>
            </a:r>
          </a:p>
        </p:txBody>
      </p:sp>
    </p:spTree>
    <p:extLst>
      <p:ext uri="{BB962C8B-B14F-4D97-AF65-F5344CB8AC3E}">
        <p14:creationId xmlns:p14="http://schemas.microsoft.com/office/powerpoint/2010/main" val="7049453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D08A0-49E7-4FB7-9A50-0A42C235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77A71-D95B-4A93-B5E4-6C83465F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1F8A4-6A3D-48C4-ABEF-92FBAEB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EB4FE-8436-4F08-8B92-31584366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5F7C0-A6A5-4733-AD7B-831832C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60657-32D2-4B6E-88EB-7C8CF18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6C541-25D2-4382-88E2-A8E85DAE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DBA1E-AC15-430E-A9F2-6BFAE820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98C3D-CBF4-4208-B9E4-4AEDF4B7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6CC19-2FCD-4293-925E-D525D378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2CA73-45E8-4753-B59C-4CAAD59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54F0C-8D9E-472A-83F1-D5F3FDAE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87B7A-E6AE-49D3-A9D2-4AEB19C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1/2 × 3/4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3930B-9B43-4BA1-9B86-BD47B67A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0C9D1-7187-47CD-842C-C3AB79F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5CA50-0845-4704-8820-D775970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1/2 = 5/2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88CFA-AA1E-4F55-A196-DF43FD4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662D7-F5F9-4D08-AEF2-94990E8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0968C-324A-4595-9D09-F11265A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5/2 × 3/4 = 15/8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DDA88-2350-47D2-A084-C0387187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4EDA3-49CE-4AAC-A672-EBA83F1C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3F535-26C2-4763-8F68-9AFE02C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15/8 = 1 7/8</a:t>
            </a:r>
          </a:p>
        </p:txBody>
      </p:sp>
    </p:spTree>
    <p:extLst>
      <p:ext uri="{BB962C8B-B14F-4D97-AF65-F5344CB8AC3E}">
        <p14:creationId xmlns:p14="http://schemas.microsoft.com/office/powerpoint/2010/main" val="6244420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CB2B2-6679-46AD-854F-9D9E43C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FF743-A9E6-47CB-8D4B-B7DE512F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73BFC-70DE-4FA7-978B-23B0B565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D6B78-F3AB-4A82-B64A-2F2B5E9E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4C289-D6EC-46F8-9BE0-BD927D73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32A9-E446-4921-B6E5-2582CE5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868CB-6B9B-4B8A-B996-28598BF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CE33B-882C-4582-A8A7-8C7C4D6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50230-8481-4830-A9BC-B57D0FA4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42FFA-D6AF-4861-8B30-E6FFAD22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CB39F-E24B-4D9F-B654-05250794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 7/8.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7D010-6864-4923-8CD0-49B64AC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C44E7-DDF3-4D1C-B1EF-7D3A3F0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the product and check its size.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6E1C5-0B0E-4BCC-BAFC-A7F4390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2229789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CA684-3FAC-447F-8C88-47B2E050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86809-7B85-4FC2-8FD8-18BDE20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DABED-F8F9-45E1-B859-8F2C301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86EDA-61CC-42D3-8F7B-4F67D7D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99A5F-5F10-4EED-AEF0-2BE053A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A3E5F-624D-40AE-8B30-D74E10A2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0749E-C6E9-4F51-8DCF-E85052D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CE586-21A4-480E-A201-013AC4D4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B3BF3-22FD-41F3-A792-D64F9F8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9699B-2DE5-4EFA-AD02-5CF073F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DC8A-1561-45E6-86E9-F3A80E2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8E083-C677-4635-BD27-4EFDBA4F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C8E45-AB9C-401A-975A-70C2DC81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ECD7E-D99E-4CB5-B4F3-9511316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D5515-9518-4FD3-AC66-3C8D9C4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2/5 m.</a:t>
            </a:r>
          </a:p>
        </p:txBody>
      </p:sp>
    </p:spTree>
    <p:extLst>
      <p:ext uri="{BB962C8B-B14F-4D97-AF65-F5344CB8AC3E}">
        <p14:creationId xmlns:p14="http://schemas.microsoft.com/office/powerpoint/2010/main" val="7656730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A4EFE-A0B0-4183-9B06-6C62323D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D5DC4-527D-4B1A-B181-9DBC2451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A3B78-215D-4ECF-94E2-2076C799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0D94A-608C-4330-B10F-5F760D8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AA066-4045-411A-9E99-0549E16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0E1CB-506B-4425-B795-26B5918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0AE62-F281-4E84-8BE2-FCB9305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13E4C-8769-4583-B767-70419E1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525C-F890-4803-A5F8-97DD673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62b654b5b40d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9C8E-E253-4D98-A70B-096269F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4A1E5-6BCF-461A-B9A3-721EF01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thinks multiplying always makes a number larger.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7139C-A910-4515-873B-C0C71AB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ECF97-D05D-4FB8-B88D-CE8FB7E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EBA86-DBDE-4A46-ABBA-0861451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Multiplying by a proper fraction finds a part, so the result can be smaller than the starting number.</a:t>
            </a:r>
          </a:p>
        </p:txBody>
      </p:sp>
    </p:spTree>
    <p:extLst>
      <p:ext uri="{BB962C8B-B14F-4D97-AF65-F5344CB8AC3E}">
        <p14:creationId xmlns:p14="http://schemas.microsoft.com/office/powerpoint/2010/main" val="559177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8FAEB-2835-4893-8BB7-8AC7ACD1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9DAA4-430D-498E-AB4F-1DA966A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E20CB-9486-4BB9-AC72-0FF4B19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5D2C4-DB06-48DF-83AA-F67397B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6EB60-8114-4021-9083-1D57996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A10C-25A3-4EA4-9A5C-C024417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79A6E-D5E3-4DDC-9C12-463601A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14FE7-9FE9-4FCD-99A0-3C96264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5C8C5-CDF2-4B50-A4E4-1EE9D62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AD181-7F63-4C68-A451-A9F3CFEF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FA79F-BB55-41B1-8679-AACC964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7F869-ABF7-4811-9D8F-2948ED2F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98699-4437-4A4C-9511-8001A8EF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ribbon is 3/5 m long. Maya uses 2/3 of it. How much ribbon does she use?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183AD-195B-412D-952C-EB6C606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1044C-4BC5-4BE3-8ED5-8B9A973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98E20-BF60-4604-967D-F83C10E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097A5-4B89-4787-942E-B6A81682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72BC2-9497-4D88-97F2-33EA4465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DDE84-70D2-44FC-91D4-E42D482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B8159-48E0-47B6-AC8B-84C20DB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74908-7DD6-4ECA-9AA5-83B43ADB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2/5 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B4FED-85B4-4865-BFA0-63565AD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58096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04850-BA85-40F8-82A4-EFE5E2A8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C0874-2389-4889-877E-49916BB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4E07A-DB63-4F93-8813-D5A6BB0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03FB1-BED4-40E9-8BBC-59CFD5CF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C580-B08B-44FA-82B3-F2D5C842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A080-AF77-4C02-8914-6CEB3E6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F3F02-8E92-4C3E-B14D-8687153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BCC2-9082-43E8-B1B8-C96059AC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79400-5F79-4970-A88D-EF2573B5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01CE8-F7B8-4245-B095-44207C5A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724B8-5E29-41D0-833E-9C829DE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F6983-B406-4A43-A32C-BA6F8FC9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D55B9-36BB-4168-8815-828B6E88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4/7 of 21.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E598D-5294-4CED-B68C-432277E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979FC-0ABB-4968-A9D0-9FB4346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EE727-173C-4F59-98F2-AC9E48F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43590-EBDA-439A-AB37-45B0CC86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868B5-DD59-4661-9835-C5F4E917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F9BCE-DB70-44F7-8F86-A3D47611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6E70E-1FB0-4049-92AA-421C5620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7D2AC-6E5A-45CF-88DD-27935F8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6350343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B230F-F60E-4526-B0CB-C6030209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95FA-CF16-4FAF-BE08-806DEBF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640E7-8DE4-4068-8426-7AA1597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891A0-23B8-4467-887D-9947A8D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5126C-5963-48FC-A126-576C5A5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51753-BBE1-48FE-86A0-5EF7997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F3CBE-624F-4BCC-93E4-CF7BD49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64AEC-7EC9-4C55-BAB8-38B17FC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AD2C4-AC39-46D2-B1FD-A850AA5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20E1-2C4B-4466-AE98-8631B39B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1/4 x 3/5.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A2627-4E8D-4390-8B77-5769DA92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07B2B-078D-4668-A5A0-6BC2CEC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86AA1-AC08-4646-9408-03CB42E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3/20.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20962189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C2745-CE4D-4DE4-AF4C-E08935C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1FECE-8638-416F-A818-D2A1506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D7384-E0FD-4068-B5C0-694B5834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C4AE-4467-40F4-A193-8E8A44E1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7912C-573E-401E-9A2C-AA8DB292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7B08C-0754-4908-B839-21FC6F88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0A9C6-287B-4E41-85A7-3BD2A17A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CF1D1-8422-4319-97E4-DDE88F8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5198E-2449-4DA2-BA26-F02DF8C0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30D3D-4908-4D08-8410-A5C8307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465F9-6118-4AF2-8129-5AD4DE91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9CB22-6037-4AD3-A4D4-29F65D9B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4/7 of 21.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13013-7158-4CAB-AA87-DF5FD23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6A9B7-6E1F-40F9-844B-DA24159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4D1A0-4FC6-4789-8349-ECD7407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69547-72B9-4968-A17D-FF044D96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088CB-6912-424B-A86D-1049107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8AD37-4FA0-49E5-AC40-182D3537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5085242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BF3A3-0E0E-41D9-B1BE-E2F8D017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80D79-C6DA-4037-B272-CB8F10B4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58E7A-CB4F-404E-AFAB-EBCAE24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B4668-0E91-4C81-B420-5D83BBF4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4BDC3-DDB8-4F28-98EA-CFEA79F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689DF-F30B-4AD8-A5D2-1A8F039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B7FD2-D770-4CC3-85C9-DAB0FC01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4F102-8A16-4766-AF13-87D5B820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C7BA0-107D-496D-9549-C8615164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mixed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4A8CE-48C4-4345-A874-67C5E80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5E29C-C98F-4511-8456-2932934B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C3BBF-794F-4625-AECA-8045835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F464E-2AD2-4539-86AB-80AD6E0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4/7 of 21.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28E97-1E73-4E50-8FCF-B719D13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4856C-34D9-42F9-B119-9D1FA3B7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4A6E5-9335-45D6-B6A0-ED6BBC4A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2DC4C-2FCA-4DE4-95D6-0844934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thinks multiplying always makes a number larger.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B51EA-AB1A-40A4-AFD8-DDE2A24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951F3-A98C-43C2-9ECD-F504722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3F009-7004-477F-8913-B418A5B2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D3AE2-47B1-450E-AA69-E1F6DE3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3E342-21B8-4C07-B0EA-3AE3379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0053649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2026-09-09T22:13:42.8130000Z</dcterms:created>
  <dcterms:modified xsi:type="dcterms:W3CDTF">2026-09-09T22:13:42.8130000Z</dcterms:modified>
</coreProperties>
</file>