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Simplify before multiplying. Simplify before multiplying.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Simplify before multiplying. I do. Cancel common factors across a numerator and the other denominator before multiplying.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Simplify before multiplying. I do.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Simplify before multiplying. You do. Pause before clicking. Let pupils try independently, then reveal and discuss every step.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Simplify before multiplying. You do. Pause before clicking. Let pupils try independently, then reveal and discuss every step. Cancel common factors across a numerator and the other denominator before multiplying.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Simplify before multiplying. You do. Pause before clicking. Let pupils try independently, then reveal and discuss every step.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Simplify before multiplying. I do.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Simplify before multiplying. I do. Cancel common factors across a numerator and the other denominator before multiplying.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Simplify before multiplying. I do.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Simplify before multiplying. You do. Pause before clicking. Let pupils try independently, then reveal and discuss every step.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Simplify before multiplying. You do. Pause before clicking. Let pupils try independently, then reveal and discuss every step. Cancel common factors across a numerator and the other denominator before multiplying.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Simplify before multiplying. You do. Pause before clicking. Let pupils try independently, then reveal and discuss every step.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Simplify before multiplying.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Simplify before multiplying.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68A83841-8B80-4467-9800-3DCEA543F5E3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Simplify before multiplying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C806EF4B-B3AD-4B9D-ABA3-5EA6DB2147A3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F24EADC4-4487-481E-B656-0B3EDE1A6F50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19AAFC13-FAD2-4C21-8A33-8577CA96E71F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Simplify before multiplying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AC0119C6-1A90-49E2-87DC-0156A0916DD4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5690E871-36E1-47BA-9D4C-0493595E0636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use cancellation to simplify fraction multiplication.</a:t>
            </a:r>
          </a:p>
        </p:txBody>
      </p:sp>
    </p:spTree>
    <p:extLst>
      <p:ext uri="{BB962C8B-B14F-4D97-AF65-F5344CB8AC3E}">
        <p14:creationId xmlns:p14="http://schemas.microsoft.com/office/powerpoint/2010/main" val="7068466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object-1">
            <a:extLst>
              <a:ext uri="{FF2B5EF4-FFF2-40B4-BE49-F238E27FC236}">
                <a16:creationId xmlns:a16="http://schemas.microsoft.com/office/drawing/2014/main" id="{15F2FBE8-878B-42D5-BCAE-28B9C1020EA3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D6C65608-4293-42BD-9431-D3B1F0DE8082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2/3 × 9/10.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82E6A2C9-83A4-4607-A6AB-8086DF3CB499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0B5DF82E-96E1-43DC-9900-893C5677948B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Simplify before multiplying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3413984F-A3CE-4CD4-8A46-8CEABCDA5AF4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6AAC0597-E61A-44A7-A7E4-7F869C0DA1CC}"/>
              </a:ext>
            </a:extLst>
          </p:cNvPr>
          <p:cNvSpPr>
            <a:spLocks noGrp="1"/>
          </p:cNvSpPr>
          <p:nvPr/>
        </p:nvSpPr>
        <p:spPr>
          <a:xfrm>
            <a:off x="1666875" y="3036094"/>
            <a:ext cx="1428750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68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68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88754A7B-6FD9-4F73-9C89-DCA75F6FF8A8}"/>
              </a:ext>
            </a:extLst>
          </p:cNvPr>
          <p:cNvSpPr>
            <a:spLocks noGrp="1"/>
          </p:cNvSpPr>
          <p:nvPr/>
        </p:nvSpPr>
        <p:spPr>
          <a:xfrm>
            <a:off x="1666875" y="3893344"/>
            <a:ext cx="1428750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B36E7D38-F784-4138-B5B5-BE09BE7AA4CA}"/>
              </a:ext>
            </a:extLst>
          </p:cNvPr>
          <p:cNvSpPr>
            <a:spLocks noGrp="1"/>
          </p:cNvSpPr>
          <p:nvPr/>
        </p:nvSpPr>
        <p:spPr>
          <a:xfrm>
            <a:off x="1666875" y="3988594"/>
            <a:ext cx="1428750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68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68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35D4F0D9-1EBF-4884-97CF-81628B87F263}"/>
              </a:ext>
            </a:extLst>
          </p:cNvPr>
          <p:cNvSpPr>
            <a:spLocks noGrp="1"/>
          </p:cNvSpPr>
          <p:nvPr/>
        </p:nvSpPr>
        <p:spPr>
          <a:xfrm>
            <a:off x="4286250" y="3452813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219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219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DF1E7746-3904-4D0F-8B4C-15228F365189}"/>
              </a:ext>
            </a:extLst>
          </p:cNvPr>
          <p:cNvSpPr>
            <a:spLocks noGrp="1"/>
          </p:cNvSpPr>
          <p:nvPr/>
        </p:nvSpPr>
        <p:spPr>
          <a:xfrm>
            <a:off x="5715000" y="3036094"/>
            <a:ext cx="1428750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68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68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A5C0FEFA-1310-4D77-8C1C-BB14BC7F3CC0}"/>
              </a:ext>
            </a:extLst>
          </p:cNvPr>
          <p:cNvSpPr>
            <a:spLocks noGrp="1"/>
          </p:cNvSpPr>
          <p:nvPr/>
        </p:nvSpPr>
        <p:spPr>
          <a:xfrm>
            <a:off x="5715000" y="3893344"/>
            <a:ext cx="1428750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24793B5A-BDBF-4F6C-8B6A-AE437394B576}"/>
              </a:ext>
            </a:extLst>
          </p:cNvPr>
          <p:cNvSpPr>
            <a:spLocks noGrp="1"/>
          </p:cNvSpPr>
          <p:nvPr/>
        </p:nvSpPr>
        <p:spPr>
          <a:xfrm>
            <a:off x="5715000" y="3988594"/>
            <a:ext cx="1428750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68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68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0D313BE8-7B64-4022-BCE1-3D4913214F54}"/>
              </a:ext>
            </a:extLst>
          </p:cNvPr>
          <p:cNvSpPr>
            <a:spLocks noGrp="1"/>
          </p:cNvSpPr>
          <p:nvPr/>
        </p:nvSpPr>
        <p:spPr>
          <a:xfrm>
            <a:off x="8096250" y="2976563"/>
            <a:ext cx="57150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2 and 10: divide both by 2.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257E490C-E22D-4EA0-9F10-EA1ED5107270}"/>
              </a:ext>
            </a:extLst>
          </p:cNvPr>
          <p:cNvSpPr>
            <a:spLocks noGrp="1"/>
          </p:cNvSpPr>
          <p:nvPr/>
        </p:nvSpPr>
        <p:spPr>
          <a:xfrm>
            <a:off x="8096250" y="4226719"/>
            <a:ext cx="57150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9 and 3: divide both by 3.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E92E2305-2B28-4EB2-B5C4-2D76571D753B}"/>
              </a:ext>
            </a:extLst>
          </p:cNvPr>
          <p:cNvSpPr>
            <a:spLocks noGrp="1"/>
          </p:cNvSpPr>
          <p:nvPr/>
        </p:nvSpPr>
        <p:spPr>
          <a:xfrm>
            <a:off x="1666875" y="3036094"/>
            <a:ext cx="1428750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0C0B5060-ACB7-4E2F-AE10-133E26C3CB66}"/>
              </a:ext>
            </a:extLst>
          </p:cNvPr>
          <p:cNvSpPr>
            <a:spLocks noGrp="1"/>
          </p:cNvSpPr>
          <p:nvPr/>
        </p:nvSpPr>
        <p:spPr>
          <a:xfrm>
            <a:off x="1666875" y="3893344"/>
            <a:ext cx="1428750" cy="35719"/>
          </a:xfrm>
          <a:prstGeom prst="rect">
            <a:avLst/>
          </a:prstGeom>
          <a:solidFill>
            <a:srgbClr val="11745A"/>
          </a:solidFill>
          <a:ln w="0">
            <a:noFill/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1765A87F-EB1F-453D-8223-75E41A188851}"/>
              </a:ext>
            </a:extLst>
          </p:cNvPr>
          <p:cNvSpPr>
            <a:spLocks noGrp="1"/>
          </p:cNvSpPr>
          <p:nvPr/>
        </p:nvSpPr>
        <p:spPr>
          <a:xfrm>
            <a:off x="1666875" y="3988594"/>
            <a:ext cx="1428750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E74CA564-CC49-4AEF-B313-EC46FB057C52}"/>
              </a:ext>
            </a:extLst>
          </p:cNvPr>
          <p:cNvSpPr>
            <a:spLocks noGrp="1"/>
          </p:cNvSpPr>
          <p:nvPr/>
        </p:nvSpPr>
        <p:spPr>
          <a:xfrm>
            <a:off x="5715000" y="3036094"/>
            <a:ext cx="1428750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0B72B035-6C81-4A55-BDDF-BBB4B797DD64}"/>
              </a:ext>
            </a:extLst>
          </p:cNvPr>
          <p:cNvSpPr>
            <a:spLocks noGrp="1"/>
          </p:cNvSpPr>
          <p:nvPr/>
        </p:nvSpPr>
        <p:spPr>
          <a:xfrm>
            <a:off x="5715000" y="3893344"/>
            <a:ext cx="1428750" cy="35719"/>
          </a:xfrm>
          <a:prstGeom prst="rect">
            <a:avLst/>
          </a:prstGeom>
          <a:solidFill>
            <a:srgbClr val="11745A"/>
          </a:solidFill>
          <a:ln w="0">
            <a:noFill/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CBB7F31F-0FB3-40E2-ACE1-8693AEC07C2F}"/>
              </a:ext>
            </a:extLst>
          </p:cNvPr>
          <p:cNvSpPr>
            <a:spLocks noGrp="1"/>
          </p:cNvSpPr>
          <p:nvPr/>
        </p:nvSpPr>
        <p:spPr>
          <a:xfrm>
            <a:off x="5715000" y="3988594"/>
            <a:ext cx="1428750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958453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63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32638889 E" pathEditMode="relative" ptsTypes="">
                                      <p:cBhvr>
                                        <p:cTn id="20" dur="8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32638889 E" pathEditMode="relative" ptsTypes="">
                                      <p:cBhvr>
                                        <p:cTn id="22" dur="8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3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32638889 E" pathEditMode="relative" ptsTypes="">
                                      <p:cBhvr>
                                        <p:cTn id="24" dur="8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63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32638889 E" pathEditMode="relative" ptsTypes="">
                                      <p:cBhvr>
                                        <p:cTn id="34" dur="8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32638889 E" pathEditMode="relative" ptsTypes="">
                                      <p:cBhvr>
                                        <p:cTn id="36" dur="8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" presetID="63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32638889 E" pathEditMode="relative" ptsTypes="">
                                      <p:cBhvr>
                                        <p:cTn id="38" dur="8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15" grpId="1"/>
      <p:bldP spid="17" grpId="0"/>
      <p:bldP spid="17" grpId="1"/>
      <p:bldP spid="18" grpId="0"/>
      <p:bldP spid="18" grpId="1"/>
      <p:bldP spid="20" grpId="0"/>
      <p:bldP spid="20" grpId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object-1">
            <a:extLst>
              <a:ext uri="{FF2B5EF4-FFF2-40B4-BE49-F238E27FC236}">
                <a16:creationId xmlns:a16="http://schemas.microsoft.com/office/drawing/2014/main" id="{AEA41CA7-A6B7-46AE-8B67-C2D76B973A90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3FD313B0-D980-4ECA-9712-C7BB600790BB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2/3 × 9/10.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9078F2B3-A47E-410B-B9BD-47DFE54AA9C8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40552054-3D4C-4980-95AD-5883D4A26114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Simplify before multiplying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B1DB9068-1319-49D0-8E5A-866DF23BAFBA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CED36F2D-8898-4164-AC62-F5784BC16D61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35D9D88A-9057-4F40-AE88-0189285A8BFB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465B138F-81F5-4C5A-A0CA-62E6075E059D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DC8710A1-530A-4CAE-9767-7D4B778C80CE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8A5374BB-06D0-487D-8083-19F1F113AE18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A08E6A8F-2AA7-4C68-9EA4-66083D7ACE3A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41C6E66C-FCC5-4AE2-8DBA-8F3D5BDF1CF5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563F1FC2-F1E3-423F-9150-C95B82532860}"/>
              </a:ext>
            </a:extLst>
          </p:cNvPr>
          <p:cNvSpPr>
            <a:spLocks noGrp="1"/>
          </p:cNvSpPr>
          <p:nvPr/>
        </p:nvSpPr>
        <p:spPr>
          <a:xfrm>
            <a:off x="9227344" y="2869406"/>
            <a:ext cx="428625" cy="42862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FFDF0E12-5869-4FAF-81C3-34027ECCD0ED}"/>
              </a:ext>
            </a:extLst>
          </p:cNvPr>
          <p:cNvSpPr>
            <a:spLocks noGrp="1"/>
          </p:cNvSpPr>
          <p:nvPr/>
        </p:nvSpPr>
        <p:spPr>
          <a:xfrm>
            <a:off x="9227344" y="3298031"/>
            <a:ext cx="428625" cy="42862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BE8775B9-D139-4DBF-B5D9-2D9371F59433}"/>
              </a:ext>
            </a:extLst>
          </p:cNvPr>
          <p:cNvSpPr>
            <a:spLocks noGrp="1"/>
          </p:cNvSpPr>
          <p:nvPr/>
        </p:nvSpPr>
        <p:spPr>
          <a:xfrm>
            <a:off x="9227344" y="3726656"/>
            <a:ext cx="428625" cy="42862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60A03C07-5644-4379-9F46-B082D10CBA12}"/>
              </a:ext>
            </a:extLst>
          </p:cNvPr>
          <p:cNvSpPr>
            <a:spLocks noGrp="1"/>
          </p:cNvSpPr>
          <p:nvPr/>
        </p:nvSpPr>
        <p:spPr>
          <a:xfrm>
            <a:off x="9227344" y="4155281"/>
            <a:ext cx="428625" cy="42862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0D4E622A-C995-47E0-BFCB-91F30A78C9DF}"/>
              </a:ext>
            </a:extLst>
          </p:cNvPr>
          <p:cNvSpPr>
            <a:spLocks noGrp="1"/>
          </p:cNvSpPr>
          <p:nvPr/>
        </p:nvSpPr>
        <p:spPr>
          <a:xfrm>
            <a:off x="9227344" y="4583906"/>
            <a:ext cx="428625" cy="42862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161F71B0-AA9C-49E9-91F4-19A54FD9686E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 × 3 = 3;  1 × 5 = 5.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A3EF49AE-EC43-47B0-B103-FEA6FC087C14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3/5</a:t>
            </a:r>
          </a:p>
        </p:txBody>
      </p:sp>
    </p:spTree>
    <p:extLst>
      <p:ext uri="{BB962C8B-B14F-4D97-AF65-F5344CB8AC3E}">
        <p14:creationId xmlns:p14="http://schemas.microsoft.com/office/powerpoint/2010/main" val="1200457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-1">
            <a:extLst>
              <a:ext uri="{FF2B5EF4-FFF2-40B4-BE49-F238E27FC236}">
                <a16:creationId xmlns:a16="http://schemas.microsoft.com/office/drawing/2014/main" id="{40759248-4791-4CDD-B148-CB403C317D7F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EDA87B3F-253F-43CE-870E-2EA11C793B88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98362239-A44F-46DC-B369-55ECD18321D6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1 2/3 × 9/10.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E1A2C804-DFFE-4BF6-B81B-444E0C98212E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80E859FE-9884-419C-87C0-8608D1F4FE74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Simplify before multiplying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A1136781-1264-43D7-B396-BA3E7704E7A6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FAF4925E-5A97-4520-BBA1-A660527D59D6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 2/3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8D1CAAF0-CE2C-456A-B52B-D0B5DACA4E96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 × 3 + 2 = 5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1E86DF2D-C41B-4629-BC54-B0C25520D4B9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EAC8050B-E110-4870-89E2-5A679921D820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CA5ADAD8-D451-4469-B07E-57CFC2500FF4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62D00B93-A97A-4FCB-92D0-10A13BE10391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9/10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F7050703-366B-4D2B-A665-A66625E54D5A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0 × 10 + 9 = 9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20AF708C-B317-45B7-9B1D-3B02617FD1AF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BAC8EA3B-D934-4643-BF15-85234625026F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FC81F587-0770-443B-9B8C-62A4796A2180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388526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/>
      <p:bldP spid="13" grpId="0"/>
      <p:bldP spid="14" grpId="0"/>
      <p:bldP spid="1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bject-1">
            <a:extLst>
              <a:ext uri="{FF2B5EF4-FFF2-40B4-BE49-F238E27FC236}">
                <a16:creationId xmlns:a16="http://schemas.microsoft.com/office/drawing/2014/main" id="{F019E823-CC63-4CDC-8927-E070C9FD8A12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EF03C326-0B90-480D-AD47-AB6821E49B85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26CDBFD0-9B1C-44C2-9AEB-374F380B8ECA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1 2/3 × 9/10.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BDA7EF8-FAA2-460C-A927-4A142FBA0585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18E93FEB-BFE7-4AAE-BC87-A265E34027E6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Simplify before multiplying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4EEC086C-84BB-4F92-8275-F31610541D57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C0ACBCC6-8BA8-412E-AA67-29F8B08C4C03}"/>
              </a:ext>
            </a:extLst>
          </p:cNvPr>
          <p:cNvSpPr>
            <a:spLocks noGrp="1"/>
          </p:cNvSpPr>
          <p:nvPr/>
        </p:nvSpPr>
        <p:spPr>
          <a:xfrm>
            <a:off x="1666875" y="3036094"/>
            <a:ext cx="1428750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68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68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61D5700C-8EA8-4491-B97C-0252989AD4A3}"/>
              </a:ext>
            </a:extLst>
          </p:cNvPr>
          <p:cNvSpPr>
            <a:spLocks noGrp="1"/>
          </p:cNvSpPr>
          <p:nvPr/>
        </p:nvSpPr>
        <p:spPr>
          <a:xfrm>
            <a:off x="1666875" y="3893344"/>
            <a:ext cx="1428750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A4299B37-76CA-4EE3-92F6-B388A7D2B0B6}"/>
              </a:ext>
            </a:extLst>
          </p:cNvPr>
          <p:cNvSpPr>
            <a:spLocks noGrp="1"/>
          </p:cNvSpPr>
          <p:nvPr/>
        </p:nvSpPr>
        <p:spPr>
          <a:xfrm>
            <a:off x="1666875" y="3988594"/>
            <a:ext cx="1428750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68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68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6A41BD64-BE72-4E2F-B28C-FCF61873A865}"/>
              </a:ext>
            </a:extLst>
          </p:cNvPr>
          <p:cNvSpPr>
            <a:spLocks noGrp="1"/>
          </p:cNvSpPr>
          <p:nvPr/>
        </p:nvSpPr>
        <p:spPr>
          <a:xfrm>
            <a:off x="4286250" y="3452813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219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219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042ED845-D435-4FC7-88F5-5E77C0759575}"/>
              </a:ext>
            </a:extLst>
          </p:cNvPr>
          <p:cNvSpPr>
            <a:spLocks noGrp="1"/>
          </p:cNvSpPr>
          <p:nvPr/>
        </p:nvSpPr>
        <p:spPr>
          <a:xfrm>
            <a:off x="5715000" y="3036094"/>
            <a:ext cx="1428750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68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68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47455D3C-F614-412A-8AAF-C44D86B02F94}"/>
              </a:ext>
            </a:extLst>
          </p:cNvPr>
          <p:cNvSpPr>
            <a:spLocks noGrp="1"/>
          </p:cNvSpPr>
          <p:nvPr/>
        </p:nvSpPr>
        <p:spPr>
          <a:xfrm>
            <a:off x="5715000" y="3893344"/>
            <a:ext cx="1428750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F7B4E270-2D08-4969-A4E9-6D383630212B}"/>
              </a:ext>
            </a:extLst>
          </p:cNvPr>
          <p:cNvSpPr>
            <a:spLocks noGrp="1"/>
          </p:cNvSpPr>
          <p:nvPr/>
        </p:nvSpPr>
        <p:spPr>
          <a:xfrm>
            <a:off x="5715000" y="3988594"/>
            <a:ext cx="1428750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68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68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A9B4A09B-AC35-4D7B-94AE-B9246A3FC328}"/>
              </a:ext>
            </a:extLst>
          </p:cNvPr>
          <p:cNvSpPr>
            <a:spLocks noGrp="1"/>
          </p:cNvSpPr>
          <p:nvPr/>
        </p:nvSpPr>
        <p:spPr>
          <a:xfrm>
            <a:off x="8096250" y="2976563"/>
            <a:ext cx="57150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5 and 10: divide both by 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8565BD40-1FC1-4C44-815D-FEB7566F6073}"/>
              </a:ext>
            </a:extLst>
          </p:cNvPr>
          <p:cNvSpPr>
            <a:spLocks noGrp="1"/>
          </p:cNvSpPr>
          <p:nvPr/>
        </p:nvSpPr>
        <p:spPr>
          <a:xfrm>
            <a:off x="8096250" y="4226719"/>
            <a:ext cx="57150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9 and 3: divide both by 3.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E1346C87-FC58-4A14-94E1-3AD67F3E0FDE}"/>
              </a:ext>
            </a:extLst>
          </p:cNvPr>
          <p:cNvSpPr>
            <a:spLocks noGrp="1"/>
          </p:cNvSpPr>
          <p:nvPr/>
        </p:nvSpPr>
        <p:spPr>
          <a:xfrm>
            <a:off x="1666875" y="3036094"/>
            <a:ext cx="1428750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A96D9EA5-67A4-4FB2-9D02-BF8B6287C59E}"/>
              </a:ext>
            </a:extLst>
          </p:cNvPr>
          <p:cNvSpPr>
            <a:spLocks noGrp="1"/>
          </p:cNvSpPr>
          <p:nvPr/>
        </p:nvSpPr>
        <p:spPr>
          <a:xfrm>
            <a:off x="1666875" y="3893344"/>
            <a:ext cx="1428750" cy="35719"/>
          </a:xfrm>
          <a:prstGeom prst="rect">
            <a:avLst/>
          </a:prstGeom>
          <a:solidFill>
            <a:srgbClr val="11745A"/>
          </a:solidFill>
          <a:ln w="0">
            <a:noFill/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89E4D81F-329C-4D61-92FA-161465BD31CA}"/>
              </a:ext>
            </a:extLst>
          </p:cNvPr>
          <p:cNvSpPr>
            <a:spLocks noGrp="1"/>
          </p:cNvSpPr>
          <p:nvPr/>
        </p:nvSpPr>
        <p:spPr>
          <a:xfrm>
            <a:off x="1666875" y="3988594"/>
            <a:ext cx="1428750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56EB530D-A15A-4AAA-B913-CDAFDE4FE245}"/>
              </a:ext>
            </a:extLst>
          </p:cNvPr>
          <p:cNvSpPr>
            <a:spLocks noGrp="1"/>
          </p:cNvSpPr>
          <p:nvPr/>
        </p:nvSpPr>
        <p:spPr>
          <a:xfrm>
            <a:off x="5715000" y="3036094"/>
            <a:ext cx="1428750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636A4B62-7385-4619-B980-1EBFEAB6EDA9}"/>
              </a:ext>
            </a:extLst>
          </p:cNvPr>
          <p:cNvSpPr>
            <a:spLocks noGrp="1"/>
          </p:cNvSpPr>
          <p:nvPr/>
        </p:nvSpPr>
        <p:spPr>
          <a:xfrm>
            <a:off x="5715000" y="3893344"/>
            <a:ext cx="1428750" cy="35719"/>
          </a:xfrm>
          <a:prstGeom prst="rect">
            <a:avLst/>
          </a:prstGeom>
          <a:solidFill>
            <a:srgbClr val="11745A"/>
          </a:solidFill>
          <a:ln w="0">
            <a:noFill/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E48FFBE3-E46F-416A-BA5A-B30EF0A233C5}"/>
              </a:ext>
            </a:extLst>
          </p:cNvPr>
          <p:cNvSpPr>
            <a:spLocks noGrp="1"/>
          </p:cNvSpPr>
          <p:nvPr/>
        </p:nvSpPr>
        <p:spPr>
          <a:xfrm>
            <a:off x="5715000" y="3988594"/>
            <a:ext cx="1428750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28678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63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32638889 E" pathEditMode="relative" ptsTypes="">
                                      <p:cBhvr>
                                        <p:cTn id="20" dur="8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32638889 E" pathEditMode="relative" ptsTypes="">
                                      <p:cBhvr>
                                        <p:cTn id="22" dur="8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3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32638889 E" pathEditMode="relative" ptsTypes="">
                                      <p:cBhvr>
                                        <p:cTn id="24" dur="8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63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32638889 E" pathEditMode="relative" ptsTypes="">
                                      <p:cBhvr>
                                        <p:cTn id="34" dur="8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32638889 E" pathEditMode="relative" ptsTypes="">
                                      <p:cBhvr>
                                        <p:cTn id="36" dur="8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" presetID="63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32638889 E" pathEditMode="relative" ptsTypes="">
                                      <p:cBhvr>
                                        <p:cTn id="38" dur="8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  <p:bldP spid="16" grpId="1"/>
      <p:bldP spid="18" grpId="0"/>
      <p:bldP spid="18" grpId="1"/>
      <p:bldP spid="19" grpId="0"/>
      <p:bldP spid="19" grpId="1"/>
      <p:bldP spid="21" grpId="0"/>
      <p:bldP spid="21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object-1">
            <a:extLst>
              <a:ext uri="{FF2B5EF4-FFF2-40B4-BE49-F238E27FC236}">
                <a16:creationId xmlns:a16="http://schemas.microsoft.com/office/drawing/2014/main" id="{7D0302D2-D743-46AD-9997-107B2E65D30A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822FB328-1449-4F81-A967-B8B55C2CBE70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9164DDCE-9C5F-482F-B8BC-FD094B3BEA4D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1 2/3 × 9/10.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0E4E5EB-DEC2-4F3C-AEB3-4EE3F10BC763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49563A8A-DB62-41A6-B67C-9D5F759853B1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Simplify before multiplying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A138C98A-BA5F-4175-ACF6-28187D1A7F4A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4C7C2696-5741-4663-BFA6-46F19B535033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E222B881-F9CE-4757-AA31-67616EF8B790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13141639-4CF3-4DD0-9AFF-8F0BDBE4D8DA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5425B9AF-CE80-494E-B9C7-C99424EA4E8F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7CF4270C-5690-4D5F-AB1B-18A77B3A5FBF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04F54C1E-D180-4AF3-A872-24A3C23D3EEA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279B7046-3B61-483D-90C9-FFFC0DA218F4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561343AA-1A22-4035-A9C8-3B0CA0676879}"/>
              </a:ext>
            </a:extLst>
          </p:cNvPr>
          <p:cNvSpPr>
            <a:spLocks noGrp="1"/>
          </p:cNvSpPr>
          <p:nvPr/>
        </p:nvSpPr>
        <p:spPr>
          <a:xfrm>
            <a:off x="9227344" y="2869406"/>
            <a:ext cx="428625" cy="42862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164E9055-125E-40A4-BC3D-03B03B087E16}"/>
              </a:ext>
            </a:extLst>
          </p:cNvPr>
          <p:cNvSpPr>
            <a:spLocks noGrp="1"/>
          </p:cNvSpPr>
          <p:nvPr/>
        </p:nvSpPr>
        <p:spPr>
          <a:xfrm>
            <a:off x="9227344" y="3298031"/>
            <a:ext cx="428625" cy="42862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857F7D4F-C6EF-49A6-94FB-0888C727DA05}"/>
              </a:ext>
            </a:extLst>
          </p:cNvPr>
          <p:cNvSpPr>
            <a:spLocks noGrp="1"/>
          </p:cNvSpPr>
          <p:nvPr/>
        </p:nvSpPr>
        <p:spPr>
          <a:xfrm>
            <a:off x="9227344" y="3726656"/>
            <a:ext cx="428625" cy="42862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010E1C43-F305-449E-BF17-BA91DFCA3E9C}"/>
              </a:ext>
            </a:extLst>
          </p:cNvPr>
          <p:cNvSpPr>
            <a:spLocks noGrp="1"/>
          </p:cNvSpPr>
          <p:nvPr/>
        </p:nvSpPr>
        <p:spPr>
          <a:xfrm>
            <a:off x="9227344" y="4155281"/>
            <a:ext cx="428625" cy="42862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293DF9B0-5EFE-4BE1-9C72-4EF8F76B50ED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 × 3 = 3;  1 × 2 = 2.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A4719DC8-AB93-4ED3-863D-5AB23F130365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1 1/2</a:t>
            </a:r>
          </a:p>
        </p:txBody>
      </p:sp>
    </p:spTree>
    <p:extLst>
      <p:ext uri="{BB962C8B-B14F-4D97-AF65-F5344CB8AC3E}">
        <p14:creationId xmlns:p14="http://schemas.microsoft.com/office/powerpoint/2010/main" val="74301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-1">
            <a:extLst>
              <a:ext uri="{FF2B5EF4-FFF2-40B4-BE49-F238E27FC236}">
                <a16:creationId xmlns:a16="http://schemas.microsoft.com/office/drawing/2014/main" id="{6ABF3B57-F203-448D-93A1-3405A02C722F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1E478EE7-B2BC-46BA-B7E3-CE1B4E1EDCD9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 2/3 × 9/10.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D18AA3EB-2F21-4433-951A-C79915B82DCB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5CBE361-4631-4ED0-AE52-A927FBC610B8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Simplify before multiplying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28FF8D7B-76C6-4E41-9067-A365E8CC9F89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196E36DC-FDD3-4841-B189-0D6736A32AD0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 2/3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81BF62BC-60E9-4213-AE50-7D98CA33310F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 × 3 + 2 = 8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37897207-3F7A-4287-B632-FE91043FD46C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24DB4191-0481-4077-BFB1-D36620E14027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0AC815AB-997A-4B25-BA56-87C012B45150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8E9AB22B-F9CD-4EFC-8178-956BC19EF5CD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9/10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47ED4F6D-9CC3-4424-91BB-81F3027BF5F1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0 × 10 + 9 = 9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969832D1-1BAE-4434-81E4-CA9CBB35EB2A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4C0039A0-6C4D-4361-A89B-FDC9F36841D2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6B1E84C5-87C0-485D-99EC-EAB7E6EE6BE1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10198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12" grpId="0"/>
      <p:bldP spid="13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object-1">
            <a:extLst>
              <a:ext uri="{FF2B5EF4-FFF2-40B4-BE49-F238E27FC236}">
                <a16:creationId xmlns:a16="http://schemas.microsoft.com/office/drawing/2014/main" id="{9141731C-00D2-4536-B0B2-15C8011D3033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C7992622-11A0-499B-8DD6-F67E70B50FB5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 2/3 × 9/10.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DDEED9B8-9EBB-4EB5-AFBD-0FACA83F21CB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A43D68DF-1C41-48F6-BB2B-30131D2B60A7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Simplify before multiplying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B62797DF-D1D6-46D9-81C9-82F375C0087A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B578991C-D435-4C20-A3DD-87FEB1C3D2D8}"/>
              </a:ext>
            </a:extLst>
          </p:cNvPr>
          <p:cNvSpPr>
            <a:spLocks noGrp="1"/>
          </p:cNvSpPr>
          <p:nvPr/>
        </p:nvSpPr>
        <p:spPr>
          <a:xfrm>
            <a:off x="1666875" y="3036094"/>
            <a:ext cx="1428750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68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68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B3787CBF-B40D-4C96-B14E-A9BA83748974}"/>
              </a:ext>
            </a:extLst>
          </p:cNvPr>
          <p:cNvSpPr>
            <a:spLocks noGrp="1"/>
          </p:cNvSpPr>
          <p:nvPr/>
        </p:nvSpPr>
        <p:spPr>
          <a:xfrm>
            <a:off x="1666875" y="3893344"/>
            <a:ext cx="1428750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7A80FD93-B964-43EE-B770-A54FBBC9C21A}"/>
              </a:ext>
            </a:extLst>
          </p:cNvPr>
          <p:cNvSpPr>
            <a:spLocks noGrp="1"/>
          </p:cNvSpPr>
          <p:nvPr/>
        </p:nvSpPr>
        <p:spPr>
          <a:xfrm>
            <a:off x="1666875" y="3988594"/>
            <a:ext cx="1428750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68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68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A80048E9-7BB3-436F-9F75-C9462D1D9E51}"/>
              </a:ext>
            </a:extLst>
          </p:cNvPr>
          <p:cNvSpPr>
            <a:spLocks noGrp="1"/>
          </p:cNvSpPr>
          <p:nvPr/>
        </p:nvSpPr>
        <p:spPr>
          <a:xfrm>
            <a:off x="4286250" y="3452813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219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219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B430FAC3-616C-4CDF-A862-EBB97CC1E2EC}"/>
              </a:ext>
            </a:extLst>
          </p:cNvPr>
          <p:cNvSpPr>
            <a:spLocks noGrp="1"/>
          </p:cNvSpPr>
          <p:nvPr/>
        </p:nvSpPr>
        <p:spPr>
          <a:xfrm>
            <a:off x="5715000" y="3036094"/>
            <a:ext cx="1428750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68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68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53721A4F-5A08-42A6-BB9A-77F6F766997E}"/>
              </a:ext>
            </a:extLst>
          </p:cNvPr>
          <p:cNvSpPr>
            <a:spLocks noGrp="1"/>
          </p:cNvSpPr>
          <p:nvPr/>
        </p:nvSpPr>
        <p:spPr>
          <a:xfrm>
            <a:off x="5715000" y="3893344"/>
            <a:ext cx="1428750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AC3AC68E-EB49-404B-94FE-9D7092D18EC1}"/>
              </a:ext>
            </a:extLst>
          </p:cNvPr>
          <p:cNvSpPr>
            <a:spLocks noGrp="1"/>
          </p:cNvSpPr>
          <p:nvPr/>
        </p:nvSpPr>
        <p:spPr>
          <a:xfrm>
            <a:off x="5715000" y="3988594"/>
            <a:ext cx="1428750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68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68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85BDDB12-EF45-4AC9-A5E1-B6B9994FFEB6}"/>
              </a:ext>
            </a:extLst>
          </p:cNvPr>
          <p:cNvSpPr>
            <a:spLocks noGrp="1"/>
          </p:cNvSpPr>
          <p:nvPr/>
        </p:nvSpPr>
        <p:spPr>
          <a:xfrm>
            <a:off x="8096250" y="2976563"/>
            <a:ext cx="57150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8 and 10: divide both by 2.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0EBABAC4-536A-4509-B5DC-E693517CD94D}"/>
              </a:ext>
            </a:extLst>
          </p:cNvPr>
          <p:cNvSpPr>
            <a:spLocks noGrp="1"/>
          </p:cNvSpPr>
          <p:nvPr/>
        </p:nvSpPr>
        <p:spPr>
          <a:xfrm>
            <a:off x="8096250" y="4226719"/>
            <a:ext cx="57150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9 and 3: divide both by 3.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69417732-B533-481A-B521-4A527A143E2E}"/>
              </a:ext>
            </a:extLst>
          </p:cNvPr>
          <p:cNvSpPr>
            <a:spLocks noGrp="1"/>
          </p:cNvSpPr>
          <p:nvPr/>
        </p:nvSpPr>
        <p:spPr>
          <a:xfrm>
            <a:off x="1666875" y="3036094"/>
            <a:ext cx="1428750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E925323A-9DDA-4FA0-8BA3-0E70A6E4FC4C}"/>
              </a:ext>
            </a:extLst>
          </p:cNvPr>
          <p:cNvSpPr>
            <a:spLocks noGrp="1"/>
          </p:cNvSpPr>
          <p:nvPr/>
        </p:nvSpPr>
        <p:spPr>
          <a:xfrm>
            <a:off x="1666875" y="3893344"/>
            <a:ext cx="1428750" cy="35719"/>
          </a:xfrm>
          <a:prstGeom prst="rect">
            <a:avLst/>
          </a:prstGeom>
          <a:solidFill>
            <a:srgbClr val="11745A"/>
          </a:solidFill>
          <a:ln w="0">
            <a:noFill/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A4B70834-927A-4BDA-A472-430562C2F7D6}"/>
              </a:ext>
            </a:extLst>
          </p:cNvPr>
          <p:cNvSpPr>
            <a:spLocks noGrp="1"/>
          </p:cNvSpPr>
          <p:nvPr/>
        </p:nvSpPr>
        <p:spPr>
          <a:xfrm>
            <a:off x="1666875" y="3988594"/>
            <a:ext cx="1428750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2D1A2571-C959-49AF-98AD-BCE0C5322C85}"/>
              </a:ext>
            </a:extLst>
          </p:cNvPr>
          <p:cNvSpPr>
            <a:spLocks noGrp="1"/>
          </p:cNvSpPr>
          <p:nvPr/>
        </p:nvSpPr>
        <p:spPr>
          <a:xfrm>
            <a:off x="5715000" y="3036094"/>
            <a:ext cx="1428750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64FB4299-C319-48B6-959F-F81DEFCF56E8}"/>
              </a:ext>
            </a:extLst>
          </p:cNvPr>
          <p:cNvSpPr>
            <a:spLocks noGrp="1"/>
          </p:cNvSpPr>
          <p:nvPr/>
        </p:nvSpPr>
        <p:spPr>
          <a:xfrm>
            <a:off x="5715000" y="3893344"/>
            <a:ext cx="1428750" cy="35719"/>
          </a:xfrm>
          <a:prstGeom prst="rect">
            <a:avLst/>
          </a:prstGeom>
          <a:solidFill>
            <a:srgbClr val="11745A"/>
          </a:solidFill>
          <a:ln w="0">
            <a:noFill/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9F40001E-EAA8-4A64-9BE9-4D17C41898B3}"/>
              </a:ext>
            </a:extLst>
          </p:cNvPr>
          <p:cNvSpPr>
            <a:spLocks noGrp="1"/>
          </p:cNvSpPr>
          <p:nvPr/>
        </p:nvSpPr>
        <p:spPr>
          <a:xfrm>
            <a:off x="5715000" y="3988594"/>
            <a:ext cx="1428750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536795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63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32638889 E" pathEditMode="relative" ptsTypes="">
                                      <p:cBhvr>
                                        <p:cTn id="20" dur="8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32638889 E" pathEditMode="relative" ptsTypes="">
                                      <p:cBhvr>
                                        <p:cTn id="22" dur="8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3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32638889 E" pathEditMode="relative" ptsTypes="">
                                      <p:cBhvr>
                                        <p:cTn id="24" dur="8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63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32638889 E" pathEditMode="relative" ptsTypes="">
                                      <p:cBhvr>
                                        <p:cTn id="34" dur="8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32638889 E" pathEditMode="relative" ptsTypes="">
                                      <p:cBhvr>
                                        <p:cTn id="36" dur="8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" presetID="63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32638889 E" pathEditMode="relative" ptsTypes="">
                                      <p:cBhvr>
                                        <p:cTn id="38" dur="8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15" grpId="1"/>
      <p:bldP spid="17" grpId="0"/>
      <p:bldP spid="17" grpId="1"/>
      <p:bldP spid="18" grpId="0"/>
      <p:bldP spid="18" grpId="1"/>
      <p:bldP spid="20" grpId="0"/>
      <p:bldP spid="20" grpId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object-1">
            <a:extLst>
              <a:ext uri="{FF2B5EF4-FFF2-40B4-BE49-F238E27FC236}">
                <a16:creationId xmlns:a16="http://schemas.microsoft.com/office/drawing/2014/main" id="{5E2103C7-F216-4115-B52C-408E2606CD3F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FCB1D902-92B6-44BB-968F-771000857A57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 2/3 × 9/10.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6F63099E-950A-4C35-BCCC-4152B0C6F4E8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91CCAD9D-AA69-4688-BC9F-46B3A2540071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Simplify before multiplying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1F130D9F-7171-4218-AE11-C1B4650934A2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300E6B7B-79E6-4F6E-99F7-B0CE7F43191E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B10B3B67-C7DF-4FDC-B1D6-D847C112647A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5F210558-9D5F-40FE-8762-88BB6CAD7296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66685499-BFB2-4A75-9BDA-272C92242E6A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2C897D50-9107-4973-9FA7-53FD65D658DC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D6EECCB3-C1AE-4DB1-98E4-6BCD4B507E3F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AB0C6463-7E38-4C67-BE60-B654A809CC26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2F17803B-F4EC-447C-9D6D-2CC360C392C6}"/>
              </a:ext>
            </a:extLst>
          </p:cNvPr>
          <p:cNvSpPr>
            <a:spLocks noGrp="1"/>
          </p:cNvSpPr>
          <p:nvPr/>
        </p:nvSpPr>
        <p:spPr>
          <a:xfrm>
            <a:off x="9227344" y="2869406"/>
            <a:ext cx="428625" cy="42862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8A61D18E-7E19-4119-BFC2-D19D81324912}"/>
              </a:ext>
            </a:extLst>
          </p:cNvPr>
          <p:cNvSpPr>
            <a:spLocks noGrp="1"/>
          </p:cNvSpPr>
          <p:nvPr/>
        </p:nvSpPr>
        <p:spPr>
          <a:xfrm>
            <a:off x="9655969" y="2869406"/>
            <a:ext cx="428625" cy="42862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9005660B-B975-49D6-B118-908B321D6967}"/>
              </a:ext>
            </a:extLst>
          </p:cNvPr>
          <p:cNvSpPr>
            <a:spLocks noGrp="1"/>
          </p:cNvSpPr>
          <p:nvPr/>
        </p:nvSpPr>
        <p:spPr>
          <a:xfrm>
            <a:off x="10084594" y="2869406"/>
            <a:ext cx="428625" cy="42862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6F67BA4E-F97E-464D-B56F-9A9D485E453C}"/>
              </a:ext>
            </a:extLst>
          </p:cNvPr>
          <p:cNvSpPr>
            <a:spLocks noGrp="1"/>
          </p:cNvSpPr>
          <p:nvPr/>
        </p:nvSpPr>
        <p:spPr>
          <a:xfrm>
            <a:off x="10513219" y="2869406"/>
            <a:ext cx="428625" cy="42862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49628537-2ABA-4E4D-AAD7-F305797725F6}"/>
              </a:ext>
            </a:extLst>
          </p:cNvPr>
          <p:cNvSpPr>
            <a:spLocks noGrp="1"/>
          </p:cNvSpPr>
          <p:nvPr/>
        </p:nvSpPr>
        <p:spPr>
          <a:xfrm>
            <a:off x="9227344" y="3298031"/>
            <a:ext cx="428625" cy="42862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F41806C5-1757-4395-BB94-4125FC5D6758}"/>
              </a:ext>
            </a:extLst>
          </p:cNvPr>
          <p:cNvSpPr>
            <a:spLocks noGrp="1"/>
          </p:cNvSpPr>
          <p:nvPr/>
        </p:nvSpPr>
        <p:spPr>
          <a:xfrm>
            <a:off x="9655969" y="3298031"/>
            <a:ext cx="428625" cy="42862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C5CE7A0D-A7E1-4C36-A09E-530ABB9C7C25}"/>
              </a:ext>
            </a:extLst>
          </p:cNvPr>
          <p:cNvSpPr>
            <a:spLocks noGrp="1"/>
          </p:cNvSpPr>
          <p:nvPr/>
        </p:nvSpPr>
        <p:spPr>
          <a:xfrm>
            <a:off x="10084594" y="3298031"/>
            <a:ext cx="428625" cy="42862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F72DDAB7-2825-4CCC-BA41-098548B7DE48}"/>
              </a:ext>
            </a:extLst>
          </p:cNvPr>
          <p:cNvSpPr>
            <a:spLocks noGrp="1"/>
          </p:cNvSpPr>
          <p:nvPr/>
        </p:nvSpPr>
        <p:spPr>
          <a:xfrm>
            <a:off x="10513219" y="3298031"/>
            <a:ext cx="428625" cy="42862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648CFE37-2FA8-4918-9A57-8ADD26EC698D}"/>
              </a:ext>
            </a:extLst>
          </p:cNvPr>
          <p:cNvSpPr>
            <a:spLocks noGrp="1"/>
          </p:cNvSpPr>
          <p:nvPr/>
        </p:nvSpPr>
        <p:spPr>
          <a:xfrm>
            <a:off x="9227344" y="3726656"/>
            <a:ext cx="428625" cy="42862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E416FEA9-EB37-4B75-B674-75AA913794FC}"/>
              </a:ext>
            </a:extLst>
          </p:cNvPr>
          <p:cNvSpPr>
            <a:spLocks noGrp="1"/>
          </p:cNvSpPr>
          <p:nvPr/>
        </p:nvSpPr>
        <p:spPr>
          <a:xfrm>
            <a:off x="9655969" y="3726656"/>
            <a:ext cx="428625" cy="42862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1E5ED4CF-191F-4C6F-9591-1EF15DE60B2F}"/>
              </a:ext>
            </a:extLst>
          </p:cNvPr>
          <p:cNvSpPr>
            <a:spLocks noGrp="1"/>
          </p:cNvSpPr>
          <p:nvPr/>
        </p:nvSpPr>
        <p:spPr>
          <a:xfrm>
            <a:off x="10084594" y="3726656"/>
            <a:ext cx="428625" cy="42862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1901A1F2-31AF-4806-916D-EC8A38E08D0B}"/>
              </a:ext>
            </a:extLst>
          </p:cNvPr>
          <p:cNvSpPr>
            <a:spLocks noGrp="1"/>
          </p:cNvSpPr>
          <p:nvPr/>
        </p:nvSpPr>
        <p:spPr>
          <a:xfrm>
            <a:off x="10513219" y="3726656"/>
            <a:ext cx="428625" cy="42862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4F63440A-3248-4711-AF5B-74A3841B50E0}"/>
              </a:ext>
            </a:extLst>
          </p:cNvPr>
          <p:cNvSpPr>
            <a:spLocks noGrp="1"/>
          </p:cNvSpPr>
          <p:nvPr/>
        </p:nvSpPr>
        <p:spPr>
          <a:xfrm>
            <a:off x="9227344" y="4155281"/>
            <a:ext cx="428625" cy="42862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BBE71D74-392D-4EC2-95CC-6EBCD062BC64}"/>
              </a:ext>
            </a:extLst>
          </p:cNvPr>
          <p:cNvSpPr>
            <a:spLocks noGrp="1"/>
          </p:cNvSpPr>
          <p:nvPr/>
        </p:nvSpPr>
        <p:spPr>
          <a:xfrm>
            <a:off x="9655969" y="4155281"/>
            <a:ext cx="428625" cy="42862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20B3DA25-C578-4B11-B3E6-769C740E6219}"/>
              </a:ext>
            </a:extLst>
          </p:cNvPr>
          <p:cNvSpPr>
            <a:spLocks noGrp="1"/>
          </p:cNvSpPr>
          <p:nvPr/>
        </p:nvSpPr>
        <p:spPr>
          <a:xfrm>
            <a:off x="10084594" y="4155281"/>
            <a:ext cx="428625" cy="42862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B82C344E-8DE3-4E03-BF61-52E80AB96716}"/>
              </a:ext>
            </a:extLst>
          </p:cNvPr>
          <p:cNvSpPr>
            <a:spLocks noGrp="1"/>
          </p:cNvSpPr>
          <p:nvPr/>
        </p:nvSpPr>
        <p:spPr>
          <a:xfrm>
            <a:off x="10513219" y="4155281"/>
            <a:ext cx="428625" cy="42862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211429E3-A56C-4706-83FA-9604A035EE03}"/>
              </a:ext>
            </a:extLst>
          </p:cNvPr>
          <p:cNvSpPr>
            <a:spLocks noGrp="1"/>
          </p:cNvSpPr>
          <p:nvPr/>
        </p:nvSpPr>
        <p:spPr>
          <a:xfrm>
            <a:off x="9227344" y="4583906"/>
            <a:ext cx="428625" cy="42862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2D6FD880-67CB-40A7-93F2-92DFF0B4F0DE}"/>
              </a:ext>
            </a:extLst>
          </p:cNvPr>
          <p:cNvSpPr>
            <a:spLocks noGrp="1"/>
          </p:cNvSpPr>
          <p:nvPr/>
        </p:nvSpPr>
        <p:spPr>
          <a:xfrm>
            <a:off x="9655969" y="4583906"/>
            <a:ext cx="428625" cy="42862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543CC49F-B0F3-4B90-A064-9240455A9B63}"/>
              </a:ext>
            </a:extLst>
          </p:cNvPr>
          <p:cNvSpPr>
            <a:spLocks noGrp="1"/>
          </p:cNvSpPr>
          <p:nvPr/>
        </p:nvSpPr>
        <p:spPr>
          <a:xfrm>
            <a:off x="10084594" y="4583906"/>
            <a:ext cx="428625" cy="42862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A806B0EF-E2A5-4ADA-99EF-E70385DA3947}"/>
              </a:ext>
            </a:extLst>
          </p:cNvPr>
          <p:cNvSpPr>
            <a:spLocks noGrp="1"/>
          </p:cNvSpPr>
          <p:nvPr/>
        </p:nvSpPr>
        <p:spPr>
          <a:xfrm>
            <a:off x="10513219" y="4583906"/>
            <a:ext cx="428625" cy="42862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AF6E5F5F-2717-4D31-914E-D27D5FF2D8DE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 × 3 = 12;  1 × 5 = 5.</a:t>
            </a:r>
          </a:p>
        </p:txBody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C7987EAC-5D57-43B1-8C0A-F623E00975DD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2 2/5</a:t>
            </a:r>
          </a:p>
        </p:txBody>
      </p:sp>
    </p:spTree>
    <p:extLst>
      <p:ext uri="{BB962C8B-B14F-4D97-AF65-F5344CB8AC3E}">
        <p14:creationId xmlns:p14="http://schemas.microsoft.com/office/powerpoint/2010/main" val="44847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3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-1">
            <a:extLst>
              <a:ext uri="{FF2B5EF4-FFF2-40B4-BE49-F238E27FC236}">
                <a16:creationId xmlns:a16="http://schemas.microsoft.com/office/drawing/2014/main" id="{D0199519-1172-4A11-B4BF-A08458865B31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DF2C5798-6D49-4F27-A3FE-B756BD1FBB59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5278C071-4A39-462F-9327-C37B96F07643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 2/3 × 9/10.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3C3E2615-784B-4411-B6CF-7A4CE5FADB97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222F0243-9B27-4FBB-8FEC-D96CE2C44C00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Simplify before multiplying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E4B228C6-00B9-4A5B-93ED-202F3D6A678B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0AC5755C-1355-4B36-A512-F7BFDF26AC47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 2/3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8EEEFA8A-B168-49D5-830F-ED45743B0F45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3 + 2 = 11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F9B1E35A-8DD2-466A-ABC1-9E008D3A0D3D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074A4A0C-3B0B-47A0-9B9A-85B2B6117A38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24C5D1EF-4D2C-464E-8D5B-65E6C40165EF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77042CA2-BCD1-403C-9D05-DDB8A2B0F275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9/10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19026978-10C8-4F29-A1CC-26A85EB858AE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0 × 10 + 9 = 9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7CF4C21D-1001-499B-B832-C18742FEDE87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B4016AAC-9DCE-4533-B04E-BE4AE2DD02E9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03507489-BFDB-4613-8FA5-1DDE22FDE41F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88946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/>
      <p:bldP spid="13" grpId="0"/>
      <p:bldP spid="14" grpId="0"/>
      <p:bldP spid="1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bject-1">
            <a:extLst>
              <a:ext uri="{FF2B5EF4-FFF2-40B4-BE49-F238E27FC236}">
                <a16:creationId xmlns:a16="http://schemas.microsoft.com/office/drawing/2014/main" id="{4A609074-D122-43E5-8047-B0DC931781C1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B3F05EF8-7E10-4319-BCFF-17A048DB22CE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B56CF7F8-5280-4AD6-8425-C9E2C49AC332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 2/3 × 9/10.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1BD5FB39-FC00-4514-9746-15BF340A8DA6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82CB8F3F-D895-4ECA-B010-F79426A76D5A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Simplify before multiplying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C66B408C-0299-4DFF-B7F8-B45356AB047E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B35504A4-3175-4E69-BB74-BE79F652808A}"/>
              </a:ext>
            </a:extLst>
          </p:cNvPr>
          <p:cNvSpPr>
            <a:spLocks noGrp="1"/>
          </p:cNvSpPr>
          <p:nvPr/>
        </p:nvSpPr>
        <p:spPr>
          <a:xfrm>
            <a:off x="1666875" y="3036094"/>
            <a:ext cx="1428750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68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68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51F3A9E4-981D-4B90-86C6-78B3387F1554}"/>
              </a:ext>
            </a:extLst>
          </p:cNvPr>
          <p:cNvSpPr>
            <a:spLocks noGrp="1"/>
          </p:cNvSpPr>
          <p:nvPr/>
        </p:nvSpPr>
        <p:spPr>
          <a:xfrm>
            <a:off x="1666875" y="3893344"/>
            <a:ext cx="1428750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AFABDFB0-ECDE-46A8-87AC-4BDD8EBF05B8}"/>
              </a:ext>
            </a:extLst>
          </p:cNvPr>
          <p:cNvSpPr>
            <a:spLocks noGrp="1"/>
          </p:cNvSpPr>
          <p:nvPr/>
        </p:nvSpPr>
        <p:spPr>
          <a:xfrm>
            <a:off x="1666875" y="3988594"/>
            <a:ext cx="1428750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68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68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F2217D01-CBA1-49A2-9103-A1B038FAA28A}"/>
              </a:ext>
            </a:extLst>
          </p:cNvPr>
          <p:cNvSpPr>
            <a:spLocks noGrp="1"/>
          </p:cNvSpPr>
          <p:nvPr/>
        </p:nvSpPr>
        <p:spPr>
          <a:xfrm>
            <a:off x="4286250" y="3452813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219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219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8C9EE5C6-B89A-4526-A433-E738A73FCD5A}"/>
              </a:ext>
            </a:extLst>
          </p:cNvPr>
          <p:cNvSpPr>
            <a:spLocks noGrp="1"/>
          </p:cNvSpPr>
          <p:nvPr/>
        </p:nvSpPr>
        <p:spPr>
          <a:xfrm>
            <a:off x="5715000" y="3036094"/>
            <a:ext cx="1428750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68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68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FEF8748E-F806-455C-BC9B-9D01B6079004}"/>
              </a:ext>
            </a:extLst>
          </p:cNvPr>
          <p:cNvSpPr>
            <a:spLocks noGrp="1"/>
          </p:cNvSpPr>
          <p:nvPr/>
        </p:nvSpPr>
        <p:spPr>
          <a:xfrm>
            <a:off x="5715000" y="3893344"/>
            <a:ext cx="1428750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1A84E0FA-2E8E-4A32-B4F3-C26FF917CE23}"/>
              </a:ext>
            </a:extLst>
          </p:cNvPr>
          <p:cNvSpPr>
            <a:spLocks noGrp="1"/>
          </p:cNvSpPr>
          <p:nvPr/>
        </p:nvSpPr>
        <p:spPr>
          <a:xfrm>
            <a:off x="5715000" y="3988594"/>
            <a:ext cx="1428750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68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68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D2632880-382C-4603-ABBF-DFF8F7DDB810}"/>
              </a:ext>
            </a:extLst>
          </p:cNvPr>
          <p:cNvSpPr>
            <a:spLocks noGrp="1"/>
          </p:cNvSpPr>
          <p:nvPr/>
        </p:nvSpPr>
        <p:spPr>
          <a:xfrm>
            <a:off x="8096250" y="2976563"/>
            <a:ext cx="57150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11 and 10: divide both by 1.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4271AD5F-CFE5-4315-8709-245DE9AB94D4}"/>
              </a:ext>
            </a:extLst>
          </p:cNvPr>
          <p:cNvSpPr>
            <a:spLocks noGrp="1"/>
          </p:cNvSpPr>
          <p:nvPr/>
        </p:nvSpPr>
        <p:spPr>
          <a:xfrm>
            <a:off x="8096250" y="4226719"/>
            <a:ext cx="57150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9 and 3: divide both by 3.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11BFFACC-9DA7-46C5-A689-7ECD3BA3C963}"/>
              </a:ext>
            </a:extLst>
          </p:cNvPr>
          <p:cNvSpPr>
            <a:spLocks noGrp="1"/>
          </p:cNvSpPr>
          <p:nvPr/>
        </p:nvSpPr>
        <p:spPr>
          <a:xfrm>
            <a:off x="1666875" y="3036094"/>
            <a:ext cx="1428750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AD7C9AFF-B284-4EEB-BCD1-A6B70AE4ADC6}"/>
              </a:ext>
            </a:extLst>
          </p:cNvPr>
          <p:cNvSpPr>
            <a:spLocks noGrp="1"/>
          </p:cNvSpPr>
          <p:nvPr/>
        </p:nvSpPr>
        <p:spPr>
          <a:xfrm>
            <a:off x="1666875" y="3893344"/>
            <a:ext cx="1428750" cy="35719"/>
          </a:xfrm>
          <a:prstGeom prst="rect">
            <a:avLst/>
          </a:prstGeom>
          <a:solidFill>
            <a:srgbClr val="11745A"/>
          </a:solidFill>
          <a:ln w="0">
            <a:noFill/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03DFA8CC-7228-4D74-9E5F-6C261031C4B2}"/>
              </a:ext>
            </a:extLst>
          </p:cNvPr>
          <p:cNvSpPr>
            <a:spLocks noGrp="1"/>
          </p:cNvSpPr>
          <p:nvPr/>
        </p:nvSpPr>
        <p:spPr>
          <a:xfrm>
            <a:off x="1666875" y="3988594"/>
            <a:ext cx="1428750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FF7F862E-A9E1-4E50-B86C-56089E882D01}"/>
              </a:ext>
            </a:extLst>
          </p:cNvPr>
          <p:cNvSpPr>
            <a:spLocks noGrp="1"/>
          </p:cNvSpPr>
          <p:nvPr/>
        </p:nvSpPr>
        <p:spPr>
          <a:xfrm>
            <a:off x="5715000" y="3036094"/>
            <a:ext cx="1428750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C3CD9B41-D197-48DC-9180-2204943E057E}"/>
              </a:ext>
            </a:extLst>
          </p:cNvPr>
          <p:cNvSpPr>
            <a:spLocks noGrp="1"/>
          </p:cNvSpPr>
          <p:nvPr/>
        </p:nvSpPr>
        <p:spPr>
          <a:xfrm>
            <a:off x="5715000" y="3893344"/>
            <a:ext cx="1428750" cy="35719"/>
          </a:xfrm>
          <a:prstGeom prst="rect">
            <a:avLst/>
          </a:prstGeom>
          <a:solidFill>
            <a:srgbClr val="11745A"/>
          </a:solidFill>
          <a:ln w="0">
            <a:noFill/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24B9322E-35D1-4EAD-8EE3-12F3E9C28781}"/>
              </a:ext>
            </a:extLst>
          </p:cNvPr>
          <p:cNvSpPr>
            <a:spLocks noGrp="1"/>
          </p:cNvSpPr>
          <p:nvPr/>
        </p:nvSpPr>
        <p:spPr>
          <a:xfrm>
            <a:off x="5715000" y="3988594"/>
            <a:ext cx="1428750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931939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63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32638889 E" pathEditMode="relative" ptsTypes="">
                                      <p:cBhvr>
                                        <p:cTn id="20" dur="8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32638889 E" pathEditMode="relative" ptsTypes="">
                                      <p:cBhvr>
                                        <p:cTn id="22" dur="8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3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32638889 E" pathEditMode="relative" ptsTypes="">
                                      <p:cBhvr>
                                        <p:cTn id="24" dur="8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63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32638889 E" pathEditMode="relative" ptsTypes="">
                                      <p:cBhvr>
                                        <p:cTn id="34" dur="8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32638889 E" pathEditMode="relative" ptsTypes="">
                                      <p:cBhvr>
                                        <p:cTn id="36" dur="8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" presetID="63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32638889 E" pathEditMode="relative" ptsTypes="">
                                      <p:cBhvr>
                                        <p:cTn id="38" dur="8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  <p:bldP spid="16" grpId="1"/>
      <p:bldP spid="18" grpId="0"/>
      <p:bldP spid="18" grpId="1"/>
      <p:bldP spid="19" grpId="0"/>
      <p:bldP spid="19" grpId="1"/>
      <p:bldP spid="21" grpId="0"/>
      <p:bldP spid="21" grpId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object-1">
            <a:extLst>
              <a:ext uri="{FF2B5EF4-FFF2-40B4-BE49-F238E27FC236}">
                <a16:creationId xmlns:a16="http://schemas.microsoft.com/office/drawing/2014/main" id="{E036ACCF-2E6E-4D26-8FF8-0AE10B65AD2D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7999ED10-B764-417A-BE97-1FEC59FE0C9B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8CB7425B-EB58-4309-9F83-072EE53B4537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 2/3 × 9/10.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87FABAD3-299A-4739-BBB5-293244350A8E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43ABBAFF-736B-47CA-BE0D-2777EF0C3541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Simplify before multiplying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AEB02734-B39D-4F8E-B3C5-340CC41674A0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1BF8A881-1102-4D3D-908B-BA780C8F4D60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76367745-BB97-47CF-A298-3B6DA221F1AB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3BFD42ED-6154-43D2-A5D2-A7A4BFE1BF2C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F4E8EF56-8F48-44C5-B19C-3F4D5919B493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84818B2B-364D-4A5F-977C-724785568467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5E053443-8BEB-426E-B3E6-16874CE30198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53ACCA05-4C2C-4E57-AF7B-57A716308EAC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F761AB58-BF7E-42AD-B8B4-7AA58D083063}"/>
              </a:ext>
            </a:extLst>
          </p:cNvPr>
          <p:cNvSpPr>
            <a:spLocks noGrp="1"/>
          </p:cNvSpPr>
          <p:nvPr/>
        </p:nvSpPr>
        <p:spPr>
          <a:xfrm>
            <a:off x="9227344" y="2869406"/>
            <a:ext cx="270597" cy="27059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BDE8DA1D-87A0-4E73-989A-DD4309ADE7D6}"/>
              </a:ext>
            </a:extLst>
          </p:cNvPr>
          <p:cNvSpPr>
            <a:spLocks noGrp="1"/>
          </p:cNvSpPr>
          <p:nvPr/>
        </p:nvSpPr>
        <p:spPr>
          <a:xfrm>
            <a:off x="9497940" y="2869406"/>
            <a:ext cx="270597" cy="27059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A54D3FB8-4739-4E39-905F-3AB5DA04A054}"/>
              </a:ext>
            </a:extLst>
          </p:cNvPr>
          <p:cNvSpPr>
            <a:spLocks noGrp="1"/>
          </p:cNvSpPr>
          <p:nvPr/>
        </p:nvSpPr>
        <p:spPr>
          <a:xfrm>
            <a:off x="9768537" y="2869406"/>
            <a:ext cx="270597" cy="27059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2E9AFF5A-4FDF-47A8-858D-1507F5C19F95}"/>
              </a:ext>
            </a:extLst>
          </p:cNvPr>
          <p:cNvSpPr>
            <a:spLocks noGrp="1"/>
          </p:cNvSpPr>
          <p:nvPr/>
        </p:nvSpPr>
        <p:spPr>
          <a:xfrm>
            <a:off x="10039134" y="2869406"/>
            <a:ext cx="270597" cy="27059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7BD34632-B4D0-4A49-83DF-A279C845D1DC}"/>
              </a:ext>
            </a:extLst>
          </p:cNvPr>
          <p:cNvSpPr>
            <a:spLocks noGrp="1"/>
          </p:cNvSpPr>
          <p:nvPr/>
        </p:nvSpPr>
        <p:spPr>
          <a:xfrm>
            <a:off x="10309730" y="2869406"/>
            <a:ext cx="270597" cy="27059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55FF9A75-4412-45C9-9E27-5244212E11F9}"/>
              </a:ext>
            </a:extLst>
          </p:cNvPr>
          <p:cNvSpPr>
            <a:spLocks noGrp="1"/>
          </p:cNvSpPr>
          <p:nvPr/>
        </p:nvSpPr>
        <p:spPr>
          <a:xfrm>
            <a:off x="10580327" y="2869406"/>
            <a:ext cx="270597" cy="27059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83C35CCB-413F-45C6-8935-3976EB493EDE}"/>
              </a:ext>
            </a:extLst>
          </p:cNvPr>
          <p:cNvSpPr>
            <a:spLocks noGrp="1"/>
          </p:cNvSpPr>
          <p:nvPr/>
        </p:nvSpPr>
        <p:spPr>
          <a:xfrm>
            <a:off x="10850923" y="2869406"/>
            <a:ext cx="270597" cy="27059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152AFFFC-EDF2-4FA4-852E-FF38DE906FB7}"/>
              </a:ext>
            </a:extLst>
          </p:cNvPr>
          <p:cNvSpPr>
            <a:spLocks noGrp="1"/>
          </p:cNvSpPr>
          <p:nvPr/>
        </p:nvSpPr>
        <p:spPr>
          <a:xfrm>
            <a:off x="11121520" y="2869406"/>
            <a:ext cx="270597" cy="27059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0BE15EBF-9934-4C6F-9202-BC4343EDB930}"/>
              </a:ext>
            </a:extLst>
          </p:cNvPr>
          <p:cNvSpPr>
            <a:spLocks noGrp="1"/>
          </p:cNvSpPr>
          <p:nvPr/>
        </p:nvSpPr>
        <p:spPr>
          <a:xfrm>
            <a:off x="11392116" y="2869406"/>
            <a:ext cx="270597" cy="27059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B770D94F-45F3-47D5-B83A-8649611CB350}"/>
              </a:ext>
            </a:extLst>
          </p:cNvPr>
          <p:cNvSpPr>
            <a:spLocks noGrp="1"/>
          </p:cNvSpPr>
          <p:nvPr/>
        </p:nvSpPr>
        <p:spPr>
          <a:xfrm>
            <a:off x="11662713" y="2869406"/>
            <a:ext cx="270597" cy="27059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68F16AFE-CAD4-4F52-AE3B-9ACD53DB7056}"/>
              </a:ext>
            </a:extLst>
          </p:cNvPr>
          <p:cNvSpPr>
            <a:spLocks noGrp="1"/>
          </p:cNvSpPr>
          <p:nvPr/>
        </p:nvSpPr>
        <p:spPr>
          <a:xfrm>
            <a:off x="11933310" y="2869406"/>
            <a:ext cx="270597" cy="27059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27D9119F-CFE2-4736-A225-A659E1F0C55A}"/>
              </a:ext>
            </a:extLst>
          </p:cNvPr>
          <p:cNvSpPr>
            <a:spLocks noGrp="1"/>
          </p:cNvSpPr>
          <p:nvPr/>
        </p:nvSpPr>
        <p:spPr>
          <a:xfrm>
            <a:off x="9227344" y="3140003"/>
            <a:ext cx="270597" cy="27059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DBBE132B-2E42-41EB-8C33-50086D41EEB4}"/>
              </a:ext>
            </a:extLst>
          </p:cNvPr>
          <p:cNvSpPr>
            <a:spLocks noGrp="1"/>
          </p:cNvSpPr>
          <p:nvPr/>
        </p:nvSpPr>
        <p:spPr>
          <a:xfrm>
            <a:off x="9497940" y="3140003"/>
            <a:ext cx="270597" cy="27059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4E3E684F-F5C0-410B-B63B-35CA4C695265}"/>
              </a:ext>
            </a:extLst>
          </p:cNvPr>
          <p:cNvSpPr>
            <a:spLocks noGrp="1"/>
          </p:cNvSpPr>
          <p:nvPr/>
        </p:nvSpPr>
        <p:spPr>
          <a:xfrm>
            <a:off x="9768537" y="3140003"/>
            <a:ext cx="270597" cy="27059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74608977-D860-45F3-BC05-A0DFB35072BA}"/>
              </a:ext>
            </a:extLst>
          </p:cNvPr>
          <p:cNvSpPr>
            <a:spLocks noGrp="1"/>
          </p:cNvSpPr>
          <p:nvPr/>
        </p:nvSpPr>
        <p:spPr>
          <a:xfrm>
            <a:off x="10039134" y="3140003"/>
            <a:ext cx="270597" cy="27059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08660066-B787-4E28-887B-E973FCFA2ACF}"/>
              </a:ext>
            </a:extLst>
          </p:cNvPr>
          <p:cNvSpPr>
            <a:spLocks noGrp="1"/>
          </p:cNvSpPr>
          <p:nvPr/>
        </p:nvSpPr>
        <p:spPr>
          <a:xfrm>
            <a:off x="10309730" y="3140003"/>
            <a:ext cx="270597" cy="27059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6E179D88-048B-491B-A637-086706C6FD57}"/>
              </a:ext>
            </a:extLst>
          </p:cNvPr>
          <p:cNvSpPr>
            <a:spLocks noGrp="1"/>
          </p:cNvSpPr>
          <p:nvPr/>
        </p:nvSpPr>
        <p:spPr>
          <a:xfrm>
            <a:off x="10580327" y="3140003"/>
            <a:ext cx="270597" cy="27059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EDA5AC48-F940-4905-8672-305D9D8EB21F}"/>
              </a:ext>
            </a:extLst>
          </p:cNvPr>
          <p:cNvSpPr>
            <a:spLocks noGrp="1"/>
          </p:cNvSpPr>
          <p:nvPr/>
        </p:nvSpPr>
        <p:spPr>
          <a:xfrm>
            <a:off x="10850923" y="3140003"/>
            <a:ext cx="270597" cy="27059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3F71EC9A-B8B1-4D43-8F6C-3B09F2FFD5D5}"/>
              </a:ext>
            </a:extLst>
          </p:cNvPr>
          <p:cNvSpPr>
            <a:spLocks noGrp="1"/>
          </p:cNvSpPr>
          <p:nvPr/>
        </p:nvSpPr>
        <p:spPr>
          <a:xfrm>
            <a:off x="11121520" y="3140003"/>
            <a:ext cx="270597" cy="27059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B88EE3BE-B220-48B3-BF80-27F9718D68D8}"/>
              </a:ext>
            </a:extLst>
          </p:cNvPr>
          <p:cNvSpPr>
            <a:spLocks noGrp="1"/>
          </p:cNvSpPr>
          <p:nvPr/>
        </p:nvSpPr>
        <p:spPr>
          <a:xfrm>
            <a:off x="11392116" y="3140003"/>
            <a:ext cx="270597" cy="27059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3F35242E-6CD2-44E4-8F97-478B2451E4D6}"/>
              </a:ext>
            </a:extLst>
          </p:cNvPr>
          <p:cNvSpPr>
            <a:spLocks noGrp="1"/>
          </p:cNvSpPr>
          <p:nvPr/>
        </p:nvSpPr>
        <p:spPr>
          <a:xfrm>
            <a:off x="11662713" y="3140003"/>
            <a:ext cx="270597" cy="27059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F0126DEA-D26E-4844-A92E-605F3CD21D72}"/>
              </a:ext>
            </a:extLst>
          </p:cNvPr>
          <p:cNvSpPr>
            <a:spLocks noGrp="1"/>
          </p:cNvSpPr>
          <p:nvPr/>
        </p:nvSpPr>
        <p:spPr>
          <a:xfrm>
            <a:off x="11933310" y="3140003"/>
            <a:ext cx="270597" cy="27059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2DCB870C-3841-4077-B141-B746FE85ED08}"/>
              </a:ext>
            </a:extLst>
          </p:cNvPr>
          <p:cNvSpPr>
            <a:spLocks noGrp="1"/>
          </p:cNvSpPr>
          <p:nvPr/>
        </p:nvSpPr>
        <p:spPr>
          <a:xfrm>
            <a:off x="9227344" y="3410599"/>
            <a:ext cx="270597" cy="27059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CD1D6F66-8A7B-4087-9116-BE0CB40E09BD}"/>
              </a:ext>
            </a:extLst>
          </p:cNvPr>
          <p:cNvSpPr>
            <a:spLocks noGrp="1"/>
          </p:cNvSpPr>
          <p:nvPr/>
        </p:nvSpPr>
        <p:spPr>
          <a:xfrm>
            <a:off x="9497940" y="3410599"/>
            <a:ext cx="270597" cy="27059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D7F982FD-5D74-4888-B531-7AE3E65F1D8B}"/>
              </a:ext>
            </a:extLst>
          </p:cNvPr>
          <p:cNvSpPr>
            <a:spLocks noGrp="1"/>
          </p:cNvSpPr>
          <p:nvPr/>
        </p:nvSpPr>
        <p:spPr>
          <a:xfrm>
            <a:off x="9768537" y="3410599"/>
            <a:ext cx="270597" cy="27059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D14C1030-B848-455E-AE6A-BF0987328F9C}"/>
              </a:ext>
            </a:extLst>
          </p:cNvPr>
          <p:cNvSpPr>
            <a:spLocks noGrp="1"/>
          </p:cNvSpPr>
          <p:nvPr/>
        </p:nvSpPr>
        <p:spPr>
          <a:xfrm>
            <a:off x="10039134" y="3410599"/>
            <a:ext cx="270597" cy="27059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A7516055-4107-4339-9777-4EBE73717A99}"/>
              </a:ext>
            </a:extLst>
          </p:cNvPr>
          <p:cNvSpPr>
            <a:spLocks noGrp="1"/>
          </p:cNvSpPr>
          <p:nvPr/>
        </p:nvSpPr>
        <p:spPr>
          <a:xfrm>
            <a:off x="10309730" y="3410599"/>
            <a:ext cx="270597" cy="27059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78B63017-2853-4F68-8E55-577556455096}"/>
              </a:ext>
            </a:extLst>
          </p:cNvPr>
          <p:cNvSpPr>
            <a:spLocks noGrp="1"/>
          </p:cNvSpPr>
          <p:nvPr/>
        </p:nvSpPr>
        <p:spPr>
          <a:xfrm>
            <a:off x="10580327" y="3410599"/>
            <a:ext cx="270597" cy="27059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CF6911CC-389F-4CD0-A797-9D6CA9C99372}"/>
              </a:ext>
            </a:extLst>
          </p:cNvPr>
          <p:cNvSpPr>
            <a:spLocks noGrp="1"/>
          </p:cNvSpPr>
          <p:nvPr/>
        </p:nvSpPr>
        <p:spPr>
          <a:xfrm>
            <a:off x="10850923" y="3410599"/>
            <a:ext cx="270597" cy="27059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028FF565-877B-48EB-8019-31F552BD3BAA}"/>
              </a:ext>
            </a:extLst>
          </p:cNvPr>
          <p:cNvSpPr>
            <a:spLocks noGrp="1"/>
          </p:cNvSpPr>
          <p:nvPr/>
        </p:nvSpPr>
        <p:spPr>
          <a:xfrm>
            <a:off x="11121520" y="3410599"/>
            <a:ext cx="270597" cy="27059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0D788A62-4804-4416-925A-5097989D4965}"/>
              </a:ext>
            </a:extLst>
          </p:cNvPr>
          <p:cNvSpPr>
            <a:spLocks noGrp="1"/>
          </p:cNvSpPr>
          <p:nvPr/>
        </p:nvSpPr>
        <p:spPr>
          <a:xfrm>
            <a:off x="11392116" y="3410599"/>
            <a:ext cx="270597" cy="27059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7D0E6EE9-16D0-44A8-8684-912A7D9ED7C7}"/>
              </a:ext>
            </a:extLst>
          </p:cNvPr>
          <p:cNvSpPr>
            <a:spLocks noGrp="1"/>
          </p:cNvSpPr>
          <p:nvPr/>
        </p:nvSpPr>
        <p:spPr>
          <a:xfrm>
            <a:off x="11662713" y="3410599"/>
            <a:ext cx="270597" cy="27059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1373FB91-20E1-4666-AAEF-06AC86A8532B}"/>
              </a:ext>
            </a:extLst>
          </p:cNvPr>
          <p:cNvSpPr>
            <a:spLocks noGrp="1"/>
          </p:cNvSpPr>
          <p:nvPr/>
        </p:nvSpPr>
        <p:spPr>
          <a:xfrm>
            <a:off x="11933310" y="3410599"/>
            <a:ext cx="270597" cy="27059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47FED710-702D-426F-9418-A6C19D5D2DF8}"/>
              </a:ext>
            </a:extLst>
          </p:cNvPr>
          <p:cNvSpPr>
            <a:spLocks noGrp="1"/>
          </p:cNvSpPr>
          <p:nvPr/>
        </p:nvSpPr>
        <p:spPr>
          <a:xfrm>
            <a:off x="9227344" y="3681196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BB2A02C9-9DE9-43B1-95B2-B6423BD57646}"/>
              </a:ext>
            </a:extLst>
          </p:cNvPr>
          <p:cNvSpPr>
            <a:spLocks noGrp="1"/>
          </p:cNvSpPr>
          <p:nvPr/>
        </p:nvSpPr>
        <p:spPr>
          <a:xfrm>
            <a:off x="9497940" y="3681196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10D416A0-3A2F-4A7E-B893-D4098B5CEF84}"/>
              </a:ext>
            </a:extLst>
          </p:cNvPr>
          <p:cNvSpPr>
            <a:spLocks noGrp="1"/>
          </p:cNvSpPr>
          <p:nvPr/>
        </p:nvSpPr>
        <p:spPr>
          <a:xfrm>
            <a:off x="9768537" y="3681196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7B502E5F-7C14-4886-8359-8DDD9C822603}"/>
              </a:ext>
            </a:extLst>
          </p:cNvPr>
          <p:cNvSpPr>
            <a:spLocks noGrp="1"/>
          </p:cNvSpPr>
          <p:nvPr/>
        </p:nvSpPr>
        <p:spPr>
          <a:xfrm>
            <a:off x="10039134" y="3681196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A4E9850E-37F4-40E1-8FE3-105164129683}"/>
              </a:ext>
            </a:extLst>
          </p:cNvPr>
          <p:cNvSpPr>
            <a:spLocks noGrp="1"/>
          </p:cNvSpPr>
          <p:nvPr/>
        </p:nvSpPr>
        <p:spPr>
          <a:xfrm>
            <a:off x="10309730" y="3681196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12FA99F3-11E4-4639-935E-CE279CD713BC}"/>
              </a:ext>
            </a:extLst>
          </p:cNvPr>
          <p:cNvSpPr>
            <a:spLocks noGrp="1"/>
          </p:cNvSpPr>
          <p:nvPr/>
        </p:nvSpPr>
        <p:spPr>
          <a:xfrm>
            <a:off x="10580327" y="3681196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A02F2679-7E02-411C-9745-7229221EEC6C}"/>
              </a:ext>
            </a:extLst>
          </p:cNvPr>
          <p:cNvSpPr>
            <a:spLocks noGrp="1"/>
          </p:cNvSpPr>
          <p:nvPr/>
        </p:nvSpPr>
        <p:spPr>
          <a:xfrm>
            <a:off x="10850923" y="3681196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423EBCA8-8369-4FCA-BAED-970E2E4DAF33}"/>
              </a:ext>
            </a:extLst>
          </p:cNvPr>
          <p:cNvSpPr>
            <a:spLocks noGrp="1"/>
          </p:cNvSpPr>
          <p:nvPr/>
        </p:nvSpPr>
        <p:spPr>
          <a:xfrm>
            <a:off x="11121520" y="3681196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3CF05B33-3FAE-4B41-A96A-BC118E1483F2}"/>
              </a:ext>
            </a:extLst>
          </p:cNvPr>
          <p:cNvSpPr>
            <a:spLocks noGrp="1"/>
          </p:cNvSpPr>
          <p:nvPr/>
        </p:nvSpPr>
        <p:spPr>
          <a:xfrm>
            <a:off x="11392116" y="3681196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49A68159-A391-4D2F-B64A-F38C9809E931}"/>
              </a:ext>
            </a:extLst>
          </p:cNvPr>
          <p:cNvSpPr>
            <a:spLocks noGrp="1"/>
          </p:cNvSpPr>
          <p:nvPr/>
        </p:nvSpPr>
        <p:spPr>
          <a:xfrm>
            <a:off x="11662713" y="3681196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F3864C3F-92E0-4E95-8668-A2DD15C69298}"/>
              </a:ext>
            </a:extLst>
          </p:cNvPr>
          <p:cNvSpPr>
            <a:spLocks noGrp="1"/>
          </p:cNvSpPr>
          <p:nvPr/>
        </p:nvSpPr>
        <p:spPr>
          <a:xfrm>
            <a:off x="11933310" y="3681196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19B8BAAB-38FB-4C95-A7D2-68A36BEDE42B}"/>
              </a:ext>
            </a:extLst>
          </p:cNvPr>
          <p:cNvSpPr>
            <a:spLocks noGrp="1"/>
          </p:cNvSpPr>
          <p:nvPr/>
        </p:nvSpPr>
        <p:spPr>
          <a:xfrm>
            <a:off x="9227344" y="3951793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A208921D-1083-405F-B064-50371994A1A1}"/>
              </a:ext>
            </a:extLst>
          </p:cNvPr>
          <p:cNvSpPr>
            <a:spLocks noGrp="1"/>
          </p:cNvSpPr>
          <p:nvPr/>
        </p:nvSpPr>
        <p:spPr>
          <a:xfrm>
            <a:off x="9497940" y="3951793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DF1E232D-0CC3-4330-A6F4-BC8196539AB9}"/>
              </a:ext>
            </a:extLst>
          </p:cNvPr>
          <p:cNvSpPr>
            <a:spLocks noGrp="1"/>
          </p:cNvSpPr>
          <p:nvPr/>
        </p:nvSpPr>
        <p:spPr>
          <a:xfrm>
            <a:off x="9768537" y="3951793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61" name="object-61">
            <a:extLst>
              <a:ext uri="{FF2B5EF4-FFF2-40B4-BE49-F238E27FC236}">
                <a16:creationId xmlns:a16="http://schemas.microsoft.com/office/drawing/2014/main" id="{8BF60ECC-36BD-49D3-A03A-176ED3D5F364}"/>
              </a:ext>
            </a:extLst>
          </p:cNvPr>
          <p:cNvSpPr>
            <a:spLocks noGrp="1"/>
          </p:cNvSpPr>
          <p:nvPr/>
        </p:nvSpPr>
        <p:spPr>
          <a:xfrm>
            <a:off x="10039134" y="3951793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62" name="object-62">
            <a:extLst>
              <a:ext uri="{FF2B5EF4-FFF2-40B4-BE49-F238E27FC236}">
                <a16:creationId xmlns:a16="http://schemas.microsoft.com/office/drawing/2014/main" id="{C2BD4490-A8F8-4403-AA3F-7502D7C89F29}"/>
              </a:ext>
            </a:extLst>
          </p:cNvPr>
          <p:cNvSpPr>
            <a:spLocks noGrp="1"/>
          </p:cNvSpPr>
          <p:nvPr/>
        </p:nvSpPr>
        <p:spPr>
          <a:xfrm>
            <a:off x="10309730" y="3951793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63" name="object-63">
            <a:extLst>
              <a:ext uri="{FF2B5EF4-FFF2-40B4-BE49-F238E27FC236}">
                <a16:creationId xmlns:a16="http://schemas.microsoft.com/office/drawing/2014/main" id="{57BDD47A-446E-4117-A0E0-0E831E4DACE5}"/>
              </a:ext>
            </a:extLst>
          </p:cNvPr>
          <p:cNvSpPr>
            <a:spLocks noGrp="1"/>
          </p:cNvSpPr>
          <p:nvPr/>
        </p:nvSpPr>
        <p:spPr>
          <a:xfrm>
            <a:off x="10580327" y="3951793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64" name="object-64">
            <a:extLst>
              <a:ext uri="{FF2B5EF4-FFF2-40B4-BE49-F238E27FC236}">
                <a16:creationId xmlns:a16="http://schemas.microsoft.com/office/drawing/2014/main" id="{BF5E6368-6DC3-4B95-8B05-BCFA36685499}"/>
              </a:ext>
            </a:extLst>
          </p:cNvPr>
          <p:cNvSpPr>
            <a:spLocks noGrp="1"/>
          </p:cNvSpPr>
          <p:nvPr/>
        </p:nvSpPr>
        <p:spPr>
          <a:xfrm>
            <a:off x="10850923" y="3951793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65" name="object-65">
            <a:extLst>
              <a:ext uri="{FF2B5EF4-FFF2-40B4-BE49-F238E27FC236}">
                <a16:creationId xmlns:a16="http://schemas.microsoft.com/office/drawing/2014/main" id="{F9F0C0F5-E0BD-4A46-8E1E-8BFF5243426F}"/>
              </a:ext>
            </a:extLst>
          </p:cNvPr>
          <p:cNvSpPr>
            <a:spLocks noGrp="1"/>
          </p:cNvSpPr>
          <p:nvPr/>
        </p:nvSpPr>
        <p:spPr>
          <a:xfrm>
            <a:off x="11121520" y="3951793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66" name="object-66">
            <a:extLst>
              <a:ext uri="{FF2B5EF4-FFF2-40B4-BE49-F238E27FC236}">
                <a16:creationId xmlns:a16="http://schemas.microsoft.com/office/drawing/2014/main" id="{1D5B3386-3BE6-4073-BFAF-BA44D884109E}"/>
              </a:ext>
            </a:extLst>
          </p:cNvPr>
          <p:cNvSpPr>
            <a:spLocks noGrp="1"/>
          </p:cNvSpPr>
          <p:nvPr/>
        </p:nvSpPr>
        <p:spPr>
          <a:xfrm>
            <a:off x="11392116" y="3951793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67" name="object-67">
            <a:extLst>
              <a:ext uri="{FF2B5EF4-FFF2-40B4-BE49-F238E27FC236}">
                <a16:creationId xmlns:a16="http://schemas.microsoft.com/office/drawing/2014/main" id="{1481AEA1-089A-4FF6-B8C9-13583E18E410}"/>
              </a:ext>
            </a:extLst>
          </p:cNvPr>
          <p:cNvSpPr>
            <a:spLocks noGrp="1"/>
          </p:cNvSpPr>
          <p:nvPr/>
        </p:nvSpPr>
        <p:spPr>
          <a:xfrm>
            <a:off x="11662713" y="3951793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68" name="object-68">
            <a:extLst>
              <a:ext uri="{FF2B5EF4-FFF2-40B4-BE49-F238E27FC236}">
                <a16:creationId xmlns:a16="http://schemas.microsoft.com/office/drawing/2014/main" id="{2D7E3850-F221-49E4-952A-B73F3D30D1C0}"/>
              </a:ext>
            </a:extLst>
          </p:cNvPr>
          <p:cNvSpPr>
            <a:spLocks noGrp="1"/>
          </p:cNvSpPr>
          <p:nvPr/>
        </p:nvSpPr>
        <p:spPr>
          <a:xfrm>
            <a:off x="11933310" y="3951793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69" name="object-69">
            <a:extLst>
              <a:ext uri="{FF2B5EF4-FFF2-40B4-BE49-F238E27FC236}">
                <a16:creationId xmlns:a16="http://schemas.microsoft.com/office/drawing/2014/main" id="{728B274E-F807-408B-8825-46735D2CAEBC}"/>
              </a:ext>
            </a:extLst>
          </p:cNvPr>
          <p:cNvSpPr>
            <a:spLocks noGrp="1"/>
          </p:cNvSpPr>
          <p:nvPr/>
        </p:nvSpPr>
        <p:spPr>
          <a:xfrm>
            <a:off x="9227344" y="4222389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70" name="object-70">
            <a:extLst>
              <a:ext uri="{FF2B5EF4-FFF2-40B4-BE49-F238E27FC236}">
                <a16:creationId xmlns:a16="http://schemas.microsoft.com/office/drawing/2014/main" id="{45E9113C-1948-4AF4-BEBF-5EE5F9D35250}"/>
              </a:ext>
            </a:extLst>
          </p:cNvPr>
          <p:cNvSpPr>
            <a:spLocks noGrp="1"/>
          </p:cNvSpPr>
          <p:nvPr/>
        </p:nvSpPr>
        <p:spPr>
          <a:xfrm>
            <a:off x="9497940" y="4222389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71" name="object-71">
            <a:extLst>
              <a:ext uri="{FF2B5EF4-FFF2-40B4-BE49-F238E27FC236}">
                <a16:creationId xmlns:a16="http://schemas.microsoft.com/office/drawing/2014/main" id="{9DBD41CC-7D02-4CAC-B187-A638E73EB63F}"/>
              </a:ext>
            </a:extLst>
          </p:cNvPr>
          <p:cNvSpPr>
            <a:spLocks noGrp="1"/>
          </p:cNvSpPr>
          <p:nvPr/>
        </p:nvSpPr>
        <p:spPr>
          <a:xfrm>
            <a:off x="9768537" y="4222389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72" name="object-72">
            <a:extLst>
              <a:ext uri="{FF2B5EF4-FFF2-40B4-BE49-F238E27FC236}">
                <a16:creationId xmlns:a16="http://schemas.microsoft.com/office/drawing/2014/main" id="{CB718F96-7F10-4E6B-B3EB-AED6B823A3CD}"/>
              </a:ext>
            </a:extLst>
          </p:cNvPr>
          <p:cNvSpPr>
            <a:spLocks noGrp="1"/>
          </p:cNvSpPr>
          <p:nvPr/>
        </p:nvSpPr>
        <p:spPr>
          <a:xfrm>
            <a:off x="10039134" y="4222389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73" name="object-73">
            <a:extLst>
              <a:ext uri="{FF2B5EF4-FFF2-40B4-BE49-F238E27FC236}">
                <a16:creationId xmlns:a16="http://schemas.microsoft.com/office/drawing/2014/main" id="{9E0A3B5A-87A1-4879-8A42-6D8AB34887D0}"/>
              </a:ext>
            </a:extLst>
          </p:cNvPr>
          <p:cNvSpPr>
            <a:spLocks noGrp="1"/>
          </p:cNvSpPr>
          <p:nvPr/>
        </p:nvSpPr>
        <p:spPr>
          <a:xfrm>
            <a:off x="10309730" y="4222389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74" name="object-74">
            <a:extLst>
              <a:ext uri="{FF2B5EF4-FFF2-40B4-BE49-F238E27FC236}">
                <a16:creationId xmlns:a16="http://schemas.microsoft.com/office/drawing/2014/main" id="{4FBC5BDF-968A-49FB-B5A4-69960D0E7A06}"/>
              </a:ext>
            </a:extLst>
          </p:cNvPr>
          <p:cNvSpPr>
            <a:spLocks noGrp="1"/>
          </p:cNvSpPr>
          <p:nvPr/>
        </p:nvSpPr>
        <p:spPr>
          <a:xfrm>
            <a:off x="10580327" y="4222389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75" name="object-75">
            <a:extLst>
              <a:ext uri="{FF2B5EF4-FFF2-40B4-BE49-F238E27FC236}">
                <a16:creationId xmlns:a16="http://schemas.microsoft.com/office/drawing/2014/main" id="{E7B46734-E264-4309-8FEC-30EE818A305A}"/>
              </a:ext>
            </a:extLst>
          </p:cNvPr>
          <p:cNvSpPr>
            <a:spLocks noGrp="1"/>
          </p:cNvSpPr>
          <p:nvPr/>
        </p:nvSpPr>
        <p:spPr>
          <a:xfrm>
            <a:off x="10850923" y="4222389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76" name="object-76">
            <a:extLst>
              <a:ext uri="{FF2B5EF4-FFF2-40B4-BE49-F238E27FC236}">
                <a16:creationId xmlns:a16="http://schemas.microsoft.com/office/drawing/2014/main" id="{79860B46-EF4C-4CA5-AF4D-F15CB074D90C}"/>
              </a:ext>
            </a:extLst>
          </p:cNvPr>
          <p:cNvSpPr>
            <a:spLocks noGrp="1"/>
          </p:cNvSpPr>
          <p:nvPr/>
        </p:nvSpPr>
        <p:spPr>
          <a:xfrm>
            <a:off x="11121520" y="4222389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77" name="object-77">
            <a:extLst>
              <a:ext uri="{FF2B5EF4-FFF2-40B4-BE49-F238E27FC236}">
                <a16:creationId xmlns:a16="http://schemas.microsoft.com/office/drawing/2014/main" id="{AFD9394D-B57A-4919-AC19-C790944AF840}"/>
              </a:ext>
            </a:extLst>
          </p:cNvPr>
          <p:cNvSpPr>
            <a:spLocks noGrp="1"/>
          </p:cNvSpPr>
          <p:nvPr/>
        </p:nvSpPr>
        <p:spPr>
          <a:xfrm>
            <a:off x="11392116" y="4222389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78" name="object-78">
            <a:extLst>
              <a:ext uri="{FF2B5EF4-FFF2-40B4-BE49-F238E27FC236}">
                <a16:creationId xmlns:a16="http://schemas.microsoft.com/office/drawing/2014/main" id="{81EDEC97-D09B-43CF-8FF7-C23059F3D4E7}"/>
              </a:ext>
            </a:extLst>
          </p:cNvPr>
          <p:cNvSpPr>
            <a:spLocks noGrp="1"/>
          </p:cNvSpPr>
          <p:nvPr/>
        </p:nvSpPr>
        <p:spPr>
          <a:xfrm>
            <a:off x="11662713" y="4222389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79" name="object-79">
            <a:extLst>
              <a:ext uri="{FF2B5EF4-FFF2-40B4-BE49-F238E27FC236}">
                <a16:creationId xmlns:a16="http://schemas.microsoft.com/office/drawing/2014/main" id="{B2B76B68-BFD8-4B1D-A13F-6813B8FA7E01}"/>
              </a:ext>
            </a:extLst>
          </p:cNvPr>
          <p:cNvSpPr>
            <a:spLocks noGrp="1"/>
          </p:cNvSpPr>
          <p:nvPr/>
        </p:nvSpPr>
        <p:spPr>
          <a:xfrm>
            <a:off x="11933310" y="4222389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80" name="object-80">
            <a:extLst>
              <a:ext uri="{FF2B5EF4-FFF2-40B4-BE49-F238E27FC236}">
                <a16:creationId xmlns:a16="http://schemas.microsoft.com/office/drawing/2014/main" id="{013050C8-D436-46FA-A317-D17C7AE6047B}"/>
              </a:ext>
            </a:extLst>
          </p:cNvPr>
          <p:cNvSpPr>
            <a:spLocks noGrp="1"/>
          </p:cNvSpPr>
          <p:nvPr/>
        </p:nvSpPr>
        <p:spPr>
          <a:xfrm>
            <a:off x="9227344" y="4492986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81" name="object-81">
            <a:extLst>
              <a:ext uri="{FF2B5EF4-FFF2-40B4-BE49-F238E27FC236}">
                <a16:creationId xmlns:a16="http://schemas.microsoft.com/office/drawing/2014/main" id="{8BA15914-703A-4941-B129-34E054F204C9}"/>
              </a:ext>
            </a:extLst>
          </p:cNvPr>
          <p:cNvSpPr>
            <a:spLocks noGrp="1"/>
          </p:cNvSpPr>
          <p:nvPr/>
        </p:nvSpPr>
        <p:spPr>
          <a:xfrm>
            <a:off x="9497940" y="4492986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82" name="object-82">
            <a:extLst>
              <a:ext uri="{FF2B5EF4-FFF2-40B4-BE49-F238E27FC236}">
                <a16:creationId xmlns:a16="http://schemas.microsoft.com/office/drawing/2014/main" id="{4BD61332-2676-4D6E-9637-B9810F14435F}"/>
              </a:ext>
            </a:extLst>
          </p:cNvPr>
          <p:cNvSpPr>
            <a:spLocks noGrp="1"/>
          </p:cNvSpPr>
          <p:nvPr/>
        </p:nvSpPr>
        <p:spPr>
          <a:xfrm>
            <a:off x="9768537" y="4492986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83" name="object-83">
            <a:extLst>
              <a:ext uri="{FF2B5EF4-FFF2-40B4-BE49-F238E27FC236}">
                <a16:creationId xmlns:a16="http://schemas.microsoft.com/office/drawing/2014/main" id="{519348D2-1F2C-4A53-97C5-FF2438922F7B}"/>
              </a:ext>
            </a:extLst>
          </p:cNvPr>
          <p:cNvSpPr>
            <a:spLocks noGrp="1"/>
          </p:cNvSpPr>
          <p:nvPr/>
        </p:nvSpPr>
        <p:spPr>
          <a:xfrm>
            <a:off x="10039134" y="4492986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84" name="object-84">
            <a:extLst>
              <a:ext uri="{FF2B5EF4-FFF2-40B4-BE49-F238E27FC236}">
                <a16:creationId xmlns:a16="http://schemas.microsoft.com/office/drawing/2014/main" id="{644FC50D-C31C-413E-B30D-2857023D3784}"/>
              </a:ext>
            </a:extLst>
          </p:cNvPr>
          <p:cNvSpPr>
            <a:spLocks noGrp="1"/>
          </p:cNvSpPr>
          <p:nvPr/>
        </p:nvSpPr>
        <p:spPr>
          <a:xfrm>
            <a:off x="10309730" y="4492986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85" name="object-85">
            <a:extLst>
              <a:ext uri="{FF2B5EF4-FFF2-40B4-BE49-F238E27FC236}">
                <a16:creationId xmlns:a16="http://schemas.microsoft.com/office/drawing/2014/main" id="{71D8216D-575D-418B-8F47-052A2E7932A6}"/>
              </a:ext>
            </a:extLst>
          </p:cNvPr>
          <p:cNvSpPr>
            <a:spLocks noGrp="1"/>
          </p:cNvSpPr>
          <p:nvPr/>
        </p:nvSpPr>
        <p:spPr>
          <a:xfrm>
            <a:off x="10580327" y="4492986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86" name="object-86">
            <a:extLst>
              <a:ext uri="{FF2B5EF4-FFF2-40B4-BE49-F238E27FC236}">
                <a16:creationId xmlns:a16="http://schemas.microsoft.com/office/drawing/2014/main" id="{46502C6B-195A-424E-81FE-3353FC6345E4}"/>
              </a:ext>
            </a:extLst>
          </p:cNvPr>
          <p:cNvSpPr>
            <a:spLocks noGrp="1"/>
          </p:cNvSpPr>
          <p:nvPr/>
        </p:nvSpPr>
        <p:spPr>
          <a:xfrm>
            <a:off x="10850923" y="4492986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87" name="object-87">
            <a:extLst>
              <a:ext uri="{FF2B5EF4-FFF2-40B4-BE49-F238E27FC236}">
                <a16:creationId xmlns:a16="http://schemas.microsoft.com/office/drawing/2014/main" id="{581C2763-9371-4BC4-95BE-355DCFFE2F10}"/>
              </a:ext>
            </a:extLst>
          </p:cNvPr>
          <p:cNvSpPr>
            <a:spLocks noGrp="1"/>
          </p:cNvSpPr>
          <p:nvPr/>
        </p:nvSpPr>
        <p:spPr>
          <a:xfrm>
            <a:off x="11121520" y="4492986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88" name="object-88">
            <a:extLst>
              <a:ext uri="{FF2B5EF4-FFF2-40B4-BE49-F238E27FC236}">
                <a16:creationId xmlns:a16="http://schemas.microsoft.com/office/drawing/2014/main" id="{0B6A25A1-EED5-4F29-A761-8A4A8CA6EE65}"/>
              </a:ext>
            </a:extLst>
          </p:cNvPr>
          <p:cNvSpPr>
            <a:spLocks noGrp="1"/>
          </p:cNvSpPr>
          <p:nvPr/>
        </p:nvSpPr>
        <p:spPr>
          <a:xfrm>
            <a:off x="11392116" y="4492986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89" name="object-89">
            <a:extLst>
              <a:ext uri="{FF2B5EF4-FFF2-40B4-BE49-F238E27FC236}">
                <a16:creationId xmlns:a16="http://schemas.microsoft.com/office/drawing/2014/main" id="{766C8076-67DA-4F04-99C5-E4811CEA3A89}"/>
              </a:ext>
            </a:extLst>
          </p:cNvPr>
          <p:cNvSpPr>
            <a:spLocks noGrp="1"/>
          </p:cNvSpPr>
          <p:nvPr/>
        </p:nvSpPr>
        <p:spPr>
          <a:xfrm>
            <a:off x="11662713" y="4492986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90" name="object-90">
            <a:extLst>
              <a:ext uri="{FF2B5EF4-FFF2-40B4-BE49-F238E27FC236}">
                <a16:creationId xmlns:a16="http://schemas.microsoft.com/office/drawing/2014/main" id="{3EE6C353-32CF-4BF2-B080-FB8CBD4E4BBB}"/>
              </a:ext>
            </a:extLst>
          </p:cNvPr>
          <p:cNvSpPr>
            <a:spLocks noGrp="1"/>
          </p:cNvSpPr>
          <p:nvPr/>
        </p:nvSpPr>
        <p:spPr>
          <a:xfrm>
            <a:off x="11933310" y="4492986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91" name="object-91">
            <a:extLst>
              <a:ext uri="{FF2B5EF4-FFF2-40B4-BE49-F238E27FC236}">
                <a16:creationId xmlns:a16="http://schemas.microsoft.com/office/drawing/2014/main" id="{51FD7DF4-01EA-449A-9113-410F6CB5AD59}"/>
              </a:ext>
            </a:extLst>
          </p:cNvPr>
          <p:cNvSpPr>
            <a:spLocks noGrp="1"/>
          </p:cNvSpPr>
          <p:nvPr/>
        </p:nvSpPr>
        <p:spPr>
          <a:xfrm>
            <a:off x="9227344" y="4763582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92" name="object-92">
            <a:extLst>
              <a:ext uri="{FF2B5EF4-FFF2-40B4-BE49-F238E27FC236}">
                <a16:creationId xmlns:a16="http://schemas.microsoft.com/office/drawing/2014/main" id="{DA4D8158-BBE6-43D0-B3D2-E14754CDE945}"/>
              </a:ext>
            </a:extLst>
          </p:cNvPr>
          <p:cNvSpPr>
            <a:spLocks noGrp="1"/>
          </p:cNvSpPr>
          <p:nvPr/>
        </p:nvSpPr>
        <p:spPr>
          <a:xfrm>
            <a:off x="9497940" y="4763582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93" name="object-93">
            <a:extLst>
              <a:ext uri="{FF2B5EF4-FFF2-40B4-BE49-F238E27FC236}">
                <a16:creationId xmlns:a16="http://schemas.microsoft.com/office/drawing/2014/main" id="{927E6FBF-3072-44B7-B1F1-68A55A289485}"/>
              </a:ext>
            </a:extLst>
          </p:cNvPr>
          <p:cNvSpPr>
            <a:spLocks noGrp="1"/>
          </p:cNvSpPr>
          <p:nvPr/>
        </p:nvSpPr>
        <p:spPr>
          <a:xfrm>
            <a:off x="9768537" y="4763582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94" name="object-94">
            <a:extLst>
              <a:ext uri="{FF2B5EF4-FFF2-40B4-BE49-F238E27FC236}">
                <a16:creationId xmlns:a16="http://schemas.microsoft.com/office/drawing/2014/main" id="{A77BCE86-29A1-4089-819D-F0FF5C63FEB4}"/>
              </a:ext>
            </a:extLst>
          </p:cNvPr>
          <p:cNvSpPr>
            <a:spLocks noGrp="1"/>
          </p:cNvSpPr>
          <p:nvPr/>
        </p:nvSpPr>
        <p:spPr>
          <a:xfrm>
            <a:off x="10039134" y="4763582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95" name="object-95">
            <a:extLst>
              <a:ext uri="{FF2B5EF4-FFF2-40B4-BE49-F238E27FC236}">
                <a16:creationId xmlns:a16="http://schemas.microsoft.com/office/drawing/2014/main" id="{12A93F56-44E0-4779-B53E-098C7428B9ED}"/>
              </a:ext>
            </a:extLst>
          </p:cNvPr>
          <p:cNvSpPr>
            <a:spLocks noGrp="1"/>
          </p:cNvSpPr>
          <p:nvPr/>
        </p:nvSpPr>
        <p:spPr>
          <a:xfrm>
            <a:off x="10309730" y="4763582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96" name="object-96">
            <a:extLst>
              <a:ext uri="{FF2B5EF4-FFF2-40B4-BE49-F238E27FC236}">
                <a16:creationId xmlns:a16="http://schemas.microsoft.com/office/drawing/2014/main" id="{3D564F11-BE19-4915-A426-0348F0869E41}"/>
              </a:ext>
            </a:extLst>
          </p:cNvPr>
          <p:cNvSpPr>
            <a:spLocks noGrp="1"/>
          </p:cNvSpPr>
          <p:nvPr/>
        </p:nvSpPr>
        <p:spPr>
          <a:xfrm>
            <a:off x="10580327" y="4763582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97" name="object-97">
            <a:extLst>
              <a:ext uri="{FF2B5EF4-FFF2-40B4-BE49-F238E27FC236}">
                <a16:creationId xmlns:a16="http://schemas.microsoft.com/office/drawing/2014/main" id="{721A9BD3-165A-4821-AE85-4462962F78E3}"/>
              </a:ext>
            </a:extLst>
          </p:cNvPr>
          <p:cNvSpPr>
            <a:spLocks noGrp="1"/>
          </p:cNvSpPr>
          <p:nvPr/>
        </p:nvSpPr>
        <p:spPr>
          <a:xfrm>
            <a:off x="10850923" y="4763582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98" name="object-98">
            <a:extLst>
              <a:ext uri="{FF2B5EF4-FFF2-40B4-BE49-F238E27FC236}">
                <a16:creationId xmlns:a16="http://schemas.microsoft.com/office/drawing/2014/main" id="{51C9845F-BA3D-4090-868F-DC4EE0AEC9DF}"/>
              </a:ext>
            </a:extLst>
          </p:cNvPr>
          <p:cNvSpPr>
            <a:spLocks noGrp="1"/>
          </p:cNvSpPr>
          <p:nvPr/>
        </p:nvSpPr>
        <p:spPr>
          <a:xfrm>
            <a:off x="11121520" y="4763582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99" name="object-99">
            <a:extLst>
              <a:ext uri="{FF2B5EF4-FFF2-40B4-BE49-F238E27FC236}">
                <a16:creationId xmlns:a16="http://schemas.microsoft.com/office/drawing/2014/main" id="{578BD364-C048-4B05-AB19-20826FD460F5}"/>
              </a:ext>
            </a:extLst>
          </p:cNvPr>
          <p:cNvSpPr>
            <a:spLocks noGrp="1"/>
          </p:cNvSpPr>
          <p:nvPr/>
        </p:nvSpPr>
        <p:spPr>
          <a:xfrm>
            <a:off x="11392116" y="4763582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100" name="object-100">
            <a:extLst>
              <a:ext uri="{FF2B5EF4-FFF2-40B4-BE49-F238E27FC236}">
                <a16:creationId xmlns:a16="http://schemas.microsoft.com/office/drawing/2014/main" id="{C42B42C0-8366-4F90-8700-DA4E54FCDAB6}"/>
              </a:ext>
            </a:extLst>
          </p:cNvPr>
          <p:cNvSpPr>
            <a:spLocks noGrp="1"/>
          </p:cNvSpPr>
          <p:nvPr/>
        </p:nvSpPr>
        <p:spPr>
          <a:xfrm>
            <a:off x="11662713" y="4763582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101" name="object-101">
            <a:extLst>
              <a:ext uri="{FF2B5EF4-FFF2-40B4-BE49-F238E27FC236}">
                <a16:creationId xmlns:a16="http://schemas.microsoft.com/office/drawing/2014/main" id="{CCCFAE07-26A8-4E23-BF79-1C7E9B59D3A7}"/>
              </a:ext>
            </a:extLst>
          </p:cNvPr>
          <p:cNvSpPr>
            <a:spLocks noGrp="1"/>
          </p:cNvSpPr>
          <p:nvPr/>
        </p:nvSpPr>
        <p:spPr>
          <a:xfrm>
            <a:off x="11933310" y="4763582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102" name="object-102">
            <a:extLst>
              <a:ext uri="{FF2B5EF4-FFF2-40B4-BE49-F238E27FC236}">
                <a16:creationId xmlns:a16="http://schemas.microsoft.com/office/drawing/2014/main" id="{D0CBD82D-FB18-4EB0-B556-841734D1E636}"/>
              </a:ext>
            </a:extLst>
          </p:cNvPr>
          <p:cNvSpPr>
            <a:spLocks noGrp="1"/>
          </p:cNvSpPr>
          <p:nvPr/>
        </p:nvSpPr>
        <p:spPr>
          <a:xfrm>
            <a:off x="9227344" y="5034179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103" name="object-103">
            <a:extLst>
              <a:ext uri="{FF2B5EF4-FFF2-40B4-BE49-F238E27FC236}">
                <a16:creationId xmlns:a16="http://schemas.microsoft.com/office/drawing/2014/main" id="{EBA4A2E7-EAFD-4588-AC6C-BE82CC4C9DBB}"/>
              </a:ext>
            </a:extLst>
          </p:cNvPr>
          <p:cNvSpPr>
            <a:spLocks noGrp="1"/>
          </p:cNvSpPr>
          <p:nvPr/>
        </p:nvSpPr>
        <p:spPr>
          <a:xfrm>
            <a:off x="9497940" y="5034179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104" name="object-104">
            <a:extLst>
              <a:ext uri="{FF2B5EF4-FFF2-40B4-BE49-F238E27FC236}">
                <a16:creationId xmlns:a16="http://schemas.microsoft.com/office/drawing/2014/main" id="{06131235-00ED-4017-99E6-B79D811467A2}"/>
              </a:ext>
            </a:extLst>
          </p:cNvPr>
          <p:cNvSpPr>
            <a:spLocks noGrp="1"/>
          </p:cNvSpPr>
          <p:nvPr/>
        </p:nvSpPr>
        <p:spPr>
          <a:xfrm>
            <a:off x="9768537" y="5034179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105" name="object-105">
            <a:extLst>
              <a:ext uri="{FF2B5EF4-FFF2-40B4-BE49-F238E27FC236}">
                <a16:creationId xmlns:a16="http://schemas.microsoft.com/office/drawing/2014/main" id="{E06223E0-AE62-42D9-BD65-962C5344FB23}"/>
              </a:ext>
            </a:extLst>
          </p:cNvPr>
          <p:cNvSpPr>
            <a:spLocks noGrp="1"/>
          </p:cNvSpPr>
          <p:nvPr/>
        </p:nvSpPr>
        <p:spPr>
          <a:xfrm>
            <a:off x="10039134" y="5034179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106" name="object-106">
            <a:extLst>
              <a:ext uri="{FF2B5EF4-FFF2-40B4-BE49-F238E27FC236}">
                <a16:creationId xmlns:a16="http://schemas.microsoft.com/office/drawing/2014/main" id="{6BA4BAF4-E699-49FB-A706-C37476174BAA}"/>
              </a:ext>
            </a:extLst>
          </p:cNvPr>
          <p:cNvSpPr>
            <a:spLocks noGrp="1"/>
          </p:cNvSpPr>
          <p:nvPr/>
        </p:nvSpPr>
        <p:spPr>
          <a:xfrm>
            <a:off x="10309730" y="5034179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107" name="object-107">
            <a:extLst>
              <a:ext uri="{FF2B5EF4-FFF2-40B4-BE49-F238E27FC236}">
                <a16:creationId xmlns:a16="http://schemas.microsoft.com/office/drawing/2014/main" id="{CBA588B5-C7F9-4E73-8EA8-ADB5F9ED1158}"/>
              </a:ext>
            </a:extLst>
          </p:cNvPr>
          <p:cNvSpPr>
            <a:spLocks noGrp="1"/>
          </p:cNvSpPr>
          <p:nvPr/>
        </p:nvSpPr>
        <p:spPr>
          <a:xfrm>
            <a:off x="10580327" y="5034179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108" name="object-108">
            <a:extLst>
              <a:ext uri="{FF2B5EF4-FFF2-40B4-BE49-F238E27FC236}">
                <a16:creationId xmlns:a16="http://schemas.microsoft.com/office/drawing/2014/main" id="{5BD47EB2-B10D-41BE-9727-404FCA6BD8FE}"/>
              </a:ext>
            </a:extLst>
          </p:cNvPr>
          <p:cNvSpPr>
            <a:spLocks noGrp="1"/>
          </p:cNvSpPr>
          <p:nvPr/>
        </p:nvSpPr>
        <p:spPr>
          <a:xfrm>
            <a:off x="10850923" y="5034179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109" name="object-109">
            <a:extLst>
              <a:ext uri="{FF2B5EF4-FFF2-40B4-BE49-F238E27FC236}">
                <a16:creationId xmlns:a16="http://schemas.microsoft.com/office/drawing/2014/main" id="{A0E46BA7-5D14-4130-B6DD-CD2C6DE827A5}"/>
              </a:ext>
            </a:extLst>
          </p:cNvPr>
          <p:cNvSpPr>
            <a:spLocks noGrp="1"/>
          </p:cNvSpPr>
          <p:nvPr/>
        </p:nvSpPr>
        <p:spPr>
          <a:xfrm>
            <a:off x="11121520" y="5034179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110" name="object-110">
            <a:extLst>
              <a:ext uri="{FF2B5EF4-FFF2-40B4-BE49-F238E27FC236}">
                <a16:creationId xmlns:a16="http://schemas.microsoft.com/office/drawing/2014/main" id="{FDC4AFA3-DECF-4F4E-A658-F7EF72CAF255}"/>
              </a:ext>
            </a:extLst>
          </p:cNvPr>
          <p:cNvSpPr>
            <a:spLocks noGrp="1"/>
          </p:cNvSpPr>
          <p:nvPr/>
        </p:nvSpPr>
        <p:spPr>
          <a:xfrm>
            <a:off x="11392116" y="5034179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111" name="object-111">
            <a:extLst>
              <a:ext uri="{FF2B5EF4-FFF2-40B4-BE49-F238E27FC236}">
                <a16:creationId xmlns:a16="http://schemas.microsoft.com/office/drawing/2014/main" id="{AA8F114E-6632-4053-B517-3816C9DF6C94}"/>
              </a:ext>
            </a:extLst>
          </p:cNvPr>
          <p:cNvSpPr>
            <a:spLocks noGrp="1"/>
          </p:cNvSpPr>
          <p:nvPr/>
        </p:nvSpPr>
        <p:spPr>
          <a:xfrm>
            <a:off x="11662713" y="5034179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112" name="object-112">
            <a:extLst>
              <a:ext uri="{FF2B5EF4-FFF2-40B4-BE49-F238E27FC236}">
                <a16:creationId xmlns:a16="http://schemas.microsoft.com/office/drawing/2014/main" id="{9D28A07A-2ACE-4977-8640-F69909F6A4EF}"/>
              </a:ext>
            </a:extLst>
          </p:cNvPr>
          <p:cNvSpPr>
            <a:spLocks noGrp="1"/>
          </p:cNvSpPr>
          <p:nvPr/>
        </p:nvSpPr>
        <p:spPr>
          <a:xfrm>
            <a:off x="11933310" y="5034179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113" name="object-113">
            <a:extLst>
              <a:ext uri="{FF2B5EF4-FFF2-40B4-BE49-F238E27FC236}">
                <a16:creationId xmlns:a16="http://schemas.microsoft.com/office/drawing/2014/main" id="{2C8F971C-6E4F-4C60-ABB2-8B8552EA51BE}"/>
              </a:ext>
            </a:extLst>
          </p:cNvPr>
          <p:cNvSpPr>
            <a:spLocks noGrp="1"/>
          </p:cNvSpPr>
          <p:nvPr/>
        </p:nvSpPr>
        <p:spPr>
          <a:xfrm>
            <a:off x="9227344" y="5304776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114" name="object-114">
            <a:extLst>
              <a:ext uri="{FF2B5EF4-FFF2-40B4-BE49-F238E27FC236}">
                <a16:creationId xmlns:a16="http://schemas.microsoft.com/office/drawing/2014/main" id="{868FED3A-E52E-4BF8-BB78-F813792A8A34}"/>
              </a:ext>
            </a:extLst>
          </p:cNvPr>
          <p:cNvSpPr>
            <a:spLocks noGrp="1"/>
          </p:cNvSpPr>
          <p:nvPr/>
        </p:nvSpPr>
        <p:spPr>
          <a:xfrm>
            <a:off x="9497940" y="5304776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115" name="object-115">
            <a:extLst>
              <a:ext uri="{FF2B5EF4-FFF2-40B4-BE49-F238E27FC236}">
                <a16:creationId xmlns:a16="http://schemas.microsoft.com/office/drawing/2014/main" id="{06475451-D76F-48BB-9034-C9D30CB61836}"/>
              </a:ext>
            </a:extLst>
          </p:cNvPr>
          <p:cNvSpPr>
            <a:spLocks noGrp="1"/>
          </p:cNvSpPr>
          <p:nvPr/>
        </p:nvSpPr>
        <p:spPr>
          <a:xfrm>
            <a:off x="9768537" y="5304776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116" name="object-116">
            <a:extLst>
              <a:ext uri="{FF2B5EF4-FFF2-40B4-BE49-F238E27FC236}">
                <a16:creationId xmlns:a16="http://schemas.microsoft.com/office/drawing/2014/main" id="{DADEE8FD-D2C1-4C2F-A4CA-F98A6816DEFF}"/>
              </a:ext>
            </a:extLst>
          </p:cNvPr>
          <p:cNvSpPr>
            <a:spLocks noGrp="1"/>
          </p:cNvSpPr>
          <p:nvPr/>
        </p:nvSpPr>
        <p:spPr>
          <a:xfrm>
            <a:off x="10039134" y="5304776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117" name="object-117">
            <a:extLst>
              <a:ext uri="{FF2B5EF4-FFF2-40B4-BE49-F238E27FC236}">
                <a16:creationId xmlns:a16="http://schemas.microsoft.com/office/drawing/2014/main" id="{DEFFF24F-BC76-4B60-9FB8-518B6E55049D}"/>
              </a:ext>
            </a:extLst>
          </p:cNvPr>
          <p:cNvSpPr>
            <a:spLocks noGrp="1"/>
          </p:cNvSpPr>
          <p:nvPr/>
        </p:nvSpPr>
        <p:spPr>
          <a:xfrm>
            <a:off x="10309730" y="5304776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118" name="object-118">
            <a:extLst>
              <a:ext uri="{FF2B5EF4-FFF2-40B4-BE49-F238E27FC236}">
                <a16:creationId xmlns:a16="http://schemas.microsoft.com/office/drawing/2014/main" id="{E1170734-2B0D-4D67-91EB-131DC3301D5B}"/>
              </a:ext>
            </a:extLst>
          </p:cNvPr>
          <p:cNvSpPr>
            <a:spLocks noGrp="1"/>
          </p:cNvSpPr>
          <p:nvPr/>
        </p:nvSpPr>
        <p:spPr>
          <a:xfrm>
            <a:off x="10580327" y="5304776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119" name="object-119">
            <a:extLst>
              <a:ext uri="{FF2B5EF4-FFF2-40B4-BE49-F238E27FC236}">
                <a16:creationId xmlns:a16="http://schemas.microsoft.com/office/drawing/2014/main" id="{A3E90898-B848-4F2B-9547-E9A38AD6C8B5}"/>
              </a:ext>
            </a:extLst>
          </p:cNvPr>
          <p:cNvSpPr>
            <a:spLocks noGrp="1"/>
          </p:cNvSpPr>
          <p:nvPr/>
        </p:nvSpPr>
        <p:spPr>
          <a:xfrm>
            <a:off x="10850923" y="5304776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120" name="object-120">
            <a:extLst>
              <a:ext uri="{FF2B5EF4-FFF2-40B4-BE49-F238E27FC236}">
                <a16:creationId xmlns:a16="http://schemas.microsoft.com/office/drawing/2014/main" id="{8C0D2707-2F86-47A3-84F3-31D5D4C43BF8}"/>
              </a:ext>
            </a:extLst>
          </p:cNvPr>
          <p:cNvSpPr>
            <a:spLocks noGrp="1"/>
          </p:cNvSpPr>
          <p:nvPr/>
        </p:nvSpPr>
        <p:spPr>
          <a:xfrm>
            <a:off x="11121520" y="5304776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121" name="object-121">
            <a:extLst>
              <a:ext uri="{FF2B5EF4-FFF2-40B4-BE49-F238E27FC236}">
                <a16:creationId xmlns:a16="http://schemas.microsoft.com/office/drawing/2014/main" id="{D45AC8CA-5E7F-45F2-A1EA-BB78FF6CDF5C}"/>
              </a:ext>
            </a:extLst>
          </p:cNvPr>
          <p:cNvSpPr>
            <a:spLocks noGrp="1"/>
          </p:cNvSpPr>
          <p:nvPr/>
        </p:nvSpPr>
        <p:spPr>
          <a:xfrm>
            <a:off x="11392116" y="5304776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122" name="object-122">
            <a:extLst>
              <a:ext uri="{FF2B5EF4-FFF2-40B4-BE49-F238E27FC236}">
                <a16:creationId xmlns:a16="http://schemas.microsoft.com/office/drawing/2014/main" id="{DF4FBA39-BCCD-4F94-B5E2-4C3E3CB030B2}"/>
              </a:ext>
            </a:extLst>
          </p:cNvPr>
          <p:cNvSpPr>
            <a:spLocks noGrp="1"/>
          </p:cNvSpPr>
          <p:nvPr/>
        </p:nvSpPr>
        <p:spPr>
          <a:xfrm>
            <a:off x="11662713" y="5304776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123" name="object-123">
            <a:extLst>
              <a:ext uri="{FF2B5EF4-FFF2-40B4-BE49-F238E27FC236}">
                <a16:creationId xmlns:a16="http://schemas.microsoft.com/office/drawing/2014/main" id="{48A01334-67CF-429D-B8C8-C4FE3F03D1D1}"/>
              </a:ext>
            </a:extLst>
          </p:cNvPr>
          <p:cNvSpPr>
            <a:spLocks noGrp="1"/>
          </p:cNvSpPr>
          <p:nvPr/>
        </p:nvSpPr>
        <p:spPr>
          <a:xfrm>
            <a:off x="11933310" y="5304776"/>
            <a:ext cx="270597" cy="27059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124" name="object-124">
            <a:extLst>
              <a:ext uri="{FF2B5EF4-FFF2-40B4-BE49-F238E27FC236}">
                <a16:creationId xmlns:a16="http://schemas.microsoft.com/office/drawing/2014/main" id="{410E57E8-3BE1-4161-BFCC-7CC2F51AB9E8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11 × 3 = 33;  1 × 10 = 10.</a:t>
            </a:r>
          </a:p>
        </p:txBody>
      </p:sp>
      <p:sp>
        <p:nvSpPr>
          <p:cNvPr id="125" name="object-125">
            <a:extLst>
              <a:ext uri="{FF2B5EF4-FFF2-40B4-BE49-F238E27FC236}">
                <a16:creationId xmlns:a16="http://schemas.microsoft.com/office/drawing/2014/main" id="{B5730695-C0C2-4C6F-8F68-7B4D5AE1860B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3 3/10</a:t>
            </a:r>
          </a:p>
        </p:txBody>
      </p:sp>
    </p:spTree>
    <p:extLst>
      <p:ext uri="{BB962C8B-B14F-4D97-AF65-F5344CB8AC3E}">
        <p14:creationId xmlns:p14="http://schemas.microsoft.com/office/powerpoint/2010/main" val="990295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5" fill="hold">
                      <p:stCondLst>
                        <p:cond delay="indefinite"/>
                      </p:stCondLst>
                      <p:childTnLst>
                        <p:par>
                          <p:cTn id="226" fill="hold">
                            <p:stCondLst>
                              <p:cond delay="0"/>
                            </p:stCondLst>
                            <p:childTnLst>
                              <p:par>
                                <p:cTn id="2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9" fill="hold">
                      <p:stCondLst>
                        <p:cond delay="indefinite"/>
                      </p:stCondLst>
                      <p:childTnLst>
                        <p:par>
                          <p:cTn id="230" fill="hold">
                            <p:stCondLst>
                              <p:cond delay="0"/>
                            </p:stCondLst>
                            <p:childTnLst>
                              <p:par>
                                <p:cTn id="2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4" grpId="0"/>
      <p:bldP spid="1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1A92DB15-975B-4824-9037-FA1587B7F526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04C28720-A3F9-41F1-8D33-F60A5ACB30DD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AD6A846E-7870-453B-AA86-E52476FC4346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13151232-347F-430B-95F6-2C8F7C4F93E7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92EE56BF-A2A3-4DCE-9867-2FBB7EB2A5D5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Simplify before multiplying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71DE98BC-3FCD-4492-8C16-0913AD6EEFCC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028A811D-CA82-47A7-BF4C-A4A1505F85DE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39364DCF-3767-4B0E-AB14-BD9C03E3CC97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2/3 x 9/10 using cancellation.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64FEADD0-BAE0-41C8-B597-3E44AFDB69A2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0E9BFC73-57A9-47F0-9822-DFC32BAEB061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 1/2 x 3/4.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5D62BF4E-5CF7-4D33-B9BA-A381D626A81E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6BDD07FF-4580-4AFB-A5F4-81E6E2DA948A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 ribbon is 3/5 m long. Maya uses 2/3 of it. How much ribbon does she use?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C8533042-D254-4646-ACED-FADEDAB8FDC2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85486743-2AF9-423E-98AE-BF383ED3E2EE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Calculate 2/3 x 9/10 using cancellation.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43EC550D-1B1A-4CB2-A5D8-3BBCDFADFEE6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C74130E6-CF5C-43D6-B1F9-68FF736EF157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Calculate 2 1/2 x 3/4.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F6DA0189-EFB4-4DFD-83CA-EB11B6EE17C4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444D5E6A-5D7F-410E-8713-49B77BCED524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A ribbon is 3/5 m long. Maya uses 2/3 of it. How much ribbon does she use?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7D3AE7C7-EE54-49B1-B656-DF8923955D97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E6C167B2-00AB-41B2-8345-4991D71DE7DD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Calculate 4/7 of 21.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DBFE0B1A-120E-4466-8E0A-719AD6DB8779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D289EC09-7B3A-47BD-BA89-9D5D74D93EEF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thinks multiplying always makes a number larger.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C7C8FBBD-DA05-4188-8A2F-6A2C435AB56C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04EECF74-C8F4-4EF1-804E-4BB8C238D925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782D8042-4950-4A02-851A-AEE097F9D648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53FA9F09-858E-4EFC-922D-37CEDB5B5F2C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A ribbon is 3/5 m long. Maya uses 2/3 of it. How much ribbon does she use?</a:t>
            </a:r>
          </a:p>
        </p:txBody>
      </p:sp>
    </p:spTree>
    <p:extLst>
      <p:ext uri="{BB962C8B-B14F-4D97-AF65-F5344CB8AC3E}">
        <p14:creationId xmlns:p14="http://schemas.microsoft.com/office/powerpoint/2010/main" val="18460378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0BB1C1D9-FA36-40DF-AF4A-55012B68EE03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4FFF3CFC-D627-4AD1-80EA-861D5547CB5D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D49A879C-3D4A-4ED0-83B9-43DCEC8C3CEC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1D043E28-8195-454D-B337-3F34E76E6307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Simplify before multiplying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26891448-46BB-457F-AB3A-82E6008DE7A5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D9518625-0224-4611-A2D5-DF8F0E56C944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EB4F1338-16B4-4C1C-B12B-D0C5C1F089CC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3/5.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22EDDAB8-9DE1-4749-B337-99ECA1575AB7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51C450F5-59B6-4C28-B218-B24A35CE7639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 7/8.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8D4A76FC-1C15-4017-97CB-DB134D6705F9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565747A7-462D-4B90-92E7-16A047BE829A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2/5 m.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AD20738A-16AC-4863-A272-311286702C3A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8A65448E-7B68-4FB4-BD43-E2D9C8F6F685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3/5.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B015102E-BF4D-4C01-999E-6B869F4D0E2E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6872180E-F259-46A2-8DB2-BDE6B107ECE2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1 7/8.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62CF0125-959B-4310-BB4B-CE5CB5984B2B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33F8E030-BA58-4A1C-99E0-E670274F5E4E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2/5 m.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C69DA9E6-BBB7-4839-8581-998DE4BD908D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3DD3704B-CE55-4CD3-A6B8-BF8D2AFB6D80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12.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4D2266A6-9C06-4D1D-8D29-393B7E6B7E6E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3A96B113-0798-4F4B-85E6-A46A2CA652D8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Multiplying by a proper fraction finds a part, so the result can be smaller than the starting number.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F116DD89-90E1-4D57-BB7A-262C14F6BCE6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03D014B5-FCF6-480E-9D56-D4C0A2AD4340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349EACE1-570B-41DA-95FA-8907497B5D52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956AC990-4AA9-492B-8857-29D6C1990BA5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29344500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1640</Words>
  <Application>Microsoft Office PowerPoint</Application>
  <DocSecurity>0</DocSecurity>
  <PresentationFormat>Custom</PresentationFormat>
  <Paragraphs>228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2026-09-14T13:19:15Z</dcterms:created>
  <dcterms:modified xsi:type="dcterms:W3CDTF">2026-09-14T13:19:57Z</dcterms:modified>
</cp:coreProperties>
</file>