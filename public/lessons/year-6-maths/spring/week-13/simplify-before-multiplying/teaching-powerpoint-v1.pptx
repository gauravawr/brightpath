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276e6546a8647d3" /><Relationship Type="http://schemas.openxmlformats.org/officeDocument/2006/relationships/extended-properties" Target="/docProps/app.xml" Id="Ra26d3db8a6a2443c" /><Relationship Type="http://schemas.openxmlformats.org/officeDocument/2006/relationships/officeDocument" Target="/ppt/presentation.xml" Id="R5769404e6b4f489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11501462433489d"/>
  </p:sldMasterIdLst>
  <p:notesMasterIdLst>
    <p:notesMasterId xmlns:r="http://schemas.openxmlformats.org/officeDocument/2006/relationships" r:id="R525d6f6a70f3427c"/>
  </p:notesMasterIdLst>
  <p:sldIdLst>
    <p:sldId xmlns:r="http://schemas.openxmlformats.org/officeDocument/2006/relationships" id="256" r:id="R9eadfc57d2814a4b"/>
    <p:sldId xmlns:r="http://schemas.openxmlformats.org/officeDocument/2006/relationships" id="257" r:id="Reb65e567122348d4"/>
    <p:sldId xmlns:r="http://schemas.openxmlformats.org/officeDocument/2006/relationships" id="258" r:id="R797aac61b7d84003"/>
    <p:sldId xmlns:r="http://schemas.openxmlformats.org/officeDocument/2006/relationships" id="259" r:id="R0ff2e819174f4c87"/>
    <p:sldId xmlns:r="http://schemas.openxmlformats.org/officeDocument/2006/relationships" id="260" r:id="R52eda05f059047d2"/>
    <p:sldId xmlns:r="http://schemas.openxmlformats.org/officeDocument/2006/relationships" id="261" r:id="R0954eb783eb44e00"/>
    <p:sldId xmlns:r="http://schemas.openxmlformats.org/officeDocument/2006/relationships" id="262" r:id="R4209f88da2a74dcf"/>
    <p:sldId xmlns:r="http://schemas.openxmlformats.org/officeDocument/2006/relationships" id="263" r:id="R5a862e01bf8c46b9"/>
    <p:sldId xmlns:r="http://schemas.openxmlformats.org/officeDocument/2006/relationships" id="264" r:id="R80a0b619c7704e00"/>
    <p:sldId xmlns:r="http://schemas.openxmlformats.org/officeDocument/2006/relationships" id="265" r:id="R96a8f62bfa26432e"/>
    <p:sldId xmlns:r="http://schemas.openxmlformats.org/officeDocument/2006/relationships" id="266" r:id="R2b5c900e28da45f6"/>
    <p:sldId xmlns:r="http://schemas.openxmlformats.org/officeDocument/2006/relationships" id="267" r:id="R22f58b1effe8483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44dc9c46a4a4f78" /><Relationship Type="http://schemas.openxmlformats.org/officeDocument/2006/relationships/slideMaster" Target="/ppt/slideMasters/slideMaster1.xml" Id="Rb11501462433489d" /><Relationship Type="http://schemas.openxmlformats.org/officeDocument/2006/relationships/notesMaster" Target="/ppt/notesMasters/notesMaster1.xml" Id="R525d6f6a70f3427c" /><Relationship Type="http://schemas.openxmlformats.org/officeDocument/2006/relationships/presProps" Target="/ppt/presProps.xml" Id="R2914136f884a49dd" /><Relationship Type="http://schemas.openxmlformats.org/officeDocument/2006/relationships/tableStyles" Target="/ppt/tableStyles.xml" Id="R4649fea2708e4d84" /><Relationship Type="http://schemas.openxmlformats.org/officeDocument/2006/relationships/slide" Target="/ppt/slides/slide1.xml" Id="R9eadfc57d2814a4b" /><Relationship Type="http://schemas.openxmlformats.org/officeDocument/2006/relationships/slide" Target="/ppt/slides/slide2.xml" Id="Reb65e567122348d4" /><Relationship Type="http://schemas.openxmlformats.org/officeDocument/2006/relationships/slide" Target="/ppt/slides/slide3.xml" Id="R797aac61b7d84003" /><Relationship Type="http://schemas.openxmlformats.org/officeDocument/2006/relationships/slide" Target="/ppt/slides/slide4.xml" Id="R0ff2e819174f4c87" /><Relationship Type="http://schemas.openxmlformats.org/officeDocument/2006/relationships/slide" Target="/ppt/slides/slide5.xml" Id="R52eda05f059047d2" /><Relationship Type="http://schemas.openxmlformats.org/officeDocument/2006/relationships/slide" Target="/ppt/slides/slide6.xml" Id="R0954eb783eb44e00" /><Relationship Type="http://schemas.openxmlformats.org/officeDocument/2006/relationships/slide" Target="/ppt/slides/slide7.xml" Id="R4209f88da2a74dcf" /><Relationship Type="http://schemas.openxmlformats.org/officeDocument/2006/relationships/slide" Target="/ppt/slides/slide8.xml" Id="R5a862e01bf8c46b9" /><Relationship Type="http://schemas.openxmlformats.org/officeDocument/2006/relationships/slide" Target="/ppt/slides/slide9.xml" Id="R80a0b619c7704e00" /><Relationship Type="http://schemas.openxmlformats.org/officeDocument/2006/relationships/slide" Target="/ppt/slides/slide10.xml" Id="R96a8f62bfa26432e" /><Relationship Type="http://schemas.openxmlformats.org/officeDocument/2006/relationships/slide" Target="/ppt/slides/slide11.xml" Id="R2b5c900e28da45f6" /><Relationship Type="http://schemas.openxmlformats.org/officeDocument/2006/relationships/slide" Target="/ppt/slides/slide12.xml" Id="R22f58b1effe8483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9b007f1a50b441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9b65cc436d04e26" /><Relationship Type="http://schemas.openxmlformats.org/officeDocument/2006/relationships/notesMaster" Target="/ppt/notesMasters/notesMaster1.xml" Id="Rf64bf0f315244ad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95f84fabcb14914" /><Relationship Type="http://schemas.openxmlformats.org/officeDocument/2006/relationships/notesMaster" Target="/ppt/notesMasters/notesMaster1.xml" Id="Rb01e688f53ab472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01adc489a6f4ccc" /><Relationship Type="http://schemas.openxmlformats.org/officeDocument/2006/relationships/notesMaster" Target="/ppt/notesMasters/notesMaster1.xml" Id="Rf8a942e78f26413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a9ddb42886342a5" /><Relationship Type="http://schemas.openxmlformats.org/officeDocument/2006/relationships/notesMaster" Target="/ppt/notesMasters/notesMaster1.xml" Id="Rcd12ff94f76b409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6c00facdfc94228" /><Relationship Type="http://schemas.openxmlformats.org/officeDocument/2006/relationships/notesMaster" Target="/ppt/notesMasters/notesMaster1.xml" Id="R22914ca52f184f3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ea26892234b41d2" /><Relationship Type="http://schemas.openxmlformats.org/officeDocument/2006/relationships/notesMaster" Target="/ppt/notesMasters/notesMaster1.xml" Id="Rdb3b7b2dd3304c3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4811bad4e694f98" /><Relationship Type="http://schemas.openxmlformats.org/officeDocument/2006/relationships/notesMaster" Target="/ppt/notesMasters/notesMaster1.xml" Id="R2cb773e03a4e455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2b9bfccd8dd4203" /><Relationship Type="http://schemas.openxmlformats.org/officeDocument/2006/relationships/notesMaster" Target="/ppt/notesMasters/notesMaster1.xml" Id="R8af96abbc3c5440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aff978cc48e4897" /><Relationship Type="http://schemas.openxmlformats.org/officeDocument/2006/relationships/notesMaster" Target="/ppt/notesMasters/notesMaster1.xml" Id="R48ddf23c519a480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ca5dbe0c3294be2" /><Relationship Type="http://schemas.openxmlformats.org/officeDocument/2006/relationships/notesMaster" Target="/ppt/notesMasters/notesMaster1.xml" Id="R4ca87d8fc6404d4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aebfb286ebf4937" /><Relationship Type="http://schemas.openxmlformats.org/officeDocument/2006/relationships/notesMaster" Target="/ppt/notesMasters/notesMaster1.xml" Id="Rba3c904e37ef41e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211567bfd764971" /><Relationship Type="http://schemas.openxmlformats.org/officeDocument/2006/relationships/notesMaster" Target="/ppt/notesMasters/notesMaster1.xml" Id="Rdbfa614e1200404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Fraction strips, bar models, multiplication grid, squared paper,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 7/8. | Convert mixed numbers to improper fractions when needed. | Multiplying by a proper fraction finds a part, so the result can be smaller than the starting number.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multiply, product, fraction of, cancel, simplify, mixed number.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3/5.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 7/8.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Multiplying by a proper fraction finds a part, so the result can be smaller than the starting number.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 7/8..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2/5 m..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12.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2/5 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2/5 m. | Multiplying by a proper fraction finds a part, so the result can be smaller than the starting number.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580341d4fc4a8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0a8426173ec46be" /><Relationship Type="http://schemas.openxmlformats.org/officeDocument/2006/relationships/slideLayout" Target="/ppt/slideLayouts/slideLayout1.xml" Id="Rf3b66d5742704d3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3b66d5742704d3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3a889c07024add" /><Relationship Type="http://schemas.openxmlformats.org/officeDocument/2006/relationships/notesSlide" Target="/ppt/notesSlides/notesSlide1.xml" Id="Rbbd271ee75d742f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68365f7c3f418d" /><Relationship Type="http://schemas.openxmlformats.org/officeDocument/2006/relationships/notesSlide" Target="/ppt/notesSlides/notesSlide2.xml" Id="Rfc95ead7b30a431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ddb2c8f3f4402d" /><Relationship Type="http://schemas.openxmlformats.org/officeDocument/2006/relationships/notesSlide" Target="/ppt/notesSlides/notesSlide3.xml" Id="R6a07d067c41640e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559e97ce3a4dab" /><Relationship Type="http://schemas.openxmlformats.org/officeDocument/2006/relationships/notesSlide" Target="/ppt/notesSlides/notesSlide4.xml" Id="R013e7088caa2477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3ef7d7e9d44ef7" /><Relationship Type="http://schemas.openxmlformats.org/officeDocument/2006/relationships/notesSlide" Target="/ppt/notesSlides/notesSlide5.xml" Id="Rb2493b2013464c0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cb68a2dcdf4684" /><Relationship Type="http://schemas.openxmlformats.org/officeDocument/2006/relationships/notesSlide" Target="/ppt/notesSlides/notesSlide6.xml" Id="Rdaed8589d1f9460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7cc73c34584467" /><Relationship Type="http://schemas.openxmlformats.org/officeDocument/2006/relationships/image" Target="/ppt/media/image.png" Id="Rcb01245c60904714" /><Relationship Type="http://schemas.openxmlformats.org/officeDocument/2006/relationships/notesSlide" Target="/ppt/notesSlides/notesSlide7.xml" Id="R9958eab474c9443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7dd33fa55a4a9b" /><Relationship Type="http://schemas.openxmlformats.org/officeDocument/2006/relationships/notesSlide" Target="/ppt/notesSlides/notesSlide8.xml" Id="R7646096cfacd4bd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96ef9ab6b441f0" /><Relationship Type="http://schemas.openxmlformats.org/officeDocument/2006/relationships/notesSlide" Target="/ppt/notesSlides/notesSlide9.xml" Id="R57b9bcd9ec5646c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d94fd1f6144974" /><Relationship Type="http://schemas.openxmlformats.org/officeDocument/2006/relationships/notesSlide" Target="/ppt/notesSlides/notesSlide10.xml" Id="Rb1c78185d3e144e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cb7cf447ba4e7c" /><Relationship Type="http://schemas.openxmlformats.org/officeDocument/2006/relationships/notesSlide" Target="/ppt/notesSlides/notesSlide11.xml" Id="Rec1202a4c08f4a3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71d3f073bd475e" /><Relationship Type="http://schemas.openxmlformats.org/officeDocument/2006/relationships/notesSlide" Target="/ppt/notesSlides/notesSlide12.xml" Id="Rd2b1305bac194ed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8DBE99-86E5-40A8-AD5C-768B7F4C6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9185BE-7FCB-4DEB-9607-1A4775B17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39DACC-368C-4A97-9183-92DBDA5FE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6AED92-5B42-42DA-B83C-951B9A323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D7FD00-5C64-4ECC-AAD2-399625293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before multiplying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AEC21E-49E9-4928-88D1-D55018CE1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59C5FD-599E-42AB-8004-821492574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8BBF69-81AC-4947-A52C-3FBCEC6E6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cancellation to simplify fraction multiplication.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DA5BF4-72A0-4E5E-8261-21ED2BC0F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C5CC73-B1A9-4BA5-961A-84E778E4A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Fraction strips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7A5C0C-AB51-4DCB-9C07-D38256C86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51436551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08D4DA-7AA7-4FF4-BE68-D96C8FCA5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ADC1A3-41A9-4E62-BD1C-A413EE49F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687848-DF5C-4664-8C51-221C62EFC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A92D0B-71FD-4D97-A5CC-68166335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4F5B88-9804-40A3-A062-1CF8B554E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328BBC-1D17-4981-A266-4B37A5AA4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9195F3-47BF-4923-AE2B-99212FC85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9B77A8-F918-4931-A99D-9527E2DD2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8AAE10-1253-4171-A19D-E43F5C6C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Simplify before multiplying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41FD11-AF45-4BCC-A704-0F3BC0B77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5C4504-2EB5-4460-9666-85E9B3DA2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FB6535-48C3-4B61-9ED4-477696794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D6DD35-5C28-4C56-B7C0-E2732484C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Find fractions of quantities and multiply proper fractions and mixed numbers.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5421F1-74CC-4DE6-B967-3B5CE13C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E57ACB-280C-4AA3-BA24-F62DB13B1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D540D9-2C9A-4029-BF9F-A15C8451F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EB8442-C5BD-40D8-B157-D09211AB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1/2 x 3/4.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D56D97-222D-4996-8B8F-793A1A45E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C08601-384E-41C3-B8C0-D54825A17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C03DC8-4604-4E7D-8147-5D615C6C1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D63CC4-B102-4045-A96D-BF000C539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2/3 x 9/10 using cancellation.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4DA29B-69BB-4858-802E-5605159CC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74466943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CD6DAA-27D9-4339-94D2-DDB7030EC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92C071-285B-47FF-9A85-D284DEF7A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E2922A-2F01-4922-A97C-E63E277BD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F2EE89-BF77-46B3-8F82-562CE277D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357D52-10D7-4E5C-A7F5-19C93FFD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7835DC-4558-4651-80E7-58CA55990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C653F8-D0F8-427E-8A5D-0CAF73B20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E33DD3-501A-44F9-86EE-92DB00C88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A5768C-5D0D-4069-8F3A-658F7683A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Simplify before multiplying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E5A2CA-FCD3-4C07-A0F7-D931784AB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cancellation to simplify fraction multiplication.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B4DCC6-FA65-48B5-BF0A-F9B955068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186CB9-3329-4CE6-A626-33B5F9128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Convert mixed numbers to improper fractions when needed.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2910E2-72A8-494C-B25C-61B312A47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numerators and denominators, cancelling common factors efficiently.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0DB201-4DA2-40A5-8316-B37B13CB5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the product and check its size.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3AE525-275D-4442-8A71-A33FBBA52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multiply  |  product  |  fraction of  |  cancel  |  simplify  |  mixed number</a:t>
            </a:r>
          </a:p>
        </p:txBody>
      </p:sp>
    </p:spTree>
    <p:extLst>
      <p:ext uri="{BB962C8B-B14F-4D97-AF65-F5344CB8AC3E}">
        <p14:creationId xmlns:p14="http://schemas.microsoft.com/office/powerpoint/2010/main" val="113568713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003D74-F1EE-4ECE-B208-3F8322A21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A55ADE-0B27-4342-882B-3D487AAA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1B6F0A-29F3-4933-B6E6-CA940B29F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03D693-7527-4822-9451-0A0D3C92B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95EDA6-9581-4444-AC2D-439373003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25A3AF-7A07-4909-99D9-0EA73EF5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517F40-7D0D-461E-A7E7-15B7A97F1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CCEF35-1016-4B52-A1CD-3E7047C62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286D21-84EA-4ABF-8440-86D68E843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Simplify before multiplying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B85DE0-63B3-4564-AF74-280DA432F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2/3 x 9/10 using cancellation.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BDCDB1-E8E6-4573-9669-646C74BC5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A4B206-FA18-4C60-B7D1-C34307FB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B47B3F-53CE-4339-9A05-12F2A0C15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Convert mixed numbers to improper fractions when needed.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4949BB-C337-4859-8EF1-2CA1589DB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34C49C-B3FB-4F89-9722-3B9232258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434B8E-B614-40C5-B3B2-1510FB49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Multiply numerators and denominators, cancelling common factors efficiently.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FA89E7-900B-45C2-ADF6-60F828BEE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284FB4-CBD3-46BC-B6DE-37A34C686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F00905-2E63-4D29-9FAF-24BE5A5A4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3/5.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DC5A79-D17A-4E6A-88AF-DF52DD801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F2F2DB-19E1-434F-80B6-CAB3CC61F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35723B-7871-4506-A781-952F891F2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Simplify the product and check its size.</a:t>
            </a:r>
          </a:p>
        </p:txBody>
      </p:sp>
    </p:spTree>
    <p:extLst>
      <p:ext uri="{BB962C8B-B14F-4D97-AF65-F5344CB8AC3E}">
        <p14:creationId xmlns:p14="http://schemas.microsoft.com/office/powerpoint/2010/main" val="66559553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CFD1C1-8F30-4A44-B340-C32B5971E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DFD2B3-0C93-4A86-B725-10FA2816C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B3D930-082C-43E1-9F72-CE6CEBC66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72087F-7967-48BE-B016-54EDB5065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6AEACB-15CC-447D-A373-27046D065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178AF0-1A17-4517-BCF8-CA3AAB2AF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1171D2-9CCB-4093-9235-E386A953F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CF8C1F-D485-4DC8-9A8E-1992FAD2F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B14B79-482B-4BB3-8D9B-263F396D8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Simplify before multiplying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A3A8BB-0139-491D-B827-DDF516247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2F25A1-91C9-40E3-B719-C243D3F15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3/5.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372B1A-5D12-43A2-B8A6-36A0B51AF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0AC893-3DCD-4BE3-A811-50C181237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the product and check its size.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B6BB4A-529F-4BE3-91D4-7B54C7AF3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04462994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F910B2-06E8-497F-A3DC-AA7E77FF5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37EEA9-31F3-4BB9-BB20-4A8758259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1F0A5A-222B-4DA4-8D1B-50FC75265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C7C02C-621D-441D-9A89-6510CB194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B609B7-8751-4B46-95F0-6547B7416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9A83B2-4CF8-4423-8BB3-07C6DC643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A41DA9-0EB4-4237-9A69-5AD395F68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A7B3D5-5922-4CFA-BEB4-4F2592C1F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9684CE-027A-4193-80DF-3F352A5EB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Simplify before multiplying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837FB4-32A7-456D-BCF6-39A8B8B16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1/2 x 3/4.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256E42-1AA9-4FCF-B146-FD0CB722D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E54E16-7D74-4DCE-8F81-188824A47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C0C5C1-C324-4548-A725-4FBA1F07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05DC71-F39A-497F-A2EB-73E91A544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19CA58-98BD-4E05-98CD-C44B4DFDB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 7/8.</a:t>
            </a:r>
          </a:p>
        </p:txBody>
      </p:sp>
    </p:spTree>
    <p:extLst>
      <p:ext uri="{BB962C8B-B14F-4D97-AF65-F5344CB8AC3E}">
        <p14:creationId xmlns:p14="http://schemas.microsoft.com/office/powerpoint/2010/main" val="86711739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696DC3-5986-45BC-99C5-485BDE663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C07B24-905E-4C8E-980C-8B06F154F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37F332-0BD2-4C19-9AFC-2DDC40A58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FD9907-ED7D-4B25-A76B-20B4C8B3E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17C3C3-60F2-4274-BE24-1B0F39180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9C4322-D360-4659-9E8B-FFF2AEC36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34130B-7B57-4C9B-872E-874BD3A5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2B7E9F-397B-49EF-9269-6FC096D23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2096AF-200C-4642-9391-97DA02366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Simplify before multiplying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01245c60904714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867E1E-8F36-43F4-B187-EF3306711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FC0AB4-3F24-42AA-8856-9BC1828D5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thinks multiplying always makes a number larger.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F142A8-7CC4-44A0-BFCB-AC5E61A4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4F30FC-C892-4D57-B980-2E2301DFA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0B12B3-F92C-4629-887A-3CDE73ABC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Multiplying by a proper fraction finds a part, so the result can be smaller than the starting number.</a:t>
            </a:r>
          </a:p>
        </p:txBody>
      </p:sp>
    </p:spTree>
    <p:extLst>
      <p:ext uri="{BB962C8B-B14F-4D97-AF65-F5344CB8AC3E}">
        <p14:creationId xmlns:p14="http://schemas.microsoft.com/office/powerpoint/2010/main" val="170814049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C9D854-F745-4E4F-9689-624986228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5495D6-5CFA-4CCD-81EC-F9A679F7E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C1D487-0692-4537-9F73-9B023FBE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C6022F-5D26-4CF7-B814-E39B81DBB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E5D071-6D54-416B-B2BC-8FAF728B6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D5E1AF-60B1-4810-8925-27BA2CA42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058967-804F-487E-A427-106C9D2EB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0D6118-1065-4B55-B62B-E7A0AC029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09B132-E4F6-487C-9D6A-156AEA0D4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Simplify before multiplying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7C887F-BC7D-4693-BEB4-CB2B29FCC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91636B-21BF-4C09-A957-0ABA7F814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495EE9-A8D0-4DA1-B2B6-E71D806E4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877FD9-1080-4FF8-8E8B-7404BE1D2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1/2 x 3/4.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1B6C6C-34C9-44DE-A07E-2143E01A7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427C54-E984-42EE-AE62-1E21F267A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0FDF2A-0B44-43FE-B209-D1A3DF683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90F82D-1CE6-464E-984E-D2209852D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66B6AB-4BBD-432B-90A8-7F141FDF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DD3DE3-7632-4BE8-8BC7-652D745E4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85D74C-9993-4151-97D3-F390F1048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853077-90FB-4E28-BA14-41500A4A8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 7/8.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A7ECEB-FA0E-4D82-8835-90470B6D6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41220777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5F8B53-4CE2-4F33-B836-D5FF44CF0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36EBB1-F79C-40D2-8DA9-3645FB3E7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434569-333E-468D-8BBE-D61E001AB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D6B679-FEFD-482E-BDE9-0A9F15354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9B2F78-A8D3-4EF3-B050-7153B4380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3F950C-0203-4CCD-B48A-F8F856451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D50A43-4FA0-43AA-AD36-024C04F0D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59FB3C-5C0A-4AB9-AF81-11F9B3ADE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1742C4-6E34-4056-835D-448498553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Simplify before multiplying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7D65A1-5EB8-4ECA-9DFE-9851F65DF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196B09-2AC4-4564-89A7-68A215D6E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4F1AEC-164D-421D-87F0-8D1EB0359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83F492-45AD-4E25-B934-52773F7AF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ribbon is 3/5 m long. Maya uses 2/3 of it. How much ribbon does she use?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6B1F9A-1D14-4952-B3EC-59714D37B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123B8C-FC9C-46BB-A75C-AFEAA7EC1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2C1A52-F369-4B8F-BD10-2D42E71AE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4BD748-1043-4F94-8B03-83826DC0D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229E28-05EC-42C4-B8AD-834E352D2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48B14F-0FC3-4A0C-BC6F-5D3E343F4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444BC7-163B-4C02-A13F-8ED30541E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900B0D-2C5B-4F7A-82B0-5AE11A826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91624207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46869F-C18E-4269-8A63-16C35EB1C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E7FC80-BCF8-4507-8945-8CFB245EE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5304B8-D77F-4176-9D67-EB305A24E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B8F511-7759-408A-B6E5-B6845596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95F8FA-9582-4AA0-B43E-3D440D2F7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101429-0509-4E45-BFB1-EEE5FF16C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5F9D9C-3080-4228-A322-C996E278F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962B88-E040-44FE-A4EC-13ACFB16D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C79CEE-CCB2-4630-8EDC-57CEA49C2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Simplify before multiplying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6AA692-BB2A-4712-9319-853F0C49F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Calculate 4/7 of 21.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E278EA-ADD9-49C8-924F-D094B1EDD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BA8A43-E54A-49DF-92CF-69D72AF15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3C74EE-0E9E-4306-BF56-EC9A18DFD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12.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21552660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029EB4-B2BC-470A-A12D-2C5B91A69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EC4ECE-B535-42A2-AA26-03004BE72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33A797-0C1F-4F4F-AC2E-39D3D7A2F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2066C2-5441-4697-997B-1C92F37B3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36429A-2B72-4CCC-90F8-A71792045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49282E-890A-49E6-BCD7-185E13CB9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0E3DDB-1A9D-4085-A58F-866BB8426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D71FCC-8801-4814-A2B2-8B6DBDE43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6EF772-4D50-4A45-AB87-9A687FA30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Simplify before multiplying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365161-6CDE-44AD-8158-177443C60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B33DB4-2658-4BA0-A16E-B345D8E0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697F49-61B0-4482-A9DD-C57381C63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ribbon is 3/5 m long. Maya uses 2/3 of it. How much ribbon does she use?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280B12-5671-4BEA-87D4-63F3752C0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CDBC12-787B-4E08-9B62-9C9AFE08D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B50776-1BFB-46AF-BB43-0AE65F4D9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E28174-DF30-469E-A552-47016D646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2/5 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45E149-C7AA-4D2E-A3B4-BB040F6B2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0B586D-A645-43EA-BB54-05535E979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3210009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6FB7A0-0EED-4871-92B8-35AB82086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0B43BA-4C58-4CF3-95C7-DAA756709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DCCFFB-9FAB-47E2-8423-1B3B93BC6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8D1D49-6169-4FCA-9824-327FAF6F3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FF218A-62BA-4946-9D79-6A266841B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3C1B45-FDC9-4EB2-9A13-824A4E1E2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B4F722-E573-4B51-AD64-39C27BB4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144373-39CE-4598-93FE-3F07C58D6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329786-069D-492E-A29D-02B50FC93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Simplify before multiplying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EA907C-B04D-4C45-ACF8-AFEDBC1C0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78EA49-86F6-4E54-8E7A-C17518FAA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E711A0-8358-434E-8CEE-08739FF10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146D13-6C84-4528-8A40-31389AA0B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ribbon is 3/5 m long. Maya uses 2/3 of it. How much ribbon does she use?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4E3ADC-8CF1-4ACA-A886-18C0691A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2E4D06-1630-46D9-BF72-B34B38FB3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8133A2-75AC-4324-8DFB-DFAADD09F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DAA496-E400-47DC-B99F-A18724CB7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thinks multiplying always makes a number larger.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C005E3-5AAF-4A52-A2E6-7D0CCDFEA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BFB22F-11E4-4A54-BC24-D8AB3E121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7C0A01-E125-405D-9DBB-7B8416031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8D98B9-ACE1-4569-A3F9-D5B0D0EB9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256CF3-5DE9-4F68-B740-BB4410F57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66288610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2026-09-09T20:46:39.5740000Z</dcterms:created>
  <dcterms:modified xsi:type="dcterms:W3CDTF">2026-09-09T20:46:39.5740000Z</dcterms:modified>
</coreProperties>
</file>