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d8ac8c18d844da" /><Relationship Type="http://schemas.openxmlformats.org/officeDocument/2006/relationships/extended-properties" Target="/docProps/app.xml" Id="R5713c236d18542a0" /><Relationship Type="http://schemas.openxmlformats.org/officeDocument/2006/relationships/officeDocument" Target="/ppt/presentation.xml" Id="Ra7148c46c795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9ec71a136049ee"/>
  </p:sldMasterIdLst>
  <p:notesMasterIdLst>
    <p:notesMasterId xmlns:r="http://schemas.openxmlformats.org/officeDocument/2006/relationships" r:id="R7df8504ce4c34ed8"/>
  </p:notesMasterIdLst>
  <p:sldIdLst>
    <p:sldId xmlns:r="http://schemas.openxmlformats.org/officeDocument/2006/relationships" id="256" r:id="R4dcbb37180d641df"/>
    <p:sldId xmlns:r="http://schemas.openxmlformats.org/officeDocument/2006/relationships" id="257" r:id="R3140f40f46f846c6"/>
    <p:sldId xmlns:r="http://schemas.openxmlformats.org/officeDocument/2006/relationships" id="258" r:id="Rb78b4a1d3bff4223"/>
    <p:sldId xmlns:r="http://schemas.openxmlformats.org/officeDocument/2006/relationships" id="259" r:id="Rc733bed7603e45fd"/>
    <p:sldId xmlns:r="http://schemas.openxmlformats.org/officeDocument/2006/relationships" id="260" r:id="R1ff60251c1c040b2"/>
    <p:sldId xmlns:r="http://schemas.openxmlformats.org/officeDocument/2006/relationships" id="261" r:id="R69681f68dae046e2"/>
    <p:sldId xmlns:r="http://schemas.openxmlformats.org/officeDocument/2006/relationships" id="262" r:id="R8928f07098b245ed"/>
    <p:sldId xmlns:r="http://schemas.openxmlformats.org/officeDocument/2006/relationships" id="263" r:id="Ra009e0fc334547fc"/>
    <p:sldId xmlns:r="http://schemas.openxmlformats.org/officeDocument/2006/relationships" id="264" r:id="R78fb4bb9271b4d6f"/>
    <p:sldId xmlns:r="http://schemas.openxmlformats.org/officeDocument/2006/relationships" id="265" r:id="R7dc620f4466144f4"/>
    <p:sldId xmlns:r="http://schemas.openxmlformats.org/officeDocument/2006/relationships" id="266" r:id="R1ffad22b905b48d7"/>
    <p:sldId xmlns:r="http://schemas.openxmlformats.org/officeDocument/2006/relationships" id="267" r:id="R371b7e6fca8246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e15220cd2b4d20" /><Relationship Type="http://schemas.openxmlformats.org/officeDocument/2006/relationships/slideMaster" Target="/ppt/slideMasters/slideMaster1.xml" Id="R2d9ec71a136049ee" /><Relationship Type="http://schemas.openxmlformats.org/officeDocument/2006/relationships/notesMaster" Target="/ppt/notesMasters/notesMaster1.xml" Id="R7df8504ce4c34ed8" /><Relationship Type="http://schemas.openxmlformats.org/officeDocument/2006/relationships/presProps" Target="/ppt/presProps.xml" Id="Rf8cbc56b4d234635" /><Relationship Type="http://schemas.openxmlformats.org/officeDocument/2006/relationships/tableStyles" Target="/ppt/tableStyles.xml" Id="R8e81dcffbbca4044" /><Relationship Type="http://schemas.openxmlformats.org/officeDocument/2006/relationships/slide" Target="/ppt/slides/slide1.xml" Id="R4dcbb37180d641df" /><Relationship Type="http://schemas.openxmlformats.org/officeDocument/2006/relationships/slide" Target="/ppt/slides/slide2.xml" Id="R3140f40f46f846c6" /><Relationship Type="http://schemas.openxmlformats.org/officeDocument/2006/relationships/slide" Target="/ppt/slides/slide3.xml" Id="Rb78b4a1d3bff4223" /><Relationship Type="http://schemas.openxmlformats.org/officeDocument/2006/relationships/slide" Target="/ppt/slides/slide4.xml" Id="Rc733bed7603e45fd" /><Relationship Type="http://schemas.openxmlformats.org/officeDocument/2006/relationships/slide" Target="/ppt/slides/slide5.xml" Id="R1ff60251c1c040b2" /><Relationship Type="http://schemas.openxmlformats.org/officeDocument/2006/relationships/slide" Target="/ppt/slides/slide6.xml" Id="R69681f68dae046e2" /><Relationship Type="http://schemas.openxmlformats.org/officeDocument/2006/relationships/slide" Target="/ppt/slides/slide7.xml" Id="R8928f07098b245ed" /><Relationship Type="http://schemas.openxmlformats.org/officeDocument/2006/relationships/slide" Target="/ppt/slides/slide8.xml" Id="Ra009e0fc334547fc" /><Relationship Type="http://schemas.openxmlformats.org/officeDocument/2006/relationships/slide" Target="/ppt/slides/slide9.xml" Id="R78fb4bb9271b4d6f" /><Relationship Type="http://schemas.openxmlformats.org/officeDocument/2006/relationships/slide" Target="/ppt/slides/slide10.xml" Id="R7dc620f4466144f4" /><Relationship Type="http://schemas.openxmlformats.org/officeDocument/2006/relationships/slide" Target="/ppt/slides/slide11.xml" Id="R1ffad22b905b48d7" /><Relationship Type="http://schemas.openxmlformats.org/officeDocument/2006/relationships/slide" Target="/ppt/slides/slide12.xml" Id="R371b7e6fca82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708682e4e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97b5825ef41ac" /><Relationship Type="http://schemas.openxmlformats.org/officeDocument/2006/relationships/notesMaster" Target="/ppt/notesMasters/notesMaster1.xml" Id="R082b0bf361d2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c884fc87a04556" /><Relationship Type="http://schemas.openxmlformats.org/officeDocument/2006/relationships/notesMaster" Target="/ppt/notesMasters/notesMaster1.xml" Id="R6ebfec3778b243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84c3e72eda4041" /><Relationship Type="http://schemas.openxmlformats.org/officeDocument/2006/relationships/notesMaster" Target="/ppt/notesMasters/notesMaster1.xml" Id="R50cb4add81a9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b87198a754a20" /><Relationship Type="http://schemas.openxmlformats.org/officeDocument/2006/relationships/notesMaster" Target="/ppt/notesMasters/notesMaster1.xml" Id="Rf2af6b32142e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1233b645a4beb" /><Relationship Type="http://schemas.openxmlformats.org/officeDocument/2006/relationships/notesMaster" Target="/ppt/notesMasters/notesMaster1.xml" Id="R57a163f6eca64b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4cf82cbcd49ff" /><Relationship Type="http://schemas.openxmlformats.org/officeDocument/2006/relationships/notesMaster" Target="/ppt/notesMasters/notesMaster1.xml" Id="R5af844cad2ec4d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07c88bd5274a17" /><Relationship Type="http://schemas.openxmlformats.org/officeDocument/2006/relationships/notesMaster" Target="/ppt/notesMasters/notesMaster1.xml" Id="R0ffaf9c2ef4a4a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d460181404756" /><Relationship Type="http://schemas.openxmlformats.org/officeDocument/2006/relationships/notesMaster" Target="/ppt/notesMasters/notesMaster1.xml" Id="Rf4d3d0ca3c72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b73e4593ad4bc2" /><Relationship Type="http://schemas.openxmlformats.org/officeDocument/2006/relationships/notesMaster" Target="/ppt/notesMasters/notesMaster1.xml" Id="R9dac0f5eb86241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8d050bd3554650" /><Relationship Type="http://schemas.openxmlformats.org/officeDocument/2006/relationships/notesMaster" Target="/ppt/notesMasters/notesMaster1.xml" Id="R2dddbd1ade144b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4c5563cc8469e" /><Relationship Type="http://schemas.openxmlformats.org/officeDocument/2006/relationships/notesMaster" Target="/ppt/notesMasters/notesMaster1.xml" Id="Re5836b09692544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4d27c2eac844c6" /><Relationship Type="http://schemas.openxmlformats.org/officeDocument/2006/relationships/notesMaster" Target="/ppt/notesMasters/notesMaster1.xml" Id="R4b4e1167ed9d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 7/8. | Convert mixed numbers to improper fractions when needed. |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multiply, product, fraction of, cancel, simplify, mixed number.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3/5.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 7/8.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 7/8..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2/5 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12.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2/5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2/5 m. | Multiplying by a proper fraction finds a part, so the result can be smaller than the starting number.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030c7b4f045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7e9167c4a4220" /><Relationship Type="http://schemas.openxmlformats.org/officeDocument/2006/relationships/slideLayout" Target="/ppt/slideLayouts/slideLayout1.xml" Id="R32b6345f46ba4a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6345f46ba4a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8fa67f254079" /><Relationship Type="http://schemas.openxmlformats.org/officeDocument/2006/relationships/notesSlide" Target="/ppt/notesSlides/notesSlide1.xml" Id="R27dce6bdc04844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4d30ac8974917" /><Relationship Type="http://schemas.openxmlformats.org/officeDocument/2006/relationships/notesSlide" Target="/ppt/notesSlides/notesSlide2.xml" Id="Rfae4f32ce386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1388b65f945d1" /><Relationship Type="http://schemas.openxmlformats.org/officeDocument/2006/relationships/notesSlide" Target="/ppt/notesSlides/notesSlide3.xml" Id="R05059141232f45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f785ede6a4c70" /><Relationship Type="http://schemas.openxmlformats.org/officeDocument/2006/relationships/notesSlide" Target="/ppt/notesSlides/notesSlide4.xml" Id="R271a313a310f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450ec19141b3" /><Relationship Type="http://schemas.openxmlformats.org/officeDocument/2006/relationships/notesSlide" Target="/ppt/notesSlides/notesSlide5.xml" Id="R3a8b33eaeac3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05e4e8ece4eda" /><Relationship Type="http://schemas.openxmlformats.org/officeDocument/2006/relationships/notesSlide" Target="/ppt/notesSlides/notesSlide6.xml" Id="Rbacead7d6f8543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122630e94d9d" /><Relationship Type="http://schemas.openxmlformats.org/officeDocument/2006/relationships/image" Target="/ppt/media/image.png" Id="Rd592115c16824abe" /><Relationship Type="http://schemas.openxmlformats.org/officeDocument/2006/relationships/notesSlide" Target="/ppt/notesSlides/notesSlide7.xml" Id="Rb14f9db9eef443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36ece8734a62" /><Relationship Type="http://schemas.openxmlformats.org/officeDocument/2006/relationships/notesSlide" Target="/ppt/notesSlides/notesSlide8.xml" Id="R37242ac0ee58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568821d634214" /><Relationship Type="http://schemas.openxmlformats.org/officeDocument/2006/relationships/notesSlide" Target="/ppt/notesSlides/notesSlide9.xml" Id="R38c34e436f7345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f4f486c9e47d1" /><Relationship Type="http://schemas.openxmlformats.org/officeDocument/2006/relationships/notesSlide" Target="/ppt/notesSlides/notesSlide10.xml" Id="R8b0c6a62c601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2aa9c21eb474c" /><Relationship Type="http://schemas.openxmlformats.org/officeDocument/2006/relationships/notesSlide" Target="/ppt/notesSlides/notesSlide11.xml" Id="Rd4961aca09e04f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e68e085d47c8" /><Relationship Type="http://schemas.openxmlformats.org/officeDocument/2006/relationships/notesSlide" Target="/ppt/notesSlides/notesSlide12.xml" Id="R0bf4eea5c8d2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57B98-F9D5-47C1-82C1-9BAD9CD4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8F420-E1CD-4CBD-A538-95BEB56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5E696-BCD6-4E78-952B-D1E3E57A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D5CCC-B3B1-4E12-B9BE-3F5893C3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B1666-6560-4340-8A2F-EC5910A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FC879-2133-401D-B5F0-29D4ABC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13898-6FC1-41E1-AFCF-F0CC816E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3A541-20D1-4692-89A9-104ADD68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cancellation to simplify fraction multiplication.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7069E-0E4A-4EC7-AFFE-10232B11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D29D-0EEA-4C52-8312-90F4E0E2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C70D9-CEA1-4695-B887-9508B8A4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064529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86EEC-C2F9-404A-A87B-F47EC17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55980-7E01-40E9-8FAD-317F24EE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FF3ED-024F-46D2-9F52-8AF4697B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6D36C-9AAA-4260-B659-D6B7F4B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0C1B5-2244-471D-B63F-C9AB8C39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622B2-A5B1-4E0B-8F1F-D563427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BA35D-3E34-417D-B0E0-8F9336F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6035A-4E74-44A9-9361-616694D7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EC189-603E-4763-9480-052919AF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9FEE1-9C22-4D77-8364-B0CD57D4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654E-1111-44F7-9C50-0764AD7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58EA9-A311-4059-9B26-08BFAD80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91F3B-1E2C-4FD2-97EF-99C65186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fractions of quantities and multiply 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189F1-8989-4FEE-B640-B0C3117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31570-6AA2-4086-B964-24DD595D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18DCC-30F5-45A4-8339-9BB469E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C9706-8145-45EC-9A5F-BF20EEA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8E24E-7A32-45FE-B9A4-2481B5F4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090A7-671E-4193-804B-8F8B860D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2B05D-AC2F-40F3-A9F9-F50A5483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E2333-F14B-451F-BE7C-3CCD93DC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2/3 x 9/10 using cancellation.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F6B02-F078-483E-B2D6-2DE3719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465525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563CC-25ED-4E70-9D45-972C759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2F8E-BBC4-409F-A7F9-0E70D951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28E03-6487-4F2A-913C-8FCD23E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A181-3EA5-4B5D-A6F9-9E809D5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CE515-3005-4C01-A8A3-0B02D1A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1AAC3-3EF5-48DC-A9F8-7285B7D6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AAD32-7768-4B35-8983-B1352C4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75628-68C4-409D-A681-F60208C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B21CA-C85F-4DC4-AF73-9894019C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36B31-740A-44CD-B415-4649B8D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cancellation to simplify fraction multiplication.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87961-B934-4E41-937C-64869C8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B7AAC-0F26-4CD4-84D3-A6D179A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Convert mixed numbers to improper fractions when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521E9-4E30-4C7B-87B7-8E4A4A0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numerators and denominators, cancelling common factors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84984-8E71-4F9C-84F4-7B1295A3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the product and check its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3728A-C1B6-4E23-875F-50BDB8D4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multiply  |  product  |  fraction of  |  cancel  |  simplify  |  mixed number</a:t>
            </a:r>
          </a:p>
        </p:txBody>
      </p:sp>
    </p:spTree>
    <p:extLst>
      <p:ext uri="{BB962C8B-B14F-4D97-AF65-F5344CB8AC3E}">
        <p14:creationId xmlns:p14="http://schemas.microsoft.com/office/powerpoint/2010/main" val="8749653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CD220-BBBD-4579-8866-45C5952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20268-42C1-4540-8EAA-E6C97C24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2E81B-F44F-4E70-B857-36A40538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0BD30-F839-4F81-8500-F945B9DD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A70EC-9311-4DC7-90F3-24F7181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6F00D-3E32-4725-B38C-F682964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B7A1E-99E1-4DF3-BA52-DD25BFD5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DD8DA-FE75-4742-BA78-F6A15B0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3AE12-54D1-4E7E-995F-28B2B75D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B296F-E376-413D-B204-BD916F1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6B524-5734-4C94-820A-42E6DFD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4A87-DBDC-4FE0-A4F3-117205B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38D52-0E92-43B1-BBF4-34E87A4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2/3 × 9/10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F61C0-DC7D-4D7F-A766-1D7211C4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33B1E-2EB0-49B6-8BE1-FD79C1B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F88D4-DEFA-4735-8A24-3C1B781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Cancel 2 with 10: 2/10 = 1/5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3300D-0092-4F05-BDB1-63BF23A9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376CA-73F2-496D-819D-AAF44CE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EDFFD-67FB-4462-BE1C-24224C0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Cancel 9 with 3: 9/3 = 3/1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90715-66C7-4BA7-AA01-08FABF3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379E5-FF81-469D-9DA7-75E2CCE4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33DF1-D2BB-4CB9-B466-324AE782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1/1 × 3/5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78871-794E-40AC-9CA8-DA7100E7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32AA8-9880-4C81-B8DD-F689379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46306-E2F8-4F08-8BDF-96F5E462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2423715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15502-0215-4C1C-B93E-9897DD2E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CFE51-BB3C-4AAA-AD72-4D3914A3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FBDC0-B098-4E8F-849E-5D36179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E0905-8DF8-4933-88F3-DB36C073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3D12E-0940-4385-83F4-2B2B279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1F1D3-0B94-4F22-A068-9DCAE238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67F58-9261-4303-B04B-F454CF9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A2815-25DC-483A-8488-7252B70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BF14C-5DE7-43F9-BFEF-D2D36BA8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C4688-A118-45F2-B972-B106D807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EE741-A546-4B24-A624-79F32EA4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3/5.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41360-0C47-483C-9FD0-DC681B0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40F27-CCF7-4F12-8FEC-24C72207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the product and check its size.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3A314-E11F-48B2-9CFF-EC66254E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6867482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99D3B-ED8F-4AF1-AA5A-D594B4B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7F27B-E04E-41FD-9C64-5404DD8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C687A-8DC4-4608-93E2-EB52FE37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8321-B6FE-468F-BEC1-7E6E763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4A652-A0E6-4440-8B26-D8DC200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9786F-ABA0-4A9F-855D-DC5FFDC3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00EAD-14F8-4C43-AAA4-DC94C98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61C44-B516-461E-B68B-47458D0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CEAF5-0396-48F9-B0A7-4895F806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72C4-EF78-49DD-A239-64FABFA9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8CF97-E4E1-4859-8C0F-B08CF36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EFCBD-6ECA-4C1B-B756-3CE4ECAD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FB299-5141-475C-B767-FDD8996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4F64A-4660-4E53-A487-33A8EC6D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4928B-EF7A-4A0F-8563-5A94E8A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 7/8.</a:t>
            </a:r>
          </a:p>
        </p:txBody>
      </p:sp>
    </p:spTree>
    <p:extLst>
      <p:ext uri="{BB962C8B-B14F-4D97-AF65-F5344CB8AC3E}">
        <p14:creationId xmlns:p14="http://schemas.microsoft.com/office/powerpoint/2010/main" val="3308918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D7170-98D7-44A8-AEA2-E20EE98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F98C8-3AF6-44CE-886D-CE4BA6A6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FAB77-65C2-4492-A1F3-F5AD08FA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23350-A959-4A87-B397-2EC038C9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BB832-9E62-46B7-B03A-92F70D5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ACA53-58D7-493B-BD15-64C55EA4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8AEB-B0D1-43CC-AC28-7AD3F768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1E6AD-5C0E-4872-B9A1-F970CFE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D756C-1124-4E14-8ACF-90C5716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2115c16824abe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37D21-C2C9-419E-BDF7-756E3F9B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0F4F6-E760-4F24-8E2B-FBFB8808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thinks multiplying always makes a number larger.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2E1F2-2D8B-44D6-B502-AA659299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6EE7-DEA2-4529-95CE-01A64948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6BCC9-5AC7-4C51-B3D0-C0331E43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Multiplying by a proper fraction finds a part, so the result can be smaller than the starting number.</a:t>
            </a:r>
          </a:p>
        </p:txBody>
      </p:sp>
    </p:spTree>
    <p:extLst>
      <p:ext uri="{BB962C8B-B14F-4D97-AF65-F5344CB8AC3E}">
        <p14:creationId xmlns:p14="http://schemas.microsoft.com/office/powerpoint/2010/main" val="5304450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B0F92-8EAE-4C90-9CCB-1273AC9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70EDB-E488-4958-829E-C4C9182D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2D5CA-5771-4178-95B0-6E4F7999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9EC80-2925-44C6-BE63-D128F25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04761-2700-4212-80E6-ED663B7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CE552-E392-4BBC-8732-0A365734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01421-B4E9-424D-ABAE-97AAEC4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300FC-A80E-426C-970F-A660A67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39BA8-AE43-40D6-A34D-5B0780A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3DA6E-4B00-4C13-9F10-8B397DF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74758-9B9F-484A-A918-369EFA4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7C8A9-5E4B-487D-A730-4C71ABD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024EF-B1DA-42B7-AD1E-EC8C659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0F7AE-AC01-4BE9-9A58-3544BC5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D148E-2FD4-4C43-8263-09BAD42F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520D8-DCDB-4839-BAEC-6E5799A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6AB54-B463-4D09-ABD7-87747B1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A1AF5-A877-4888-B42C-46170B5D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31E0E-48C1-4DC0-8395-D42850F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71D58-5A83-4B8F-B19C-AD8B116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055AA-28BF-4356-8CE0-0024DEC9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 7/8.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998C0-4C30-4812-A016-301A47A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100348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F0081-B45C-4EE5-BDE8-984645C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BC517-B68C-4815-9453-7D68BEE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8AF24-E7F8-44C2-A6AF-810292D4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39CAD-A2A5-4ED2-83EE-D5A15D8E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FE4E-0673-41BB-B107-33B2A9F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E8B0-1CC4-4F59-AECE-D10FBE6E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E156C-BBB9-406C-AFD1-685F0BBA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4E1F-F145-4A9D-880D-552B119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4F08D-90EA-4F21-8F4F-1C77577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556F2-61DB-41C8-97B8-51757F10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9C7FC-19CB-4F57-9DA7-2E1EDBF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D1087-2C3E-48B9-8966-CF3A849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B5E83-F460-40FD-A87E-3B66D19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C3830-B16E-4DA9-AE5B-7D79D40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8AE3C-4BA7-475F-BC40-29F27A81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4C6E9-66C5-4C2D-AEFE-EBE0F442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C5699-8393-49EC-8C37-7BACABA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37CA1-297B-4AFD-B9C4-286AADD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2379F-C359-49AC-96C3-C23D8D8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CAEC3-6FD9-45B5-B8BA-AA57EC2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2DA56-31BB-4A15-8262-87E32F45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8462225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E43A-1AAE-4679-865A-0A9C05D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6D58F-727D-476D-B7B4-3CB653F2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3C36B-D947-41F3-8220-D6AD99B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101F0-479B-4CEA-B8CB-BD4AF50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0DFF-81C0-476B-8625-C54C961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D55BE-FEE2-4859-910C-B11F2D6D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30DB0-C75A-4E0D-8E57-9B14327E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86A30-A812-43AE-8E59-74AD67D4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B0077-4E0F-4E0B-9236-25C51CB4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48DE2-8565-41A2-B4E2-DA771C4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4/7 of 21.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079EE-CEE3-4BF8-919F-F48B895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04C5F-D5D2-4315-A07C-04727191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49679-793B-4350-855A-E4A7423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12.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6158822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AB7A7-194A-44F2-9C10-0F28A64A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C0BD9-B628-419D-944F-E4CBFB1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7C1E9-045A-46CF-85B8-E1A3CFE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7FECE-B6F7-464A-86AB-914B9A9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BD5AC-BAF9-41CF-BEAE-8B1FBBB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7FAB3-DEC7-4E51-A466-8EF43E8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29F13-4D76-473F-AF59-54CC823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6B95D-B26D-4CD3-BD3F-C8B9C43C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712AA-BB24-4512-8501-4FBCDE0F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0F8D7-1D55-48AA-B631-9B8D3F1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4FC5B-04E5-4421-877E-5CB40F73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F529-5197-4934-972C-13F3C491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40513-8E2B-49BA-A002-824D032E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50A1B-26F8-445B-8621-0505A16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CAFBB-6445-4F1D-AA41-7DC1962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557F5-B3D8-45D9-A9A1-976D37E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2/5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73EBD-F2FD-4E56-9BD1-3E19612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DC5CC-5658-415C-87D2-28253BA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0861878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6B5CF-1E38-491C-96C2-3D245A7E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EBEEB-3E0B-4BC4-ADF6-4A9D80AA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0668E-9BE1-48B1-946F-9A455BD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2D0F2-05B0-4DBD-90F1-01D6F200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25622-AFD1-4DEC-8344-11E315E0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BBC55-8DF0-4A5D-8AF9-BBEF8AD7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42303-D2B5-4998-B684-C648783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9302-0DEC-4765-B942-7A59FDA6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1E7FF-9789-4B72-BB26-C637E42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Simplify before multiplying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9488F-8A31-4CE1-BF8E-5592935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84B82-13F1-4B49-8F92-4690A3A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751D-2916-498F-B8DE-97321DD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48505-1814-48E7-AA37-6723FD6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BAF1F-A61F-432C-84EE-C17DC1F4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6F2BE-2077-4139-A57D-D31FF12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C67FA-8E04-4D50-AEB6-3330B5B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F7D2F-A62B-4233-B558-D97D1E5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thinks multiplying always makes a number larger.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D3674-ECA6-42F7-8CF7-4D35003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A7A89-D4DE-46C8-8C9F-83B38F5C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3A265-3903-47B6-AB1E-DF306716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7EC8B-3A75-4157-B8B6-48C8546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0747B-9E97-4918-BD63-A1228D3C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8403517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2026-09-09T22:13:41.6250000Z</dcterms:created>
  <dcterms:modified xsi:type="dcterms:W3CDTF">2026-09-09T22:13:41.6250000Z</dcterms:modified>
</coreProperties>
</file>