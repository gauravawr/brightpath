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f2b087f3e749dd" /><Relationship Type="http://schemas.openxmlformats.org/officeDocument/2006/relationships/extended-properties" Target="/docProps/app.xml" Id="R8f4fa0256f214d38" /><Relationship Type="http://schemas.openxmlformats.org/officeDocument/2006/relationships/officeDocument" Target="/ppt/presentation.xml" Id="R66d542dd5ffc46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ddaac5c3b84b60"/>
  </p:sldMasterIdLst>
  <p:notesMasterIdLst>
    <p:notesMasterId xmlns:r="http://schemas.openxmlformats.org/officeDocument/2006/relationships" r:id="R741b2371e40a419c"/>
  </p:notesMasterIdLst>
  <p:sldIdLst>
    <p:sldId xmlns:r="http://schemas.openxmlformats.org/officeDocument/2006/relationships" id="256" r:id="Rd3dc9bf22b354d87"/>
    <p:sldId xmlns:r="http://schemas.openxmlformats.org/officeDocument/2006/relationships" id="257" r:id="R111be950211d4678"/>
    <p:sldId xmlns:r="http://schemas.openxmlformats.org/officeDocument/2006/relationships" id="258" r:id="Ra5788bb413f44c7f"/>
    <p:sldId xmlns:r="http://schemas.openxmlformats.org/officeDocument/2006/relationships" id="259" r:id="R888c2a943f8c4e1c"/>
    <p:sldId xmlns:r="http://schemas.openxmlformats.org/officeDocument/2006/relationships" id="260" r:id="R3a9ef3e6e60849ee"/>
    <p:sldId xmlns:r="http://schemas.openxmlformats.org/officeDocument/2006/relationships" id="261" r:id="Ra4e1e0713bc5462d"/>
    <p:sldId xmlns:r="http://schemas.openxmlformats.org/officeDocument/2006/relationships" id="262" r:id="R8781d725a29045cc"/>
    <p:sldId xmlns:r="http://schemas.openxmlformats.org/officeDocument/2006/relationships" id="263" r:id="R020344ae37c74013"/>
    <p:sldId xmlns:r="http://schemas.openxmlformats.org/officeDocument/2006/relationships" id="264" r:id="Rf405a7b191cf47c5"/>
    <p:sldId xmlns:r="http://schemas.openxmlformats.org/officeDocument/2006/relationships" id="265" r:id="Rfe866729a2b74bea"/>
    <p:sldId xmlns:r="http://schemas.openxmlformats.org/officeDocument/2006/relationships" id="266" r:id="R5927e838bd02469a"/>
    <p:sldId xmlns:r="http://schemas.openxmlformats.org/officeDocument/2006/relationships" id="267" r:id="Ra91d10092b4a48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cd2db5dd9f4be3" /><Relationship Type="http://schemas.openxmlformats.org/officeDocument/2006/relationships/slideMaster" Target="/ppt/slideMasters/slideMaster1.xml" Id="R50ddaac5c3b84b60" /><Relationship Type="http://schemas.openxmlformats.org/officeDocument/2006/relationships/notesMaster" Target="/ppt/notesMasters/notesMaster1.xml" Id="R741b2371e40a419c" /><Relationship Type="http://schemas.openxmlformats.org/officeDocument/2006/relationships/presProps" Target="/ppt/presProps.xml" Id="Rf8de097be0ed48e0" /><Relationship Type="http://schemas.openxmlformats.org/officeDocument/2006/relationships/tableStyles" Target="/ppt/tableStyles.xml" Id="Rabb1cdd49b894873" /><Relationship Type="http://schemas.openxmlformats.org/officeDocument/2006/relationships/slide" Target="/ppt/slides/slide1.xml" Id="Rd3dc9bf22b354d87" /><Relationship Type="http://schemas.openxmlformats.org/officeDocument/2006/relationships/slide" Target="/ppt/slides/slide2.xml" Id="R111be950211d4678" /><Relationship Type="http://schemas.openxmlformats.org/officeDocument/2006/relationships/slide" Target="/ppt/slides/slide3.xml" Id="Ra5788bb413f44c7f" /><Relationship Type="http://schemas.openxmlformats.org/officeDocument/2006/relationships/slide" Target="/ppt/slides/slide4.xml" Id="R888c2a943f8c4e1c" /><Relationship Type="http://schemas.openxmlformats.org/officeDocument/2006/relationships/slide" Target="/ppt/slides/slide5.xml" Id="R3a9ef3e6e60849ee" /><Relationship Type="http://schemas.openxmlformats.org/officeDocument/2006/relationships/slide" Target="/ppt/slides/slide6.xml" Id="Ra4e1e0713bc5462d" /><Relationship Type="http://schemas.openxmlformats.org/officeDocument/2006/relationships/slide" Target="/ppt/slides/slide7.xml" Id="R8781d725a29045cc" /><Relationship Type="http://schemas.openxmlformats.org/officeDocument/2006/relationships/slide" Target="/ppt/slides/slide8.xml" Id="R020344ae37c74013" /><Relationship Type="http://schemas.openxmlformats.org/officeDocument/2006/relationships/slide" Target="/ppt/slides/slide9.xml" Id="Rf405a7b191cf47c5" /><Relationship Type="http://schemas.openxmlformats.org/officeDocument/2006/relationships/slide" Target="/ppt/slides/slide10.xml" Id="Rfe866729a2b74bea" /><Relationship Type="http://schemas.openxmlformats.org/officeDocument/2006/relationships/slide" Target="/ppt/slides/slide11.xml" Id="R5927e838bd02469a" /><Relationship Type="http://schemas.openxmlformats.org/officeDocument/2006/relationships/slide" Target="/ppt/slides/slide12.xml" Id="Ra91d10092b4a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97e868dd1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5cb78a28e0464c" /><Relationship Type="http://schemas.openxmlformats.org/officeDocument/2006/relationships/notesMaster" Target="/ppt/notesMasters/notesMaster1.xml" Id="Rc8c2131bdd3145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7a2aa69d948fb" /><Relationship Type="http://schemas.openxmlformats.org/officeDocument/2006/relationships/notesMaster" Target="/ppt/notesMasters/notesMaster1.xml" Id="R4d58a7cd20994e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9246a578b4ed8" /><Relationship Type="http://schemas.openxmlformats.org/officeDocument/2006/relationships/notesMaster" Target="/ppt/notesMasters/notesMaster1.xml" Id="R4a93d8c2a58549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98fdcf10eb4fdb" /><Relationship Type="http://schemas.openxmlformats.org/officeDocument/2006/relationships/notesMaster" Target="/ppt/notesMasters/notesMaster1.xml" Id="R7d03968ab4c541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00ad7de9d8438f" /><Relationship Type="http://schemas.openxmlformats.org/officeDocument/2006/relationships/notesMaster" Target="/ppt/notesMasters/notesMaster1.xml" Id="R11d2ec6e664549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cb63b29aa6495c" /><Relationship Type="http://schemas.openxmlformats.org/officeDocument/2006/relationships/notesMaster" Target="/ppt/notesMasters/notesMaster1.xml" Id="R8a15c1e0443e4d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f1b0cec8c74a57" /><Relationship Type="http://schemas.openxmlformats.org/officeDocument/2006/relationships/notesMaster" Target="/ppt/notesMasters/notesMaster1.xml" Id="R386f246b47b846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f51350d6a64799" /><Relationship Type="http://schemas.openxmlformats.org/officeDocument/2006/relationships/notesMaster" Target="/ppt/notesMasters/notesMaster1.xml" Id="R1024251ac2e34f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53528c7280416b" /><Relationship Type="http://schemas.openxmlformats.org/officeDocument/2006/relationships/notesMaster" Target="/ppt/notesMasters/notesMaster1.xml" Id="R8e3bc72a1ba943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ec6da6096e45c9" /><Relationship Type="http://schemas.openxmlformats.org/officeDocument/2006/relationships/notesMaster" Target="/ppt/notesMasters/notesMaster1.xml" Id="R4ea18db935794b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c173da67aa4bd5" /><Relationship Type="http://schemas.openxmlformats.org/officeDocument/2006/relationships/notesMaster" Target="/ppt/notesMasters/notesMaster1.xml" Id="R5ff4e536e4614c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22d1612caf4d3d" /><Relationship Type="http://schemas.openxmlformats.org/officeDocument/2006/relationships/notesMaster" Target="/ppt/notesMasters/notesMaster1.xml" Id="Rad3b7ae1f026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factor cards, number lines,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5/8 because 7/12 = 14/24 and 5/8 = 15/24. | Identify useful common factors or a common denominator. |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numerator, denominator, equivalent, simplify, common factor, common denominator.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3/4.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5/8 because 7/12 = 14/24 and 5/8 = 15/24.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5/8 because 7/12 = 14/24 and 5/8 = 15/24..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2/3, 3/4, 5/6..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5/8 is one possible answer.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2/3, 3/4, 5/6.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2/3, 3/4, 5/6. | Convert the fractions to equivalent forms or use a shared benchmark before comparing.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000c2592441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7e056f4d1e4b26" /><Relationship Type="http://schemas.openxmlformats.org/officeDocument/2006/relationships/slideLayout" Target="/ppt/slideLayouts/slideLayout1.xml" Id="R36366c9840dc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366c9840dc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598d290b64364" /><Relationship Type="http://schemas.openxmlformats.org/officeDocument/2006/relationships/notesSlide" Target="/ppt/notesSlides/notesSlide1.xml" Id="R40abca71262740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d8ae2a5f24d54" /><Relationship Type="http://schemas.openxmlformats.org/officeDocument/2006/relationships/notesSlide" Target="/ppt/notesSlides/notesSlide2.xml" Id="R2cc0e012fe784b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c92b57d645dd" /><Relationship Type="http://schemas.openxmlformats.org/officeDocument/2006/relationships/notesSlide" Target="/ppt/notesSlides/notesSlide3.xml" Id="Ra0f1bb4a602c46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c2f579fad4ba0" /><Relationship Type="http://schemas.openxmlformats.org/officeDocument/2006/relationships/notesSlide" Target="/ppt/notesSlides/notesSlide4.xml" Id="Re900b940636b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a0fe97b7e42e5" /><Relationship Type="http://schemas.openxmlformats.org/officeDocument/2006/relationships/notesSlide" Target="/ppt/notesSlides/notesSlide5.xml" Id="R640a4812b5694f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3cc8dae054793" /><Relationship Type="http://schemas.openxmlformats.org/officeDocument/2006/relationships/notesSlide" Target="/ppt/notesSlides/notesSlide6.xml" Id="R3e2a23c3d9cc45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fee55489c4c06" /><Relationship Type="http://schemas.openxmlformats.org/officeDocument/2006/relationships/image" Target="/ppt/media/image.png" Id="R45d9b4312b074830" /><Relationship Type="http://schemas.openxmlformats.org/officeDocument/2006/relationships/notesSlide" Target="/ppt/notesSlides/notesSlide7.xml" Id="Rb3b4635947b141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12057b74f41ab" /><Relationship Type="http://schemas.openxmlformats.org/officeDocument/2006/relationships/notesSlide" Target="/ppt/notesSlides/notesSlide8.xml" Id="R282ffbe6684c47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3fd9b0e5642b7" /><Relationship Type="http://schemas.openxmlformats.org/officeDocument/2006/relationships/notesSlide" Target="/ppt/notesSlides/notesSlide9.xml" Id="R7b501fd8e0184f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501bd10704516" /><Relationship Type="http://schemas.openxmlformats.org/officeDocument/2006/relationships/notesSlide" Target="/ppt/notesSlides/notesSlide10.xml" Id="Rafb2ed2a83c54b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b0a3f19794f06" /><Relationship Type="http://schemas.openxmlformats.org/officeDocument/2006/relationships/notesSlide" Target="/ppt/notesSlides/notesSlide11.xml" Id="Rd016b64dee8e41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f14bcf4a9425f" /><Relationship Type="http://schemas.openxmlformats.org/officeDocument/2006/relationships/notesSlide" Target="/ppt/notesSlides/notesSlide12.xml" Id="R0d5f43684d5140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AD107-8476-4011-944C-8C08A5A7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93059-88D3-44C1-95C5-2A48A9AC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B14F4-7F48-4984-B777-0C7D303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811B3-5D43-41BE-B9E8-24FBFC4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58F4D-FC48-42E3-97A8-8BC3F43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1B5C2-316D-4F73-9D26-A3134E05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05BA1-9535-4935-BB4C-C2E6468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263C1-5725-4C5F-8A2C-A17633A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simplify fractions using the highest common factor.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13E53-4247-4D6B-9185-408AE45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F4A7F-AFDB-4EF9-A7BB-64F8C79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AA704-9375-422F-A8DA-0B4BC97B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546660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BB1E3-B0E7-4676-A6EB-53348819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FC687-0D61-4E00-B85B-A21AFE37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4EDE2-8ABF-458E-9B12-7BD0DE7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AAD5D-53A8-4ECD-9495-2CBF3A3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7435-0688-4C7C-AB79-B46D107C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AFE59-7320-4A86-8CF6-769A8665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96ACB-281E-43B9-B28F-1FB909A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C0090-9525-42E3-8B93-8165EEA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B63F5-1C37-4F2F-BC66-F7DD1FEB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1FAF9-D403-4C7F-AE45-4C26666A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C460E-746B-49B3-80D4-00F7B8A2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29B66-CD8C-460E-8F90-DC37E2DD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5BF00-441F-4FE1-AE7E-E625F6E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equivalent fractions and use common factors and multiples.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E13C8-9557-403E-A2D8-76F5540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8354B-AC17-4E0E-A7D4-7C76EEA5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EFD51-FE89-4B99-AFA2-4317E85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C5BC3-FCBF-4CD8-8BE4-5D70D476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FDA29-F411-41E5-BF67-5FFA571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7FA48-3232-4706-AE75-EA9F0FAC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C5445-805F-4D70-AC3B-21358665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F56F7-7D1C-4C9B-8CC0-7DEEA22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Simplify 42/56.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0A5E3-E02F-4AF2-98FE-D54677FE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508904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834F3-7920-4CE0-8BF1-AE0C8CE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CAF4-D64E-46F2-9D1D-2B2E14E9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D8017-D0CA-49FF-B295-CB4B3DA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9A947-B58F-4404-9198-8024FE85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0EC0D-E965-49B6-9504-9F3E0104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02F8A-056D-430F-839C-9F98C14C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2181D-AAB3-4015-A0FE-FCB4854C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1271E-6DB4-4709-9861-F3A5F61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FBCAB-D884-48EA-B7CC-0F2824DE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C35E1-084E-4754-A234-AEF50541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simplify fractions using the highest common factor.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5F977-7AFD-4A71-B059-0809835A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F9990-9F13-4AF0-99C7-0A7D079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useful common factors or a common denominator.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66EE5-0BB5-4576-BE0D-8A748D4E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or simplify without changing the fraction's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5ACBB-6EC8-466B-993C-BC191D85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Compare the new forms and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9C3F7-0C56-4A69-BA93-3EA0E58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numerator  |  denominator  |  equivalent  |  simplify  |  common factor  |  common denominator</a:t>
            </a:r>
          </a:p>
        </p:txBody>
      </p:sp>
    </p:spTree>
    <p:extLst>
      <p:ext uri="{BB962C8B-B14F-4D97-AF65-F5344CB8AC3E}">
        <p14:creationId xmlns:p14="http://schemas.microsoft.com/office/powerpoint/2010/main" val="18995463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2504F-47F3-4C98-AE63-4912F02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26731-00AC-4228-B387-D351299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6DEAE-B793-4331-988D-6FF63DA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6D649-FE73-4999-9C36-34FE531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77F2-F512-4FAF-ACAE-2212AF62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E386E-DF46-4703-9DA3-87D33F4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C6075-3E0C-4A32-813E-A25911F1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01104-1A9E-4885-913A-55D7EA3F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CCBB9-2D83-45DB-ABFC-053816D5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7D54A-F0D8-4916-B210-3ABA62E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12B16-C609-442C-AB74-88B96382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6DECB-0084-4A1E-85F7-7F18D85B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2F943-F5A0-4698-A008-1C8528C6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42/56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FE9E7-7811-4C96-AAEF-A3C5AADF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3089F-6A11-41E2-9FF1-5E34A816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5D99F-172F-4457-B998-E31E51A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HCF(42, 56) =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683D0-A56D-4440-8C4F-5D09A6B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169EE-35EF-435A-965E-64CBD28F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7F988-8B19-4398-B924-6E766467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42 ÷ 14 = 3     56 ÷ 14 =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BA3EC-068F-4FF2-AC15-69C1E8A6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3AE78-45C2-4BF2-90B3-3149836D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51B2D-A8BF-4EA8-ACE6-6ED4EC86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42/56 = 3/4</a:t>
            </a:r>
          </a:p>
        </p:txBody>
      </p:sp>
    </p:spTree>
    <p:extLst>
      <p:ext uri="{BB962C8B-B14F-4D97-AF65-F5344CB8AC3E}">
        <p14:creationId xmlns:p14="http://schemas.microsoft.com/office/powerpoint/2010/main" val="5238068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FB4DE-5F22-461E-A122-B8D9B0E0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0379D-1061-4712-990B-5F431EE6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CBA71-51D2-4990-AC12-34C20DE8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C6681-FF83-44AA-9844-E16A64F2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8B79C-D7A5-4768-8A45-05B0C7F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D66B7-BA0F-41A6-9056-667BD10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F6455-64A3-41D8-8772-230EA68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EC912-1AAF-4880-B57B-B1B30D5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44527-F9FF-4AB2-B680-6C6010B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E9562-B0D8-4E8D-8D5A-47DAFFD9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08E6A-98FB-48FF-A7D4-6343489D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3/4.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7E98A-C343-4783-8989-C8F3CC91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976A6-7FC3-4DC4-8CBE-49653D1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Compare the new forms and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2CD42-0DC8-457D-899A-E92FA5AD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5601376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A79CA-8D4F-4CE4-878F-119DCEA4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D2E49-AD18-46C4-B367-C9DA129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2A46-9A39-4585-9A7D-5292CCD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C171B-E612-453D-8BF4-0077369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B9BC-88F4-4F65-9C14-A8CD222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233F0-A963-48E6-B710-6D6A6A83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F9430-3213-4BAD-B290-C99BC6C1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81F7-1059-4248-9D5A-0528C7BA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A1419-70E4-4699-BC01-5280B7F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416F3-371A-4E10-AAFA-C80B2794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E2501-B5E4-4C2C-B8ED-5FF5A917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039C8-2E41-4792-A6A8-081D8963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1329E-E023-4655-A76E-AE706223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092E7-301A-48FF-B422-329957AB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1F32B-BF32-4956-A300-2BC16A9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5/8 because 7/12 = 14/24 and 5/8 = 15/24.</a:t>
            </a:r>
          </a:p>
        </p:txBody>
      </p:sp>
    </p:spTree>
    <p:extLst>
      <p:ext uri="{BB962C8B-B14F-4D97-AF65-F5344CB8AC3E}">
        <p14:creationId xmlns:p14="http://schemas.microsoft.com/office/powerpoint/2010/main" val="11408407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22EBD-B743-4437-B134-2039BE4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B1CFB-B6DF-4248-9C54-7EAE9B3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AED1F-D2F3-4399-85DD-298D56C2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81E9F-F5DE-4470-81A9-F670422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B6C56-EC6F-41F6-B60B-79F33F8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DD8D2-87F0-4552-9585-D0424BF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86B0D-DCB6-4159-A80F-8AF45E4E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B65F5-FEE3-40B5-AE83-B3458AA7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13026-42E1-4E5C-914A-67EE0188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9b4312b074830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0BF2A-FA98-40CE-BC79-87F3267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B4B37-009E-44F0-8807-3D7ACF9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compares fractions by looking only at the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11B31-5547-4B9E-BC4A-766BC90B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F1772-79B4-4EBA-86AD-0F6FECD7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9EA42-4074-425D-B203-077230F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Convert the fractions to equivalent forms or use a shared benchmark before comparing.</a:t>
            </a:r>
          </a:p>
        </p:txBody>
      </p:sp>
    </p:spTree>
    <p:extLst>
      <p:ext uri="{BB962C8B-B14F-4D97-AF65-F5344CB8AC3E}">
        <p14:creationId xmlns:p14="http://schemas.microsoft.com/office/powerpoint/2010/main" val="17227179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50414-0023-4C06-915A-0D2D221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69F72-4852-4A9B-AC10-70256ADB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83BE4-3CF4-4CCB-B25E-485714CF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3E81E-EB9E-4236-931C-6452A188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2B113-0BA6-4F98-B653-3628941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A3AC-E1D7-474D-BA24-FD1405BC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89D8-00D2-4329-AF7B-5EB8EAC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2A172-7957-45E1-8F1F-05FDF9E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786BB-920E-4C97-AA13-C3DF23A6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7CC0F-7C68-417C-AAD5-D2D1964B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BBA36-352D-4BA7-8606-8B2E6065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504D3-2AA9-4496-BE33-DFF99F5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D1D91-73B0-4A68-83C5-991F0543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11822-9F2A-446D-8B94-B96D042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81748-EBF3-488B-B3E1-9C0704D1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5964F-9591-4ADA-A02C-238A21B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BA65E-88FC-4EB3-B48A-2CF51F5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3AC72-3F3B-4FEA-96FC-499E410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993BA-A16D-4978-8D08-1570C1D5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7BADD-C0B9-430F-B65B-83B8C16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45D37-F26B-4D82-9734-B1249C4D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5/8 because 7/12 = 14/24 and 5/8 = 15/24.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92530-D69A-47D4-90C0-ED01F104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0369964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4C493-198D-461A-8343-0DE05D2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F933-03D0-4AF2-A0D6-0C95773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81355-742D-4F97-B2AE-1FDFACB8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AC01F-8DD9-4183-80ED-5AA8B62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81A23-6283-4D99-9517-8B057C66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BFE84-A0C6-4443-8B57-9E27D2E0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DE2D9-FE1E-4D41-8999-838C2E4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6F7E1-5A08-40E9-B376-DC4A38FC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EF47E-DA92-48C7-85B9-A805CC88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8B714-60E8-49E6-92BB-A4CC2AA3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D3DF0-3969-4368-B0FD-66E3B6C2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48B0D-5278-4EF6-9328-1E40A690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56660-8519-4686-B68E-D15F7FC4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F9B9C-62CE-4257-B1D6-410D6E2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879D0-254E-4B59-B9EF-E4F9657E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233C1-0C9E-4A82-BCE0-F136137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E52CD-91F1-41A0-BD9A-88FEF5E1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81894-C920-42DE-92F3-8C6F34A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EAF55-29EC-4657-823A-801CB2D7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46AD7-F820-4E3D-8274-224A291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962A6-3CD5-413B-93CC-1BA11D4C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698396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00A30-9E47-4273-8A21-0B280F25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A4F65-2386-49F7-928C-6E782D3D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E357E-7D92-4870-9F58-DF8B9E4F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30A4D-C630-4178-90F1-84937EA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060B1-2968-477C-B924-22ABAD5E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8E302-770F-4607-AA38-1BBFF0D6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BB9AC-70C3-4FC9-ACD0-2D7AE831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58C87-883A-4C12-8DD3-64AAE1AE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532B9-E121-4118-A5F5-B153F37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D892D-C648-483F-9376-598A0341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Give a fraction between 3/5 and 2/3.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EC52D-BD87-4FF4-AEF1-4D7EF942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D5572-2D2C-416F-A4AA-CA032138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7ADB9-F4E9-440C-A37B-46C3968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5/8 is one possible answer.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9120467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21AA6-4110-4717-87FC-0F43B58D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948E6-6B5E-4012-B5F5-BAF4BAD6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8263E-BD95-41BE-A300-F34A69E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4FF4-DCB1-482D-8E9E-A56852DC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5ED5A-FEF6-48F7-B36B-F4E8FC5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03B57-9CC4-4D05-8ECB-FD32174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4FD16-AC41-405D-BF28-FFD11344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A8B5B-DAF7-45F3-B89B-8054796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3A491-6DE3-46EC-8552-B9E73BC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7BDF1-BDC8-4E48-8DB9-F99FD8B8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949BB-3B97-4A7B-9F21-D094B45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E690B-9056-447C-BE29-F4DE735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2C812-2E07-4A6A-9E02-7DEDD92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55647-44D3-444E-800D-4ADAE271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7FF54-7CEA-47B2-93D4-BCB8B39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92234-2F09-4BFE-B9A2-D9CDF7E1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2/3, 3/4, 5/6.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424C8-4A36-4B1F-8E36-BF546C4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A8FCA-D67C-42BB-AA25-5BCE719A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3922931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27BDC-CE40-47E3-A2BC-5BCF9ECB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98BB7-1D2B-42D9-B2D9-329D48D9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93248-D5BD-4E7F-8BC3-9D610AC1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3B12C-902F-413F-8BC3-A0F291F7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23A7C-A253-4094-BA35-F03876C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4507B-5121-4782-9AFD-14811031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20838-1CC3-4547-873F-ACCC126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5FD7F-9418-4198-B558-7094E1F0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5A012-D568-4F35-B5B4-F9EFD1CD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B1C11-8DE2-44EE-B1F5-A45CC704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86DAC-00D2-4043-9257-2D9D2377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7977E-2498-4D97-BD98-1516AAC5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1A17C-E2B5-4C36-914B-1DD704C1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C0713-8FD8-4A7C-8FD6-F30A8EC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A33AB-E8F8-487C-B154-5A5F9E6F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473C4-CE16-408D-B925-760A9D9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6FC14-9A2B-410F-8226-1E83CBB8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compares fractions by looking only at the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FD58A-07B1-4BD4-9682-8ACF5C62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93AF0-A76D-4786-A267-60A1A8AC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E0615-B108-4839-A2C8-202A73D1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0E755-A324-4F32-8193-710EFA9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6BCF5-7398-4492-8B1C-2EAC272B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6656915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2026-09-09T22:13:25.6970000Z</dcterms:created>
  <dcterms:modified xsi:type="dcterms:W3CDTF">2026-09-09T22:13:25.6970000Z</dcterms:modified>
</coreProperties>
</file>