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1af471d8a04ac3" /><Relationship Type="http://schemas.openxmlformats.org/officeDocument/2006/relationships/extended-properties" Target="/docProps/app.xml" Id="R8eb01dd296f84e21" /><Relationship Type="http://schemas.openxmlformats.org/officeDocument/2006/relationships/officeDocument" Target="/ppt/presentation.xml" Id="R5fa05f5b427445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0b6d440bcc4b79"/>
  </p:sldMasterIdLst>
  <p:notesMasterIdLst>
    <p:notesMasterId xmlns:r="http://schemas.openxmlformats.org/officeDocument/2006/relationships" r:id="Rc381f4084b684744"/>
  </p:notesMasterIdLst>
  <p:sldIdLst>
    <p:sldId xmlns:r="http://schemas.openxmlformats.org/officeDocument/2006/relationships" id="256" r:id="R8a149c04a7e14ba4"/>
    <p:sldId xmlns:r="http://schemas.openxmlformats.org/officeDocument/2006/relationships" id="257" r:id="R89b8b89445c94095"/>
    <p:sldId xmlns:r="http://schemas.openxmlformats.org/officeDocument/2006/relationships" id="258" r:id="R44c8235e36b04778"/>
    <p:sldId xmlns:r="http://schemas.openxmlformats.org/officeDocument/2006/relationships" id="259" r:id="R04d0af8bf22a4dfe"/>
    <p:sldId xmlns:r="http://schemas.openxmlformats.org/officeDocument/2006/relationships" id="260" r:id="Ra9cb922cf184463f"/>
    <p:sldId xmlns:r="http://schemas.openxmlformats.org/officeDocument/2006/relationships" id="261" r:id="R917eeb04efe044e3"/>
    <p:sldId xmlns:r="http://schemas.openxmlformats.org/officeDocument/2006/relationships" id="262" r:id="Rbd71f3aa1e454e15"/>
    <p:sldId xmlns:r="http://schemas.openxmlformats.org/officeDocument/2006/relationships" id="263" r:id="R5bf3625671174f42"/>
    <p:sldId xmlns:r="http://schemas.openxmlformats.org/officeDocument/2006/relationships" id="264" r:id="R4238ff5aca074505"/>
    <p:sldId xmlns:r="http://schemas.openxmlformats.org/officeDocument/2006/relationships" id="265" r:id="R4cec5942fd724c5a"/>
    <p:sldId xmlns:r="http://schemas.openxmlformats.org/officeDocument/2006/relationships" id="266" r:id="R69fe0fccba9b4974"/>
    <p:sldId xmlns:r="http://schemas.openxmlformats.org/officeDocument/2006/relationships" id="267" r:id="R61b2bdc29156467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e5f6386f1a4d99" /><Relationship Type="http://schemas.openxmlformats.org/officeDocument/2006/relationships/slideMaster" Target="/ppt/slideMasters/slideMaster1.xml" Id="Rdb0b6d440bcc4b79" /><Relationship Type="http://schemas.openxmlformats.org/officeDocument/2006/relationships/notesMaster" Target="/ppt/notesMasters/notesMaster1.xml" Id="Rc381f4084b684744" /><Relationship Type="http://schemas.openxmlformats.org/officeDocument/2006/relationships/presProps" Target="/ppt/presProps.xml" Id="Rc7227026206048ff" /><Relationship Type="http://schemas.openxmlformats.org/officeDocument/2006/relationships/tableStyles" Target="/ppt/tableStyles.xml" Id="Rde84da73711747bc" /><Relationship Type="http://schemas.openxmlformats.org/officeDocument/2006/relationships/slide" Target="/ppt/slides/slide1.xml" Id="R8a149c04a7e14ba4" /><Relationship Type="http://schemas.openxmlformats.org/officeDocument/2006/relationships/slide" Target="/ppt/slides/slide2.xml" Id="R89b8b89445c94095" /><Relationship Type="http://schemas.openxmlformats.org/officeDocument/2006/relationships/slide" Target="/ppt/slides/slide3.xml" Id="R44c8235e36b04778" /><Relationship Type="http://schemas.openxmlformats.org/officeDocument/2006/relationships/slide" Target="/ppt/slides/slide4.xml" Id="R04d0af8bf22a4dfe" /><Relationship Type="http://schemas.openxmlformats.org/officeDocument/2006/relationships/slide" Target="/ppt/slides/slide5.xml" Id="Ra9cb922cf184463f" /><Relationship Type="http://schemas.openxmlformats.org/officeDocument/2006/relationships/slide" Target="/ppt/slides/slide6.xml" Id="R917eeb04efe044e3" /><Relationship Type="http://schemas.openxmlformats.org/officeDocument/2006/relationships/slide" Target="/ppt/slides/slide7.xml" Id="Rbd71f3aa1e454e15" /><Relationship Type="http://schemas.openxmlformats.org/officeDocument/2006/relationships/slide" Target="/ppt/slides/slide8.xml" Id="R5bf3625671174f42" /><Relationship Type="http://schemas.openxmlformats.org/officeDocument/2006/relationships/slide" Target="/ppt/slides/slide9.xml" Id="R4238ff5aca074505" /><Relationship Type="http://schemas.openxmlformats.org/officeDocument/2006/relationships/slide" Target="/ppt/slides/slide10.xml" Id="R4cec5942fd724c5a" /><Relationship Type="http://schemas.openxmlformats.org/officeDocument/2006/relationships/slide" Target="/ppt/slides/slide11.xml" Id="R69fe0fccba9b4974" /><Relationship Type="http://schemas.openxmlformats.org/officeDocument/2006/relationships/slide" Target="/ppt/slides/slide12.xml" Id="R61b2bdc2915646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923d2f2dd2040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346e5906d44ebd" /><Relationship Type="http://schemas.openxmlformats.org/officeDocument/2006/relationships/notesMaster" Target="/ppt/notesMasters/notesMaster1.xml" Id="R3f06c01e48b74b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4a19d2814a4f20" /><Relationship Type="http://schemas.openxmlformats.org/officeDocument/2006/relationships/notesMaster" Target="/ppt/notesMasters/notesMaster1.xml" Id="Rbd2064a206a141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566b690f6541d0" /><Relationship Type="http://schemas.openxmlformats.org/officeDocument/2006/relationships/notesMaster" Target="/ppt/notesMasters/notesMaster1.xml" Id="R67fe1a529c1a4a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81023eade645aa" /><Relationship Type="http://schemas.openxmlformats.org/officeDocument/2006/relationships/notesMaster" Target="/ppt/notesMasters/notesMaster1.xml" Id="Rf1af1e6138cd48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0efabba1e5438c" /><Relationship Type="http://schemas.openxmlformats.org/officeDocument/2006/relationships/notesMaster" Target="/ppt/notesMasters/notesMaster1.xml" Id="R364af4171a8947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c198b3b0d714424" /><Relationship Type="http://schemas.openxmlformats.org/officeDocument/2006/relationships/notesMaster" Target="/ppt/notesMasters/notesMaster1.xml" Id="Rb51558000ee64e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b9e6643859b4e4c" /><Relationship Type="http://schemas.openxmlformats.org/officeDocument/2006/relationships/notesMaster" Target="/ppt/notesMasters/notesMaster1.xml" Id="Re800755a936a47d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ebb5c341c4d4229" /><Relationship Type="http://schemas.openxmlformats.org/officeDocument/2006/relationships/notesMaster" Target="/ppt/notesMasters/notesMaster1.xml" Id="R0b9860583d5f401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626f55dc66740de" /><Relationship Type="http://schemas.openxmlformats.org/officeDocument/2006/relationships/notesMaster" Target="/ppt/notesMasters/notesMaster1.xml" Id="Rca9fd8f73a7449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04f7376635b469b" /><Relationship Type="http://schemas.openxmlformats.org/officeDocument/2006/relationships/notesMaster" Target="/ppt/notesMasters/notesMaster1.xml" Id="R0542b77665244f7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b391c7fb3de4a6b" /><Relationship Type="http://schemas.openxmlformats.org/officeDocument/2006/relationships/notesMaster" Target="/ppt/notesMasters/notesMaster1.xml" Id="Rc4c35bd3f73240e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c951d1754fb4ec2" /><Relationship Type="http://schemas.openxmlformats.org/officeDocument/2006/relationships/notesMaster" Target="/ppt/notesMasters/notesMaster1.xml" Id="Rea73c1430e2a48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multiplication grid, factor cards, number lines,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5/8 because 7/12 = 14/24 and 5/8 = 15/24. | Identify useful common factors or a common denominator. | Convert the fractions to equivalent forms or use a shared benchmark before comparing.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numerator, denominator, equivalent, simplify, common factor, common denominator.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3/4.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5/8 because 7/12 = 14/24 and 5/8 = 15/24.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Convert the fractions to equivalent forms or use a shared benchmark before comparing.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5/8 because 7/12 = 14/24 and 5/8 = 15/24..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2/3, 3/4, 5/6..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5/8 is one possible answer.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2/3, 3/4, 5/6.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2/3, 3/4, 5/6. | Convert the fractions to equivalent forms or use a shared benchmark before comparing.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21414e9909466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828e6251334325" /><Relationship Type="http://schemas.openxmlformats.org/officeDocument/2006/relationships/slideLayout" Target="/ppt/slideLayouts/slideLayout1.xml" Id="R3810e70c010c4f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10e70c010c4f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33fe423cdb433c" /><Relationship Type="http://schemas.openxmlformats.org/officeDocument/2006/relationships/notesSlide" Target="/ppt/notesSlides/notesSlide1.xml" Id="R1d74e797250b4a4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04313d5da14ae7" /><Relationship Type="http://schemas.openxmlformats.org/officeDocument/2006/relationships/notesSlide" Target="/ppt/notesSlides/notesSlide2.xml" Id="R7baa3edac28a48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92c7a897934277" /><Relationship Type="http://schemas.openxmlformats.org/officeDocument/2006/relationships/notesSlide" Target="/ppt/notesSlides/notesSlide3.xml" Id="R15d27b1472cd4d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fff3c8781a447d" /><Relationship Type="http://schemas.openxmlformats.org/officeDocument/2006/relationships/notesSlide" Target="/ppt/notesSlides/notesSlide4.xml" Id="R8d4f3a24f94a45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de5e1b33b24d88" /><Relationship Type="http://schemas.openxmlformats.org/officeDocument/2006/relationships/notesSlide" Target="/ppt/notesSlides/notesSlide5.xml" Id="R56dba07bd034437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985387cbac41a3" /><Relationship Type="http://schemas.openxmlformats.org/officeDocument/2006/relationships/notesSlide" Target="/ppt/notesSlides/notesSlide6.xml" Id="R02fd64babe42444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aa22cf8fd84584" /><Relationship Type="http://schemas.openxmlformats.org/officeDocument/2006/relationships/image" Target="/ppt/media/image.png" Id="Rc4671e9126ca4876" /><Relationship Type="http://schemas.openxmlformats.org/officeDocument/2006/relationships/notesSlide" Target="/ppt/notesSlides/notesSlide7.xml" Id="R4bc7886fad3f4a9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da97a52baf4ac5" /><Relationship Type="http://schemas.openxmlformats.org/officeDocument/2006/relationships/notesSlide" Target="/ppt/notesSlides/notesSlide8.xml" Id="R0e85500f5bcf4df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fe1f0475744039" /><Relationship Type="http://schemas.openxmlformats.org/officeDocument/2006/relationships/notesSlide" Target="/ppt/notesSlides/notesSlide9.xml" Id="R052a949e28c9409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113a9035841a5" /><Relationship Type="http://schemas.openxmlformats.org/officeDocument/2006/relationships/notesSlide" Target="/ppt/notesSlides/notesSlide10.xml" Id="R97c7f690d6e745e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3f83663e4a4988" /><Relationship Type="http://schemas.openxmlformats.org/officeDocument/2006/relationships/notesSlide" Target="/ppt/notesSlides/notesSlide11.xml" Id="Rc24b7553a0334c3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0de6ba697c4699" /><Relationship Type="http://schemas.openxmlformats.org/officeDocument/2006/relationships/notesSlide" Target="/ppt/notesSlides/notesSlide12.xml" Id="R1550710f4710479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D00F3-10DB-4E42-8DDE-494825B9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E1B1D8-7CF5-4F4F-8287-A0A32382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4D4383-B3B5-4632-B035-CA1AB611D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12C095-F961-48B7-BFE8-448476D5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7E3826-D5E2-4D26-B7B1-161E42F8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fractions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110D4E-2E52-4CA9-A93B-BBE99CBB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C74002-3680-42F9-8826-8D8BDF41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4B529A-EB5F-4734-BEAB-B5825637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simplify fractions using the highest common factor.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879230-C2D6-4440-A6BA-A641136A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7C68F-EAEA-4DB5-82AC-E819C293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0F8E15-A698-4745-814F-167189EF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3560912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A4BAE7-BFD7-4BBB-879D-5331D24A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DE67F5-87BD-4782-A2D8-605BE86E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D45C37-2A12-4E6C-8B0E-60FA0CEB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7EFAA1-A918-4C5F-BEE6-64E08F712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13CC57-D5D1-4E5B-8366-315C73F7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2D776D-FFAE-44D7-B4F6-0DB5D4496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FDCFEE-03BE-4954-810F-D38DB5F1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A89FC7-05D2-4ED5-9656-2D377730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7ADDDF-D42A-4FB7-AB0C-05C44A571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F3555B-C8D4-4DAB-ACFE-2272F468F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820B0B-5213-40AE-9C95-E49B91E7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B01BD8-66CE-4DA3-898B-A47080CA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4B5FFE-D280-4410-8014-2148C4C7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equivalent fractions and use common factors and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053C70-A9B8-498E-AEFC-DA84401C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5AF1FF-4752-4ACA-84AC-FE96B718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EF35E4-FB9D-44D2-88B3-82ED362A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090301-A443-4583-A1A3-635C09F1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greater, 7/12 or 5/8?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0C07A6-853A-4878-BD6D-475F662E5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B85DD3-1415-4F51-85AE-F8D15F6B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E1725-53B2-4CFF-9EA9-64048EED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F4E0CF-6A0E-41FC-9275-59A1339A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Simplify 42/56.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BEF896-A61B-44D9-937C-DA72DD955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272863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7CF79E-FFC8-476D-86BF-5D61A136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2966FF-BF4D-43CF-BC28-EC0F5231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29CA4F-9E4B-4987-B239-06220E08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534A26-1552-458F-8258-AE748728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6FBEE5-A6B0-4157-81DB-D610D3444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16BCB7-E1ED-4875-8C04-E3BE8D34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DADB4F-E35C-4B18-AB91-3B6ADC6F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782C85-7092-4AD8-A279-BC337C73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7AA77E-F560-4C89-8950-8312B239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F5742D-A28D-43EE-BA29-96DAA8DA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simplify fractions using the highest common factor.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AA952B-7435-4ED6-BD74-FAF4DD32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065EC-9964-4158-BED6-2A40170A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useful common factors or a common denominator.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818B28-0209-4A9F-ABBA-2EA07048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Convert or simplify without changing the fraction's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AB251E-5A71-4738-A0D3-D8B9D512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Compare the new forms and justify the conclusion.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97F4CD-11A4-4FA6-AE5E-B676E11C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numerator  |  denominator  |  equivalent  |  simplify  |  common factor  |  common denominator</a:t>
            </a:r>
          </a:p>
        </p:txBody>
      </p:sp>
    </p:spTree>
    <p:extLst>
      <p:ext uri="{BB962C8B-B14F-4D97-AF65-F5344CB8AC3E}">
        <p14:creationId xmlns:p14="http://schemas.microsoft.com/office/powerpoint/2010/main" val="1169912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4B64DB-FEC7-4DC9-9242-BCCDCA90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0D0D64-7F1D-4AC6-BA61-D3ECAD51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BB83AD-9F9D-47FF-BDE0-AF3C2861A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6DB035-0719-4F54-8BFD-E7ACC496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FC7F3D-7C61-4597-B999-79A0EF93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B1F93C-D135-4829-A0E9-BE7820C7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A8369D-B17D-4985-8F80-15FD14C2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931B1B-A649-4787-9056-3E70CCCD0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682606-D4E0-406D-AD20-74D111A3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6FA147-DA34-4455-A9A6-A873B7200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42/56.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45048D-5B1F-42F4-9A21-DB744708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A802E2-7300-4711-BAE4-A63CF14D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012554-6182-46D4-B6CB-AA7019D9A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useful common factors or a common denominator.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7EA9FD-623A-4191-91BF-1AB2A1307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FB92FA-98CA-4636-B710-0657A319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9E28B5-16DE-4FD4-AEB8-3F52AE9D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Convert or simplify without changing the fraction's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5B65D2-9BE0-4AC8-8D96-06995E39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6CD724-C0AD-4A07-96BE-D6ACEC9B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97FDA7-0AE1-4170-A341-0E00D807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3/4.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1FE130-0632-43D7-B055-98BE0BE4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260630-C6D3-4D60-9D1B-98EB6668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1AA7F6-163D-4AC9-BB20-B5139D78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Compare the new forms and justify the conclusion.</a:t>
            </a:r>
          </a:p>
        </p:txBody>
      </p:sp>
    </p:spTree>
    <p:extLst>
      <p:ext uri="{BB962C8B-B14F-4D97-AF65-F5344CB8AC3E}">
        <p14:creationId xmlns:p14="http://schemas.microsoft.com/office/powerpoint/2010/main" val="6516860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6BCD49-582F-4342-B2CB-081D71D36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5DE06-FC95-4938-939F-99C5D636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9692C1-ECBD-46F4-BF63-C6B3F8FE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F37D68-76A6-4D55-BCEA-768DEF91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1732E-E055-4FBF-89ED-AE0F9092C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C22232-7BF5-4487-A6A8-A3ABFAE0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FC4A34-28E9-4C58-9C7B-0F7B306E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7ACECC-3805-466E-96A2-7A58F442E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867AF8-7FB7-431F-A363-5D225262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55F6C-3592-4A1E-A480-D0AE576F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AA9D1F-9195-4330-842B-7EE9CF5C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3/4.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D9EE34-3CAF-4AF9-938E-0037EA7F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B1335D-AB5A-4E90-94EF-0C7C634F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Compare the new forms and justify the conclusion.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F583F7-3CD4-4C51-ACCC-3D04994A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5293702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12EC42-8FD0-4149-B2B7-EA9118C58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C7ED28-75A0-42C1-8719-DB2608E2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9C49FE-0974-4E03-BE21-FC2499246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7ADE8-068C-4379-9B65-E58E66425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740771-2717-43FD-8B7D-7CD540AF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945986-A789-4333-8F64-3B30E0F7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92CD8B-E5A8-4253-8F31-F5FC38AB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092325-DAFB-4849-B113-98716FFB5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61B6DD-6CDD-455C-B4B8-AD5A829F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860151-E4B2-4F55-9E0C-65C2BD01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greater, 7/12 or 5/8?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55D138-8385-48E7-BF28-1CC19286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3C1D97-2768-4783-8F0D-21DA27E6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470E28-499D-4A35-B8B4-44F92C20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D4EA5E-D5EE-48F3-9970-62A88027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656A5B-AB48-495C-B6BA-20F2399F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5/8 because 7/12 = 14/24 and 5/8 = 15/24.</a:t>
            </a:r>
          </a:p>
        </p:txBody>
      </p:sp>
    </p:spTree>
    <p:extLst>
      <p:ext uri="{BB962C8B-B14F-4D97-AF65-F5344CB8AC3E}">
        <p14:creationId xmlns:p14="http://schemas.microsoft.com/office/powerpoint/2010/main" val="1674269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026C27-91DF-4A53-9469-5646C2FD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509276-7967-4327-857E-97A605B25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334B7E-477B-43C2-BEAE-F788473C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547347-F2E1-445C-8740-797E8F10E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4E356D-4CB8-4D38-932B-296349F7C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95E10-E55C-48C8-AB80-EA8663BDE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59EB53-61F4-450A-9430-66E99D8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BD9B13-D787-46FC-901E-E23A7EEF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2955AD-A624-48A1-B5B4-772C4625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fractions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671e9126ca487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A03FF8-52EF-4363-A4C7-8F108BD6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A2E71C-6644-4C51-8E74-26F81E9B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compares fractions by looking only at the denominators.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D3EA4F-D995-44D7-8853-DCE466D9D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251721-B56E-49C1-B14B-395BB862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F44D37-C6EF-4FF6-A95F-B22814BB2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Convert the fractions to equivalent forms or use a shared benchmark before comparing.</a:t>
            </a:r>
          </a:p>
        </p:txBody>
      </p:sp>
    </p:spTree>
    <p:extLst>
      <p:ext uri="{BB962C8B-B14F-4D97-AF65-F5344CB8AC3E}">
        <p14:creationId xmlns:p14="http://schemas.microsoft.com/office/powerpoint/2010/main" val="7167745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130673-7876-4421-BD37-B407D8C9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F2B974-351D-4070-8C67-4A6A0F047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89E96A-EC7A-43AF-982D-CC0942BC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45C40D-65A5-40E7-9552-5AA063E3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1A0EFA-B7AA-41CE-A87A-C1987E43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86B7A-E538-4DC3-81BD-1C378AD7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D9A2BA-BB2F-4568-BED6-AC7A7F23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F9FB79-2544-454A-AD3B-C4E93DEA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A9284C-FCE9-471D-8270-1806A3A0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674A8F-0C40-4BDB-8D5D-2FD82EEF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26DA49-E5CF-4169-8669-666915A16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E163D7-B316-4079-AF3C-5135EC52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66F0F7-C7D4-430D-B7C9-86BDB294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greater, 7/12 or 5/8?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79D16F-F2DB-4D86-AAF9-0EF2CD90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96CBC0-DC8E-42C4-8BC5-BF5755E6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0ADBBD-5492-47AF-AE95-8933997A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80FB11-C918-4C3A-ACAA-B972C4C5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E19BD6-DBF3-4F52-A34D-D512AC11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4F811C-9B87-40E7-A237-73169665D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CF8279-725E-4717-9F64-3AF216FBB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EA42BA-317E-4D86-B42E-A4B3A181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5/8 because 7/12 = 14/24 and 5/8 = 15/24.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A66086-9654-428E-82D2-A9A4843C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55607116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D24B0E-DE71-4F4D-AC4C-2FBF76A8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926334-3A5C-4DBC-8B6C-E8DD6F4C3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804A1F-150F-4959-A802-E023D20E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AA8852-FDDC-4E3A-8A1A-1E0F2080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33E430-8AA2-4C26-90F2-BD74398E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F2430A-EB34-4F2E-96FC-21D69B6F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00A828-5ADF-4ED3-A448-70934F40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9A2EC4-821E-4012-9D84-5210B331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45DFF-F8D1-4665-9FEF-F8ACC4A2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CB74DA-9E57-45E6-B3B2-19D02900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0C050F-F6CD-4730-A6BA-4D5F7E49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64897F-92A9-46C7-BD24-BC2A3ABB1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1A7A69-6256-4FDF-96F8-5D2B4306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2/3, 3/4 and 5/6 from least to greatest.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7B7A54-F492-4C4B-9023-0DA2D557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91F384-08DB-48ED-8E08-725EE5BA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D4C335-9896-41BC-909D-2BE72A57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BA0DF0-A235-4166-9E01-6FB6B837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9F0114-1580-4E40-9193-1A567AE2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F4B607-CEED-4F96-A44C-91F4E8C7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F433C6-1B0D-4141-BF88-A20A07C4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ED0BF1-309E-4FCE-AF90-853777BFF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877958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4DAD36-9020-49C3-ACB4-509B63F9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133D51-CDDF-4BFD-9E25-02B7FBECB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DE78F0-E07B-4297-8A78-F8A965F8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F43489-24AA-45C7-9885-E1E1E56F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CADD54-D6EF-4E0E-B0F6-9E7F5D0F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5ADAE9-8DB4-45E5-9822-EA068DD2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50F1B1-F432-4280-BBAA-5639423E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05CC58-95BA-410D-9F11-9227516E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C0EC74-50DF-4655-B2F2-3EA17303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EEAFCB-B82D-45AA-B65A-44B2BC49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Give a fraction between 3/5 and 2/3.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6353E7-A82B-4E6C-8971-C5C5CF4A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08B772-5058-4F72-B781-AA6709C8C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127F8B-BC89-40D2-99AE-BE2ADA50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5/8 is one possible answer.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3967336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B6A2F3-26CA-491C-BC92-B17E03184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0851C0-CB6E-43E1-93B9-3D6114D9A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337B0F-AF01-4876-B1FF-FEBEE9F77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730D90-9FD2-4A43-B08C-DE053617B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B9CFC9-9940-4DC5-9940-E270B758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4F3F8-3AFB-449C-B9FA-DADF9D945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BFA92F-90E0-4A44-87B1-5EDD3CCA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F71AAD-14EB-4A3F-BF00-183F9CD4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92187A-FB04-443B-B666-171B3F0C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56015C-0795-45AB-BAE1-1563E1763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CC19F8-ED87-454A-901C-4D26F727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1C7CD-F001-40FC-8B05-E6A9FD73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2/3, 3/4 and 5/6 from least to greatest.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BC3F9A-95BE-40FE-BD1F-8DA50875A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A18671-A13E-4909-86D9-67BB44B5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B92BF4-E4C7-4638-80D7-25612ABA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CF1717-FE96-4863-9FDF-EDC0DFD1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2/3, 3/4, 5/6.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3D7328-0A30-4E27-A6AB-D635FC59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8E7130-9DEF-40EC-8B29-54B08605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8111571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142295-B839-4F6C-B9CE-4982D00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0D8A28-083C-46FD-BA4C-D459D968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40295C-8391-45E7-BF9A-67BDA364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886ACD-1028-44D6-8BC7-31187B104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A8603-E716-4A37-BFA0-A4041596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5CC733-50C7-4D6D-872D-5963C66F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758B72-D7FD-4281-B7B6-5E957945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0F5601-FD54-411F-953B-EAA40E107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4EA921-D7E9-49EF-936E-19E5C7292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8418B1-CE17-4543-842D-F342CBC2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C47FD7-6C88-4153-82F0-FD8F6F9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B361AE-315E-4B31-AA06-A2E2CB9DC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60BF40-6F7F-47FD-9ED0-D8F0A6A6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2/3, 3/4 and 5/6 from least to greatest.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1FC9C3-9CEF-4EE1-A9EA-E8DE8392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A8DF75-3B3F-4D4D-8B62-3ABE6186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A592C6-4E0E-4C89-B7D0-010D5653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7F4FD3-5E75-4F11-9177-DE51BB8C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compares fractions by looking only at the denominators.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BF9BC6-2E39-4ED1-9C5E-10A22F12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7A0DAD-B635-445E-81B1-CB99D2B1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166351-DD5C-4988-85CA-2787325E6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EBFE35-CA0D-44DA-BBB3-D6020EEA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F50939-DC65-4D53-B647-96641BD5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7416301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2026-09-09T20:46:25.6150000Z</dcterms:created>
  <dcterms:modified xsi:type="dcterms:W3CDTF">2026-09-09T20:46:25.6150000Z</dcterms:modified>
</coreProperties>
</file>