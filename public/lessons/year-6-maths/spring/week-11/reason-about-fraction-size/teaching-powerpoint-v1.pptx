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Reason about fraction size. Reason about fraction size.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Reason about fraction size. I do. Rename with equal-sized parts. A midpoint always gives an intermediate value.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Reason about fraction size. You do. Pause before clicking. Let pupils try independently, then reveal and discuss every step. Rename with equal-sized parts. A midpoint always gives an intermediate value.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Reason about fraction size. I do. Rename with equal-sized parts. A midpoint always gives an intermediate value.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Reason about fraction size. You do. Pause before clicking. Let pupils try independently, then reveal and discuss every step. Rename with equal-sized parts. A midpoint always gives an intermediate value.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Reason about fraction size.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Reason about fraction size.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8278E11C-F50B-4FA1-A7B5-EA58EC4D17CF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Reason about fraction size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EEB3D0A4-0C39-42D2-8D15-628CB7F78F17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02A6FE25-A819-43FD-AAA5-25C884A51427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9343AE43-9969-4B29-A62D-0CAC76AE7682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Reason about fraction size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9D62C7E4-B3E9-4193-8A16-619DF8CCE72C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47B5FD41-7AE0-4828-B820-DA9B646FA4B5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solve problems involving the relative size of fractions.</a:t>
            </a:r>
          </a:p>
        </p:txBody>
      </p:sp>
    </p:spTree>
    <p:extLst>
      <p:ext uri="{BB962C8B-B14F-4D97-AF65-F5344CB8AC3E}">
        <p14:creationId xmlns:p14="http://schemas.microsoft.com/office/powerpoint/2010/main" val="11820909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bject-1">
            <a:extLst>
              <a:ext uri="{FF2B5EF4-FFF2-40B4-BE49-F238E27FC236}">
                <a16:creationId xmlns:a16="http://schemas.microsoft.com/office/drawing/2014/main" id="{B85C540C-A125-4549-BB4C-08E38B9F8461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E4A2EC32-CC73-4462-89EB-945974076C88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a fraction between 3/5 and 2/3.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3391776D-27FD-42B8-83D3-EA892947F87D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07BD9B5F-1F61-4EFB-9BB8-56403A1CA0F8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Reason about fraction size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6811509C-3D6E-404A-A29D-ACA2C73FF2DB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780703D2-E15D-4B8A-81D3-AD5D592AFDC4}"/>
              </a:ext>
            </a:extLst>
          </p:cNvPr>
          <p:cNvSpPr>
            <a:spLocks noGrp="1"/>
          </p:cNvSpPr>
          <p:nvPr/>
        </p:nvSpPr>
        <p:spPr>
          <a:xfrm>
            <a:off x="2143125" y="4345781"/>
            <a:ext cx="10715625" cy="35719"/>
          </a:xfrm>
          <a:prstGeom prst="rect">
            <a:avLst/>
          </a:prstGeom>
          <a:solidFill>
            <a:srgbClr val="172B4D"/>
          </a:solidFill>
          <a:ln w="0">
            <a:noFill/>
          </a:ln>
        </p:spPr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9EF0E747-DBA1-4782-99F3-6628B07500D8}"/>
              </a:ext>
            </a:extLst>
          </p:cNvPr>
          <p:cNvSpPr>
            <a:spLocks noGrp="1"/>
          </p:cNvSpPr>
          <p:nvPr/>
        </p:nvSpPr>
        <p:spPr>
          <a:xfrm>
            <a:off x="2143125" y="4107656"/>
            <a:ext cx="0" cy="523875"/>
          </a:xfrm>
          <a:prstGeom prst="line">
            <a:avLst/>
          </a:prstGeom>
          <a:noFill/>
          <a:ln w="35719">
            <a:solidFill>
              <a:srgbClr val="172B4D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32266BBB-494C-43C1-A509-D99D125D1A7A}"/>
              </a:ext>
            </a:extLst>
          </p:cNvPr>
          <p:cNvSpPr>
            <a:spLocks noGrp="1"/>
          </p:cNvSpPr>
          <p:nvPr/>
        </p:nvSpPr>
        <p:spPr>
          <a:xfrm>
            <a:off x="714375" y="4857750"/>
            <a:ext cx="2857500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56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56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3/5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4F6708C3-BA9B-4C06-90E6-D340BACD67CF}"/>
              </a:ext>
            </a:extLst>
          </p:cNvPr>
          <p:cNvSpPr>
            <a:spLocks noGrp="1"/>
          </p:cNvSpPr>
          <p:nvPr/>
        </p:nvSpPr>
        <p:spPr>
          <a:xfrm>
            <a:off x="7500938" y="4107656"/>
            <a:ext cx="0" cy="523875"/>
          </a:xfrm>
          <a:prstGeom prst="line">
            <a:avLst/>
          </a:prstGeom>
          <a:noFill/>
          <a:ln w="35719">
            <a:solidFill>
              <a:srgbClr val="172B4D"/>
            </a:solidFill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2DCC8280-68D0-40C1-98AF-391611C91D8E}"/>
              </a:ext>
            </a:extLst>
          </p:cNvPr>
          <p:cNvSpPr>
            <a:spLocks noGrp="1"/>
          </p:cNvSpPr>
          <p:nvPr/>
        </p:nvSpPr>
        <p:spPr>
          <a:xfrm>
            <a:off x="6072188" y="4857750"/>
            <a:ext cx="2857500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56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56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19/30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63F61198-06A7-405C-8AAC-EC5E277C2EC5}"/>
              </a:ext>
            </a:extLst>
          </p:cNvPr>
          <p:cNvSpPr>
            <a:spLocks noGrp="1"/>
          </p:cNvSpPr>
          <p:nvPr/>
        </p:nvSpPr>
        <p:spPr>
          <a:xfrm>
            <a:off x="12858750" y="4107656"/>
            <a:ext cx="0" cy="523875"/>
          </a:xfrm>
          <a:prstGeom prst="line">
            <a:avLst/>
          </a:prstGeom>
          <a:noFill/>
          <a:ln w="35719">
            <a:solidFill>
              <a:srgbClr val="172B4D"/>
            </a:solidFill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AD4E3DCE-153B-496F-869B-93CA1DFCC938}"/>
              </a:ext>
            </a:extLst>
          </p:cNvPr>
          <p:cNvSpPr>
            <a:spLocks noGrp="1"/>
          </p:cNvSpPr>
          <p:nvPr/>
        </p:nvSpPr>
        <p:spPr>
          <a:xfrm>
            <a:off x="11430000" y="4857750"/>
            <a:ext cx="2857500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56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56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2/3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61A8292E-5FEC-4D45-9ABF-DF9279C38BDE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18/30 &lt; 19/30 &lt; 20/30</a:t>
            </a:r>
          </a:p>
        </p:txBody>
      </p:sp>
    </p:spTree>
    <p:extLst>
      <p:ext uri="{BB962C8B-B14F-4D97-AF65-F5344CB8AC3E}">
        <p14:creationId xmlns:p14="http://schemas.microsoft.com/office/powerpoint/2010/main" val="1107813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bject-1">
            <a:extLst>
              <a:ext uri="{FF2B5EF4-FFF2-40B4-BE49-F238E27FC236}">
                <a16:creationId xmlns:a16="http://schemas.microsoft.com/office/drawing/2014/main" id="{D8F51304-6E3D-41FD-903B-7D8E01184C55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61BCF6A7-56CC-4FA1-96C5-DE6E78AC7D50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F4B58059-0628-42D9-90B0-E1E3B4D955A9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a fraction between 8/5 and 5/3.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D0F65B07-F628-4D05-8D9B-78A7702EE11A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837E02C7-8AC6-4ACE-BEDC-EEB8F88D231F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Reason about fraction size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A0F19E91-B40F-4337-8BB6-E62629FA6AF9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EFB9A644-B329-4EC5-9D66-16E809436AFC}"/>
              </a:ext>
            </a:extLst>
          </p:cNvPr>
          <p:cNvSpPr>
            <a:spLocks noGrp="1"/>
          </p:cNvSpPr>
          <p:nvPr/>
        </p:nvSpPr>
        <p:spPr>
          <a:xfrm>
            <a:off x="2143125" y="4345781"/>
            <a:ext cx="10715625" cy="35719"/>
          </a:xfrm>
          <a:prstGeom prst="rect">
            <a:avLst/>
          </a:prstGeom>
          <a:solidFill>
            <a:srgbClr val="172B4D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9E02E1DC-623F-4059-9C29-C4D93290716E}"/>
              </a:ext>
            </a:extLst>
          </p:cNvPr>
          <p:cNvSpPr>
            <a:spLocks noGrp="1"/>
          </p:cNvSpPr>
          <p:nvPr/>
        </p:nvSpPr>
        <p:spPr>
          <a:xfrm>
            <a:off x="2143125" y="4107656"/>
            <a:ext cx="0" cy="523875"/>
          </a:xfrm>
          <a:prstGeom prst="line">
            <a:avLst/>
          </a:prstGeom>
          <a:noFill/>
          <a:ln w="35719">
            <a:solidFill>
              <a:srgbClr val="172B4D"/>
            </a:solidFill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ED1A7B1D-E2D7-44A8-9123-64052927E877}"/>
              </a:ext>
            </a:extLst>
          </p:cNvPr>
          <p:cNvSpPr>
            <a:spLocks noGrp="1"/>
          </p:cNvSpPr>
          <p:nvPr/>
        </p:nvSpPr>
        <p:spPr>
          <a:xfrm>
            <a:off x="714375" y="4857750"/>
            <a:ext cx="2857500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56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56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8/5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34453B7A-DA97-40BF-8A76-A58F7A60DF5C}"/>
              </a:ext>
            </a:extLst>
          </p:cNvPr>
          <p:cNvSpPr>
            <a:spLocks noGrp="1"/>
          </p:cNvSpPr>
          <p:nvPr/>
        </p:nvSpPr>
        <p:spPr>
          <a:xfrm>
            <a:off x="7500938" y="4107656"/>
            <a:ext cx="0" cy="523875"/>
          </a:xfrm>
          <a:prstGeom prst="line">
            <a:avLst/>
          </a:prstGeom>
          <a:noFill/>
          <a:ln w="35719">
            <a:solidFill>
              <a:srgbClr val="172B4D"/>
            </a:solidFill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75ED9DF6-CA45-4B0E-A100-42E65C4C95BF}"/>
              </a:ext>
            </a:extLst>
          </p:cNvPr>
          <p:cNvSpPr>
            <a:spLocks noGrp="1"/>
          </p:cNvSpPr>
          <p:nvPr/>
        </p:nvSpPr>
        <p:spPr>
          <a:xfrm>
            <a:off x="6072188" y="4857750"/>
            <a:ext cx="2857500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56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56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49/30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6E5D80DE-D62C-41E9-9FBB-2DB0DEE9F23B}"/>
              </a:ext>
            </a:extLst>
          </p:cNvPr>
          <p:cNvSpPr>
            <a:spLocks noGrp="1"/>
          </p:cNvSpPr>
          <p:nvPr/>
        </p:nvSpPr>
        <p:spPr>
          <a:xfrm>
            <a:off x="12858750" y="4107656"/>
            <a:ext cx="0" cy="523875"/>
          </a:xfrm>
          <a:prstGeom prst="line">
            <a:avLst/>
          </a:prstGeom>
          <a:noFill/>
          <a:ln w="35719">
            <a:solidFill>
              <a:srgbClr val="172B4D"/>
            </a:solidFill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13DE7D0B-54CC-438B-A69F-DC4F038BB3CC}"/>
              </a:ext>
            </a:extLst>
          </p:cNvPr>
          <p:cNvSpPr>
            <a:spLocks noGrp="1"/>
          </p:cNvSpPr>
          <p:nvPr/>
        </p:nvSpPr>
        <p:spPr>
          <a:xfrm>
            <a:off x="11430000" y="4857750"/>
            <a:ext cx="2857500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56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56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5/3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015993C4-907B-486B-AB03-E3F340DAF055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48/30 &lt; 49/30 &lt; 50/30</a:t>
            </a:r>
          </a:p>
        </p:txBody>
      </p:sp>
    </p:spTree>
    <p:extLst>
      <p:ext uri="{BB962C8B-B14F-4D97-AF65-F5344CB8AC3E}">
        <p14:creationId xmlns:p14="http://schemas.microsoft.com/office/powerpoint/2010/main" val="1213173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bject-1">
            <a:extLst>
              <a:ext uri="{FF2B5EF4-FFF2-40B4-BE49-F238E27FC236}">
                <a16:creationId xmlns:a16="http://schemas.microsoft.com/office/drawing/2014/main" id="{57446932-AED0-4BB6-8588-C4CE7E25FB14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6DC5BC69-F032-4CC0-9EC7-E744EC67B07A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a fraction between 13/5 and 8/3.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5B73FF3D-D01C-4916-A453-D72262C0F9A4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6A9F8653-C9B2-4A9C-9427-135B624E52BD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Reason about fraction size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5380B23C-3B35-40A6-91F2-681E59EC0E0D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01C20703-1D64-4DA3-81E1-BF0CD8339267}"/>
              </a:ext>
            </a:extLst>
          </p:cNvPr>
          <p:cNvSpPr>
            <a:spLocks noGrp="1"/>
          </p:cNvSpPr>
          <p:nvPr/>
        </p:nvSpPr>
        <p:spPr>
          <a:xfrm>
            <a:off x="2143125" y="4345781"/>
            <a:ext cx="10715625" cy="35719"/>
          </a:xfrm>
          <a:prstGeom prst="rect">
            <a:avLst/>
          </a:prstGeom>
          <a:solidFill>
            <a:srgbClr val="172B4D"/>
          </a:solidFill>
          <a:ln w="0">
            <a:noFill/>
          </a:ln>
        </p:spPr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49EF0242-8AB7-4CEC-B9E7-BFAEC07D2A76}"/>
              </a:ext>
            </a:extLst>
          </p:cNvPr>
          <p:cNvSpPr>
            <a:spLocks noGrp="1"/>
          </p:cNvSpPr>
          <p:nvPr/>
        </p:nvSpPr>
        <p:spPr>
          <a:xfrm>
            <a:off x="2143125" y="4107656"/>
            <a:ext cx="0" cy="523875"/>
          </a:xfrm>
          <a:prstGeom prst="line">
            <a:avLst/>
          </a:prstGeom>
          <a:noFill/>
          <a:ln w="35719">
            <a:solidFill>
              <a:srgbClr val="172B4D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3833095A-5D68-4704-8C95-1B44BD6D49D3}"/>
              </a:ext>
            </a:extLst>
          </p:cNvPr>
          <p:cNvSpPr>
            <a:spLocks noGrp="1"/>
          </p:cNvSpPr>
          <p:nvPr/>
        </p:nvSpPr>
        <p:spPr>
          <a:xfrm>
            <a:off x="714375" y="4857750"/>
            <a:ext cx="2857500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56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56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13/5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336EE7A1-400E-4776-8285-67993AFBAFE5}"/>
              </a:ext>
            </a:extLst>
          </p:cNvPr>
          <p:cNvSpPr>
            <a:spLocks noGrp="1"/>
          </p:cNvSpPr>
          <p:nvPr/>
        </p:nvSpPr>
        <p:spPr>
          <a:xfrm>
            <a:off x="7500938" y="4107656"/>
            <a:ext cx="0" cy="523875"/>
          </a:xfrm>
          <a:prstGeom prst="line">
            <a:avLst/>
          </a:prstGeom>
          <a:noFill/>
          <a:ln w="35719">
            <a:solidFill>
              <a:srgbClr val="172B4D"/>
            </a:solidFill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4F1300CA-ECAF-4114-8BE0-10721D0D20B1}"/>
              </a:ext>
            </a:extLst>
          </p:cNvPr>
          <p:cNvSpPr>
            <a:spLocks noGrp="1"/>
          </p:cNvSpPr>
          <p:nvPr/>
        </p:nvSpPr>
        <p:spPr>
          <a:xfrm>
            <a:off x="6072188" y="4857750"/>
            <a:ext cx="2857500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56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56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79/30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69890203-91BB-4617-AF85-B1A3BBA99096}"/>
              </a:ext>
            </a:extLst>
          </p:cNvPr>
          <p:cNvSpPr>
            <a:spLocks noGrp="1"/>
          </p:cNvSpPr>
          <p:nvPr/>
        </p:nvSpPr>
        <p:spPr>
          <a:xfrm>
            <a:off x="12858750" y="4107656"/>
            <a:ext cx="0" cy="523875"/>
          </a:xfrm>
          <a:prstGeom prst="line">
            <a:avLst/>
          </a:prstGeom>
          <a:noFill/>
          <a:ln w="35719">
            <a:solidFill>
              <a:srgbClr val="172B4D"/>
            </a:solidFill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21E7B372-3336-45FD-87FE-1068D11E2C4B}"/>
              </a:ext>
            </a:extLst>
          </p:cNvPr>
          <p:cNvSpPr>
            <a:spLocks noGrp="1"/>
          </p:cNvSpPr>
          <p:nvPr/>
        </p:nvSpPr>
        <p:spPr>
          <a:xfrm>
            <a:off x="11430000" y="4857750"/>
            <a:ext cx="2857500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56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56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8/3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644478BF-2528-4863-99DC-DC2103659BA7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78/30 &lt; 79/30 &lt; 80/30</a:t>
            </a:r>
          </a:p>
        </p:txBody>
      </p:sp>
    </p:spTree>
    <p:extLst>
      <p:ext uri="{BB962C8B-B14F-4D97-AF65-F5344CB8AC3E}">
        <p14:creationId xmlns:p14="http://schemas.microsoft.com/office/powerpoint/2010/main" val="1617122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bject-1">
            <a:extLst>
              <a:ext uri="{FF2B5EF4-FFF2-40B4-BE49-F238E27FC236}">
                <a16:creationId xmlns:a16="http://schemas.microsoft.com/office/drawing/2014/main" id="{2745C013-33A4-4A6A-BEED-8BFC52F80B1C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6E42A439-FD4C-42DD-A44C-16E96E945408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0D6008E4-3A0F-468F-AB9E-952F101F4316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a fraction between 18/5 and 11/3.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8ED116E1-DA25-474A-94CD-9D8046EDF3DB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75340B2A-899D-419B-92F6-B903B9084FC5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Reason about fraction size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4195FA0C-53E0-49E4-83A2-1338CC96762D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A72DA838-E897-4855-8D1F-3EAB6B7242C9}"/>
              </a:ext>
            </a:extLst>
          </p:cNvPr>
          <p:cNvSpPr>
            <a:spLocks noGrp="1"/>
          </p:cNvSpPr>
          <p:nvPr/>
        </p:nvSpPr>
        <p:spPr>
          <a:xfrm>
            <a:off x="2143125" y="4345781"/>
            <a:ext cx="10715625" cy="35719"/>
          </a:xfrm>
          <a:prstGeom prst="rect">
            <a:avLst/>
          </a:prstGeom>
          <a:solidFill>
            <a:srgbClr val="172B4D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F07CFDD6-80AA-4340-A627-5071CDA60982}"/>
              </a:ext>
            </a:extLst>
          </p:cNvPr>
          <p:cNvSpPr>
            <a:spLocks noGrp="1"/>
          </p:cNvSpPr>
          <p:nvPr/>
        </p:nvSpPr>
        <p:spPr>
          <a:xfrm>
            <a:off x="2143125" y="4107656"/>
            <a:ext cx="0" cy="523875"/>
          </a:xfrm>
          <a:prstGeom prst="line">
            <a:avLst/>
          </a:prstGeom>
          <a:noFill/>
          <a:ln w="35719">
            <a:solidFill>
              <a:srgbClr val="172B4D"/>
            </a:solidFill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991E98A8-0114-44B4-9C56-0163583EAD70}"/>
              </a:ext>
            </a:extLst>
          </p:cNvPr>
          <p:cNvSpPr>
            <a:spLocks noGrp="1"/>
          </p:cNvSpPr>
          <p:nvPr/>
        </p:nvSpPr>
        <p:spPr>
          <a:xfrm>
            <a:off x="714375" y="4857750"/>
            <a:ext cx="2857500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56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56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18/5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C5A366B0-BAAD-4DCE-A699-D6AC39652B93}"/>
              </a:ext>
            </a:extLst>
          </p:cNvPr>
          <p:cNvSpPr>
            <a:spLocks noGrp="1"/>
          </p:cNvSpPr>
          <p:nvPr/>
        </p:nvSpPr>
        <p:spPr>
          <a:xfrm>
            <a:off x="7500938" y="4107656"/>
            <a:ext cx="0" cy="523875"/>
          </a:xfrm>
          <a:prstGeom prst="line">
            <a:avLst/>
          </a:prstGeom>
          <a:noFill/>
          <a:ln w="35719">
            <a:solidFill>
              <a:srgbClr val="172B4D"/>
            </a:solidFill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D00789F6-564E-4329-8CDC-119376E0F938}"/>
              </a:ext>
            </a:extLst>
          </p:cNvPr>
          <p:cNvSpPr>
            <a:spLocks noGrp="1"/>
          </p:cNvSpPr>
          <p:nvPr/>
        </p:nvSpPr>
        <p:spPr>
          <a:xfrm>
            <a:off x="6072188" y="4857750"/>
            <a:ext cx="2857500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56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56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109/30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E8518977-77F2-40D2-923E-22E7360D290A}"/>
              </a:ext>
            </a:extLst>
          </p:cNvPr>
          <p:cNvSpPr>
            <a:spLocks noGrp="1"/>
          </p:cNvSpPr>
          <p:nvPr/>
        </p:nvSpPr>
        <p:spPr>
          <a:xfrm>
            <a:off x="12858750" y="4107656"/>
            <a:ext cx="0" cy="523875"/>
          </a:xfrm>
          <a:prstGeom prst="line">
            <a:avLst/>
          </a:prstGeom>
          <a:noFill/>
          <a:ln w="35719">
            <a:solidFill>
              <a:srgbClr val="172B4D"/>
            </a:solidFill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4CE3AE1B-CCFB-42CA-B66B-457002DBA542}"/>
              </a:ext>
            </a:extLst>
          </p:cNvPr>
          <p:cNvSpPr>
            <a:spLocks noGrp="1"/>
          </p:cNvSpPr>
          <p:nvPr/>
        </p:nvSpPr>
        <p:spPr>
          <a:xfrm>
            <a:off x="11430000" y="4857750"/>
            <a:ext cx="2857500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56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56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11/3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5EFE2713-4B4A-4A07-8AD7-786C6F04F391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108/30 &lt; 109/30 &lt; 110/30</a:t>
            </a:r>
          </a:p>
        </p:txBody>
      </p:sp>
    </p:spTree>
    <p:extLst>
      <p:ext uri="{BB962C8B-B14F-4D97-AF65-F5344CB8AC3E}">
        <p14:creationId xmlns:p14="http://schemas.microsoft.com/office/powerpoint/2010/main" val="2132918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47C8CF31-50A3-4B14-A01A-BCD43A5C695B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20287D85-690C-4633-928D-5D1102BFC005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E1FD924F-2844-45FF-AD37-5E3B87F6D44D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68F688D2-653A-42F7-AA30-C13244C39E9C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78ADC57F-E45C-4034-8927-654C8118D9C1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Reason about fraction size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CCC53E8E-B51E-45E0-BB13-5F3F0BA701CA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37E018A4-FA51-442B-A131-C30C00B90603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B3075ADF-BF77-4D65-BF11-0219B19414AA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Give a fraction between 3/5 and 2/3.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D220847A-F145-4A97-8672-7EBF0E828BB5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97A6D7C6-B9C0-445A-AFE5-E4F605CB92C9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5/6 with denominator 24.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BF87226C-90BE-4518-AF75-8577FA5CAF06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D991FBDD-A901-4184-A31C-5CCAC581F063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Simplify 42/56.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934FDBEA-4BD3-4963-AA7C-D8E824A7F66E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01A7E609-7C77-4C88-9E03-61A051C8BC32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Give a fraction between 3/5 and 2/3.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2E013156-89CA-4F9F-8794-C62948E569DD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86B94D15-D5CA-4CD8-864A-40C60CB3BC50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Write 5/6 with denominator 24.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C904DEA7-78F1-499F-8A60-BC7A509D0C25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721D4A81-F882-4208-9A9C-9850BB01F179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Simplify 42/56.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3BDD08BB-B6E2-49CA-AF1B-0A31553D0FD5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E4E7642B-1D5F-41CB-AFF0-4DF2C33DBA2D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Which is greater, 7/12 or 5/8?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8547F8E7-74AB-4BD4-ACD7-117A96A167A1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F248C636-BC48-47F2-B23B-F2833C67711A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compares fractions by looking only at the denominators.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1C9DD757-46FC-41F9-B016-C588845AAC9B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FE8A855D-74EC-4C15-9AE2-0677C99ECE95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B183FFDB-7ADE-4892-965E-97CEC52B566B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B20E8E5B-649F-4E5F-AB02-27780450E3DD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Simplify 42/56.</a:t>
            </a:r>
          </a:p>
        </p:txBody>
      </p:sp>
    </p:spTree>
    <p:extLst>
      <p:ext uri="{BB962C8B-B14F-4D97-AF65-F5344CB8AC3E}">
        <p14:creationId xmlns:p14="http://schemas.microsoft.com/office/powerpoint/2010/main" val="19389846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7B35F04E-55C2-4AC8-9124-BD2B9E3176A5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A7A05154-28D6-48A7-BACC-41F1A476F29A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ADF4197B-B752-4BBB-8ED4-51A4E4CE05B9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D20220F0-480E-41A2-B9CD-9F8EB028AF40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Reason about fraction size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305939CC-B928-4807-9A47-3D9CE8B8D24D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018140D0-136C-4C9B-B83B-FAC0B0F7897A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FC94A93B-7FDD-43E1-9E30-67254FD26E89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5/8 is one possible answer.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ECF36760-4DE2-4020-AD6F-2A0C45A80947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CEC7D6A4-A447-485D-9642-608F1F42BBAA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20/24.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EFC6BD90-168A-49E6-95F8-C3DBC6B4FC9A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BD5B3E04-F69F-441A-8FA8-BE57B7635C77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3/4.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E909C31B-B477-4858-BE0A-B4C9BA29031A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A9980493-41BE-491C-BEA1-13F57A0186C3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5/8 is one possible answer.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6FCA8D51-81BB-4BF4-A825-2A10E16E4795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6D0DA5E1-36FF-4BC8-95C0-2851E125BA4B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20/24.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F93F297B-7346-4357-B95C-A433769D1942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E8CFA1E2-467D-452E-94FF-CD3879A04148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3/4.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9B5A351E-EA20-44DA-B1E5-2AC6942B1586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E30FDD2B-F221-4A10-BBAE-B0E95437B82B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5/8 because 7/12 = 14/24 and 5/8 = 15/24.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0CE59018-0418-460B-8335-8ACF229BD6E3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6A02CC4D-E77F-41C6-B25B-856C8FA190C5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Convert the fractions to equivalent forms or use a shared benchmark before comparing.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293FB20D-188E-4571-A85F-8AE34B833982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BD551754-993A-42BC-BFBC-84568971397B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4DBF8062-9AA3-4863-8912-699FCC25A914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1C0D7798-7BA2-4CE4-BAA1-ECD3A67E31F2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148305911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841</Words>
  <Application>Microsoft Office PowerPoint</Application>
  <DocSecurity>0</DocSecurity>
  <PresentationFormat>Custom</PresentationFormat>
  <Paragraphs>102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2026-09-14T13:14:22Z</dcterms:created>
  <dcterms:modified xsi:type="dcterms:W3CDTF">2026-09-14T13:15:22Z</dcterms:modified>
</cp:coreProperties>
</file>