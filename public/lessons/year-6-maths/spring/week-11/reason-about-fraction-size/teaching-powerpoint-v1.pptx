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586bbc3ec64ecd" /><Relationship Type="http://schemas.openxmlformats.org/officeDocument/2006/relationships/extended-properties" Target="/docProps/app.xml" Id="R5d7f3766df78422c" /><Relationship Type="http://schemas.openxmlformats.org/officeDocument/2006/relationships/officeDocument" Target="/ppt/presentation.xml" Id="R248af358a59042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562fd1116743b2"/>
  </p:sldMasterIdLst>
  <p:notesMasterIdLst>
    <p:notesMasterId xmlns:r="http://schemas.openxmlformats.org/officeDocument/2006/relationships" r:id="R810607cb02784558"/>
  </p:notesMasterIdLst>
  <p:sldIdLst>
    <p:sldId xmlns:r="http://schemas.openxmlformats.org/officeDocument/2006/relationships" id="256" r:id="R626f7feb06964266"/>
    <p:sldId xmlns:r="http://schemas.openxmlformats.org/officeDocument/2006/relationships" id="257" r:id="R1f006adb82784ee0"/>
    <p:sldId xmlns:r="http://schemas.openxmlformats.org/officeDocument/2006/relationships" id="258" r:id="R166116eb20584179"/>
    <p:sldId xmlns:r="http://schemas.openxmlformats.org/officeDocument/2006/relationships" id="259" r:id="R2ad3222bc1d44b8f"/>
    <p:sldId xmlns:r="http://schemas.openxmlformats.org/officeDocument/2006/relationships" id="260" r:id="Rbbd956f6bba646f2"/>
    <p:sldId xmlns:r="http://schemas.openxmlformats.org/officeDocument/2006/relationships" id="261" r:id="R40d19f70f38f45bf"/>
    <p:sldId xmlns:r="http://schemas.openxmlformats.org/officeDocument/2006/relationships" id="262" r:id="R2f076e09ed37401e"/>
    <p:sldId xmlns:r="http://schemas.openxmlformats.org/officeDocument/2006/relationships" id="263" r:id="Raaeef45e7b7e43bd"/>
    <p:sldId xmlns:r="http://schemas.openxmlformats.org/officeDocument/2006/relationships" id="264" r:id="Rff42cac25fa54f7e"/>
    <p:sldId xmlns:r="http://schemas.openxmlformats.org/officeDocument/2006/relationships" id="265" r:id="Rd57c5fe1bc7f413d"/>
    <p:sldId xmlns:r="http://schemas.openxmlformats.org/officeDocument/2006/relationships" id="266" r:id="R6738b6d3964d4fc7"/>
    <p:sldId xmlns:r="http://schemas.openxmlformats.org/officeDocument/2006/relationships" id="267" r:id="R1e8f6083a98041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76d39bb48d418c" /><Relationship Type="http://schemas.openxmlformats.org/officeDocument/2006/relationships/slideMaster" Target="/ppt/slideMasters/slideMaster1.xml" Id="R15562fd1116743b2" /><Relationship Type="http://schemas.openxmlformats.org/officeDocument/2006/relationships/notesMaster" Target="/ppt/notesMasters/notesMaster1.xml" Id="R810607cb02784558" /><Relationship Type="http://schemas.openxmlformats.org/officeDocument/2006/relationships/presProps" Target="/ppt/presProps.xml" Id="R27650dcccbf346f6" /><Relationship Type="http://schemas.openxmlformats.org/officeDocument/2006/relationships/tableStyles" Target="/ppt/tableStyles.xml" Id="Rfd14cb8019634bac" /><Relationship Type="http://schemas.openxmlformats.org/officeDocument/2006/relationships/slide" Target="/ppt/slides/slide1.xml" Id="R626f7feb06964266" /><Relationship Type="http://schemas.openxmlformats.org/officeDocument/2006/relationships/slide" Target="/ppt/slides/slide2.xml" Id="R1f006adb82784ee0" /><Relationship Type="http://schemas.openxmlformats.org/officeDocument/2006/relationships/slide" Target="/ppt/slides/slide3.xml" Id="R166116eb20584179" /><Relationship Type="http://schemas.openxmlformats.org/officeDocument/2006/relationships/slide" Target="/ppt/slides/slide4.xml" Id="R2ad3222bc1d44b8f" /><Relationship Type="http://schemas.openxmlformats.org/officeDocument/2006/relationships/slide" Target="/ppt/slides/slide5.xml" Id="Rbbd956f6bba646f2" /><Relationship Type="http://schemas.openxmlformats.org/officeDocument/2006/relationships/slide" Target="/ppt/slides/slide6.xml" Id="R40d19f70f38f45bf" /><Relationship Type="http://schemas.openxmlformats.org/officeDocument/2006/relationships/slide" Target="/ppt/slides/slide7.xml" Id="R2f076e09ed37401e" /><Relationship Type="http://schemas.openxmlformats.org/officeDocument/2006/relationships/slide" Target="/ppt/slides/slide8.xml" Id="Raaeef45e7b7e43bd" /><Relationship Type="http://schemas.openxmlformats.org/officeDocument/2006/relationships/slide" Target="/ppt/slides/slide9.xml" Id="Rff42cac25fa54f7e" /><Relationship Type="http://schemas.openxmlformats.org/officeDocument/2006/relationships/slide" Target="/ppt/slides/slide10.xml" Id="Rd57c5fe1bc7f413d" /><Relationship Type="http://schemas.openxmlformats.org/officeDocument/2006/relationships/slide" Target="/ppt/slides/slide11.xml" Id="R6738b6d3964d4fc7" /><Relationship Type="http://schemas.openxmlformats.org/officeDocument/2006/relationships/slide" Target="/ppt/slides/slide12.xml" Id="R1e8f6083a98041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2f79b114da48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4d5d8cec934786" /><Relationship Type="http://schemas.openxmlformats.org/officeDocument/2006/relationships/notesMaster" Target="/ppt/notesMasters/notesMaster1.xml" Id="R08471b6b4d244b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a04d28d3ae47a7" /><Relationship Type="http://schemas.openxmlformats.org/officeDocument/2006/relationships/notesMaster" Target="/ppt/notesMasters/notesMaster1.xml" Id="R491ec078fa4f4b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7f6fec3f234de4" /><Relationship Type="http://schemas.openxmlformats.org/officeDocument/2006/relationships/notesMaster" Target="/ppt/notesMasters/notesMaster1.xml" Id="R3b094e4704f94e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2580f09f5146e0" /><Relationship Type="http://schemas.openxmlformats.org/officeDocument/2006/relationships/notesMaster" Target="/ppt/notesMasters/notesMaster1.xml" Id="R4ebbc796d37342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b1c53151c84086" /><Relationship Type="http://schemas.openxmlformats.org/officeDocument/2006/relationships/notesMaster" Target="/ppt/notesMasters/notesMaster1.xml" Id="Ra25b5806cd634f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11265d84654e19" /><Relationship Type="http://schemas.openxmlformats.org/officeDocument/2006/relationships/notesMaster" Target="/ppt/notesMasters/notesMaster1.xml" Id="R933cb2b1656b43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2f7e7795d64733" /><Relationship Type="http://schemas.openxmlformats.org/officeDocument/2006/relationships/notesMaster" Target="/ppt/notesMasters/notesMaster1.xml" Id="R2f97c34a29f6420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d4b683b6044728" /><Relationship Type="http://schemas.openxmlformats.org/officeDocument/2006/relationships/notesMaster" Target="/ppt/notesMasters/notesMaster1.xml" Id="R640f2456b5754af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596450653340e1" /><Relationship Type="http://schemas.openxmlformats.org/officeDocument/2006/relationships/notesMaster" Target="/ppt/notesMasters/notesMaster1.xml" Id="Rc64e9570252a40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d0c4f203c642ac" /><Relationship Type="http://schemas.openxmlformats.org/officeDocument/2006/relationships/notesMaster" Target="/ppt/notesMasters/notesMaster1.xml" Id="Rd41905462ffe40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084942dd7c46fd" /><Relationship Type="http://schemas.openxmlformats.org/officeDocument/2006/relationships/notesMaster" Target="/ppt/notesMasters/notesMaster1.xml" Id="R275cfe4fbc514b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40998d36764bad" /><Relationship Type="http://schemas.openxmlformats.org/officeDocument/2006/relationships/notesMaster" Target="/ppt/notesMasters/notesMaster1.xml" Id="Rccbae4d6667744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factor cards,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20/24. | Identify useful common factors or a common denominator. |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numerator, denominator, equivalent, simplify, common factor, common denominator.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5/8 is one possible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20/24.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20/24..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3/4..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5/8 because 7/12 = 14/24 and 5/8 = 15/24.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3/4. | Convert the fractions to equivalent forms or use a shared benchmark before comparing.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cfe9ae23a45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f6402e125041b0" /><Relationship Type="http://schemas.openxmlformats.org/officeDocument/2006/relationships/slideLayout" Target="/ppt/slideLayouts/slideLayout1.xml" Id="R571709a6e3dd4c3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1709a6e3dd4c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a02c577259436b" /><Relationship Type="http://schemas.openxmlformats.org/officeDocument/2006/relationships/notesSlide" Target="/ppt/notesSlides/notesSlide1.xml" Id="Rf1b1208bbc4745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72f866bd64dc9" /><Relationship Type="http://schemas.openxmlformats.org/officeDocument/2006/relationships/notesSlide" Target="/ppt/notesSlides/notesSlide2.xml" Id="R3aa0ce1d79144d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e08f3739a4ce7" /><Relationship Type="http://schemas.openxmlformats.org/officeDocument/2006/relationships/notesSlide" Target="/ppt/notesSlides/notesSlide3.xml" Id="Rf5b21ac8126947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859e4d82a45cd" /><Relationship Type="http://schemas.openxmlformats.org/officeDocument/2006/relationships/notesSlide" Target="/ppt/notesSlides/notesSlide4.xml" Id="R656d659b596343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44bf979c44d03" /><Relationship Type="http://schemas.openxmlformats.org/officeDocument/2006/relationships/notesSlide" Target="/ppt/notesSlides/notesSlide5.xml" Id="Rde3bfcbb6bb740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69a610e2b4b8e" /><Relationship Type="http://schemas.openxmlformats.org/officeDocument/2006/relationships/notesSlide" Target="/ppt/notesSlides/notesSlide6.xml" Id="R483f971bec0849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b4bb9810014823" /><Relationship Type="http://schemas.openxmlformats.org/officeDocument/2006/relationships/image" Target="/ppt/media/image.png" Id="R0fac3e12aa6f413b" /><Relationship Type="http://schemas.openxmlformats.org/officeDocument/2006/relationships/notesSlide" Target="/ppt/notesSlides/notesSlide7.xml" Id="R0dae5e48096343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247422ebd43bb" /><Relationship Type="http://schemas.openxmlformats.org/officeDocument/2006/relationships/notesSlide" Target="/ppt/notesSlides/notesSlide8.xml" Id="R7b67d54cf95149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10003bc5f4da8" /><Relationship Type="http://schemas.openxmlformats.org/officeDocument/2006/relationships/notesSlide" Target="/ppt/notesSlides/notesSlide9.xml" Id="R4503cb983cba41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164fca6c943ae" /><Relationship Type="http://schemas.openxmlformats.org/officeDocument/2006/relationships/notesSlide" Target="/ppt/notesSlides/notesSlide10.xml" Id="Rd230161950574c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fd03a328c46aa" /><Relationship Type="http://schemas.openxmlformats.org/officeDocument/2006/relationships/notesSlide" Target="/ppt/notesSlides/notesSlide11.xml" Id="Ra4ad8e53017b40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95739df1df480d" /><Relationship Type="http://schemas.openxmlformats.org/officeDocument/2006/relationships/notesSlide" Target="/ppt/notesSlides/notesSlide12.xml" Id="R6a44b9619d114a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8298AE-6DED-4EFF-B315-2579AA5E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35027-8364-4E77-883D-E893E6BC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0A17B-679B-4D09-82CF-CC92D4CE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F3D87-5600-4BA4-B31F-6282452E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D7EE2B-CC2E-4399-AF89-F5128BED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BA0B4F-140D-48E3-BA26-719CD98F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7AE3D5-A735-40A0-9C65-C689B9DF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4229B-80B4-4C93-A28B-D3ECDE92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the relative size of fractions.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563887-E5D1-4465-B1BA-51ED6BAA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FB0560-FA97-4C7E-9E15-A0D1913E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F1A58B-ABC6-451E-9F80-2F758D6E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90179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038EAF-5C0F-476F-B239-CFCAA669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8E2B5-35DB-4DEA-8B33-7664112F3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F921E-4D13-4A43-A28B-3184C34C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A99C3-2A78-411C-9011-E15BDFB8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BD698-2A23-4CB0-B713-0F657A9C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FB5F6-D355-44E9-AD02-D656D174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B983B-533E-4F56-98AF-8A39D105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26813-7CE4-43E3-A914-610DDF76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1386FA-0789-4C54-AD36-422B71A0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383E36-D1BE-4F4E-A01D-A99AEF6B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DD546-ACE3-4FC3-B7B9-F768480B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7CFA3-D828-49F5-9C5B-1DB6BD20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7E4DE8-C16E-4728-971A-5E0C0FCA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equivalent fractions and use common factors and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F1C18E-082D-4287-AA68-02027077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7B7B7-B099-4803-B16C-A9509C2B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69A4EB-1053-48F5-9E17-2E1340EE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3EF7C-2E45-400F-A4B9-2B771873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16B4A6-D0C8-488D-AFDE-693D3E88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D5B39A-F93E-47CE-B544-0C9AA2A7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741693-5405-4CFC-862A-F6D4CC5B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64C34-BD0E-43BE-8F8E-EEBD9FCF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Give a fraction between 3/5 and 2/3.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3CD5C2-B77D-4425-9799-46CCE4B3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674212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4399F1-9366-4B66-8690-37F33643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78073-B0D8-4724-B99D-22767655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73AA5-BD9F-4A89-AF66-D0B5BF46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2E747-390B-49CE-8F53-9AABF791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2C70DF-6933-4E07-84E2-12C5226B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FBAE2-12BC-4393-8385-2B561954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FC117D-F5BB-4769-BC67-7EB9C291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2607F1-5C15-4626-AB77-9BEE8F3E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9E293-C24F-46BF-BDBD-FA7812AE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5BAD02-67A5-47CE-8134-B40DE60F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the relative size of fractions.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13F99D-58DA-46F8-A1C4-66413067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89C33-01D1-4B3C-8A66-2052BBB1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useful common factors or a common denominator.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B12FC1-CAD1-48AC-AD25-5AC47A4A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or simplify without changing the fraction's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01FD7-699F-44E8-86DC-5B176C77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Compare the new forms and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4F872D-71EE-4968-A88A-FF93777E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numerator  |  denominator  |  equivalent  |  simplify  |  common factor  |  common denominator</a:t>
            </a:r>
          </a:p>
        </p:txBody>
      </p:sp>
    </p:spTree>
    <p:extLst>
      <p:ext uri="{BB962C8B-B14F-4D97-AF65-F5344CB8AC3E}">
        <p14:creationId xmlns:p14="http://schemas.microsoft.com/office/powerpoint/2010/main" val="4271112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491A72-4825-4466-A2E9-2401A1C4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9C451-9159-4577-A2E4-8D5E0A8A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E1D72-2C94-490D-B3CC-F01356CE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D90B9-0DE3-4D3E-B093-ACEB10E8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71231-D52B-426C-97A1-8517A0ED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3D3F4-4424-43EF-9F31-66886A1F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A284B-FAD7-40F5-9795-AF32B5E2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B5F35-CF2C-4BE6-A3CD-10069586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98EFF-5D0C-4712-82A6-143F0BC3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856D11-01C6-452B-873D-D8756802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60552C-E6A4-4F57-9C55-20050995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533A2B-2509-4912-9FFB-81948E22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E39F12-C477-4412-AEF2-9738846B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useful common factors or a common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CB237-0B66-42F9-B39D-F9CF3C83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41D79A-7CF1-4351-8087-86E8784A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E0529-EFBA-4E28-B5DD-36AEC21D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or simplify without changing the fraction's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67BFCF-55CB-49A9-B30A-3C3BA11F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2E8ED-2091-43FF-8B7E-BEA45E69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CED175-7BE0-45BF-B219-323651F4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5/8 is one possible answer.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38D86C-D734-4D63-9C7B-09AFF113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EEC86A-1B21-49DD-B6A3-8E989543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E78565-B940-4D3C-8A4C-71B11F9B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Compare the new forms and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6065162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B51DA-CF37-48FA-823C-49DB293A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AF02-8C06-4AD4-8CD7-FA954E00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5BD0A1-72EF-4537-B136-BDF2F8BF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49340-9A88-489A-846D-A62D9F74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E905A-63FE-4B6E-8EF0-20A8B2ED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8CD5F-B457-400E-8096-F2E02AC7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8E926-BFC8-4ADA-A9FD-0B1C496F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40B34-6645-4E35-9889-CAAF6C90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54056-7BC9-4404-940B-95309C80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597F3-A507-40ED-9ADC-109A4D25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029861-15C9-499D-A466-C22F7CE7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5/8 is one possible answer.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0DF671-64C2-4EE1-9194-2FB1CDF1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8044B-4CA5-480E-ADFA-CF7A1F6A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Compare the new forms and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0BF9D6-8948-431E-9981-ED85C71D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456789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0B531D-EC4A-4488-B1B5-F1C83957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8F0C4-FB8C-400F-9717-179D63F8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9C52C-BE9E-47B9-9FF6-1833B98B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B523B-1A7E-478E-8E3E-12C2A94B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9C762-9507-4979-937C-C28F02E0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1C1AC-35A5-4C39-873F-3821B59A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D6D0F-E1C2-47E6-9ECE-2161C165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521D5D-774D-4009-9B25-4A4826FB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FAB36-41B9-4E3E-B6E7-D88EB578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00217-C533-4D22-875A-083B1D5D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95BAD-F91A-414C-B36C-9FFD0FC7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0D4CD-E8B8-4AB8-92C7-E485DD3C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E1EEA3-0148-4FD6-9CD5-341DD947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8FE092-C8BF-4095-9AAE-C057CE0A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716460-DB34-4A21-ABBE-884D8743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20/24.</a:t>
            </a:r>
          </a:p>
        </p:txBody>
      </p:sp>
    </p:spTree>
    <p:extLst>
      <p:ext uri="{BB962C8B-B14F-4D97-AF65-F5344CB8AC3E}">
        <p14:creationId xmlns:p14="http://schemas.microsoft.com/office/powerpoint/2010/main" val="19076372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0EF7C-EF31-4310-88C1-7D8D3FBC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A254E-141D-41D6-82DF-DCBC3B19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0E415-3AD1-4CC0-98C8-72F03070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634D1-5771-4C61-8BE9-06D8179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C14B6-99C1-4EFB-A941-9489CA5E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49F555-CD1F-447C-8F4A-E1BB86FE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AEB9D2-0C96-43C7-84ED-A24E3702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5ED1F-11FB-4D09-8E6E-F71AEC60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49A68-13AB-47DE-A05D-A4D0A4E5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c3e12aa6f413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BC655-D4CA-4D98-809B-8ABC3DF32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EC7DA-996C-469F-91C6-F37E0DFD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fractions by looking only at the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D94023-6F36-4BBB-B003-D15F509F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55086E-C0D6-4907-B74E-30A8469D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09994-C4B5-4420-AD42-7857BF21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</p:spTree>
    <p:extLst>
      <p:ext uri="{BB962C8B-B14F-4D97-AF65-F5344CB8AC3E}">
        <p14:creationId xmlns:p14="http://schemas.microsoft.com/office/powerpoint/2010/main" val="13642007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B8C2A4-B8DA-468F-90A4-B23793D3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1B32AF-0AA4-4F13-8606-08CA8640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B8028-1563-44F8-AC09-7E583872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82EC1D-FA90-4919-95C7-0714F039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6266D-6C08-41F6-A0BB-CE48A479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EA14C-E153-463A-83D6-4FD2DE5A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056ED-55DF-4D0D-BB6A-C2ECF533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BFBDB-675B-4E9F-848D-EAD297CB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2ECB88-73B3-45C5-A737-D5DDAE0E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F5EA87-00BD-4A75-9640-AE4093ED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88667F-78BD-46D8-BA3D-9638EC36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84F89-2B80-49BB-8435-73227E85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662D9-6F58-4EA3-BAB7-C0C53124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9E0FAA-219F-4D4A-944E-1447212E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76C0B5-8B43-48E9-85B0-313DEB8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8C2716-5459-4D60-9F24-41FD2180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5A5A0-799D-4579-B2DD-965CC1FB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AAA39C-D852-4DB7-9697-12C572D4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B23F1-B461-46BE-AF05-40102FDB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511C0C-39BF-4355-A3F9-B30EBCE9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8F52C-D837-49E4-9915-BF081B9F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20/24.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EC5995-706D-46DD-8A79-B55FF1A2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275117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17DE11-29E8-4FCA-83EB-ABEC8960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C6660-7A71-457E-97A6-C758124A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74D82-0B7E-46EC-936D-F495EE1B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91075-90F7-4619-88D1-F0977498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22AC7-D66E-4771-87F1-8804F807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4894EA-7BEA-4F5A-A31C-C55D5F14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E2D99-33BE-4C9F-8F39-47E57D44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A7EF2A-CB1A-453B-A786-E9E726D7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A9EA0-48A3-4316-8FFB-213EA92E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09779A-6BB5-4F88-AE2F-4E8CCB32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0D023B-6B38-4049-895B-BC051683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F6A750-5732-4D09-A801-8E8FE80C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4C0D3E-C644-4CF2-A702-F7E9AF37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B4A3DC-EC96-475A-91B8-47B82CD5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4CDB4-2F3C-4122-BFE5-48770BD7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BF653A-C331-4C47-AA7E-C8DD8401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ED4C4-DD86-49D7-B789-13E2D7E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344B7E-DF7C-4FFC-A645-6E602C9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0F9954-3DF8-497C-A025-63ACCCED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B0DEA-BBCE-47E3-AC84-0665A7AC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CE54CB-436E-4CB5-9913-567F00C4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353830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0CD138-220C-4490-8B06-B3B4DE72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7893BB-B203-4F08-81D7-1D00C7DA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8AB4C-B055-4EBC-A496-E7A6DE1E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B7918-D75B-4614-870C-89F6B3C9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CAABC-D729-409A-B07F-5C6D5552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F787F-FA2E-4C24-B1FF-05A20C13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7F0C9-1B2E-4FF8-9568-9BC54E07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EE595-6D75-4A48-8EC2-CAE3178A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561295-119E-4692-B318-FBDFE2CD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5CFA4-AA0B-41A2-B0DB-6E4F5602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Which is greater, 7/12 or 5/8?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D55241-68D0-458D-A9BC-05950934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5E84EF-377D-468F-8F2C-B23F009C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369156-F80B-46EB-A789-0A242F4F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5/8 because 7/12 = 14/24 and 5/8 = 15/24.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062970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FAA3B4-E0BC-4ECB-B978-670676FB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4C03D-8034-47CA-A834-E9DFD5A8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E5D57-8B1F-4B44-A33D-84B7E6CC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55423-4EC3-44E7-9C3B-B670F025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161E2-D91C-4916-9C96-AEE8AABB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01FC49-3FB7-4A67-9434-F70D2003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72AE1-6225-4902-B4B1-DD03E2E2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0E14DD-6DE0-4F06-A2A0-0F69A34E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1A95C-4611-42EB-8227-4F67AD97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623F5-1934-476B-8C64-15DCA4D8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ACDC4-DF4E-41E3-AB16-73795629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FBE6F-8FC9-44E0-9874-5C7C4097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EBC8C4-5F8A-442E-961F-6350D1FE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434D8-B598-42CB-B3FC-B5115006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352F44-4F10-4FF0-8A61-6D353960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458E2-518C-4853-8493-6250CCBF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08E87F-4EB9-4CC2-8A1F-766AD5BF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B4C01C-6EC0-48AC-A7F0-C437CFEF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918362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F64C2C-BFC4-475D-A3CF-2AA02980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41D2F-E20F-4664-BF1D-8D95BF91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67585-FF63-48CA-80D0-4FD5290A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D96AC-F279-41A0-9A23-966B1054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27C204-F324-4DF4-9DCF-07E4E0B7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E01F6-76E7-4713-B011-C8B8A51A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81113-D0B2-4203-9651-9BEC3E5C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F5778-90E9-4FAE-BFFD-A8E17985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9F9BE-9A02-4268-8A6C-65315CE1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fraction size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7896C6-9B6F-438E-9719-C8A22A6C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3D5CC-A0AB-4E86-99E2-A03524CE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C08496-DC40-4289-8F7B-0970BC45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5A78C-E008-423B-AE26-987D4389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BCC767-4801-46CD-891B-891A02FA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7E0383-C76D-4ECC-B036-51B9A24A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886AAA-B076-4D7A-B3AB-160512F7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B70372-B241-4FF3-B70F-6252A6E8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fractions by looking only at the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B6856C-ADE6-42D8-B487-A1035F26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8B4BBB-9EB2-4F41-BF82-EDCBA980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9DBAAD-B0F8-4C72-8772-656CACE2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3E3084-AA3B-45DA-95E4-A6919BA3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9EED92-1167-49B5-A275-C8B9715F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678330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2026-09-09T20:46:29.6530000Z</dcterms:created>
  <dcterms:modified xsi:type="dcterms:W3CDTF">2026-09-09T20:46:29.6530000Z</dcterms:modified>
</coreProperties>
</file>