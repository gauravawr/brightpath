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4ef6b0e2247d8" /><Relationship Type="http://schemas.openxmlformats.org/officeDocument/2006/relationships/extended-properties" Target="/docProps/app.xml" Id="Rf631645704864bb4" /><Relationship Type="http://schemas.openxmlformats.org/officeDocument/2006/relationships/officeDocument" Target="/ppt/presentation.xml" Id="Rbcb56c4f2e5c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07812f3ecd461b"/>
  </p:sldMasterIdLst>
  <p:notesMasterIdLst>
    <p:notesMasterId xmlns:r="http://schemas.openxmlformats.org/officeDocument/2006/relationships" r:id="R0cf12e99d7b747e5"/>
  </p:notesMasterIdLst>
  <p:sldIdLst>
    <p:sldId xmlns:r="http://schemas.openxmlformats.org/officeDocument/2006/relationships" id="256" r:id="Re55cdde59a2e423f"/>
    <p:sldId xmlns:r="http://schemas.openxmlformats.org/officeDocument/2006/relationships" id="257" r:id="R04b940c378f34b00"/>
    <p:sldId xmlns:r="http://schemas.openxmlformats.org/officeDocument/2006/relationships" id="258" r:id="R063f9b3f716e4278"/>
    <p:sldId xmlns:r="http://schemas.openxmlformats.org/officeDocument/2006/relationships" id="259" r:id="R0b5525ea3ced46d5"/>
    <p:sldId xmlns:r="http://schemas.openxmlformats.org/officeDocument/2006/relationships" id="260" r:id="R8bbb98287b924cf2"/>
    <p:sldId xmlns:r="http://schemas.openxmlformats.org/officeDocument/2006/relationships" id="261" r:id="Ra04786cc2c5840b2"/>
    <p:sldId xmlns:r="http://schemas.openxmlformats.org/officeDocument/2006/relationships" id="262" r:id="R6ba4d084aabd475f"/>
    <p:sldId xmlns:r="http://schemas.openxmlformats.org/officeDocument/2006/relationships" id="263" r:id="R1175752b796b4bce"/>
    <p:sldId xmlns:r="http://schemas.openxmlformats.org/officeDocument/2006/relationships" id="264" r:id="Rbfda6318476843a8"/>
    <p:sldId xmlns:r="http://schemas.openxmlformats.org/officeDocument/2006/relationships" id="265" r:id="Rc99cffe1a8344da5"/>
    <p:sldId xmlns:r="http://schemas.openxmlformats.org/officeDocument/2006/relationships" id="266" r:id="R1c9222ab66954981"/>
    <p:sldId xmlns:r="http://schemas.openxmlformats.org/officeDocument/2006/relationships" id="267" r:id="R8a378f73804a4a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b038f085904e72" /><Relationship Type="http://schemas.openxmlformats.org/officeDocument/2006/relationships/slideMaster" Target="/ppt/slideMasters/slideMaster1.xml" Id="Rf007812f3ecd461b" /><Relationship Type="http://schemas.openxmlformats.org/officeDocument/2006/relationships/notesMaster" Target="/ppt/notesMasters/notesMaster1.xml" Id="R0cf12e99d7b747e5" /><Relationship Type="http://schemas.openxmlformats.org/officeDocument/2006/relationships/presProps" Target="/ppt/presProps.xml" Id="Rf190b159efbc4bcf" /><Relationship Type="http://schemas.openxmlformats.org/officeDocument/2006/relationships/tableStyles" Target="/ppt/tableStyles.xml" Id="R3e0994666de547fc" /><Relationship Type="http://schemas.openxmlformats.org/officeDocument/2006/relationships/slide" Target="/ppt/slides/slide1.xml" Id="Re55cdde59a2e423f" /><Relationship Type="http://schemas.openxmlformats.org/officeDocument/2006/relationships/slide" Target="/ppt/slides/slide2.xml" Id="R04b940c378f34b00" /><Relationship Type="http://schemas.openxmlformats.org/officeDocument/2006/relationships/slide" Target="/ppt/slides/slide3.xml" Id="R063f9b3f716e4278" /><Relationship Type="http://schemas.openxmlformats.org/officeDocument/2006/relationships/slide" Target="/ppt/slides/slide4.xml" Id="R0b5525ea3ced46d5" /><Relationship Type="http://schemas.openxmlformats.org/officeDocument/2006/relationships/slide" Target="/ppt/slides/slide5.xml" Id="R8bbb98287b924cf2" /><Relationship Type="http://schemas.openxmlformats.org/officeDocument/2006/relationships/slide" Target="/ppt/slides/slide6.xml" Id="Ra04786cc2c5840b2" /><Relationship Type="http://schemas.openxmlformats.org/officeDocument/2006/relationships/slide" Target="/ppt/slides/slide7.xml" Id="R6ba4d084aabd475f" /><Relationship Type="http://schemas.openxmlformats.org/officeDocument/2006/relationships/slide" Target="/ppt/slides/slide8.xml" Id="R1175752b796b4bce" /><Relationship Type="http://schemas.openxmlformats.org/officeDocument/2006/relationships/slide" Target="/ppt/slides/slide9.xml" Id="Rbfda6318476843a8" /><Relationship Type="http://schemas.openxmlformats.org/officeDocument/2006/relationships/slide" Target="/ppt/slides/slide10.xml" Id="Rc99cffe1a8344da5" /><Relationship Type="http://schemas.openxmlformats.org/officeDocument/2006/relationships/slide" Target="/ppt/slides/slide11.xml" Id="R1c9222ab66954981" /><Relationship Type="http://schemas.openxmlformats.org/officeDocument/2006/relationships/slide" Target="/ppt/slides/slide12.xml" Id="R8a378f73804a4a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8603970ff4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f77074de541ea" /><Relationship Type="http://schemas.openxmlformats.org/officeDocument/2006/relationships/notesMaster" Target="/ppt/notesMasters/notesMaster1.xml" Id="Ra8088278d49c4e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445e6553ad4cab" /><Relationship Type="http://schemas.openxmlformats.org/officeDocument/2006/relationships/notesMaster" Target="/ppt/notesMasters/notesMaster1.xml" Id="Rd6a5574b6128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b551ecbf184bd0" /><Relationship Type="http://schemas.openxmlformats.org/officeDocument/2006/relationships/notesMaster" Target="/ppt/notesMasters/notesMaster1.xml" Id="Rdc0ae445c1654b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fd7069d564412a" /><Relationship Type="http://schemas.openxmlformats.org/officeDocument/2006/relationships/notesMaster" Target="/ppt/notesMasters/notesMaster1.xml" Id="R76f73004c91142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f7d9102a4c434e" /><Relationship Type="http://schemas.openxmlformats.org/officeDocument/2006/relationships/notesMaster" Target="/ppt/notesMasters/notesMaster1.xml" Id="R87acdfeebdcc4f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faa2461d7b4c90" /><Relationship Type="http://schemas.openxmlformats.org/officeDocument/2006/relationships/notesMaster" Target="/ppt/notesMasters/notesMaster1.xml" Id="R1bb3e970dc3b4b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6728d80bcc4d3d" /><Relationship Type="http://schemas.openxmlformats.org/officeDocument/2006/relationships/notesMaster" Target="/ppt/notesMasters/notesMaster1.xml" Id="R077754860be4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6b74e50bb449ee" /><Relationship Type="http://schemas.openxmlformats.org/officeDocument/2006/relationships/notesMaster" Target="/ppt/notesMasters/notesMaster1.xml" Id="R92eb0c4e78b24f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cb4f24969c4ff4" /><Relationship Type="http://schemas.openxmlformats.org/officeDocument/2006/relationships/notesMaster" Target="/ppt/notesMasters/notesMaster1.xml" Id="R67001fa9dc97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2f61145a81404f" /><Relationship Type="http://schemas.openxmlformats.org/officeDocument/2006/relationships/notesMaster" Target="/ppt/notesMasters/notesMaster1.xml" Id="R0ee1c4ec410d44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c1dbc1af5e4599" /><Relationship Type="http://schemas.openxmlformats.org/officeDocument/2006/relationships/notesMaster" Target="/ppt/notesMasters/notesMaster1.xml" Id="R81925146ca8340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987a6499ec4065" /><Relationship Type="http://schemas.openxmlformats.org/officeDocument/2006/relationships/notesMaster" Target="/ppt/notesMasters/notesMaster1.xml" Id="R50ce1766acbe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multiplication grid, factor cards, number lines,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20/24. | Identify useful common factors or a common denominator. |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numerator, denominator, equivalent, simplify, common factor, common denominator.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5/8 is one possible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20/24.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20/24..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3/4..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5/8 because 7/12 = 14/24 and 5/8 = 15/24.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3/4.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3/4. | Convert the fractions to equivalent forms or use a shared benchmark before comparing.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163c1612345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0ccb22b1f45fc" /><Relationship Type="http://schemas.openxmlformats.org/officeDocument/2006/relationships/slideLayout" Target="/ppt/slideLayouts/slideLayout1.xml" Id="R352367bb7d0d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367bb7d0d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70a5da2354150" /><Relationship Type="http://schemas.openxmlformats.org/officeDocument/2006/relationships/notesSlide" Target="/ppt/notesSlides/notesSlide1.xml" Id="Rb16d56edce8042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a5ce3cc8746a8" /><Relationship Type="http://schemas.openxmlformats.org/officeDocument/2006/relationships/notesSlide" Target="/ppt/notesSlides/notesSlide2.xml" Id="R01c41ccb86ae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e8541f6c24763" /><Relationship Type="http://schemas.openxmlformats.org/officeDocument/2006/relationships/notesSlide" Target="/ppt/notesSlides/notesSlide3.xml" Id="R9fd88e500f914b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8a9c45ef14bb7" /><Relationship Type="http://schemas.openxmlformats.org/officeDocument/2006/relationships/notesSlide" Target="/ppt/notesSlides/notesSlide4.xml" Id="R05574f9a49d749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698ad529848ac" /><Relationship Type="http://schemas.openxmlformats.org/officeDocument/2006/relationships/notesSlide" Target="/ppt/notesSlides/notesSlide5.xml" Id="Ra7ce1006d97245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3138cd3b84e82" /><Relationship Type="http://schemas.openxmlformats.org/officeDocument/2006/relationships/notesSlide" Target="/ppt/notesSlides/notesSlide6.xml" Id="Rfdc3b458cba0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9c6c0c17648be" /><Relationship Type="http://schemas.openxmlformats.org/officeDocument/2006/relationships/image" Target="/ppt/media/image.png" Id="R417a610ac6ed44f9" /><Relationship Type="http://schemas.openxmlformats.org/officeDocument/2006/relationships/notesSlide" Target="/ppt/notesSlides/notesSlide7.xml" Id="R39c250e28ec448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7333d34df4c59" /><Relationship Type="http://schemas.openxmlformats.org/officeDocument/2006/relationships/notesSlide" Target="/ppt/notesSlides/notesSlide8.xml" Id="R3c4b566d5dfa44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8c2f212d84af2" /><Relationship Type="http://schemas.openxmlformats.org/officeDocument/2006/relationships/notesSlide" Target="/ppt/notesSlides/notesSlide9.xml" Id="Rc192e92bec564d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7cacbf8e442fe" /><Relationship Type="http://schemas.openxmlformats.org/officeDocument/2006/relationships/notesSlide" Target="/ppt/notesSlides/notesSlide10.xml" Id="Ra483e0fc410945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58b6bf63e4cc4" /><Relationship Type="http://schemas.openxmlformats.org/officeDocument/2006/relationships/notesSlide" Target="/ppt/notesSlides/notesSlide11.xml" Id="Rfa958fbf13fe4e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d3acd98df4baf" /><Relationship Type="http://schemas.openxmlformats.org/officeDocument/2006/relationships/notesSlide" Target="/ppt/notesSlides/notesSlide12.xml" Id="R48b0a5c84011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50421-B901-4884-B60C-B2F9B86F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B7066-D03A-4595-A98F-B6CF9ED6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9B647-72B2-40D2-8C7A-E94EEBC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B08D4-5EE5-4E69-AC6C-EA7CDFAF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9C54C-2C1E-4EA7-B501-592AEFFE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EBC84-5BBF-407E-9B99-F708E97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20F5F-46D8-44DB-A0AD-378FC15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D3462-66A2-43A9-8C2F-A1FD1865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the relative size of fractions.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240DA-354E-4992-953D-7F3FC855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1B3B7-4154-4C70-B1A0-212E779F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D4639-49CF-4FEE-8864-C91E2C51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774523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F5755-91FC-4EC3-91B4-28EF756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F666F-68F0-43C4-9CFC-831C68C2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DB375-945F-448F-A3BA-04B2918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BC983-2861-4BD7-8774-31031570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DCF71-5B38-4885-AC78-541B43E6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46A9E-D80C-4741-ABFA-9F6E2B7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CB6AA-FACD-4F00-A912-585DA1B5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6C990-B1C4-4551-8066-E908D6A1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A103C-3C73-4CB3-B34E-7C163A0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48AB9-56BC-44C9-9F38-96AAB31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4B5F8-5438-40C5-AB07-3E63D39C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2F798-940A-400C-803D-1419D411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345CE-BE66-45AD-BA5E-6DF7EF3F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equivalent fractions and use common factors and multiples.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7FC9A-C3DD-4850-A700-958ECDCE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CC383-1D38-45DD-B0A5-FD93D54A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1C59D-250F-4F86-954D-62CBE9B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F4CF5-FB30-4502-A946-A5B02754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5/6 with denominator 24.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CC836-6311-49D5-A3DB-21D736F0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C2EF0-0D79-4377-AB00-3BF878F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9D224-CEE5-4E08-A33C-DD80F5D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35C78-EBE2-45EA-A84A-7B91D53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Give a fraction between 3/5 and 2/3.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07D19-CC4A-4177-9C97-F5BC49D3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182679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12F75-25D6-4ED3-9125-B726E297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7D411-8A1A-413A-BC3A-1EA3F128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A2849-30AB-405C-87A0-0CFA45F2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385BF-5D6D-4CD1-BF27-8A4CBC99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9699B-C8B6-4568-9E68-A88CB915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94EC3-4193-4772-B0A3-35EF4973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F2195-4008-49B3-80CE-D2DA4C5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9F938-16DC-4810-8845-5C87B2DB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F0B98-64A7-4419-8A1F-581513D2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D7EC4-4283-4CFD-A8C1-B993BC7F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the relative size of fractions.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AEEA8-7D22-4D57-AB96-076AF97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C76C1-922A-4AD8-968E-0A8D5A58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useful common factors or a common denominator.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BA2F2-D5E0-4465-A62B-EB3D74AD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or simplify without changing the fraction's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A8914-BDD4-4BFC-80D8-50B61D6A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Compare the new forms and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89320-1A64-428A-9529-FA219EC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numerator  |  denominator  |  equivalent  |  simplify  |  common factor  |  common denominator</a:t>
            </a:r>
          </a:p>
        </p:txBody>
      </p:sp>
    </p:spTree>
    <p:extLst>
      <p:ext uri="{BB962C8B-B14F-4D97-AF65-F5344CB8AC3E}">
        <p14:creationId xmlns:p14="http://schemas.microsoft.com/office/powerpoint/2010/main" val="1663646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841B7-04CE-45C5-AC5E-EF9B18CB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59D0E-4F88-445A-8A2E-E0C672A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3B59E-4F48-4953-9D06-D3956270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9B83-E9DA-49CA-95ED-DB464770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7CD52-4987-49CF-8402-2266661A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090BD-9A1C-4ECE-BC8B-5D08F9A1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947EB-1088-4CA7-B74E-55DFCBB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C950B-7A7A-4032-AF6A-0C3D4F46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37BA1-921D-40E5-A2AF-D4DD4FDF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F5786-D8CF-487E-A7AF-CFACB58D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Give a fraction between 3/5 and 2/3.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FAF1E-052B-4189-A78D-4FB4AE1B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90623-FD38-41CE-B0C7-10F62B5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CDCC5-EFCB-4B69-9AA2-D7A2ED08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3/5 and 2/3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747DA-DC89-4D5A-866B-FDAF4646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3CACA-A15A-4A7C-8252-14C5B73C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168CB-3AC6-4C51-A308-21D59F29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denominator 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1963E-C5F2-4EEB-A7F7-B66F88BC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579CC-A063-4345-9D38-E964BF3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B8633-2064-40EF-8BFB-A52F4B66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3/5 = 72/120     2/3 = 80/120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67BA7-0BF9-4C7A-B8AD-FBD5B78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4E8F-DDE5-4E23-8AB2-A11591B4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3F704-52C0-4C8E-9183-53BF56F9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75/120 lies between 72/120 and 80/120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99D8E-9F06-4809-AFAB-C9253563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88978-1B24-48D3-B851-E017CCD6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03F62-1206-4919-A9A4-29E72FCB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75/120 = 5/8</a:t>
            </a:r>
          </a:p>
        </p:txBody>
      </p:sp>
    </p:spTree>
    <p:extLst>
      <p:ext uri="{BB962C8B-B14F-4D97-AF65-F5344CB8AC3E}">
        <p14:creationId xmlns:p14="http://schemas.microsoft.com/office/powerpoint/2010/main" val="14318529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F28BB-FB47-426A-AD75-1BCFFAE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81648-1F37-4BCD-AB05-B81E29F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ACD6A-5883-4B42-8CE4-0C85F795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E3269-4C83-48F7-A2A3-F019872E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2B07A-3996-42BE-ABC8-AF218D5F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C1A07-B14D-4494-8EDD-5B48E07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E5FE1-32C2-4F26-A0EE-0843157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F4DBB-38D5-4834-A818-CB5203E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4D5AF-6269-4310-A34F-D0B2493C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91926-CA99-40F8-90D4-C6D41A8C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DADC3-3A49-4CB6-9221-A6B75DF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5/8 is one possible answer.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5B843-0341-4678-98CF-F47E321D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25272-0AF3-4B57-ACA4-6867246E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Compare the new forms and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7293A-A45B-4B44-AD5D-62CC3CBA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0498004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CB53E-EFEE-4816-9D6A-9B7F466C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598D5-181E-4E42-90CE-FAC484F6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B2AB7-E720-45D2-9636-C1401D5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49D27-E33D-4E5B-93E2-DB4EF726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D31C9-61B6-45D3-909F-D541348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77161-98D6-4D26-B078-00E2015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CECAA-6107-491E-B61E-08501F35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1923-8DAB-4C76-BB61-A7ED72E2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54E78-9E0F-4B4D-B308-4D9D25DD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0FBE1-9249-42F3-A6A4-CF8C4DC1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5/6 with denominator 24.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39FF3-4C7F-4523-84BB-05EB42F3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57964-2231-43C2-AF53-ADF1FDD1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D1A17-7A37-4E11-802C-8ECACA72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74F42-649A-4302-A87A-8F1647A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0C743-CF93-4805-B5FD-BD22B3B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20/24.</a:t>
            </a:r>
          </a:p>
        </p:txBody>
      </p:sp>
    </p:spTree>
    <p:extLst>
      <p:ext uri="{BB962C8B-B14F-4D97-AF65-F5344CB8AC3E}">
        <p14:creationId xmlns:p14="http://schemas.microsoft.com/office/powerpoint/2010/main" val="2996558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57CB1-2CCF-4E21-B11E-39D23CF1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70CDE-60A2-48AA-A5D8-628CD496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7B134-6678-4500-B73A-F6C9095F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88FBB-3ED3-42EC-AE1A-4BD62C92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382B6-4AC8-49EA-A5EF-78E9AAB1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F0823-9F25-4156-A718-D83D6753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747EE-3712-4325-8FE2-3C71F340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0BD54-0238-4A59-8F95-FFF7BE2C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F70BE-CB2C-41FD-B044-8976557D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a610ac6ed44f9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1BF13-E1BB-4662-9AA5-EE9FC4E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4CFEF-F9F2-4D60-98C9-72CC7B7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compares fractions by looking only at the denominators.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EA3C4-105F-425F-A17B-66F8E861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2CFED-475B-4041-8325-27024EA1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9949B-93DD-45A6-A307-5F1B81B9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Convert the fractions to equivalent forms or use a shared benchmark before comparing.</a:t>
            </a:r>
          </a:p>
        </p:txBody>
      </p:sp>
    </p:spTree>
    <p:extLst>
      <p:ext uri="{BB962C8B-B14F-4D97-AF65-F5344CB8AC3E}">
        <p14:creationId xmlns:p14="http://schemas.microsoft.com/office/powerpoint/2010/main" val="11398713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A10C7-EEB9-4802-AE38-7552AB0C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4EFB9-9C01-460E-BC9E-19525C0A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871DC-5F93-4A98-BAC7-F085D68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8B7DA-4532-41DD-BBB5-8481E6E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0AFEF-2242-4FD0-A7BD-B39EB04E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51FCB-8632-45F6-AF9E-92429063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C3BEA-14C8-4591-83B8-9CC930E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A3A2A-4F8B-4F96-A3CD-556FF565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DD050-D62D-487D-940A-B1C2EBA7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6C755-C9F2-447A-8A2A-B0B67368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B0998-893C-4C78-8289-8353FB4A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2E4C7-FB88-4E98-AD92-39571F35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E64F5-3A46-4D4A-87A3-F14B9C37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5/6 with denominator 24.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C5C9A-5C50-45DD-91AA-8CCCD22C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CE813-3B50-4211-B842-6CE21F6B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43A53-2C6A-45D9-B64B-81A521A4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8E0E4-4CCB-4E21-AA1E-BC6F2411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EA147-217F-4AD8-9098-0F973D1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F91F9-9D7D-4C76-96E2-59F66611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D8D0D-CF70-4150-AA1C-0BE50C1B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AF93C-FC10-4BFF-872D-E758344B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20/24.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28958-8AD2-44CD-81EB-603B4770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3998958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885AC-142F-4E38-AA4E-54360D49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13776-0AD2-4B60-9FBA-2A31FD7D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9BCC4-F7F5-47D2-A754-C1F4DA7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3E6AD-0927-4B68-B528-D7BA0548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B3020-18F3-4EC6-A5D5-514FA157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EDB81-4B5A-4A70-A9AF-83F0D3D0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8EC17-1B86-4925-99ED-D3E2255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C86C3-1E96-435C-9303-A0D800DB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E86F2-9256-47E3-BA06-0091D1FD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0D924-0891-476A-9916-E4F78196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10E49-1FAF-4D23-903B-17A35275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AE12B-1427-4D45-82A8-7702CDD3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D3C37-11B2-41AD-88BC-F6FF9711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42/56.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2DF39-A027-42D5-89DE-99D7671C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32D16-5620-4E65-A9B2-8EF94B71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52277-44E8-4CEF-B747-2395F87C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E276B-E337-4478-AA99-F9C97FB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D054F-0B43-409A-9267-9B898BF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BAB6A-9F54-4244-BCBE-2B78D130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948AE-FEB4-4A2E-A585-5D5BD5F9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35C60-D03C-4C65-A108-289A58D4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8615007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13AF1-41B7-44D2-9CAA-9730323D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29A96-3ADA-466D-9AA6-B09DB548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F1B23-8483-48E8-9383-17A983E9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DE468-FA33-459D-B424-4DFCAC4D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79EC5-B24B-4CF1-9054-4D98F5FE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7BC07-0654-4B29-B019-3D3128B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2AF38-129D-4F39-9EBD-429B34C5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D7BB8-CE79-4BDA-B043-A59BDBE5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F55AF-9B13-46B7-98A9-3484FACC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F9B66-9908-47D5-92FE-5C6EEB10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Which is greater, 7/12 or 5/8?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88EA3-B6AB-465A-9517-9716232F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9F428-E8C9-422E-8C26-D0472DFE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65528-EF78-4629-BDD1-48A3EEE2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5/8 because 7/12 = 14/24 and 5/8 = 15/24.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4753211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8BD78-6DFC-4F4A-9B1A-5DDA3E7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C40C-BB8D-4598-B999-83CE251C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6ED64-2EFF-451B-9D2E-25513C52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F5080-0D99-4469-8866-BCFCB755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36534-FF6D-4A0D-9B61-39922F3C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B7EBF-A25D-4566-941C-8163F544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B1C76-EB3E-451C-96BC-9E9BCAA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3D27E-B992-4AEE-B172-8BF449AA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63E90-B129-4707-8495-11D59983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DDA21-94FD-4CE2-AA32-5DBFF148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745BF-E46C-4145-8BF5-9537FD23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673CA-9EEE-484C-AECD-896A12AA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42/56.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BDB2E-3D66-4589-A9A2-3DB72461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D6518-B678-4C7F-96E3-77B8739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99BB4-58FA-4FB6-84A3-94E14DDA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47510-6E8D-48B2-8F06-483F6EF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451C7-A6C2-4A3F-B4A0-2ED4F99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E2FAA-FDD4-4419-B312-60239696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8407902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DB1EA-B005-4B14-96AD-FED45F1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A9C61-4137-430B-90C3-AA78E2BE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8EC74-7850-4F1C-93CF-3E7FF87D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6DD75-12FC-4E2E-95C3-B9C99A68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DBD0C-BAF3-4CC0-90A2-72AD6B6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03976-36E5-4B98-9C16-37A0537D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5CEA3-9849-48A5-97CE-41695017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C6983-801E-44B7-9E14-0B9E1073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32B5C-CBD2-40C6-8DAC-24D95DE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fraction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65114-9BB9-4235-9C29-A55CE776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C36D3-D6C5-4F4E-993C-CA9992A5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D7119-906B-45B3-BA18-DDDCFF15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5A5D3-5363-49A9-889E-9228F6B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42/56.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E6C78-BBE0-4303-BB6F-E36BC40E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B3B21-B35B-433A-B7F9-04E834EA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9A555-3CC6-4F2A-9B29-D81B1A19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3A7B5-2C36-4887-8568-A1802951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compares fractions by looking only at the denominators.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5D0BE-1BD5-4841-AB06-105A03B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FEBE0-8B7B-4ECC-A7E8-53D84D76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16A51-917C-4637-A27C-BDB75AAA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0FFD6-B69E-498E-9330-DBF06FFC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6447D-7B99-4FD3-8EB8-3A9BC969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171197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2026-09-09T22:13:30.1420000Z</dcterms:created>
  <dcterms:modified xsi:type="dcterms:W3CDTF">2026-09-09T22:13:30.1420000Z</dcterms:modified>
</coreProperties>
</file>