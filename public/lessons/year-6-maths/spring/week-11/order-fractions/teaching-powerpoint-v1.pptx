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03ea0d442bd4bda" /><Relationship Type="http://schemas.openxmlformats.org/officeDocument/2006/relationships/extended-properties" Target="/docProps/app.xml" Id="R84e7536677df45f7" /><Relationship Type="http://schemas.openxmlformats.org/officeDocument/2006/relationships/officeDocument" Target="/ppt/presentation.xml" Id="R7db0b0fbb0c24e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02ce62bb55e4cf7"/>
  </p:sldMasterIdLst>
  <p:notesMasterIdLst>
    <p:notesMasterId xmlns:r="http://schemas.openxmlformats.org/officeDocument/2006/relationships" r:id="R3fa4e483ede543f0"/>
  </p:notesMasterIdLst>
  <p:sldIdLst>
    <p:sldId xmlns:r="http://schemas.openxmlformats.org/officeDocument/2006/relationships" id="256" r:id="R1848cffb11c44013"/>
    <p:sldId xmlns:r="http://schemas.openxmlformats.org/officeDocument/2006/relationships" id="257" r:id="R00201722efb54f29"/>
    <p:sldId xmlns:r="http://schemas.openxmlformats.org/officeDocument/2006/relationships" id="258" r:id="R48a2554476834f1b"/>
    <p:sldId xmlns:r="http://schemas.openxmlformats.org/officeDocument/2006/relationships" id="259" r:id="Ra353adb878e34c95"/>
    <p:sldId xmlns:r="http://schemas.openxmlformats.org/officeDocument/2006/relationships" id="260" r:id="R190159fae78c4caa"/>
    <p:sldId xmlns:r="http://schemas.openxmlformats.org/officeDocument/2006/relationships" id="261" r:id="R2c831278f42e4dc1"/>
    <p:sldId xmlns:r="http://schemas.openxmlformats.org/officeDocument/2006/relationships" id="262" r:id="Re4aa334fc6e04916"/>
    <p:sldId xmlns:r="http://schemas.openxmlformats.org/officeDocument/2006/relationships" id="263" r:id="Rb96829048f004ef4"/>
    <p:sldId xmlns:r="http://schemas.openxmlformats.org/officeDocument/2006/relationships" id="264" r:id="R1fd575863f0e47c1"/>
    <p:sldId xmlns:r="http://schemas.openxmlformats.org/officeDocument/2006/relationships" id="265" r:id="R2630ca06b6bf4d10"/>
    <p:sldId xmlns:r="http://schemas.openxmlformats.org/officeDocument/2006/relationships" id="266" r:id="R74a24cd298374e4d"/>
    <p:sldId xmlns:r="http://schemas.openxmlformats.org/officeDocument/2006/relationships" id="267" r:id="R6456181f51ea465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f98ba058ef04c40" /><Relationship Type="http://schemas.openxmlformats.org/officeDocument/2006/relationships/slideMaster" Target="/ppt/slideMasters/slideMaster1.xml" Id="Rc02ce62bb55e4cf7" /><Relationship Type="http://schemas.openxmlformats.org/officeDocument/2006/relationships/notesMaster" Target="/ppt/notesMasters/notesMaster1.xml" Id="R3fa4e483ede543f0" /><Relationship Type="http://schemas.openxmlformats.org/officeDocument/2006/relationships/presProps" Target="/ppt/presProps.xml" Id="R35941b8a34b8425b" /><Relationship Type="http://schemas.openxmlformats.org/officeDocument/2006/relationships/tableStyles" Target="/ppt/tableStyles.xml" Id="Ra05309ec2de44f91" /><Relationship Type="http://schemas.openxmlformats.org/officeDocument/2006/relationships/slide" Target="/ppt/slides/slide1.xml" Id="R1848cffb11c44013" /><Relationship Type="http://schemas.openxmlformats.org/officeDocument/2006/relationships/slide" Target="/ppt/slides/slide2.xml" Id="R00201722efb54f29" /><Relationship Type="http://schemas.openxmlformats.org/officeDocument/2006/relationships/slide" Target="/ppt/slides/slide3.xml" Id="R48a2554476834f1b" /><Relationship Type="http://schemas.openxmlformats.org/officeDocument/2006/relationships/slide" Target="/ppt/slides/slide4.xml" Id="Ra353adb878e34c95" /><Relationship Type="http://schemas.openxmlformats.org/officeDocument/2006/relationships/slide" Target="/ppt/slides/slide5.xml" Id="R190159fae78c4caa" /><Relationship Type="http://schemas.openxmlformats.org/officeDocument/2006/relationships/slide" Target="/ppt/slides/slide6.xml" Id="R2c831278f42e4dc1" /><Relationship Type="http://schemas.openxmlformats.org/officeDocument/2006/relationships/slide" Target="/ppt/slides/slide7.xml" Id="Re4aa334fc6e04916" /><Relationship Type="http://schemas.openxmlformats.org/officeDocument/2006/relationships/slide" Target="/ppt/slides/slide8.xml" Id="Rb96829048f004ef4" /><Relationship Type="http://schemas.openxmlformats.org/officeDocument/2006/relationships/slide" Target="/ppt/slides/slide9.xml" Id="R1fd575863f0e47c1" /><Relationship Type="http://schemas.openxmlformats.org/officeDocument/2006/relationships/slide" Target="/ppt/slides/slide10.xml" Id="R2630ca06b6bf4d10" /><Relationship Type="http://schemas.openxmlformats.org/officeDocument/2006/relationships/slide" Target="/ppt/slides/slide11.xml" Id="R74a24cd298374e4d" /><Relationship Type="http://schemas.openxmlformats.org/officeDocument/2006/relationships/slide" Target="/ppt/slides/slide12.xml" Id="R6456181f51ea46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060b75a6cf41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5d1685367e84408" /><Relationship Type="http://schemas.openxmlformats.org/officeDocument/2006/relationships/notesMaster" Target="/ppt/notesMasters/notesMaster1.xml" Id="R5468634c16934eb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e4cdbb654e4f29" /><Relationship Type="http://schemas.openxmlformats.org/officeDocument/2006/relationships/notesMaster" Target="/ppt/notesMasters/notesMaster1.xml" Id="R66ae314aeef4421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452e3908974bae" /><Relationship Type="http://schemas.openxmlformats.org/officeDocument/2006/relationships/notesMaster" Target="/ppt/notesMasters/notesMaster1.xml" Id="R65d31347e6f446c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cef7f986a54ceb" /><Relationship Type="http://schemas.openxmlformats.org/officeDocument/2006/relationships/notesMaster" Target="/ppt/notesMasters/notesMaster1.xml" Id="R37434770138e4c3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3a392bb2874ea4" /><Relationship Type="http://schemas.openxmlformats.org/officeDocument/2006/relationships/notesMaster" Target="/ppt/notesMasters/notesMaster1.xml" Id="Rc3fd2d4d425242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a395b3f1ae4ee0" /><Relationship Type="http://schemas.openxmlformats.org/officeDocument/2006/relationships/notesMaster" Target="/ppt/notesMasters/notesMaster1.xml" Id="Rc0a5b2f92629414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5c0586cf63a407c" /><Relationship Type="http://schemas.openxmlformats.org/officeDocument/2006/relationships/notesMaster" Target="/ppt/notesMasters/notesMaster1.xml" Id="R11a252ed09614a4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9d98e3505df4a1a" /><Relationship Type="http://schemas.openxmlformats.org/officeDocument/2006/relationships/notesMaster" Target="/ppt/notesMasters/notesMaster1.xml" Id="Rbbd6177017a4460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e0d7ce06c349c2" /><Relationship Type="http://schemas.openxmlformats.org/officeDocument/2006/relationships/notesMaster" Target="/ppt/notesMasters/notesMaster1.xml" Id="R8ce41b0b53734c1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1885743578c4679" /><Relationship Type="http://schemas.openxmlformats.org/officeDocument/2006/relationships/notesMaster" Target="/ppt/notesMasters/notesMaster1.xml" Id="R58c3386e22ce4e8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410bf0a19d948cd" /><Relationship Type="http://schemas.openxmlformats.org/officeDocument/2006/relationships/notesMaster" Target="/ppt/notesMasters/notesMaster1.xml" Id="R73cfd844f5524a5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2160a1d8d2840c9" /><Relationship Type="http://schemas.openxmlformats.org/officeDocument/2006/relationships/notesMaster" Target="/ppt/notesMasters/notesMaster1.xml" Id="R7079fb355d2342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multiplication grid, factor cards, number lines,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5/8 is one possible answer. | Identify useful common factors or a common denominator. | Convert the fractions to equivalent forms or use a shared benchmark before comparing.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numerator, denominator, equivalent, simplify, common factor, common denominator.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2/3, 3/4, 5/6.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5/8 is one possible answer.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Convert the fractions to equivalent forms or use a shared benchmark before comparing.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5/8 is one possible answer..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20/24..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3/4.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20/24.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20/24. | Convert the fractions to equivalent forms or use a shared benchmark before comparing.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f3ea45e3d64c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b4adeaca0c14139" /><Relationship Type="http://schemas.openxmlformats.org/officeDocument/2006/relationships/slideLayout" Target="/ppt/slideLayouts/slideLayout1.xml" Id="R6f5538b31774413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5538b31774413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37126049e54a46" /><Relationship Type="http://schemas.openxmlformats.org/officeDocument/2006/relationships/notesSlide" Target="/ppt/notesSlides/notesSlide1.xml" Id="R61a2cb1d2ea1423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136931d42d4725" /><Relationship Type="http://schemas.openxmlformats.org/officeDocument/2006/relationships/notesSlide" Target="/ppt/notesSlides/notesSlide2.xml" Id="R2c3ebdc6fd7c4f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f037894a9d4597" /><Relationship Type="http://schemas.openxmlformats.org/officeDocument/2006/relationships/notesSlide" Target="/ppt/notesSlides/notesSlide3.xml" Id="Rc4c24d72cf1f40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493349dba14330" /><Relationship Type="http://schemas.openxmlformats.org/officeDocument/2006/relationships/notesSlide" Target="/ppt/notesSlides/notesSlide4.xml" Id="Rf74ccab55b92495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dad52ec53742af" /><Relationship Type="http://schemas.openxmlformats.org/officeDocument/2006/relationships/notesSlide" Target="/ppt/notesSlides/notesSlide5.xml" Id="R98ad9e08cf104f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0bbd64078b4ffc" /><Relationship Type="http://schemas.openxmlformats.org/officeDocument/2006/relationships/notesSlide" Target="/ppt/notesSlides/notesSlide6.xml" Id="R953fcf9332d9422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c39a19dd5d48fb" /><Relationship Type="http://schemas.openxmlformats.org/officeDocument/2006/relationships/image" Target="/ppt/media/image.png" Id="R53c6474d6b124bf5" /><Relationship Type="http://schemas.openxmlformats.org/officeDocument/2006/relationships/notesSlide" Target="/ppt/notesSlides/notesSlide7.xml" Id="Ra2d4f7a1b2f340d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a1f5f81444206" /><Relationship Type="http://schemas.openxmlformats.org/officeDocument/2006/relationships/notesSlide" Target="/ppt/notesSlides/notesSlide8.xml" Id="R904b00b981f047a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a9f2eb01374568" /><Relationship Type="http://schemas.openxmlformats.org/officeDocument/2006/relationships/notesSlide" Target="/ppt/notesSlides/notesSlide9.xml" Id="Rf1ed5d339fcd41c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c699358e624e18" /><Relationship Type="http://schemas.openxmlformats.org/officeDocument/2006/relationships/notesSlide" Target="/ppt/notesSlides/notesSlide10.xml" Id="Rdd132f9a0e84419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1ccf2a73d14dc5" /><Relationship Type="http://schemas.openxmlformats.org/officeDocument/2006/relationships/notesSlide" Target="/ppt/notesSlides/notesSlide11.xml" Id="Re700f089b925491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dd8613ed974aba" /><Relationship Type="http://schemas.openxmlformats.org/officeDocument/2006/relationships/notesSlide" Target="/ppt/notesSlides/notesSlide12.xml" Id="R5757fc04c89249c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6BF368-37DC-4349-98F0-3C8D8CC63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0B54B9-9472-4ECC-A693-A77F5824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CCB51B-62F0-40F8-B5B7-2FECB0A9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5D0228-605A-40FE-9AD3-5EA75C0D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5E0DB1-EAA8-4C89-B9EE-97C92F8E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904DDF-7CE1-4DD5-9278-E0BBB0F8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B3D8D6-9CA8-43B9-91E5-A586929F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FB3170-F7EB-4A2F-AABB-2D3AB538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order fractions greater and less than one.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221881-022D-4239-968F-D9AE4A736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1749AC-24D9-4DC7-A04E-48CEDA19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9A041A-AD2E-4AC8-B6D1-F09D9CF8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764884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BD16FB-1842-4F01-AB8D-5C48F999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E81497-5304-4908-830B-2A39F048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22437C-BF29-466B-BF56-9E67C6BA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1858BC-9D92-4798-939C-A560C5DDC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7F046B-9DB9-4BCE-8B3F-AC1185D0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1BD50D-4C87-4BC7-A03B-7FABA9ED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D5E40D-689C-42D2-B1F7-59587893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B05A63-E490-4AAD-A3A6-5F5D6B98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60FDA7-A1A3-46C6-AB46-35CB4E0A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319993-65A6-42DC-9817-7D48741F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1C1F98-043B-4C74-B9EB-969DFB85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9BF188-3709-4485-A4EC-29799D5BB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01DCCB-4444-4BD3-A7A5-1828817A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equivalent fractions and use common factors and multiples.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5C67A8-C46F-4F3F-AE38-6C3877A3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D1BC78-3CCE-4221-A8A1-74A53458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8806ED-4D23-4095-8DFC-DF627E2A1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97AD13-C12D-4BC3-BE5A-377E666B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a fraction between 3/5 and 2/3.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57F256-D253-4826-8EFA-3588569B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515A07-6301-48D2-85D9-4EF01D78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44DA5B-95E7-4277-AD4E-94C4CA849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721D72-8E97-4E32-A4EB-D29A9C5BF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Order 2/3, 3/4 and 5/6 from least to greatest.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FD1AA2-8C30-450F-8E5B-E3BC85C47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1083350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93CC21-F21A-49FB-81DE-4CB972A99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1AE63F-3268-4262-85F9-5E3A2DB6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984957-B448-44CB-91E0-3035840D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4388D9-7281-476F-9F62-43CA3CD58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50668D-D4D1-49EF-91D2-55A4989C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3AC463-E32C-44BA-A626-056794C2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EBBC3A-DF53-4C80-B89B-5C9E8C110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8ECB32-053D-417C-B976-A14C1BB4F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918BB-C5FB-4AEC-A124-1A93E3B56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201A6B-F813-4349-A38E-AFA6D337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order fractions greater and less than one.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DB5BA2-BCBD-449A-AC62-7FD6499D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B92882-19C8-4500-B6CB-AB63B536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useful common factors or a common denominator.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D39F8D-C3DA-4E7D-9E87-012DDE719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Convert or simplify without changing the fraction's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99A4A4-5F36-4956-904F-AA684C15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Compare the new forms and justify the conclusion.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3141C0-694A-42CC-8CF7-5988140E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numerator  |  denominator  |  equivalent  |  simplify  |  common factor  |  common denominator</a:t>
            </a:r>
          </a:p>
        </p:txBody>
      </p:sp>
    </p:spTree>
    <p:extLst>
      <p:ext uri="{BB962C8B-B14F-4D97-AF65-F5344CB8AC3E}">
        <p14:creationId xmlns:p14="http://schemas.microsoft.com/office/powerpoint/2010/main" val="6247717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38710E-6770-4262-A14E-D66DE2AE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354952-A357-43CE-BF7C-CF672545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1E8E47-2F2E-4AB9-981B-0E82BEBFA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B85D31-7636-43F3-AB72-EADCBE53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5EE542-A9F2-4268-9DD2-5AC7936C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EC97C4-9888-432F-AF8E-DA177FC8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025CF7-96B4-4C24-A7DD-FF1E13D6C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61D0C9-0547-4ACD-850E-AE802A4C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B566FE-9ADC-47C1-8305-9CEE6F39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6FFE69-4BEF-429C-B2A6-0EA7B34E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2/3, 3/4 and 5/6 from least to greatest.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8DDDAB-C007-4581-9137-CBB4F009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8A7B8-1EE8-40DC-8C6E-356B58BB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6F9630-E0AB-4CCA-86A9-260C7C1B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2/3, 3/4, 5/6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B79A98-D81B-4F42-8D0E-4737B070F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717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7C3CFB-6978-40E8-93C8-5D7D44C7B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05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AC51EF-F058-4822-9586-48DEB981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194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Common denominator = 12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2897AD-511A-42CB-8594-EAF36E14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C12832-D04C-4B26-9ED1-471814D5E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99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81BAEB-28F1-46F8-BDF7-AEB1AF56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242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2/3 = 8/12     3/4 = 9/12     5/6 = 10/12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62D04F-9ED8-4F8C-AD8C-38055B82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814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347DD5-D0CC-48A8-9029-8B88F8417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148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153ACB-EB14-462F-8BFF-8911DB45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291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8/12 &lt; 9/12 &lt; 10/12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61CD8F-E726-4FBC-A16E-B9AC91B2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823FF3-6001-4574-95E3-8EAF5806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19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CBFB27-FD20-4176-B4CD-87306B6F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2/3, 3/4, 5/6</a:t>
            </a:r>
          </a:p>
        </p:txBody>
      </p:sp>
    </p:spTree>
    <p:extLst>
      <p:ext uri="{BB962C8B-B14F-4D97-AF65-F5344CB8AC3E}">
        <p14:creationId xmlns:p14="http://schemas.microsoft.com/office/powerpoint/2010/main" val="12705011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  <p:bldP spid="25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8B221E-B251-4957-9E46-12FD7AFAC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A32720-51BB-425F-BE4F-3F41155E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2BBC92-943F-4EFB-AC82-A0ABDC3C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ED5697-A760-4F91-8BD9-CC29CB24F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06421F-1406-4851-9984-887F9B9A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95BDD7-10A1-4B03-A186-A55ABCF6D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224303-1F9C-4F3E-AF65-054896FC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C7B2B1-7A54-411D-BCEA-389FD2FD0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22B711-EEBD-4998-B928-BFB91FB7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9D31B0-CB55-4756-822D-D693ED34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DFDD0B-F6F2-433E-B269-D85987A3F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2/3, 3/4, 5/6.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A386E0-C9B7-4AB1-AF70-6C93670A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09A4B5-A2DB-401A-B7AB-6C87BA082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Compare the new forms and justify the conclusion.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D98262-062E-4796-8A83-71CA3A745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4816324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8BF251-87A5-433B-9685-8E2A4C4F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87CCE5-04BC-4163-BDA1-6819F9E4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4EDC85-90A2-4DEE-ACEA-582A0BA1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5AF91C-76BC-45B8-BAD8-A1830A8E3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B6A64E-5322-446D-BD7D-4EE1D0E9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A19996-F15E-4F3C-952E-588BBC887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999EE9-1186-4CC6-A523-AEA6125D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6C1BAF-0EBC-4599-9D60-572BD0E43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1463DA-814A-42FE-A017-BB3E0A9A4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3B2432-94D0-4EAD-A77F-22F13300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a fraction between 3/5 and 2/3.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87C46B-4995-4630-AFB5-FD5752BD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CA8867-E7E0-4332-A6ED-D13B2CE4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A94026-2CF8-4844-8E4F-2400D766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557404-17FC-4D91-86B4-7C2819E32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C5138C-50ED-4D76-BC4D-7B3D8AA2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5/8 is one possible answer.</a:t>
            </a:r>
          </a:p>
        </p:txBody>
      </p:sp>
    </p:spTree>
    <p:extLst>
      <p:ext uri="{BB962C8B-B14F-4D97-AF65-F5344CB8AC3E}">
        <p14:creationId xmlns:p14="http://schemas.microsoft.com/office/powerpoint/2010/main" val="8459245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6875C3-B088-4950-A46C-68A2C7B66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7420AE-B80B-4694-BE91-F59DB256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01CD7C-55B9-43E7-850B-5F949FBE4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237F36-FF84-414B-8550-34805146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32CFBC-BABA-426D-A273-F47EA5FA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0AB91C-BC86-4EB6-96E0-B945ED70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BCE6F6-B4F6-45FE-A028-D19B689C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E482D1-C38B-4A8C-889E-FBFE5CB5A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0196FF-47E2-4129-8848-3AEF17C45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c6474d6b124bf5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4B3683-A84D-4CDD-8839-1D84A238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A0A031-F94C-4C12-8D85-4B0ECBF93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compares fractions by looking only at the denominators.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E2214A-7AF0-4095-B66C-C69892940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6083BE-B78D-4858-9D34-61918711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A23BE4-9B6B-4406-96CC-F042A427D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Convert the fractions to equivalent forms or use a shared benchmark before comparing.</a:t>
            </a:r>
          </a:p>
        </p:txBody>
      </p:sp>
    </p:spTree>
    <p:extLst>
      <p:ext uri="{BB962C8B-B14F-4D97-AF65-F5344CB8AC3E}">
        <p14:creationId xmlns:p14="http://schemas.microsoft.com/office/powerpoint/2010/main" val="19178792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FCD112-A1D4-49F2-A050-6E2E8AB7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05ED88-8700-4EE7-9255-08B81B6F4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46CC47-1569-45E1-BB84-1FB8944D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8C54DF-17F3-4293-B614-D272ADFAC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D6AAF0-DBD1-4667-B9B3-53E05340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2542E6-0917-4C66-8C0F-0AB610CFF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609AC3-F9BA-4E49-A772-A6DCA8C0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B785CA-1CDD-4C80-B9CC-57606C6A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33AFB8-B0DB-4DF0-B3AB-FEAAA581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7ED212-E2F1-41DB-AEE5-0D16417AC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554F8-CEE0-4A5C-B709-103FE57B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7251C2-2136-4F5F-93AC-222357D0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F31992-BDB8-4277-AD24-112844F5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a fraction between 3/5 and 2/3.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C9F273-0428-4938-BE9D-0160D639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E06187-03E6-40E8-B0F2-BDC2F64E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51D32B-55F6-4036-BE7E-B70018AC4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42F089-7D26-490A-81A7-BA40A7CFC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F8A5BF-EA4F-4F9D-9879-9C5DA455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DC2301-9F57-4442-AB2A-6F6F1EBE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3318F3-D956-4BA2-B450-83FE940F5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C07DD5-C9C8-4C01-A491-E50797A5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5/8 is one possible answer.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4C9238-C2F6-429B-B6DC-B9144433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5752319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6A7245-8986-41D4-A08A-93DE6AECB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AB3F83-0C13-42E3-B78C-F56D464A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180BCB-A021-4EA3-9D09-A195E55A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802C6B-94EA-4077-B8A6-77C29818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7A7DE3-B8AF-46F0-BEC0-250AD5FCE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18EF95-5D7F-43E6-86ED-C79E396B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5E10A9-B2A5-4E65-9DAE-2D6AC96F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9EFFCF-276F-4DCB-9ECE-46F366911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C9BFFE-AA33-4062-9984-1B9DB471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6D2CB5-9278-497C-9237-8D708FEB2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23B3D2-A72D-4832-845E-7D80297C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F60CC4-20C2-47D8-8F27-7292ECFF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DF70A8-48C0-442A-8D4E-E83B46685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5/6 with denominator 24.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43007F-6F81-4055-9195-D2C6E46F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535AE5-B105-4ED5-85EA-18116DC1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9864E3-07AF-4727-BA3F-413624B2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2BCDB8-853B-4BA0-AE52-3E0C2996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80A187-3C79-47B4-8C27-67BD6960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76C39-9A78-4287-B4FA-62A2896EC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DD7CA0-55EB-4AD4-A1E4-35275623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75DC92-CEB0-4BB3-ABC4-D434FBF47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526030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BAEECA-072C-4D32-8814-AD184046F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28552E-FBE7-432A-A93D-CE3F1155D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1ADE9C-5CC4-4A58-A24C-1165A5099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B2B13B-7731-4EBD-850D-1B91C9C7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A10600-4EC0-4044-8958-415AF6AF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6BCFE7-319C-4D79-BEDC-777075B12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19F543-BD8F-454F-A248-D40C0242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D1C3CF-3A00-4668-AF40-03DB640B5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777CF3-13D1-40EE-9BFE-3C9A1F0E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8C8422-893B-4342-843E-3CB48076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Simplify 42/56.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332633-3E09-4428-9030-BDA8FCEF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7432D4-E469-43E5-9737-AED58C4C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52325C-83A4-47AB-8EB3-7B125D64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3/4.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262981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C0D431-83BD-4975-B861-9B0FDA1A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5695CE-36CF-4E4A-8229-0BA733FD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66DDEE-254C-47F2-BF53-828B04006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276247-E4E2-48AB-AD00-677DE42D6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26AE48-E04F-4A0A-9E73-A2B109AA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14F0B6-5FC4-46E7-BFF1-E603C380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A53AEC-EBAE-40B3-8E9A-77DC49E4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62BFDE-69DA-46F3-BB79-99131ED7D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64DAD6-14E3-4FBA-880E-CCD49CF1E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1B362F-1190-4EF3-879F-194C847D3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BCAE16-CF98-415E-A391-F3622069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C5AB51-E611-499D-9D0B-9136DA57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5/6 with denominator 24.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57E387-7155-4563-9DEA-56A8F900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73C81D-C739-47F9-A71F-2BBB3BE7D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7D091C-4CF7-47E9-8121-62206764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50B944-3DD8-443C-B8E8-076B57F7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20/24.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CC5E80-41F5-44A6-A427-043F398AC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A9CA7D-E3A5-4F10-9350-23259C16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3321721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1A2FA8-13BE-45FE-879E-CB33539D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012B11-8718-4F2B-86FA-4B4918F2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FAA8EB-766F-4536-ACFB-88AE094D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48D25D-7191-4D83-8EAA-07804A20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9829FB-5A6F-4F42-8729-CFE77DB0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E33526-1FCA-4B56-9587-12989786B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0F0831-14EE-4F21-AB2E-EBA4C1A23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9DDFB4-7428-4977-9C15-E93CCC6A2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D79416-49EB-413F-B00D-2C4202DA5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Order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B97AB6-5893-4017-B26B-41E6DF12B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691464-3BE6-4224-A774-B29A8EEC5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6638EB-1896-40C1-83F1-32C4A12DD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3AFE28-5741-432B-8F1E-2FB95734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5/6 with denominator 24.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D1A035-B79B-4705-B8AE-5CA04F4E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BCEB7F-A816-488D-A5DE-4619B791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29CA10-982E-454E-AEA5-B3BFCB41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19F6AB-BF44-4906-AA19-6447A4C0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compares fractions by looking only at the denominators.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63EF0C-CEBD-4179-955F-72C21F90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267C80-3545-4073-B2BF-24E974BF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42B768-8C97-4CE1-B198-5007BA1D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F78C53-12D8-4734-B605-B0FC5C70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53DEE9-20B0-4C80-B5E3-44E7F929C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423498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2026-09-09T22:13:28.7140000Z</dcterms:created>
  <dcterms:modified xsi:type="dcterms:W3CDTF">2026-09-09T22:13:28.7140000Z</dcterms:modified>
</coreProperties>
</file>