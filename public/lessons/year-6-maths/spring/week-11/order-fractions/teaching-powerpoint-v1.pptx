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 fractions. Order fractions.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 fractions. I do. Show all bars using the same whole and equal subdivisions. Compare lengths.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 fractions. You do. Pause before clicking. Let pupils try independently, then reveal and discuss every step. Show all bars using the same whole and equal subdivisions. Compare lengths.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 fractions. I do. Show all bars using the same whole and equal subdivisions. Compare lengths.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 fractions. You do. Pause before clicking. Let pupils try independently, then reveal and discuss every step. Show all bars using the same whole and equal subdivisions. Compare lengths.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 fractions.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Order fractions.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0BDB5446-E823-456E-AC6D-32B6EC85BBD4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Order fractions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8E096AA-DA96-4670-941A-44AE9AF2F761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8DECE22-9CEB-4386-8A2B-23798EDE1DC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2FFB713-8062-4670-A306-644C40CD2D8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Order fractions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8364E24-1675-431F-BF3E-3C984E7D069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C67B4D18-364E-4523-88B0-0935884C8CC7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order fractions greater and less than one.</a:t>
            </a:r>
          </a:p>
        </p:txBody>
      </p:sp>
    </p:spTree>
    <p:extLst>
      <p:ext uri="{BB962C8B-B14F-4D97-AF65-F5344CB8AC3E}">
        <p14:creationId xmlns:p14="http://schemas.microsoft.com/office/powerpoint/2010/main" val="185037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object-1">
            <a:extLst>
              <a:ext uri="{FF2B5EF4-FFF2-40B4-BE49-F238E27FC236}">
                <a16:creationId xmlns:a16="http://schemas.microsoft.com/office/drawing/2014/main" id="{B9D776E9-0196-4F09-8016-C4DFBB006CF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FC0ED27-C27B-4457-A71F-0A5835C6BB3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Order 2/3, 3/4, 5/6 from smallest to greatest.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36451E8-E376-4FDA-905B-7DF9CA3192F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F2B73832-0D2C-4366-A3FD-46040A262848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Order fractions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D209014-BE36-4230-8D65-E97F7FE5A9DA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EC2B057-FC7D-4BBF-8A41-5D8AB8E1D8A5}"/>
              </a:ext>
            </a:extLst>
          </p:cNvPr>
          <p:cNvSpPr>
            <a:spLocks noGrp="1"/>
          </p:cNvSpPr>
          <p:nvPr/>
        </p:nvSpPr>
        <p:spPr>
          <a:xfrm>
            <a:off x="833438" y="2857500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97FC93D-BE2E-400C-96CC-641991E6E5E2}"/>
              </a:ext>
            </a:extLst>
          </p:cNvPr>
          <p:cNvSpPr>
            <a:spLocks noGrp="1"/>
          </p:cNvSpPr>
          <p:nvPr/>
        </p:nvSpPr>
        <p:spPr>
          <a:xfrm>
            <a:off x="2976563" y="285750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309A1E7-3AB7-4613-9D8A-57405BE70B69}"/>
              </a:ext>
            </a:extLst>
          </p:cNvPr>
          <p:cNvSpPr>
            <a:spLocks noGrp="1"/>
          </p:cNvSpPr>
          <p:nvPr/>
        </p:nvSpPr>
        <p:spPr>
          <a:xfrm>
            <a:off x="3849687" y="285750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5E6DEEC-9E86-49CC-87DA-0324A00F1395}"/>
              </a:ext>
            </a:extLst>
          </p:cNvPr>
          <p:cNvSpPr>
            <a:spLocks noGrp="1"/>
          </p:cNvSpPr>
          <p:nvPr/>
        </p:nvSpPr>
        <p:spPr>
          <a:xfrm>
            <a:off x="4722812" y="285750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145FA781-8F33-4E39-A6E7-5BC46DCF467C}"/>
              </a:ext>
            </a:extLst>
          </p:cNvPr>
          <p:cNvSpPr>
            <a:spLocks noGrp="1"/>
          </p:cNvSpPr>
          <p:nvPr/>
        </p:nvSpPr>
        <p:spPr>
          <a:xfrm>
            <a:off x="5595938" y="285750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61DF92E-6BBC-49AB-A9A0-57BEC959255E}"/>
              </a:ext>
            </a:extLst>
          </p:cNvPr>
          <p:cNvSpPr>
            <a:spLocks noGrp="1"/>
          </p:cNvSpPr>
          <p:nvPr/>
        </p:nvSpPr>
        <p:spPr>
          <a:xfrm>
            <a:off x="6469062" y="285750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324AACC-B999-46D7-BF96-DA4A50AF6E68}"/>
              </a:ext>
            </a:extLst>
          </p:cNvPr>
          <p:cNvSpPr>
            <a:spLocks noGrp="1"/>
          </p:cNvSpPr>
          <p:nvPr/>
        </p:nvSpPr>
        <p:spPr>
          <a:xfrm>
            <a:off x="7342188" y="285750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F11CE04-26B6-4B77-8059-3610639E0021}"/>
              </a:ext>
            </a:extLst>
          </p:cNvPr>
          <p:cNvSpPr>
            <a:spLocks noGrp="1"/>
          </p:cNvSpPr>
          <p:nvPr/>
        </p:nvSpPr>
        <p:spPr>
          <a:xfrm>
            <a:off x="8215313" y="285750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6EC83EA6-71E5-4DEA-B535-0905B5AC3674}"/>
              </a:ext>
            </a:extLst>
          </p:cNvPr>
          <p:cNvSpPr>
            <a:spLocks noGrp="1"/>
          </p:cNvSpPr>
          <p:nvPr/>
        </p:nvSpPr>
        <p:spPr>
          <a:xfrm>
            <a:off x="9088438" y="285750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3A3CC29-67E2-4E91-A7E4-F96EB8C0F222}"/>
              </a:ext>
            </a:extLst>
          </p:cNvPr>
          <p:cNvSpPr>
            <a:spLocks noGrp="1"/>
          </p:cNvSpPr>
          <p:nvPr/>
        </p:nvSpPr>
        <p:spPr>
          <a:xfrm>
            <a:off x="9961563" y="2857500"/>
            <a:ext cx="873125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532BBC97-243A-4F17-83B4-0328449B70EF}"/>
              </a:ext>
            </a:extLst>
          </p:cNvPr>
          <p:cNvSpPr>
            <a:spLocks noGrp="1"/>
          </p:cNvSpPr>
          <p:nvPr/>
        </p:nvSpPr>
        <p:spPr>
          <a:xfrm>
            <a:off x="10834688" y="2857500"/>
            <a:ext cx="873125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3F1DF1CF-2F3D-46BD-94D9-251044F17FEC}"/>
              </a:ext>
            </a:extLst>
          </p:cNvPr>
          <p:cNvSpPr>
            <a:spLocks noGrp="1"/>
          </p:cNvSpPr>
          <p:nvPr/>
        </p:nvSpPr>
        <p:spPr>
          <a:xfrm>
            <a:off x="11707813" y="2857500"/>
            <a:ext cx="873125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6C7DE912-8080-4FA4-9275-00882644BEA4}"/>
              </a:ext>
            </a:extLst>
          </p:cNvPr>
          <p:cNvSpPr>
            <a:spLocks noGrp="1"/>
          </p:cNvSpPr>
          <p:nvPr/>
        </p:nvSpPr>
        <p:spPr>
          <a:xfrm>
            <a:off x="12580937" y="2857500"/>
            <a:ext cx="873125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0E4D254C-888F-49B0-8ABF-2E987FA5F336}"/>
              </a:ext>
            </a:extLst>
          </p:cNvPr>
          <p:cNvSpPr>
            <a:spLocks noGrp="1"/>
          </p:cNvSpPr>
          <p:nvPr/>
        </p:nvSpPr>
        <p:spPr>
          <a:xfrm>
            <a:off x="12263438" y="3417094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8/12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B827CB1C-9DE8-4182-A00D-1A98559AEF0E}"/>
              </a:ext>
            </a:extLst>
          </p:cNvPr>
          <p:cNvSpPr>
            <a:spLocks noGrp="1"/>
          </p:cNvSpPr>
          <p:nvPr/>
        </p:nvSpPr>
        <p:spPr>
          <a:xfrm>
            <a:off x="833438" y="4048125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3/4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927E56EB-6559-4311-9ED6-8687A6051C87}"/>
              </a:ext>
            </a:extLst>
          </p:cNvPr>
          <p:cNvSpPr>
            <a:spLocks noGrp="1"/>
          </p:cNvSpPr>
          <p:nvPr/>
        </p:nvSpPr>
        <p:spPr>
          <a:xfrm>
            <a:off x="2976563" y="4048125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9761EF3-6D00-4DDC-8DE6-AC34B8A14FB0}"/>
              </a:ext>
            </a:extLst>
          </p:cNvPr>
          <p:cNvSpPr>
            <a:spLocks noGrp="1"/>
          </p:cNvSpPr>
          <p:nvPr/>
        </p:nvSpPr>
        <p:spPr>
          <a:xfrm>
            <a:off x="3849687" y="4048125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E68AE7A-CB30-412E-8129-F32CCFBE799D}"/>
              </a:ext>
            </a:extLst>
          </p:cNvPr>
          <p:cNvSpPr>
            <a:spLocks noGrp="1"/>
          </p:cNvSpPr>
          <p:nvPr/>
        </p:nvSpPr>
        <p:spPr>
          <a:xfrm>
            <a:off x="4722812" y="4048125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404EC04-82B4-40B2-BC6C-1C76DD2A3205}"/>
              </a:ext>
            </a:extLst>
          </p:cNvPr>
          <p:cNvSpPr>
            <a:spLocks noGrp="1"/>
          </p:cNvSpPr>
          <p:nvPr/>
        </p:nvSpPr>
        <p:spPr>
          <a:xfrm>
            <a:off x="5595938" y="4048125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86E712D-2C1D-4FD1-9F65-0FC31C854A40}"/>
              </a:ext>
            </a:extLst>
          </p:cNvPr>
          <p:cNvSpPr>
            <a:spLocks noGrp="1"/>
          </p:cNvSpPr>
          <p:nvPr/>
        </p:nvSpPr>
        <p:spPr>
          <a:xfrm>
            <a:off x="6469062" y="4048125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8A8EBBD3-4416-43BE-A21F-5AEAC04A3A84}"/>
              </a:ext>
            </a:extLst>
          </p:cNvPr>
          <p:cNvSpPr>
            <a:spLocks noGrp="1"/>
          </p:cNvSpPr>
          <p:nvPr/>
        </p:nvSpPr>
        <p:spPr>
          <a:xfrm>
            <a:off x="7342188" y="4048125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31799B2C-B4C8-4F9D-9E8D-C1CE706AD648}"/>
              </a:ext>
            </a:extLst>
          </p:cNvPr>
          <p:cNvSpPr>
            <a:spLocks noGrp="1"/>
          </p:cNvSpPr>
          <p:nvPr/>
        </p:nvSpPr>
        <p:spPr>
          <a:xfrm>
            <a:off x="8215313" y="4048125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65216564-9724-4514-A582-7A66FF1ACC10}"/>
              </a:ext>
            </a:extLst>
          </p:cNvPr>
          <p:cNvSpPr>
            <a:spLocks noGrp="1"/>
          </p:cNvSpPr>
          <p:nvPr/>
        </p:nvSpPr>
        <p:spPr>
          <a:xfrm>
            <a:off x="9088438" y="4048125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FD129F9A-9156-42CA-B16A-7E61787C8B5D}"/>
              </a:ext>
            </a:extLst>
          </p:cNvPr>
          <p:cNvSpPr>
            <a:spLocks noGrp="1"/>
          </p:cNvSpPr>
          <p:nvPr/>
        </p:nvSpPr>
        <p:spPr>
          <a:xfrm>
            <a:off x="9961563" y="4048125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0116A218-C8E0-4025-89D4-093233CBDC4D}"/>
              </a:ext>
            </a:extLst>
          </p:cNvPr>
          <p:cNvSpPr>
            <a:spLocks noGrp="1"/>
          </p:cNvSpPr>
          <p:nvPr/>
        </p:nvSpPr>
        <p:spPr>
          <a:xfrm>
            <a:off x="10834688" y="4048125"/>
            <a:ext cx="873125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329AB518-A325-4C14-8BD4-5A9789FCE2BB}"/>
              </a:ext>
            </a:extLst>
          </p:cNvPr>
          <p:cNvSpPr>
            <a:spLocks noGrp="1"/>
          </p:cNvSpPr>
          <p:nvPr/>
        </p:nvSpPr>
        <p:spPr>
          <a:xfrm>
            <a:off x="11707813" y="4048125"/>
            <a:ext cx="873125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D4600B3E-ACE5-494F-87C2-E4BD9AA40CAB}"/>
              </a:ext>
            </a:extLst>
          </p:cNvPr>
          <p:cNvSpPr>
            <a:spLocks noGrp="1"/>
          </p:cNvSpPr>
          <p:nvPr/>
        </p:nvSpPr>
        <p:spPr>
          <a:xfrm>
            <a:off x="12580937" y="4048125"/>
            <a:ext cx="873125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3E1BC2A8-C607-4156-B655-7E2661709BE6}"/>
              </a:ext>
            </a:extLst>
          </p:cNvPr>
          <p:cNvSpPr>
            <a:spLocks noGrp="1"/>
          </p:cNvSpPr>
          <p:nvPr/>
        </p:nvSpPr>
        <p:spPr>
          <a:xfrm>
            <a:off x="12263438" y="4607719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9/12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917E1A9D-C184-4EF4-B3EB-2E04D9A314CA}"/>
              </a:ext>
            </a:extLst>
          </p:cNvPr>
          <p:cNvSpPr>
            <a:spLocks noGrp="1"/>
          </p:cNvSpPr>
          <p:nvPr/>
        </p:nvSpPr>
        <p:spPr>
          <a:xfrm>
            <a:off x="833438" y="5238750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5/6</a:t>
            </a:r>
          </a:p>
        </p:txBody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CD977F4B-A05D-4FA1-9056-E6AF7C866FFB}"/>
              </a:ext>
            </a:extLst>
          </p:cNvPr>
          <p:cNvSpPr>
            <a:spLocks noGrp="1"/>
          </p:cNvSpPr>
          <p:nvPr/>
        </p:nvSpPr>
        <p:spPr>
          <a:xfrm>
            <a:off x="2976563" y="523875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4BCF877D-3857-4155-9D05-8F6254724DAA}"/>
              </a:ext>
            </a:extLst>
          </p:cNvPr>
          <p:cNvSpPr>
            <a:spLocks noGrp="1"/>
          </p:cNvSpPr>
          <p:nvPr/>
        </p:nvSpPr>
        <p:spPr>
          <a:xfrm>
            <a:off x="3849687" y="523875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6EC684CE-F66C-4C73-8F47-A7A29787250F}"/>
              </a:ext>
            </a:extLst>
          </p:cNvPr>
          <p:cNvSpPr>
            <a:spLocks noGrp="1"/>
          </p:cNvSpPr>
          <p:nvPr/>
        </p:nvSpPr>
        <p:spPr>
          <a:xfrm>
            <a:off x="4722812" y="523875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5522ED6E-8CFE-4AE4-A311-7892EFF55613}"/>
              </a:ext>
            </a:extLst>
          </p:cNvPr>
          <p:cNvSpPr>
            <a:spLocks noGrp="1"/>
          </p:cNvSpPr>
          <p:nvPr/>
        </p:nvSpPr>
        <p:spPr>
          <a:xfrm>
            <a:off x="5595938" y="523875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2ABA618B-6F2C-4DA0-B367-85289BC8EA62}"/>
              </a:ext>
            </a:extLst>
          </p:cNvPr>
          <p:cNvSpPr>
            <a:spLocks noGrp="1"/>
          </p:cNvSpPr>
          <p:nvPr/>
        </p:nvSpPr>
        <p:spPr>
          <a:xfrm>
            <a:off x="6469062" y="523875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941DB5C7-F8A6-45DA-994E-AB0D85607774}"/>
              </a:ext>
            </a:extLst>
          </p:cNvPr>
          <p:cNvSpPr>
            <a:spLocks noGrp="1"/>
          </p:cNvSpPr>
          <p:nvPr/>
        </p:nvSpPr>
        <p:spPr>
          <a:xfrm>
            <a:off x="7342188" y="523875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687A2BBA-2129-41A0-8887-993167BD3A26}"/>
              </a:ext>
            </a:extLst>
          </p:cNvPr>
          <p:cNvSpPr>
            <a:spLocks noGrp="1"/>
          </p:cNvSpPr>
          <p:nvPr/>
        </p:nvSpPr>
        <p:spPr>
          <a:xfrm>
            <a:off x="8215313" y="523875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8FA51F25-0498-4401-9EAE-0F8095957EE4}"/>
              </a:ext>
            </a:extLst>
          </p:cNvPr>
          <p:cNvSpPr>
            <a:spLocks noGrp="1"/>
          </p:cNvSpPr>
          <p:nvPr/>
        </p:nvSpPr>
        <p:spPr>
          <a:xfrm>
            <a:off x="9088438" y="523875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C6002EEE-66DA-4236-9580-84BC3130B7D7}"/>
              </a:ext>
            </a:extLst>
          </p:cNvPr>
          <p:cNvSpPr>
            <a:spLocks noGrp="1"/>
          </p:cNvSpPr>
          <p:nvPr/>
        </p:nvSpPr>
        <p:spPr>
          <a:xfrm>
            <a:off x="9961563" y="523875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2BC5559E-46C1-4609-9D1A-CA39A4633E44}"/>
              </a:ext>
            </a:extLst>
          </p:cNvPr>
          <p:cNvSpPr>
            <a:spLocks noGrp="1"/>
          </p:cNvSpPr>
          <p:nvPr/>
        </p:nvSpPr>
        <p:spPr>
          <a:xfrm>
            <a:off x="10834688" y="5238750"/>
            <a:ext cx="873125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E793FD64-EA6B-4EE3-9F83-6769FCC1BF7A}"/>
              </a:ext>
            </a:extLst>
          </p:cNvPr>
          <p:cNvSpPr>
            <a:spLocks noGrp="1"/>
          </p:cNvSpPr>
          <p:nvPr/>
        </p:nvSpPr>
        <p:spPr>
          <a:xfrm>
            <a:off x="11707813" y="5238750"/>
            <a:ext cx="873125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FF06BA83-FE95-4AF6-A0B4-7C636340EE41}"/>
              </a:ext>
            </a:extLst>
          </p:cNvPr>
          <p:cNvSpPr>
            <a:spLocks noGrp="1"/>
          </p:cNvSpPr>
          <p:nvPr/>
        </p:nvSpPr>
        <p:spPr>
          <a:xfrm>
            <a:off x="12580937" y="5238750"/>
            <a:ext cx="873125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1D85543A-A707-4AF5-87CF-39E63086BB87}"/>
              </a:ext>
            </a:extLst>
          </p:cNvPr>
          <p:cNvSpPr>
            <a:spLocks noGrp="1"/>
          </p:cNvSpPr>
          <p:nvPr/>
        </p:nvSpPr>
        <p:spPr>
          <a:xfrm>
            <a:off x="12263438" y="5798344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10/12</a:t>
            </a:r>
          </a:p>
        </p:txBody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540A0EA8-6D8D-4AFD-BC4A-7CD6181DA6CD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2/3 &lt; 3/4 &lt; 5/6</a:t>
            </a:r>
          </a:p>
        </p:txBody>
      </p:sp>
    </p:spTree>
    <p:extLst>
      <p:ext uri="{BB962C8B-B14F-4D97-AF65-F5344CB8AC3E}">
        <p14:creationId xmlns:p14="http://schemas.microsoft.com/office/powerpoint/2010/main" val="1193155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3" grpId="0"/>
      <p:bldP spid="47" grpId="0"/>
      <p:bldP spid="4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object-1">
            <a:extLst>
              <a:ext uri="{FF2B5EF4-FFF2-40B4-BE49-F238E27FC236}">
                <a16:creationId xmlns:a16="http://schemas.microsoft.com/office/drawing/2014/main" id="{3B79E152-CDAC-4050-B47E-A059B417537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3440AED-7FF6-4E95-BF39-4D22935ED672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9E81367-14F8-4738-9D4B-C11CE7A590B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Order 5/3, 7/4, 11/6 from smallest to greatest.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9DC22725-FE06-44DF-8B71-80088E4E25ED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10A807AD-7B5B-4E57-B205-1E8F0170A13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Order fractions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C661AC2-C1CB-4812-A17E-79B0729E364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1261D04-C0C5-47FB-882A-7800DE13AC34}"/>
              </a:ext>
            </a:extLst>
          </p:cNvPr>
          <p:cNvSpPr>
            <a:spLocks noGrp="1"/>
          </p:cNvSpPr>
          <p:nvPr/>
        </p:nvSpPr>
        <p:spPr>
          <a:xfrm>
            <a:off x="833438" y="2857500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5/3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18843344-120B-4B45-8D8E-954888EE02DF}"/>
              </a:ext>
            </a:extLst>
          </p:cNvPr>
          <p:cNvSpPr>
            <a:spLocks noGrp="1"/>
          </p:cNvSpPr>
          <p:nvPr/>
        </p:nvSpPr>
        <p:spPr>
          <a:xfrm>
            <a:off x="2976563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0DD4AB5C-80D2-44C9-A50F-EE537AB580B5}"/>
              </a:ext>
            </a:extLst>
          </p:cNvPr>
          <p:cNvSpPr>
            <a:spLocks noGrp="1"/>
          </p:cNvSpPr>
          <p:nvPr/>
        </p:nvSpPr>
        <p:spPr>
          <a:xfrm>
            <a:off x="3413125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29468CDC-C5EE-490B-AE31-4AAF84CA2733}"/>
              </a:ext>
            </a:extLst>
          </p:cNvPr>
          <p:cNvSpPr>
            <a:spLocks noGrp="1"/>
          </p:cNvSpPr>
          <p:nvPr/>
        </p:nvSpPr>
        <p:spPr>
          <a:xfrm>
            <a:off x="3849687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F1FD2AF5-ED6F-4CEC-A5DF-B8B580047753}"/>
              </a:ext>
            </a:extLst>
          </p:cNvPr>
          <p:cNvSpPr>
            <a:spLocks noGrp="1"/>
          </p:cNvSpPr>
          <p:nvPr/>
        </p:nvSpPr>
        <p:spPr>
          <a:xfrm>
            <a:off x="4286250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080A866-6D7F-4A62-9DFD-E451449CECDD}"/>
              </a:ext>
            </a:extLst>
          </p:cNvPr>
          <p:cNvSpPr>
            <a:spLocks noGrp="1"/>
          </p:cNvSpPr>
          <p:nvPr/>
        </p:nvSpPr>
        <p:spPr>
          <a:xfrm>
            <a:off x="4722812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B3A1AB97-E6F7-45E8-A995-312B6F383039}"/>
              </a:ext>
            </a:extLst>
          </p:cNvPr>
          <p:cNvSpPr>
            <a:spLocks noGrp="1"/>
          </p:cNvSpPr>
          <p:nvPr/>
        </p:nvSpPr>
        <p:spPr>
          <a:xfrm>
            <a:off x="5159375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A61B1F5F-C564-48C4-93C8-890316A79D69}"/>
              </a:ext>
            </a:extLst>
          </p:cNvPr>
          <p:cNvSpPr>
            <a:spLocks noGrp="1"/>
          </p:cNvSpPr>
          <p:nvPr/>
        </p:nvSpPr>
        <p:spPr>
          <a:xfrm>
            <a:off x="5595938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A6E4D6FF-4EDD-414E-9419-A86EBEB3763E}"/>
              </a:ext>
            </a:extLst>
          </p:cNvPr>
          <p:cNvSpPr>
            <a:spLocks noGrp="1"/>
          </p:cNvSpPr>
          <p:nvPr/>
        </p:nvSpPr>
        <p:spPr>
          <a:xfrm>
            <a:off x="6032500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28738D0-5804-4998-9BF4-96F2EDCC9EDB}"/>
              </a:ext>
            </a:extLst>
          </p:cNvPr>
          <p:cNvSpPr>
            <a:spLocks noGrp="1"/>
          </p:cNvSpPr>
          <p:nvPr/>
        </p:nvSpPr>
        <p:spPr>
          <a:xfrm>
            <a:off x="6469062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9EAE922A-E4AA-4CD9-ABB6-CCAC197FAB84}"/>
              </a:ext>
            </a:extLst>
          </p:cNvPr>
          <p:cNvSpPr>
            <a:spLocks noGrp="1"/>
          </p:cNvSpPr>
          <p:nvPr/>
        </p:nvSpPr>
        <p:spPr>
          <a:xfrm>
            <a:off x="6905625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8120633E-EE24-4EFC-9AFC-CA00E2CAA213}"/>
              </a:ext>
            </a:extLst>
          </p:cNvPr>
          <p:cNvSpPr>
            <a:spLocks noGrp="1"/>
          </p:cNvSpPr>
          <p:nvPr/>
        </p:nvSpPr>
        <p:spPr>
          <a:xfrm>
            <a:off x="7342188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94846D42-5444-47F6-B92F-81C4535704BD}"/>
              </a:ext>
            </a:extLst>
          </p:cNvPr>
          <p:cNvSpPr>
            <a:spLocks noGrp="1"/>
          </p:cNvSpPr>
          <p:nvPr/>
        </p:nvSpPr>
        <p:spPr>
          <a:xfrm>
            <a:off x="7778750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B55BD4A0-9532-4B61-8F35-32E1AF725C41}"/>
              </a:ext>
            </a:extLst>
          </p:cNvPr>
          <p:cNvSpPr>
            <a:spLocks noGrp="1"/>
          </p:cNvSpPr>
          <p:nvPr/>
        </p:nvSpPr>
        <p:spPr>
          <a:xfrm>
            <a:off x="8215313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D13D7ED4-38DC-43DA-9639-CD1D9A0B350E}"/>
              </a:ext>
            </a:extLst>
          </p:cNvPr>
          <p:cNvSpPr>
            <a:spLocks noGrp="1"/>
          </p:cNvSpPr>
          <p:nvPr/>
        </p:nvSpPr>
        <p:spPr>
          <a:xfrm>
            <a:off x="8651875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28E2A076-A212-41D4-841D-37F876D8ABAE}"/>
              </a:ext>
            </a:extLst>
          </p:cNvPr>
          <p:cNvSpPr>
            <a:spLocks noGrp="1"/>
          </p:cNvSpPr>
          <p:nvPr/>
        </p:nvSpPr>
        <p:spPr>
          <a:xfrm>
            <a:off x="9088438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D702EDB-166F-4311-A427-A55623FA78A3}"/>
              </a:ext>
            </a:extLst>
          </p:cNvPr>
          <p:cNvSpPr>
            <a:spLocks noGrp="1"/>
          </p:cNvSpPr>
          <p:nvPr/>
        </p:nvSpPr>
        <p:spPr>
          <a:xfrm>
            <a:off x="9525000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9E69DA69-66C7-4E2C-BF81-ABB38492C1DE}"/>
              </a:ext>
            </a:extLst>
          </p:cNvPr>
          <p:cNvSpPr>
            <a:spLocks noGrp="1"/>
          </p:cNvSpPr>
          <p:nvPr/>
        </p:nvSpPr>
        <p:spPr>
          <a:xfrm>
            <a:off x="9961563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93F1F57-E3C6-4305-AE8E-76EF512EA5EA}"/>
              </a:ext>
            </a:extLst>
          </p:cNvPr>
          <p:cNvSpPr>
            <a:spLocks noGrp="1"/>
          </p:cNvSpPr>
          <p:nvPr/>
        </p:nvSpPr>
        <p:spPr>
          <a:xfrm>
            <a:off x="10398125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E5BE1D6B-7FC4-463C-AD4A-B2B7BDF55D9C}"/>
              </a:ext>
            </a:extLst>
          </p:cNvPr>
          <p:cNvSpPr>
            <a:spLocks noGrp="1"/>
          </p:cNvSpPr>
          <p:nvPr/>
        </p:nvSpPr>
        <p:spPr>
          <a:xfrm>
            <a:off x="10834688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762910D3-CE81-4442-99F2-9170AC893359}"/>
              </a:ext>
            </a:extLst>
          </p:cNvPr>
          <p:cNvSpPr>
            <a:spLocks noGrp="1"/>
          </p:cNvSpPr>
          <p:nvPr/>
        </p:nvSpPr>
        <p:spPr>
          <a:xfrm>
            <a:off x="11271250" y="285750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A8E3BBAA-1CB8-4E6E-828C-B95499720B69}"/>
              </a:ext>
            </a:extLst>
          </p:cNvPr>
          <p:cNvSpPr>
            <a:spLocks noGrp="1"/>
          </p:cNvSpPr>
          <p:nvPr/>
        </p:nvSpPr>
        <p:spPr>
          <a:xfrm>
            <a:off x="11707813" y="2857500"/>
            <a:ext cx="43656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AE78C6DE-9BE1-4C06-8614-4ED67B4030B6}"/>
              </a:ext>
            </a:extLst>
          </p:cNvPr>
          <p:cNvSpPr>
            <a:spLocks noGrp="1"/>
          </p:cNvSpPr>
          <p:nvPr/>
        </p:nvSpPr>
        <p:spPr>
          <a:xfrm>
            <a:off x="12144375" y="2857500"/>
            <a:ext cx="43656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93085E72-F047-496B-A756-3A64318AF75C}"/>
              </a:ext>
            </a:extLst>
          </p:cNvPr>
          <p:cNvSpPr>
            <a:spLocks noGrp="1"/>
          </p:cNvSpPr>
          <p:nvPr/>
        </p:nvSpPr>
        <p:spPr>
          <a:xfrm>
            <a:off x="12580937" y="2857500"/>
            <a:ext cx="43656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02BC0815-6541-45B1-9983-B2390A81F186}"/>
              </a:ext>
            </a:extLst>
          </p:cNvPr>
          <p:cNvSpPr>
            <a:spLocks noGrp="1"/>
          </p:cNvSpPr>
          <p:nvPr/>
        </p:nvSpPr>
        <p:spPr>
          <a:xfrm>
            <a:off x="13017500" y="2857500"/>
            <a:ext cx="43656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A53BC55B-67F0-43CC-A255-49514A8E9AAE}"/>
              </a:ext>
            </a:extLst>
          </p:cNvPr>
          <p:cNvSpPr>
            <a:spLocks noGrp="1"/>
          </p:cNvSpPr>
          <p:nvPr/>
        </p:nvSpPr>
        <p:spPr>
          <a:xfrm>
            <a:off x="12263438" y="3417094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20/12</a:t>
            </a:r>
          </a:p>
        </p:txBody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5B4323CD-DB21-4241-AF21-B14999D96378}"/>
              </a:ext>
            </a:extLst>
          </p:cNvPr>
          <p:cNvSpPr>
            <a:spLocks noGrp="1"/>
          </p:cNvSpPr>
          <p:nvPr/>
        </p:nvSpPr>
        <p:spPr>
          <a:xfrm>
            <a:off x="833438" y="4048125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7/4</a:t>
            </a:r>
          </a:p>
        </p:txBody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1A93EB11-D7EA-40AA-B0BE-7387FC5633C7}"/>
              </a:ext>
            </a:extLst>
          </p:cNvPr>
          <p:cNvSpPr>
            <a:spLocks noGrp="1"/>
          </p:cNvSpPr>
          <p:nvPr/>
        </p:nvSpPr>
        <p:spPr>
          <a:xfrm>
            <a:off x="2976563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0B9A6085-5954-4353-8F54-33408DB5B07B}"/>
              </a:ext>
            </a:extLst>
          </p:cNvPr>
          <p:cNvSpPr>
            <a:spLocks noGrp="1"/>
          </p:cNvSpPr>
          <p:nvPr/>
        </p:nvSpPr>
        <p:spPr>
          <a:xfrm>
            <a:off x="3413125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A560F910-72D4-421C-8E4C-A77349879992}"/>
              </a:ext>
            </a:extLst>
          </p:cNvPr>
          <p:cNvSpPr>
            <a:spLocks noGrp="1"/>
          </p:cNvSpPr>
          <p:nvPr/>
        </p:nvSpPr>
        <p:spPr>
          <a:xfrm>
            <a:off x="3849687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C07F1AA4-7621-4456-91EA-B27DFCF183B7}"/>
              </a:ext>
            </a:extLst>
          </p:cNvPr>
          <p:cNvSpPr>
            <a:spLocks noGrp="1"/>
          </p:cNvSpPr>
          <p:nvPr/>
        </p:nvSpPr>
        <p:spPr>
          <a:xfrm>
            <a:off x="4286250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FC9A655B-A217-4106-BA8F-0CCD25035727}"/>
              </a:ext>
            </a:extLst>
          </p:cNvPr>
          <p:cNvSpPr>
            <a:spLocks noGrp="1"/>
          </p:cNvSpPr>
          <p:nvPr/>
        </p:nvSpPr>
        <p:spPr>
          <a:xfrm>
            <a:off x="4722812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BD82C156-1B36-4D9D-BEEF-FE9689275E96}"/>
              </a:ext>
            </a:extLst>
          </p:cNvPr>
          <p:cNvSpPr>
            <a:spLocks noGrp="1"/>
          </p:cNvSpPr>
          <p:nvPr/>
        </p:nvSpPr>
        <p:spPr>
          <a:xfrm>
            <a:off x="5159375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E7A7A158-F473-4A7B-A98C-640C46F298AA}"/>
              </a:ext>
            </a:extLst>
          </p:cNvPr>
          <p:cNvSpPr>
            <a:spLocks noGrp="1"/>
          </p:cNvSpPr>
          <p:nvPr/>
        </p:nvSpPr>
        <p:spPr>
          <a:xfrm>
            <a:off x="5595938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C322BAC7-102E-4A31-9594-391CA0D4970D}"/>
              </a:ext>
            </a:extLst>
          </p:cNvPr>
          <p:cNvSpPr>
            <a:spLocks noGrp="1"/>
          </p:cNvSpPr>
          <p:nvPr/>
        </p:nvSpPr>
        <p:spPr>
          <a:xfrm>
            <a:off x="6032500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70764ABF-801E-4047-8D5F-56891890C90A}"/>
              </a:ext>
            </a:extLst>
          </p:cNvPr>
          <p:cNvSpPr>
            <a:spLocks noGrp="1"/>
          </p:cNvSpPr>
          <p:nvPr/>
        </p:nvSpPr>
        <p:spPr>
          <a:xfrm>
            <a:off x="6469062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164500AA-FAB2-4708-84A9-21041D319F71}"/>
              </a:ext>
            </a:extLst>
          </p:cNvPr>
          <p:cNvSpPr>
            <a:spLocks noGrp="1"/>
          </p:cNvSpPr>
          <p:nvPr/>
        </p:nvSpPr>
        <p:spPr>
          <a:xfrm>
            <a:off x="6905625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A60C4523-49C4-4171-B652-3D37F5FCBD2B}"/>
              </a:ext>
            </a:extLst>
          </p:cNvPr>
          <p:cNvSpPr>
            <a:spLocks noGrp="1"/>
          </p:cNvSpPr>
          <p:nvPr/>
        </p:nvSpPr>
        <p:spPr>
          <a:xfrm>
            <a:off x="7342188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DE64B941-EC7B-4217-BC40-2A391631EE1C}"/>
              </a:ext>
            </a:extLst>
          </p:cNvPr>
          <p:cNvSpPr>
            <a:spLocks noGrp="1"/>
          </p:cNvSpPr>
          <p:nvPr/>
        </p:nvSpPr>
        <p:spPr>
          <a:xfrm>
            <a:off x="7778750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3B2C62A8-5B77-48F0-93EC-170F525B2A9C}"/>
              </a:ext>
            </a:extLst>
          </p:cNvPr>
          <p:cNvSpPr>
            <a:spLocks noGrp="1"/>
          </p:cNvSpPr>
          <p:nvPr/>
        </p:nvSpPr>
        <p:spPr>
          <a:xfrm>
            <a:off x="8215313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E59CEDD5-3D94-4E77-BB0B-37D62198DDEA}"/>
              </a:ext>
            </a:extLst>
          </p:cNvPr>
          <p:cNvSpPr>
            <a:spLocks noGrp="1"/>
          </p:cNvSpPr>
          <p:nvPr/>
        </p:nvSpPr>
        <p:spPr>
          <a:xfrm>
            <a:off x="8651875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24B199B9-8002-4027-8B85-40F466B735E0}"/>
              </a:ext>
            </a:extLst>
          </p:cNvPr>
          <p:cNvSpPr>
            <a:spLocks noGrp="1"/>
          </p:cNvSpPr>
          <p:nvPr/>
        </p:nvSpPr>
        <p:spPr>
          <a:xfrm>
            <a:off x="9088438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2DA1540F-AB56-4A5E-927A-A6C24CA1EF3B}"/>
              </a:ext>
            </a:extLst>
          </p:cNvPr>
          <p:cNvSpPr>
            <a:spLocks noGrp="1"/>
          </p:cNvSpPr>
          <p:nvPr/>
        </p:nvSpPr>
        <p:spPr>
          <a:xfrm>
            <a:off x="9525000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02E4E0A9-2111-4D34-8052-FCC8476F724E}"/>
              </a:ext>
            </a:extLst>
          </p:cNvPr>
          <p:cNvSpPr>
            <a:spLocks noGrp="1"/>
          </p:cNvSpPr>
          <p:nvPr/>
        </p:nvSpPr>
        <p:spPr>
          <a:xfrm>
            <a:off x="9961563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B5F2398E-FF3C-4A3C-9D1B-BFA1519D0C12}"/>
              </a:ext>
            </a:extLst>
          </p:cNvPr>
          <p:cNvSpPr>
            <a:spLocks noGrp="1"/>
          </p:cNvSpPr>
          <p:nvPr/>
        </p:nvSpPr>
        <p:spPr>
          <a:xfrm>
            <a:off x="10398125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C5B8E549-20B1-440A-A31A-3CEB90454CC2}"/>
              </a:ext>
            </a:extLst>
          </p:cNvPr>
          <p:cNvSpPr>
            <a:spLocks noGrp="1"/>
          </p:cNvSpPr>
          <p:nvPr/>
        </p:nvSpPr>
        <p:spPr>
          <a:xfrm>
            <a:off x="10834688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5C6D5387-4BC4-48FD-B9EF-A75FF9847941}"/>
              </a:ext>
            </a:extLst>
          </p:cNvPr>
          <p:cNvSpPr>
            <a:spLocks noGrp="1"/>
          </p:cNvSpPr>
          <p:nvPr/>
        </p:nvSpPr>
        <p:spPr>
          <a:xfrm>
            <a:off x="11271250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087A2634-F4D5-45FF-A2A0-86413596967D}"/>
              </a:ext>
            </a:extLst>
          </p:cNvPr>
          <p:cNvSpPr>
            <a:spLocks noGrp="1"/>
          </p:cNvSpPr>
          <p:nvPr/>
        </p:nvSpPr>
        <p:spPr>
          <a:xfrm>
            <a:off x="11707813" y="4048125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898CDFB6-BE07-4EBA-8041-AF884FD3CFF1}"/>
              </a:ext>
            </a:extLst>
          </p:cNvPr>
          <p:cNvSpPr>
            <a:spLocks noGrp="1"/>
          </p:cNvSpPr>
          <p:nvPr/>
        </p:nvSpPr>
        <p:spPr>
          <a:xfrm>
            <a:off x="12144375" y="4048125"/>
            <a:ext cx="43656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FD43EA44-CAC1-43CA-9D6B-90B1397B9BC6}"/>
              </a:ext>
            </a:extLst>
          </p:cNvPr>
          <p:cNvSpPr>
            <a:spLocks noGrp="1"/>
          </p:cNvSpPr>
          <p:nvPr/>
        </p:nvSpPr>
        <p:spPr>
          <a:xfrm>
            <a:off x="12580937" y="4048125"/>
            <a:ext cx="43656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007D56C0-CE0D-4342-AAD6-5769FBAD960B}"/>
              </a:ext>
            </a:extLst>
          </p:cNvPr>
          <p:cNvSpPr>
            <a:spLocks noGrp="1"/>
          </p:cNvSpPr>
          <p:nvPr/>
        </p:nvSpPr>
        <p:spPr>
          <a:xfrm>
            <a:off x="13017500" y="4048125"/>
            <a:ext cx="43656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60E19EE2-FD6F-4212-BE27-D080BDC382C4}"/>
              </a:ext>
            </a:extLst>
          </p:cNvPr>
          <p:cNvSpPr>
            <a:spLocks noGrp="1"/>
          </p:cNvSpPr>
          <p:nvPr/>
        </p:nvSpPr>
        <p:spPr>
          <a:xfrm>
            <a:off x="12263438" y="4607719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21/12</a:t>
            </a:r>
          </a:p>
        </p:txBody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5B01E1DB-86E8-408E-8F8D-A42A3DDAE1E9}"/>
              </a:ext>
            </a:extLst>
          </p:cNvPr>
          <p:cNvSpPr>
            <a:spLocks noGrp="1"/>
          </p:cNvSpPr>
          <p:nvPr/>
        </p:nvSpPr>
        <p:spPr>
          <a:xfrm>
            <a:off x="833438" y="5238750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11/6</a:t>
            </a:r>
          </a:p>
        </p:txBody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EBFFE5E1-2204-4E77-8D11-DDC8D5644739}"/>
              </a:ext>
            </a:extLst>
          </p:cNvPr>
          <p:cNvSpPr>
            <a:spLocks noGrp="1"/>
          </p:cNvSpPr>
          <p:nvPr/>
        </p:nvSpPr>
        <p:spPr>
          <a:xfrm>
            <a:off x="2976563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A221FC43-5B57-4A9E-980C-FF9B59E0F03D}"/>
              </a:ext>
            </a:extLst>
          </p:cNvPr>
          <p:cNvSpPr>
            <a:spLocks noGrp="1"/>
          </p:cNvSpPr>
          <p:nvPr/>
        </p:nvSpPr>
        <p:spPr>
          <a:xfrm>
            <a:off x="3413125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9D44A115-BDAB-415B-9C5D-25E670480464}"/>
              </a:ext>
            </a:extLst>
          </p:cNvPr>
          <p:cNvSpPr>
            <a:spLocks noGrp="1"/>
          </p:cNvSpPr>
          <p:nvPr/>
        </p:nvSpPr>
        <p:spPr>
          <a:xfrm>
            <a:off x="3849687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2BF46A97-9B56-4A18-8D7B-0D3D13CA18B0}"/>
              </a:ext>
            </a:extLst>
          </p:cNvPr>
          <p:cNvSpPr>
            <a:spLocks noGrp="1"/>
          </p:cNvSpPr>
          <p:nvPr/>
        </p:nvSpPr>
        <p:spPr>
          <a:xfrm>
            <a:off x="4286250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4658C371-A1D0-4848-AB97-4828378DF60B}"/>
              </a:ext>
            </a:extLst>
          </p:cNvPr>
          <p:cNvSpPr>
            <a:spLocks noGrp="1"/>
          </p:cNvSpPr>
          <p:nvPr/>
        </p:nvSpPr>
        <p:spPr>
          <a:xfrm>
            <a:off x="4722812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9EC96B63-F02D-4DB3-A4E3-F062484630E3}"/>
              </a:ext>
            </a:extLst>
          </p:cNvPr>
          <p:cNvSpPr>
            <a:spLocks noGrp="1"/>
          </p:cNvSpPr>
          <p:nvPr/>
        </p:nvSpPr>
        <p:spPr>
          <a:xfrm>
            <a:off x="5159375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C2964040-63F6-4ECD-AB11-0771384DFBC6}"/>
              </a:ext>
            </a:extLst>
          </p:cNvPr>
          <p:cNvSpPr>
            <a:spLocks noGrp="1"/>
          </p:cNvSpPr>
          <p:nvPr/>
        </p:nvSpPr>
        <p:spPr>
          <a:xfrm>
            <a:off x="5595938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6A3276B6-64E0-4D56-B94B-4C86BB2B1E41}"/>
              </a:ext>
            </a:extLst>
          </p:cNvPr>
          <p:cNvSpPr>
            <a:spLocks noGrp="1"/>
          </p:cNvSpPr>
          <p:nvPr/>
        </p:nvSpPr>
        <p:spPr>
          <a:xfrm>
            <a:off x="6032500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2D3A5291-E06D-487E-9AFC-7D08E389314F}"/>
              </a:ext>
            </a:extLst>
          </p:cNvPr>
          <p:cNvSpPr>
            <a:spLocks noGrp="1"/>
          </p:cNvSpPr>
          <p:nvPr/>
        </p:nvSpPr>
        <p:spPr>
          <a:xfrm>
            <a:off x="6469062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4DD07926-7A7D-4B33-B727-A3F06C04213B}"/>
              </a:ext>
            </a:extLst>
          </p:cNvPr>
          <p:cNvSpPr>
            <a:spLocks noGrp="1"/>
          </p:cNvSpPr>
          <p:nvPr/>
        </p:nvSpPr>
        <p:spPr>
          <a:xfrm>
            <a:off x="6905625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68C3451C-F0EC-4735-83C9-E2130D3E6042}"/>
              </a:ext>
            </a:extLst>
          </p:cNvPr>
          <p:cNvSpPr>
            <a:spLocks noGrp="1"/>
          </p:cNvSpPr>
          <p:nvPr/>
        </p:nvSpPr>
        <p:spPr>
          <a:xfrm>
            <a:off x="7342188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D4EA9A44-CDD9-4985-A256-ED6F4B0FED6F}"/>
              </a:ext>
            </a:extLst>
          </p:cNvPr>
          <p:cNvSpPr>
            <a:spLocks noGrp="1"/>
          </p:cNvSpPr>
          <p:nvPr/>
        </p:nvSpPr>
        <p:spPr>
          <a:xfrm>
            <a:off x="7778750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61CC1A04-3545-4CBC-9CF7-1E84714CCA4E}"/>
              </a:ext>
            </a:extLst>
          </p:cNvPr>
          <p:cNvSpPr>
            <a:spLocks noGrp="1"/>
          </p:cNvSpPr>
          <p:nvPr/>
        </p:nvSpPr>
        <p:spPr>
          <a:xfrm>
            <a:off x="8215313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658BC3A1-1342-4481-9273-CDD566FF9B18}"/>
              </a:ext>
            </a:extLst>
          </p:cNvPr>
          <p:cNvSpPr>
            <a:spLocks noGrp="1"/>
          </p:cNvSpPr>
          <p:nvPr/>
        </p:nvSpPr>
        <p:spPr>
          <a:xfrm>
            <a:off x="8651875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9DAA3B15-6DE0-457B-BBA1-048444892EF4}"/>
              </a:ext>
            </a:extLst>
          </p:cNvPr>
          <p:cNvSpPr>
            <a:spLocks noGrp="1"/>
          </p:cNvSpPr>
          <p:nvPr/>
        </p:nvSpPr>
        <p:spPr>
          <a:xfrm>
            <a:off x="9088438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94B50FE5-3BC0-4D26-A333-7E8AB7E4C599}"/>
              </a:ext>
            </a:extLst>
          </p:cNvPr>
          <p:cNvSpPr>
            <a:spLocks noGrp="1"/>
          </p:cNvSpPr>
          <p:nvPr/>
        </p:nvSpPr>
        <p:spPr>
          <a:xfrm>
            <a:off x="9525000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089AE13A-927A-4E4E-A4F5-33B946D61CF8}"/>
              </a:ext>
            </a:extLst>
          </p:cNvPr>
          <p:cNvSpPr>
            <a:spLocks noGrp="1"/>
          </p:cNvSpPr>
          <p:nvPr/>
        </p:nvSpPr>
        <p:spPr>
          <a:xfrm>
            <a:off x="9961563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68433937-1972-446F-A026-210F47DC2E1D}"/>
              </a:ext>
            </a:extLst>
          </p:cNvPr>
          <p:cNvSpPr>
            <a:spLocks noGrp="1"/>
          </p:cNvSpPr>
          <p:nvPr/>
        </p:nvSpPr>
        <p:spPr>
          <a:xfrm>
            <a:off x="10398125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2D15FC29-FBA1-408E-BFBD-421D28CEAA42}"/>
              </a:ext>
            </a:extLst>
          </p:cNvPr>
          <p:cNvSpPr>
            <a:spLocks noGrp="1"/>
          </p:cNvSpPr>
          <p:nvPr/>
        </p:nvSpPr>
        <p:spPr>
          <a:xfrm>
            <a:off x="10834688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1C9C972E-08BD-4DF5-9D9C-D86C8A159FEB}"/>
              </a:ext>
            </a:extLst>
          </p:cNvPr>
          <p:cNvSpPr>
            <a:spLocks noGrp="1"/>
          </p:cNvSpPr>
          <p:nvPr/>
        </p:nvSpPr>
        <p:spPr>
          <a:xfrm>
            <a:off x="11271250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6BB386AC-9D87-4778-85CD-96C224D8BDB4}"/>
              </a:ext>
            </a:extLst>
          </p:cNvPr>
          <p:cNvSpPr>
            <a:spLocks noGrp="1"/>
          </p:cNvSpPr>
          <p:nvPr/>
        </p:nvSpPr>
        <p:spPr>
          <a:xfrm>
            <a:off x="11707813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1C01DA5F-602A-4B9B-BB40-83E39F87AF75}"/>
              </a:ext>
            </a:extLst>
          </p:cNvPr>
          <p:cNvSpPr>
            <a:spLocks noGrp="1"/>
          </p:cNvSpPr>
          <p:nvPr/>
        </p:nvSpPr>
        <p:spPr>
          <a:xfrm>
            <a:off x="12144375" y="5238750"/>
            <a:ext cx="43656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2EC3C3EF-8A42-40A9-9C31-6ABFA1822E29}"/>
              </a:ext>
            </a:extLst>
          </p:cNvPr>
          <p:cNvSpPr>
            <a:spLocks noGrp="1"/>
          </p:cNvSpPr>
          <p:nvPr/>
        </p:nvSpPr>
        <p:spPr>
          <a:xfrm>
            <a:off x="12580937" y="5238750"/>
            <a:ext cx="43656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81400E64-0633-4E88-840B-9FBD1095CC61}"/>
              </a:ext>
            </a:extLst>
          </p:cNvPr>
          <p:cNvSpPr>
            <a:spLocks noGrp="1"/>
          </p:cNvSpPr>
          <p:nvPr/>
        </p:nvSpPr>
        <p:spPr>
          <a:xfrm>
            <a:off x="13017500" y="5238750"/>
            <a:ext cx="43656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AF5BCA16-B702-4A39-A5B6-F287FF362609}"/>
              </a:ext>
            </a:extLst>
          </p:cNvPr>
          <p:cNvSpPr>
            <a:spLocks noGrp="1"/>
          </p:cNvSpPr>
          <p:nvPr/>
        </p:nvSpPr>
        <p:spPr>
          <a:xfrm>
            <a:off x="12263438" y="5798344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22/12</a:t>
            </a:r>
          </a:p>
        </p:txBody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66294FF4-797A-4DEC-8808-F56C39167F57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5/3 &lt; 7/4 &lt; 11/6</a:t>
            </a:r>
          </a:p>
        </p:txBody>
      </p:sp>
    </p:spTree>
    <p:extLst>
      <p:ext uri="{BB962C8B-B14F-4D97-AF65-F5344CB8AC3E}">
        <p14:creationId xmlns:p14="http://schemas.microsoft.com/office/powerpoint/2010/main" val="7725986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58" grpId="0"/>
      <p:bldP spid="84" grpId="0"/>
      <p:bldP spid="8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object-1">
            <a:extLst>
              <a:ext uri="{FF2B5EF4-FFF2-40B4-BE49-F238E27FC236}">
                <a16:creationId xmlns:a16="http://schemas.microsoft.com/office/drawing/2014/main" id="{B12CDC77-14E5-4BCC-BA34-07C7A7E3668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F9563937-019D-4FEE-9C63-3D73F1E2B7AD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Order 8/3, 11/4, 17/6 from smallest to greatest.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5AD791BB-2DAE-480B-9C19-3E410A7A6B52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855EDF2-7954-4C4B-9940-050C2B7681D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Order fractions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E302936-A0CC-4585-BAEF-D2BA7BAB3009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238E9F8-33D3-45A5-BBBC-B0254D52A1D7}"/>
              </a:ext>
            </a:extLst>
          </p:cNvPr>
          <p:cNvSpPr>
            <a:spLocks noGrp="1"/>
          </p:cNvSpPr>
          <p:nvPr/>
        </p:nvSpPr>
        <p:spPr>
          <a:xfrm>
            <a:off x="833438" y="2857500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8/3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ADB5FA9-A323-4952-92BE-C01B1BE51843}"/>
              </a:ext>
            </a:extLst>
          </p:cNvPr>
          <p:cNvSpPr>
            <a:spLocks noGrp="1"/>
          </p:cNvSpPr>
          <p:nvPr/>
        </p:nvSpPr>
        <p:spPr>
          <a:xfrm>
            <a:off x="2976563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27E76CF-2D5C-4180-9598-C467D456F619}"/>
              </a:ext>
            </a:extLst>
          </p:cNvPr>
          <p:cNvSpPr>
            <a:spLocks noGrp="1"/>
          </p:cNvSpPr>
          <p:nvPr/>
        </p:nvSpPr>
        <p:spPr>
          <a:xfrm>
            <a:off x="3267604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9E8ACE61-F635-4165-8A0A-38E05325E1BE}"/>
              </a:ext>
            </a:extLst>
          </p:cNvPr>
          <p:cNvSpPr>
            <a:spLocks noGrp="1"/>
          </p:cNvSpPr>
          <p:nvPr/>
        </p:nvSpPr>
        <p:spPr>
          <a:xfrm>
            <a:off x="3558646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13E0227-F934-4301-AB4D-26DD6C132CC5}"/>
              </a:ext>
            </a:extLst>
          </p:cNvPr>
          <p:cNvSpPr>
            <a:spLocks noGrp="1"/>
          </p:cNvSpPr>
          <p:nvPr/>
        </p:nvSpPr>
        <p:spPr>
          <a:xfrm>
            <a:off x="3849687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77787275-B023-49CB-A690-FCF6E0C6B591}"/>
              </a:ext>
            </a:extLst>
          </p:cNvPr>
          <p:cNvSpPr>
            <a:spLocks noGrp="1"/>
          </p:cNvSpPr>
          <p:nvPr/>
        </p:nvSpPr>
        <p:spPr>
          <a:xfrm>
            <a:off x="4140729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F21D6726-4327-4655-9308-445EBE0C9875}"/>
              </a:ext>
            </a:extLst>
          </p:cNvPr>
          <p:cNvSpPr>
            <a:spLocks noGrp="1"/>
          </p:cNvSpPr>
          <p:nvPr/>
        </p:nvSpPr>
        <p:spPr>
          <a:xfrm>
            <a:off x="4431771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653E818-4783-461A-861F-F4A4771C2C56}"/>
              </a:ext>
            </a:extLst>
          </p:cNvPr>
          <p:cNvSpPr>
            <a:spLocks noGrp="1"/>
          </p:cNvSpPr>
          <p:nvPr/>
        </p:nvSpPr>
        <p:spPr>
          <a:xfrm>
            <a:off x="4722812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ABB6DFB-E913-4C1E-B462-89490EE89964}"/>
              </a:ext>
            </a:extLst>
          </p:cNvPr>
          <p:cNvSpPr>
            <a:spLocks noGrp="1"/>
          </p:cNvSpPr>
          <p:nvPr/>
        </p:nvSpPr>
        <p:spPr>
          <a:xfrm>
            <a:off x="5013854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2CEF377-DD3B-4433-819D-3D65A8288F28}"/>
              </a:ext>
            </a:extLst>
          </p:cNvPr>
          <p:cNvSpPr>
            <a:spLocks noGrp="1"/>
          </p:cNvSpPr>
          <p:nvPr/>
        </p:nvSpPr>
        <p:spPr>
          <a:xfrm>
            <a:off x="5304896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A9E24A44-0DD0-4BC1-8E0F-47CC4C9DF5E6}"/>
              </a:ext>
            </a:extLst>
          </p:cNvPr>
          <p:cNvSpPr>
            <a:spLocks noGrp="1"/>
          </p:cNvSpPr>
          <p:nvPr/>
        </p:nvSpPr>
        <p:spPr>
          <a:xfrm>
            <a:off x="5595938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72AA8AAF-4136-4454-BC3D-F4C3170E18ED}"/>
              </a:ext>
            </a:extLst>
          </p:cNvPr>
          <p:cNvSpPr>
            <a:spLocks noGrp="1"/>
          </p:cNvSpPr>
          <p:nvPr/>
        </p:nvSpPr>
        <p:spPr>
          <a:xfrm>
            <a:off x="5886979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E92ECDC0-7271-495F-AE80-86979D875FA7}"/>
              </a:ext>
            </a:extLst>
          </p:cNvPr>
          <p:cNvSpPr>
            <a:spLocks noGrp="1"/>
          </p:cNvSpPr>
          <p:nvPr/>
        </p:nvSpPr>
        <p:spPr>
          <a:xfrm>
            <a:off x="6178021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749373A4-07FA-4900-9D6D-6CD2E5807FBB}"/>
              </a:ext>
            </a:extLst>
          </p:cNvPr>
          <p:cNvSpPr>
            <a:spLocks noGrp="1"/>
          </p:cNvSpPr>
          <p:nvPr/>
        </p:nvSpPr>
        <p:spPr>
          <a:xfrm>
            <a:off x="6469062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E3CDA869-F70D-4735-91A5-64AC2871AC61}"/>
              </a:ext>
            </a:extLst>
          </p:cNvPr>
          <p:cNvSpPr>
            <a:spLocks noGrp="1"/>
          </p:cNvSpPr>
          <p:nvPr/>
        </p:nvSpPr>
        <p:spPr>
          <a:xfrm>
            <a:off x="6760104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F8795F5-D929-4D65-BD5F-8CF69235E1B4}"/>
              </a:ext>
            </a:extLst>
          </p:cNvPr>
          <p:cNvSpPr>
            <a:spLocks noGrp="1"/>
          </p:cNvSpPr>
          <p:nvPr/>
        </p:nvSpPr>
        <p:spPr>
          <a:xfrm>
            <a:off x="7051146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958C572-A911-496E-B360-5F100C6F054B}"/>
              </a:ext>
            </a:extLst>
          </p:cNvPr>
          <p:cNvSpPr>
            <a:spLocks noGrp="1"/>
          </p:cNvSpPr>
          <p:nvPr/>
        </p:nvSpPr>
        <p:spPr>
          <a:xfrm>
            <a:off x="7342188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1DA4AF5E-8B80-4A6B-A326-D9D47465D50A}"/>
              </a:ext>
            </a:extLst>
          </p:cNvPr>
          <p:cNvSpPr>
            <a:spLocks noGrp="1"/>
          </p:cNvSpPr>
          <p:nvPr/>
        </p:nvSpPr>
        <p:spPr>
          <a:xfrm>
            <a:off x="7633229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E1D00DCA-6BC2-4B58-B369-54584C4BB2B5}"/>
              </a:ext>
            </a:extLst>
          </p:cNvPr>
          <p:cNvSpPr>
            <a:spLocks noGrp="1"/>
          </p:cNvSpPr>
          <p:nvPr/>
        </p:nvSpPr>
        <p:spPr>
          <a:xfrm>
            <a:off x="7924271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B33EBFF5-E69D-45D1-9C18-0306077EE066}"/>
              </a:ext>
            </a:extLst>
          </p:cNvPr>
          <p:cNvSpPr>
            <a:spLocks noGrp="1"/>
          </p:cNvSpPr>
          <p:nvPr/>
        </p:nvSpPr>
        <p:spPr>
          <a:xfrm>
            <a:off x="8215313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CA0D28E3-AF31-4F78-A4B1-15A3471C37FF}"/>
              </a:ext>
            </a:extLst>
          </p:cNvPr>
          <p:cNvSpPr>
            <a:spLocks noGrp="1"/>
          </p:cNvSpPr>
          <p:nvPr/>
        </p:nvSpPr>
        <p:spPr>
          <a:xfrm>
            <a:off x="8506354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7A645690-7530-4114-B7FB-19695343C4EA}"/>
              </a:ext>
            </a:extLst>
          </p:cNvPr>
          <p:cNvSpPr>
            <a:spLocks noGrp="1"/>
          </p:cNvSpPr>
          <p:nvPr/>
        </p:nvSpPr>
        <p:spPr>
          <a:xfrm>
            <a:off x="8797396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D9E20333-E573-43D1-80EE-FB3260FB126A}"/>
              </a:ext>
            </a:extLst>
          </p:cNvPr>
          <p:cNvSpPr>
            <a:spLocks noGrp="1"/>
          </p:cNvSpPr>
          <p:nvPr/>
        </p:nvSpPr>
        <p:spPr>
          <a:xfrm>
            <a:off x="9088438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A394FEDB-B842-47B7-A929-287F3B328D72}"/>
              </a:ext>
            </a:extLst>
          </p:cNvPr>
          <p:cNvSpPr>
            <a:spLocks noGrp="1"/>
          </p:cNvSpPr>
          <p:nvPr/>
        </p:nvSpPr>
        <p:spPr>
          <a:xfrm>
            <a:off x="9379479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90934C0B-5CF4-41ED-97AD-7EED4259DFEE}"/>
              </a:ext>
            </a:extLst>
          </p:cNvPr>
          <p:cNvSpPr>
            <a:spLocks noGrp="1"/>
          </p:cNvSpPr>
          <p:nvPr/>
        </p:nvSpPr>
        <p:spPr>
          <a:xfrm>
            <a:off x="9670521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0410703F-9601-4226-9EDD-6C2277630758}"/>
              </a:ext>
            </a:extLst>
          </p:cNvPr>
          <p:cNvSpPr>
            <a:spLocks noGrp="1"/>
          </p:cNvSpPr>
          <p:nvPr/>
        </p:nvSpPr>
        <p:spPr>
          <a:xfrm>
            <a:off x="9961563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D95F4E4D-D640-45FD-8F06-8DCB6617DD2C}"/>
              </a:ext>
            </a:extLst>
          </p:cNvPr>
          <p:cNvSpPr>
            <a:spLocks noGrp="1"/>
          </p:cNvSpPr>
          <p:nvPr/>
        </p:nvSpPr>
        <p:spPr>
          <a:xfrm>
            <a:off x="10252604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CED7DAC6-7EC8-47C9-9830-C8CFAB92BD75}"/>
              </a:ext>
            </a:extLst>
          </p:cNvPr>
          <p:cNvSpPr>
            <a:spLocks noGrp="1"/>
          </p:cNvSpPr>
          <p:nvPr/>
        </p:nvSpPr>
        <p:spPr>
          <a:xfrm>
            <a:off x="10543646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6791765A-42E1-49CE-A08A-16CFCE68B4B4}"/>
              </a:ext>
            </a:extLst>
          </p:cNvPr>
          <p:cNvSpPr>
            <a:spLocks noGrp="1"/>
          </p:cNvSpPr>
          <p:nvPr/>
        </p:nvSpPr>
        <p:spPr>
          <a:xfrm>
            <a:off x="10834688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26C7FDA3-AB11-4E7B-BE07-94ABAB4C83AB}"/>
              </a:ext>
            </a:extLst>
          </p:cNvPr>
          <p:cNvSpPr>
            <a:spLocks noGrp="1"/>
          </p:cNvSpPr>
          <p:nvPr/>
        </p:nvSpPr>
        <p:spPr>
          <a:xfrm>
            <a:off x="11125729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BA7AB55E-BFCF-4457-9E55-AEC5BA261BBE}"/>
              </a:ext>
            </a:extLst>
          </p:cNvPr>
          <p:cNvSpPr>
            <a:spLocks noGrp="1"/>
          </p:cNvSpPr>
          <p:nvPr/>
        </p:nvSpPr>
        <p:spPr>
          <a:xfrm>
            <a:off x="11416771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FBDD39D9-0C99-4ECD-AFA0-3AA8540DED77}"/>
              </a:ext>
            </a:extLst>
          </p:cNvPr>
          <p:cNvSpPr>
            <a:spLocks noGrp="1"/>
          </p:cNvSpPr>
          <p:nvPr/>
        </p:nvSpPr>
        <p:spPr>
          <a:xfrm>
            <a:off x="11707813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0245AD48-004A-4D4F-9131-4B5097F4E9C4}"/>
              </a:ext>
            </a:extLst>
          </p:cNvPr>
          <p:cNvSpPr>
            <a:spLocks noGrp="1"/>
          </p:cNvSpPr>
          <p:nvPr/>
        </p:nvSpPr>
        <p:spPr>
          <a:xfrm>
            <a:off x="11998854" y="285750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3EE9CB97-F809-4295-B398-C1E1A3BD0E51}"/>
              </a:ext>
            </a:extLst>
          </p:cNvPr>
          <p:cNvSpPr>
            <a:spLocks noGrp="1"/>
          </p:cNvSpPr>
          <p:nvPr/>
        </p:nvSpPr>
        <p:spPr>
          <a:xfrm>
            <a:off x="12289896" y="2857500"/>
            <a:ext cx="29104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0FB17B4F-6111-4C15-93C4-188FAD732582}"/>
              </a:ext>
            </a:extLst>
          </p:cNvPr>
          <p:cNvSpPr>
            <a:spLocks noGrp="1"/>
          </p:cNvSpPr>
          <p:nvPr/>
        </p:nvSpPr>
        <p:spPr>
          <a:xfrm>
            <a:off x="12580937" y="2857500"/>
            <a:ext cx="29104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4E601629-16D1-48A6-88AB-AC07590F4B4A}"/>
              </a:ext>
            </a:extLst>
          </p:cNvPr>
          <p:cNvSpPr>
            <a:spLocks noGrp="1"/>
          </p:cNvSpPr>
          <p:nvPr/>
        </p:nvSpPr>
        <p:spPr>
          <a:xfrm>
            <a:off x="12871979" y="2857500"/>
            <a:ext cx="29104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714B7523-1E8A-4B55-83AC-1CD94C04ED0B}"/>
              </a:ext>
            </a:extLst>
          </p:cNvPr>
          <p:cNvSpPr>
            <a:spLocks noGrp="1"/>
          </p:cNvSpPr>
          <p:nvPr/>
        </p:nvSpPr>
        <p:spPr>
          <a:xfrm>
            <a:off x="13163021" y="2857500"/>
            <a:ext cx="29104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79615A49-36A4-4C05-994B-2BB7DDF9D123}"/>
              </a:ext>
            </a:extLst>
          </p:cNvPr>
          <p:cNvSpPr>
            <a:spLocks noGrp="1"/>
          </p:cNvSpPr>
          <p:nvPr/>
        </p:nvSpPr>
        <p:spPr>
          <a:xfrm>
            <a:off x="12263438" y="3417094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32/12</a:t>
            </a:r>
          </a:p>
        </p:txBody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8E18A0F9-1A5C-4AFF-B037-D00E3F234CA3}"/>
              </a:ext>
            </a:extLst>
          </p:cNvPr>
          <p:cNvSpPr>
            <a:spLocks noGrp="1"/>
          </p:cNvSpPr>
          <p:nvPr/>
        </p:nvSpPr>
        <p:spPr>
          <a:xfrm>
            <a:off x="833438" y="4048125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11/4</a:t>
            </a:r>
          </a:p>
        </p:txBody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FD629F3D-4EC9-428E-8836-802960C94C29}"/>
              </a:ext>
            </a:extLst>
          </p:cNvPr>
          <p:cNvSpPr>
            <a:spLocks noGrp="1"/>
          </p:cNvSpPr>
          <p:nvPr/>
        </p:nvSpPr>
        <p:spPr>
          <a:xfrm>
            <a:off x="2976563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13F7C7E4-B186-4022-A825-8FD61403F58B}"/>
              </a:ext>
            </a:extLst>
          </p:cNvPr>
          <p:cNvSpPr>
            <a:spLocks noGrp="1"/>
          </p:cNvSpPr>
          <p:nvPr/>
        </p:nvSpPr>
        <p:spPr>
          <a:xfrm>
            <a:off x="3267604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1402FFE4-9E0D-4EEC-8508-0590B03ABAED}"/>
              </a:ext>
            </a:extLst>
          </p:cNvPr>
          <p:cNvSpPr>
            <a:spLocks noGrp="1"/>
          </p:cNvSpPr>
          <p:nvPr/>
        </p:nvSpPr>
        <p:spPr>
          <a:xfrm>
            <a:off x="3558646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B1726A1E-818E-424F-95CB-D4C99F45FBB9}"/>
              </a:ext>
            </a:extLst>
          </p:cNvPr>
          <p:cNvSpPr>
            <a:spLocks noGrp="1"/>
          </p:cNvSpPr>
          <p:nvPr/>
        </p:nvSpPr>
        <p:spPr>
          <a:xfrm>
            <a:off x="3849687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AA83A16A-B9EE-4BC7-91D9-07316ED63ECB}"/>
              </a:ext>
            </a:extLst>
          </p:cNvPr>
          <p:cNvSpPr>
            <a:spLocks noGrp="1"/>
          </p:cNvSpPr>
          <p:nvPr/>
        </p:nvSpPr>
        <p:spPr>
          <a:xfrm>
            <a:off x="4140729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6872B411-B679-4EC1-BC06-E4894BFEFEC7}"/>
              </a:ext>
            </a:extLst>
          </p:cNvPr>
          <p:cNvSpPr>
            <a:spLocks noGrp="1"/>
          </p:cNvSpPr>
          <p:nvPr/>
        </p:nvSpPr>
        <p:spPr>
          <a:xfrm>
            <a:off x="4431771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12515055-BE07-4CFA-8D4B-7589802A9001}"/>
              </a:ext>
            </a:extLst>
          </p:cNvPr>
          <p:cNvSpPr>
            <a:spLocks noGrp="1"/>
          </p:cNvSpPr>
          <p:nvPr/>
        </p:nvSpPr>
        <p:spPr>
          <a:xfrm>
            <a:off x="4722812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BF3BBA02-B3DF-4826-98B4-6E0F021AA491}"/>
              </a:ext>
            </a:extLst>
          </p:cNvPr>
          <p:cNvSpPr>
            <a:spLocks noGrp="1"/>
          </p:cNvSpPr>
          <p:nvPr/>
        </p:nvSpPr>
        <p:spPr>
          <a:xfrm>
            <a:off x="5013854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3E6D9196-D6C1-4EC4-BF57-EF24C8DFE3B9}"/>
              </a:ext>
            </a:extLst>
          </p:cNvPr>
          <p:cNvSpPr>
            <a:spLocks noGrp="1"/>
          </p:cNvSpPr>
          <p:nvPr/>
        </p:nvSpPr>
        <p:spPr>
          <a:xfrm>
            <a:off x="5304896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0E787B86-F9A0-44AD-AE9A-73716AD74D9A}"/>
              </a:ext>
            </a:extLst>
          </p:cNvPr>
          <p:cNvSpPr>
            <a:spLocks noGrp="1"/>
          </p:cNvSpPr>
          <p:nvPr/>
        </p:nvSpPr>
        <p:spPr>
          <a:xfrm>
            <a:off x="5595938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1CF850F1-AEED-4DCD-8052-E46854CB6ECE}"/>
              </a:ext>
            </a:extLst>
          </p:cNvPr>
          <p:cNvSpPr>
            <a:spLocks noGrp="1"/>
          </p:cNvSpPr>
          <p:nvPr/>
        </p:nvSpPr>
        <p:spPr>
          <a:xfrm>
            <a:off x="5886979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B6D994D8-4D17-46A0-8F33-F314A0264BD9}"/>
              </a:ext>
            </a:extLst>
          </p:cNvPr>
          <p:cNvSpPr>
            <a:spLocks noGrp="1"/>
          </p:cNvSpPr>
          <p:nvPr/>
        </p:nvSpPr>
        <p:spPr>
          <a:xfrm>
            <a:off x="6178021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A1111D73-5AB8-4C8A-AA2A-E97E37F25B52}"/>
              </a:ext>
            </a:extLst>
          </p:cNvPr>
          <p:cNvSpPr>
            <a:spLocks noGrp="1"/>
          </p:cNvSpPr>
          <p:nvPr/>
        </p:nvSpPr>
        <p:spPr>
          <a:xfrm>
            <a:off x="6469062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4BD1F18A-EE67-434F-81E2-446E3AC5FACD}"/>
              </a:ext>
            </a:extLst>
          </p:cNvPr>
          <p:cNvSpPr>
            <a:spLocks noGrp="1"/>
          </p:cNvSpPr>
          <p:nvPr/>
        </p:nvSpPr>
        <p:spPr>
          <a:xfrm>
            <a:off x="6760104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ADD07F53-3FA9-4875-9047-D48894F5BB31}"/>
              </a:ext>
            </a:extLst>
          </p:cNvPr>
          <p:cNvSpPr>
            <a:spLocks noGrp="1"/>
          </p:cNvSpPr>
          <p:nvPr/>
        </p:nvSpPr>
        <p:spPr>
          <a:xfrm>
            <a:off x="7051146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2F1459C4-4BF0-4A4C-8C1F-DC6A1D237165}"/>
              </a:ext>
            </a:extLst>
          </p:cNvPr>
          <p:cNvSpPr>
            <a:spLocks noGrp="1"/>
          </p:cNvSpPr>
          <p:nvPr/>
        </p:nvSpPr>
        <p:spPr>
          <a:xfrm>
            <a:off x="7342188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95C882D9-70A8-42A6-B755-0A4DBEB13C87}"/>
              </a:ext>
            </a:extLst>
          </p:cNvPr>
          <p:cNvSpPr>
            <a:spLocks noGrp="1"/>
          </p:cNvSpPr>
          <p:nvPr/>
        </p:nvSpPr>
        <p:spPr>
          <a:xfrm>
            <a:off x="7633229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AE2AE796-70D8-4B34-B8C3-5DCD6DFDBD17}"/>
              </a:ext>
            </a:extLst>
          </p:cNvPr>
          <p:cNvSpPr>
            <a:spLocks noGrp="1"/>
          </p:cNvSpPr>
          <p:nvPr/>
        </p:nvSpPr>
        <p:spPr>
          <a:xfrm>
            <a:off x="7924271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97DFFB7E-8312-4E76-BDD0-51B9CF4CBF65}"/>
              </a:ext>
            </a:extLst>
          </p:cNvPr>
          <p:cNvSpPr>
            <a:spLocks noGrp="1"/>
          </p:cNvSpPr>
          <p:nvPr/>
        </p:nvSpPr>
        <p:spPr>
          <a:xfrm>
            <a:off x="8215313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3F9FD8F5-8DC3-424C-83BD-BA1B1AD73A38}"/>
              </a:ext>
            </a:extLst>
          </p:cNvPr>
          <p:cNvSpPr>
            <a:spLocks noGrp="1"/>
          </p:cNvSpPr>
          <p:nvPr/>
        </p:nvSpPr>
        <p:spPr>
          <a:xfrm>
            <a:off x="8506354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0E4EB207-5D80-4856-AD47-5F920F76B076}"/>
              </a:ext>
            </a:extLst>
          </p:cNvPr>
          <p:cNvSpPr>
            <a:spLocks noGrp="1"/>
          </p:cNvSpPr>
          <p:nvPr/>
        </p:nvSpPr>
        <p:spPr>
          <a:xfrm>
            <a:off x="8797396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1EB2DAC2-1347-4601-B22A-C5F2B9EBCCB3}"/>
              </a:ext>
            </a:extLst>
          </p:cNvPr>
          <p:cNvSpPr>
            <a:spLocks noGrp="1"/>
          </p:cNvSpPr>
          <p:nvPr/>
        </p:nvSpPr>
        <p:spPr>
          <a:xfrm>
            <a:off x="9088438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DFE377EC-E523-4422-AAC3-5AB785CF36B8}"/>
              </a:ext>
            </a:extLst>
          </p:cNvPr>
          <p:cNvSpPr>
            <a:spLocks noGrp="1"/>
          </p:cNvSpPr>
          <p:nvPr/>
        </p:nvSpPr>
        <p:spPr>
          <a:xfrm>
            <a:off x="9379479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9CB95715-B8B7-4FC9-B96F-CDBD010596C1}"/>
              </a:ext>
            </a:extLst>
          </p:cNvPr>
          <p:cNvSpPr>
            <a:spLocks noGrp="1"/>
          </p:cNvSpPr>
          <p:nvPr/>
        </p:nvSpPr>
        <p:spPr>
          <a:xfrm>
            <a:off x="9670521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34E7E3D8-316E-4D22-964F-E7E14308901D}"/>
              </a:ext>
            </a:extLst>
          </p:cNvPr>
          <p:cNvSpPr>
            <a:spLocks noGrp="1"/>
          </p:cNvSpPr>
          <p:nvPr/>
        </p:nvSpPr>
        <p:spPr>
          <a:xfrm>
            <a:off x="9961563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6EDE8DCD-898A-4927-9FE4-DCEC14661FA0}"/>
              </a:ext>
            </a:extLst>
          </p:cNvPr>
          <p:cNvSpPr>
            <a:spLocks noGrp="1"/>
          </p:cNvSpPr>
          <p:nvPr/>
        </p:nvSpPr>
        <p:spPr>
          <a:xfrm>
            <a:off x="10252604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37BC1554-3B51-4949-AD8C-BB39A9F2E105}"/>
              </a:ext>
            </a:extLst>
          </p:cNvPr>
          <p:cNvSpPr>
            <a:spLocks noGrp="1"/>
          </p:cNvSpPr>
          <p:nvPr/>
        </p:nvSpPr>
        <p:spPr>
          <a:xfrm>
            <a:off x="10543646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B4B05380-9F90-46BC-B3C0-36BBF9DFCDC9}"/>
              </a:ext>
            </a:extLst>
          </p:cNvPr>
          <p:cNvSpPr>
            <a:spLocks noGrp="1"/>
          </p:cNvSpPr>
          <p:nvPr/>
        </p:nvSpPr>
        <p:spPr>
          <a:xfrm>
            <a:off x="10834688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E0C96D64-5E71-4875-84C3-DC748286CF64}"/>
              </a:ext>
            </a:extLst>
          </p:cNvPr>
          <p:cNvSpPr>
            <a:spLocks noGrp="1"/>
          </p:cNvSpPr>
          <p:nvPr/>
        </p:nvSpPr>
        <p:spPr>
          <a:xfrm>
            <a:off x="11125729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48D85295-A946-4270-8F02-34E002708A9F}"/>
              </a:ext>
            </a:extLst>
          </p:cNvPr>
          <p:cNvSpPr>
            <a:spLocks noGrp="1"/>
          </p:cNvSpPr>
          <p:nvPr/>
        </p:nvSpPr>
        <p:spPr>
          <a:xfrm>
            <a:off x="11416771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236EF2E7-B9DE-4EFC-BCB5-6480DFEFC0A2}"/>
              </a:ext>
            </a:extLst>
          </p:cNvPr>
          <p:cNvSpPr>
            <a:spLocks noGrp="1"/>
          </p:cNvSpPr>
          <p:nvPr/>
        </p:nvSpPr>
        <p:spPr>
          <a:xfrm>
            <a:off x="11707813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84803F8A-6851-4FD8-A4A4-EBFD1755A6F0}"/>
              </a:ext>
            </a:extLst>
          </p:cNvPr>
          <p:cNvSpPr>
            <a:spLocks noGrp="1"/>
          </p:cNvSpPr>
          <p:nvPr/>
        </p:nvSpPr>
        <p:spPr>
          <a:xfrm>
            <a:off x="11998854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D472F29C-E669-4A3D-BA0B-D8515065E84E}"/>
              </a:ext>
            </a:extLst>
          </p:cNvPr>
          <p:cNvSpPr>
            <a:spLocks noGrp="1"/>
          </p:cNvSpPr>
          <p:nvPr/>
        </p:nvSpPr>
        <p:spPr>
          <a:xfrm>
            <a:off x="12289896" y="4048125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2937AD8D-5B77-4E38-9E34-3A8F2FAD40E2}"/>
              </a:ext>
            </a:extLst>
          </p:cNvPr>
          <p:cNvSpPr>
            <a:spLocks noGrp="1"/>
          </p:cNvSpPr>
          <p:nvPr/>
        </p:nvSpPr>
        <p:spPr>
          <a:xfrm>
            <a:off x="12580937" y="4048125"/>
            <a:ext cx="29104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60EDED07-53A1-40FE-8CDC-9F73AC563F10}"/>
              </a:ext>
            </a:extLst>
          </p:cNvPr>
          <p:cNvSpPr>
            <a:spLocks noGrp="1"/>
          </p:cNvSpPr>
          <p:nvPr/>
        </p:nvSpPr>
        <p:spPr>
          <a:xfrm>
            <a:off x="12871979" y="4048125"/>
            <a:ext cx="29104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79A51B78-397A-4E19-8B05-00BD0CDE169D}"/>
              </a:ext>
            </a:extLst>
          </p:cNvPr>
          <p:cNvSpPr>
            <a:spLocks noGrp="1"/>
          </p:cNvSpPr>
          <p:nvPr/>
        </p:nvSpPr>
        <p:spPr>
          <a:xfrm>
            <a:off x="13163021" y="4048125"/>
            <a:ext cx="29104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F14D3C3E-ED65-4E02-9F81-015CE7E59360}"/>
              </a:ext>
            </a:extLst>
          </p:cNvPr>
          <p:cNvSpPr>
            <a:spLocks noGrp="1"/>
          </p:cNvSpPr>
          <p:nvPr/>
        </p:nvSpPr>
        <p:spPr>
          <a:xfrm>
            <a:off x="12263438" y="4607719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33/12</a:t>
            </a:r>
          </a:p>
        </p:txBody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60B6F405-1185-43BE-8D39-A7B0FAA50482}"/>
              </a:ext>
            </a:extLst>
          </p:cNvPr>
          <p:cNvSpPr>
            <a:spLocks noGrp="1"/>
          </p:cNvSpPr>
          <p:nvPr/>
        </p:nvSpPr>
        <p:spPr>
          <a:xfrm>
            <a:off x="833438" y="5238750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17/6</a:t>
            </a:r>
          </a:p>
        </p:txBody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193212E1-9B50-489D-93F1-04C865CBB8BD}"/>
              </a:ext>
            </a:extLst>
          </p:cNvPr>
          <p:cNvSpPr>
            <a:spLocks noGrp="1"/>
          </p:cNvSpPr>
          <p:nvPr/>
        </p:nvSpPr>
        <p:spPr>
          <a:xfrm>
            <a:off x="2976563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3817629F-7C56-4761-8416-89868BC7FFF2}"/>
              </a:ext>
            </a:extLst>
          </p:cNvPr>
          <p:cNvSpPr>
            <a:spLocks noGrp="1"/>
          </p:cNvSpPr>
          <p:nvPr/>
        </p:nvSpPr>
        <p:spPr>
          <a:xfrm>
            <a:off x="3267604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CB245C87-E641-4CD0-B763-380C7CC16909}"/>
              </a:ext>
            </a:extLst>
          </p:cNvPr>
          <p:cNvSpPr>
            <a:spLocks noGrp="1"/>
          </p:cNvSpPr>
          <p:nvPr/>
        </p:nvSpPr>
        <p:spPr>
          <a:xfrm>
            <a:off x="3558646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6FD99713-3F70-41B5-ACDF-8BD39A99CEA3}"/>
              </a:ext>
            </a:extLst>
          </p:cNvPr>
          <p:cNvSpPr>
            <a:spLocks noGrp="1"/>
          </p:cNvSpPr>
          <p:nvPr/>
        </p:nvSpPr>
        <p:spPr>
          <a:xfrm>
            <a:off x="3849687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C81E2D8B-EA6F-49AB-8A29-B86DDCFACE0D}"/>
              </a:ext>
            </a:extLst>
          </p:cNvPr>
          <p:cNvSpPr>
            <a:spLocks noGrp="1"/>
          </p:cNvSpPr>
          <p:nvPr/>
        </p:nvSpPr>
        <p:spPr>
          <a:xfrm>
            <a:off x="4140729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79AE03EA-6E89-4688-8B3A-D90292FF0DE9}"/>
              </a:ext>
            </a:extLst>
          </p:cNvPr>
          <p:cNvSpPr>
            <a:spLocks noGrp="1"/>
          </p:cNvSpPr>
          <p:nvPr/>
        </p:nvSpPr>
        <p:spPr>
          <a:xfrm>
            <a:off x="4431771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6F1B8E7E-7EEB-42C2-BD6B-50F57FCDB01B}"/>
              </a:ext>
            </a:extLst>
          </p:cNvPr>
          <p:cNvSpPr>
            <a:spLocks noGrp="1"/>
          </p:cNvSpPr>
          <p:nvPr/>
        </p:nvSpPr>
        <p:spPr>
          <a:xfrm>
            <a:off x="4722812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FD8E209E-9AE8-4B00-8BBE-4E29C692C481}"/>
              </a:ext>
            </a:extLst>
          </p:cNvPr>
          <p:cNvSpPr>
            <a:spLocks noGrp="1"/>
          </p:cNvSpPr>
          <p:nvPr/>
        </p:nvSpPr>
        <p:spPr>
          <a:xfrm>
            <a:off x="5013854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748DE485-5BF7-402B-B051-656C90142B13}"/>
              </a:ext>
            </a:extLst>
          </p:cNvPr>
          <p:cNvSpPr>
            <a:spLocks noGrp="1"/>
          </p:cNvSpPr>
          <p:nvPr/>
        </p:nvSpPr>
        <p:spPr>
          <a:xfrm>
            <a:off x="5304896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82CEBB13-3FCE-46D6-BFDC-2CF449926924}"/>
              </a:ext>
            </a:extLst>
          </p:cNvPr>
          <p:cNvSpPr>
            <a:spLocks noGrp="1"/>
          </p:cNvSpPr>
          <p:nvPr/>
        </p:nvSpPr>
        <p:spPr>
          <a:xfrm>
            <a:off x="5595938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E6A827BD-5BCC-4D4F-B82B-5F0DAC2582DB}"/>
              </a:ext>
            </a:extLst>
          </p:cNvPr>
          <p:cNvSpPr>
            <a:spLocks noGrp="1"/>
          </p:cNvSpPr>
          <p:nvPr/>
        </p:nvSpPr>
        <p:spPr>
          <a:xfrm>
            <a:off x="5886979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52331F98-1E70-4197-8BE0-3FA49DB767CC}"/>
              </a:ext>
            </a:extLst>
          </p:cNvPr>
          <p:cNvSpPr>
            <a:spLocks noGrp="1"/>
          </p:cNvSpPr>
          <p:nvPr/>
        </p:nvSpPr>
        <p:spPr>
          <a:xfrm>
            <a:off x="6178021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F15DF69C-F9E1-4A5C-908B-DCD5A5CD936A}"/>
              </a:ext>
            </a:extLst>
          </p:cNvPr>
          <p:cNvSpPr>
            <a:spLocks noGrp="1"/>
          </p:cNvSpPr>
          <p:nvPr/>
        </p:nvSpPr>
        <p:spPr>
          <a:xfrm>
            <a:off x="6469062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23912AED-0A5C-41FE-9A08-FE332B9B6ADD}"/>
              </a:ext>
            </a:extLst>
          </p:cNvPr>
          <p:cNvSpPr>
            <a:spLocks noGrp="1"/>
          </p:cNvSpPr>
          <p:nvPr/>
        </p:nvSpPr>
        <p:spPr>
          <a:xfrm>
            <a:off x="6760104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CC7FD4FE-ABA3-4F22-9C9D-1F1055064C34}"/>
              </a:ext>
            </a:extLst>
          </p:cNvPr>
          <p:cNvSpPr>
            <a:spLocks noGrp="1"/>
          </p:cNvSpPr>
          <p:nvPr/>
        </p:nvSpPr>
        <p:spPr>
          <a:xfrm>
            <a:off x="7051146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38824D84-644F-4D67-8A0D-545CD80E1119}"/>
              </a:ext>
            </a:extLst>
          </p:cNvPr>
          <p:cNvSpPr>
            <a:spLocks noGrp="1"/>
          </p:cNvSpPr>
          <p:nvPr/>
        </p:nvSpPr>
        <p:spPr>
          <a:xfrm>
            <a:off x="7342188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9B994EA7-5C6A-43C7-A7DA-E301F84BAACB}"/>
              </a:ext>
            </a:extLst>
          </p:cNvPr>
          <p:cNvSpPr>
            <a:spLocks noGrp="1"/>
          </p:cNvSpPr>
          <p:nvPr/>
        </p:nvSpPr>
        <p:spPr>
          <a:xfrm>
            <a:off x="7633229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659B259F-DCAE-462A-A92C-3BD2E9CC91F8}"/>
              </a:ext>
            </a:extLst>
          </p:cNvPr>
          <p:cNvSpPr>
            <a:spLocks noGrp="1"/>
          </p:cNvSpPr>
          <p:nvPr/>
        </p:nvSpPr>
        <p:spPr>
          <a:xfrm>
            <a:off x="7924271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0EEE6E7A-6D67-4EB0-AA49-C4439F4FE3AD}"/>
              </a:ext>
            </a:extLst>
          </p:cNvPr>
          <p:cNvSpPr>
            <a:spLocks noGrp="1"/>
          </p:cNvSpPr>
          <p:nvPr/>
        </p:nvSpPr>
        <p:spPr>
          <a:xfrm>
            <a:off x="8215313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5034D68B-734B-4D93-B3F1-E8FD1EBE94CF}"/>
              </a:ext>
            </a:extLst>
          </p:cNvPr>
          <p:cNvSpPr>
            <a:spLocks noGrp="1"/>
          </p:cNvSpPr>
          <p:nvPr/>
        </p:nvSpPr>
        <p:spPr>
          <a:xfrm>
            <a:off x="8506354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43438D95-05E3-444D-94BB-B37B0D4C04A9}"/>
              </a:ext>
            </a:extLst>
          </p:cNvPr>
          <p:cNvSpPr>
            <a:spLocks noGrp="1"/>
          </p:cNvSpPr>
          <p:nvPr/>
        </p:nvSpPr>
        <p:spPr>
          <a:xfrm>
            <a:off x="8797396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EE7391FB-13EA-454E-B0CA-2461C0CCE974}"/>
              </a:ext>
            </a:extLst>
          </p:cNvPr>
          <p:cNvSpPr>
            <a:spLocks noGrp="1"/>
          </p:cNvSpPr>
          <p:nvPr/>
        </p:nvSpPr>
        <p:spPr>
          <a:xfrm>
            <a:off x="9088438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A37351F7-3403-4BC1-BF7A-5694B361239E}"/>
              </a:ext>
            </a:extLst>
          </p:cNvPr>
          <p:cNvSpPr>
            <a:spLocks noGrp="1"/>
          </p:cNvSpPr>
          <p:nvPr/>
        </p:nvSpPr>
        <p:spPr>
          <a:xfrm>
            <a:off x="9379479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8060F88D-2A85-4F7B-ADA1-491D53FFBC5D}"/>
              </a:ext>
            </a:extLst>
          </p:cNvPr>
          <p:cNvSpPr>
            <a:spLocks noGrp="1"/>
          </p:cNvSpPr>
          <p:nvPr/>
        </p:nvSpPr>
        <p:spPr>
          <a:xfrm>
            <a:off x="9670521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87F80535-FE8E-40FD-BAEB-9B13B08E8436}"/>
              </a:ext>
            </a:extLst>
          </p:cNvPr>
          <p:cNvSpPr>
            <a:spLocks noGrp="1"/>
          </p:cNvSpPr>
          <p:nvPr/>
        </p:nvSpPr>
        <p:spPr>
          <a:xfrm>
            <a:off x="9961563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5F36A95F-74DE-4EE9-9895-DCD2C3F5BAB1}"/>
              </a:ext>
            </a:extLst>
          </p:cNvPr>
          <p:cNvSpPr>
            <a:spLocks noGrp="1"/>
          </p:cNvSpPr>
          <p:nvPr/>
        </p:nvSpPr>
        <p:spPr>
          <a:xfrm>
            <a:off x="10252604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97B6AC7C-B26F-45A8-B3A3-07A8A9031D85}"/>
              </a:ext>
            </a:extLst>
          </p:cNvPr>
          <p:cNvSpPr>
            <a:spLocks noGrp="1"/>
          </p:cNvSpPr>
          <p:nvPr/>
        </p:nvSpPr>
        <p:spPr>
          <a:xfrm>
            <a:off x="10543646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B63B85FA-5874-47FD-B587-C717ED4B096E}"/>
              </a:ext>
            </a:extLst>
          </p:cNvPr>
          <p:cNvSpPr>
            <a:spLocks noGrp="1"/>
          </p:cNvSpPr>
          <p:nvPr/>
        </p:nvSpPr>
        <p:spPr>
          <a:xfrm>
            <a:off x="10834688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E99C6A47-81FE-43DA-B4EA-D00051598EBF}"/>
              </a:ext>
            </a:extLst>
          </p:cNvPr>
          <p:cNvSpPr>
            <a:spLocks noGrp="1"/>
          </p:cNvSpPr>
          <p:nvPr/>
        </p:nvSpPr>
        <p:spPr>
          <a:xfrm>
            <a:off x="11125729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6A195F9D-E17D-45B5-BC6A-A0EBF1737D31}"/>
              </a:ext>
            </a:extLst>
          </p:cNvPr>
          <p:cNvSpPr>
            <a:spLocks noGrp="1"/>
          </p:cNvSpPr>
          <p:nvPr/>
        </p:nvSpPr>
        <p:spPr>
          <a:xfrm>
            <a:off x="11416771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3" name="object-113">
            <a:extLst>
              <a:ext uri="{FF2B5EF4-FFF2-40B4-BE49-F238E27FC236}">
                <a16:creationId xmlns:a16="http://schemas.microsoft.com/office/drawing/2014/main" id="{5C132E47-F6AD-4D29-BD3D-AF9B6BB92336}"/>
              </a:ext>
            </a:extLst>
          </p:cNvPr>
          <p:cNvSpPr>
            <a:spLocks noGrp="1"/>
          </p:cNvSpPr>
          <p:nvPr/>
        </p:nvSpPr>
        <p:spPr>
          <a:xfrm>
            <a:off x="11707813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4" name="object-114">
            <a:extLst>
              <a:ext uri="{FF2B5EF4-FFF2-40B4-BE49-F238E27FC236}">
                <a16:creationId xmlns:a16="http://schemas.microsoft.com/office/drawing/2014/main" id="{1FFB9F2A-8CAC-4DF0-B6F5-FB5B8A596793}"/>
              </a:ext>
            </a:extLst>
          </p:cNvPr>
          <p:cNvSpPr>
            <a:spLocks noGrp="1"/>
          </p:cNvSpPr>
          <p:nvPr/>
        </p:nvSpPr>
        <p:spPr>
          <a:xfrm>
            <a:off x="11998854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5" name="object-115">
            <a:extLst>
              <a:ext uri="{FF2B5EF4-FFF2-40B4-BE49-F238E27FC236}">
                <a16:creationId xmlns:a16="http://schemas.microsoft.com/office/drawing/2014/main" id="{B5D19E6E-CF78-4B82-8C82-2571329EF5E4}"/>
              </a:ext>
            </a:extLst>
          </p:cNvPr>
          <p:cNvSpPr>
            <a:spLocks noGrp="1"/>
          </p:cNvSpPr>
          <p:nvPr/>
        </p:nvSpPr>
        <p:spPr>
          <a:xfrm>
            <a:off x="12289896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6" name="object-116">
            <a:extLst>
              <a:ext uri="{FF2B5EF4-FFF2-40B4-BE49-F238E27FC236}">
                <a16:creationId xmlns:a16="http://schemas.microsoft.com/office/drawing/2014/main" id="{74E90378-D62E-41D8-A47B-5E87C976C04E}"/>
              </a:ext>
            </a:extLst>
          </p:cNvPr>
          <p:cNvSpPr>
            <a:spLocks noGrp="1"/>
          </p:cNvSpPr>
          <p:nvPr/>
        </p:nvSpPr>
        <p:spPr>
          <a:xfrm>
            <a:off x="12580937" y="5238750"/>
            <a:ext cx="291042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7" name="object-117">
            <a:extLst>
              <a:ext uri="{FF2B5EF4-FFF2-40B4-BE49-F238E27FC236}">
                <a16:creationId xmlns:a16="http://schemas.microsoft.com/office/drawing/2014/main" id="{B6934DA5-CF29-4FC3-BDB7-03306800E1FD}"/>
              </a:ext>
            </a:extLst>
          </p:cNvPr>
          <p:cNvSpPr>
            <a:spLocks noGrp="1"/>
          </p:cNvSpPr>
          <p:nvPr/>
        </p:nvSpPr>
        <p:spPr>
          <a:xfrm>
            <a:off x="12871979" y="5238750"/>
            <a:ext cx="29104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8" name="object-118">
            <a:extLst>
              <a:ext uri="{FF2B5EF4-FFF2-40B4-BE49-F238E27FC236}">
                <a16:creationId xmlns:a16="http://schemas.microsoft.com/office/drawing/2014/main" id="{97F2D050-AEB1-49AB-8DB3-AA0A2AA6A6EF}"/>
              </a:ext>
            </a:extLst>
          </p:cNvPr>
          <p:cNvSpPr>
            <a:spLocks noGrp="1"/>
          </p:cNvSpPr>
          <p:nvPr/>
        </p:nvSpPr>
        <p:spPr>
          <a:xfrm>
            <a:off x="13163021" y="5238750"/>
            <a:ext cx="291042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19" name="object-119">
            <a:extLst>
              <a:ext uri="{FF2B5EF4-FFF2-40B4-BE49-F238E27FC236}">
                <a16:creationId xmlns:a16="http://schemas.microsoft.com/office/drawing/2014/main" id="{D21C706B-451E-402A-ABEB-F4D5FCC4CFA3}"/>
              </a:ext>
            </a:extLst>
          </p:cNvPr>
          <p:cNvSpPr>
            <a:spLocks noGrp="1"/>
          </p:cNvSpPr>
          <p:nvPr/>
        </p:nvSpPr>
        <p:spPr>
          <a:xfrm>
            <a:off x="12263438" y="5798344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34/12</a:t>
            </a:r>
          </a:p>
        </p:txBody>
      </p:sp>
      <p:sp>
        <p:nvSpPr>
          <p:cNvPr id="120" name="object-120">
            <a:extLst>
              <a:ext uri="{FF2B5EF4-FFF2-40B4-BE49-F238E27FC236}">
                <a16:creationId xmlns:a16="http://schemas.microsoft.com/office/drawing/2014/main" id="{138C467D-9F25-4EF3-AD05-095099FC1C4D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8/3 &lt; 11/4 &lt; 17/6</a:t>
            </a:r>
          </a:p>
        </p:txBody>
      </p:sp>
    </p:spTree>
    <p:extLst>
      <p:ext uri="{BB962C8B-B14F-4D97-AF65-F5344CB8AC3E}">
        <p14:creationId xmlns:p14="http://schemas.microsoft.com/office/powerpoint/2010/main" val="57390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81" grpId="0"/>
      <p:bldP spid="119" grpId="0"/>
      <p:bldP spid="1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object-1">
            <a:extLst>
              <a:ext uri="{FF2B5EF4-FFF2-40B4-BE49-F238E27FC236}">
                <a16:creationId xmlns:a16="http://schemas.microsoft.com/office/drawing/2014/main" id="{B121D04A-2340-4C8D-995B-0AF233C20B7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2F0E518-1861-4302-B7D3-1F3B4EF00832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671A668-1FD7-437A-8C75-33FCF9358F4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Order 11/3, 15/4, 23/6 from smallest to greatest.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39FFD3C-7934-4006-8386-47265F483E1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9491FCD-3C59-4DF7-A073-AB98A6B4119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Order fractions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B6BAAC3-39AD-421F-953B-264A5B8701FE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E0558031-286D-4E1D-822F-37E44D2504A3}"/>
              </a:ext>
            </a:extLst>
          </p:cNvPr>
          <p:cNvSpPr>
            <a:spLocks noGrp="1"/>
          </p:cNvSpPr>
          <p:nvPr/>
        </p:nvSpPr>
        <p:spPr>
          <a:xfrm>
            <a:off x="833438" y="2857500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11/3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BF37F77-F8A1-45A2-A6B4-FCC5E7C052A0}"/>
              </a:ext>
            </a:extLst>
          </p:cNvPr>
          <p:cNvSpPr>
            <a:spLocks noGrp="1"/>
          </p:cNvSpPr>
          <p:nvPr/>
        </p:nvSpPr>
        <p:spPr>
          <a:xfrm>
            <a:off x="2976563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6BC89F1A-88E5-4136-A0F1-231E4615DD54}"/>
              </a:ext>
            </a:extLst>
          </p:cNvPr>
          <p:cNvSpPr>
            <a:spLocks noGrp="1"/>
          </p:cNvSpPr>
          <p:nvPr/>
        </p:nvSpPr>
        <p:spPr>
          <a:xfrm>
            <a:off x="3194844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9A9CD2B-B5AD-4434-9A98-792B569F7B81}"/>
              </a:ext>
            </a:extLst>
          </p:cNvPr>
          <p:cNvSpPr>
            <a:spLocks noGrp="1"/>
          </p:cNvSpPr>
          <p:nvPr/>
        </p:nvSpPr>
        <p:spPr>
          <a:xfrm>
            <a:off x="3413125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CF174BE0-27A4-4A22-A2C1-B51B778ADA68}"/>
              </a:ext>
            </a:extLst>
          </p:cNvPr>
          <p:cNvSpPr>
            <a:spLocks noGrp="1"/>
          </p:cNvSpPr>
          <p:nvPr/>
        </p:nvSpPr>
        <p:spPr>
          <a:xfrm>
            <a:off x="3631406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6FB23C52-D88D-4DDF-A40D-58DFD43D7CA0}"/>
              </a:ext>
            </a:extLst>
          </p:cNvPr>
          <p:cNvSpPr>
            <a:spLocks noGrp="1"/>
          </p:cNvSpPr>
          <p:nvPr/>
        </p:nvSpPr>
        <p:spPr>
          <a:xfrm>
            <a:off x="3849687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3BADDD5B-8E87-4E2B-8FE8-1705A9266187}"/>
              </a:ext>
            </a:extLst>
          </p:cNvPr>
          <p:cNvSpPr>
            <a:spLocks noGrp="1"/>
          </p:cNvSpPr>
          <p:nvPr/>
        </p:nvSpPr>
        <p:spPr>
          <a:xfrm>
            <a:off x="4067969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39E620FD-E805-488E-AB76-01D37310F556}"/>
              </a:ext>
            </a:extLst>
          </p:cNvPr>
          <p:cNvSpPr>
            <a:spLocks noGrp="1"/>
          </p:cNvSpPr>
          <p:nvPr/>
        </p:nvSpPr>
        <p:spPr>
          <a:xfrm>
            <a:off x="4286250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A91BEB9-E3C1-4161-B3D1-F77642BB736D}"/>
              </a:ext>
            </a:extLst>
          </p:cNvPr>
          <p:cNvSpPr>
            <a:spLocks noGrp="1"/>
          </p:cNvSpPr>
          <p:nvPr/>
        </p:nvSpPr>
        <p:spPr>
          <a:xfrm>
            <a:off x="4504531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323587C-B792-4F31-8353-0B0D3410403C}"/>
              </a:ext>
            </a:extLst>
          </p:cNvPr>
          <p:cNvSpPr>
            <a:spLocks noGrp="1"/>
          </p:cNvSpPr>
          <p:nvPr/>
        </p:nvSpPr>
        <p:spPr>
          <a:xfrm>
            <a:off x="4722812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0E61A0D6-6878-4C39-B520-B627315D4C53}"/>
              </a:ext>
            </a:extLst>
          </p:cNvPr>
          <p:cNvSpPr>
            <a:spLocks noGrp="1"/>
          </p:cNvSpPr>
          <p:nvPr/>
        </p:nvSpPr>
        <p:spPr>
          <a:xfrm>
            <a:off x="4941094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F4FB2ABE-6AF0-4CE4-ACC2-85357D488F22}"/>
              </a:ext>
            </a:extLst>
          </p:cNvPr>
          <p:cNvSpPr>
            <a:spLocks noGrp="1"/>
          </p:cNvSpPr>
          <p:nvPr/>
        </p:nvSpPr>
        <p:spPr>
          <a:xfrm>
            <a:off x="5159375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D9952E89-8AAC-424D-9389-231219DE194A}"/>
              </a:ext>
            </a:extLst>
          </p:cNvPr>
          <p:cNvSpPr>
            <a:spLocks noGrp="1"/>
          </p:cNvSpPr>
          <p:nvPr/>
        </p:nvSpPr>
        <p:spPr>
          <a:xfrm>
            <a:off x="5377656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7168C3C7-E16D-48FD-9C23-68DF7214637E}"/>
              </a:ext>
            </a:extLst>
          </p:cNvPr>
          <p:cNvSpPr>
            <a:spLocks noGrp="1"/>
          </p:cNvSpPr>
          <p:nvPr/>
        </p:nvSpPr>
        <p:spPr>
          <a:xfrm>
            <a:off x="5595938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499CAE9A-F403-4EB2-87B7-3C4566DAAD63}"/>
              </a:ext>
            </a:extLst>
          </p:cNvPr>
          <p:cNvSpPr>
            <a:spLocks noGrp="1"/>
          </p:cNvSpPr>
          <p:nvPr/>
        </p:nvSpPr>
        <p:spPr>
          <a:xfrm>
            <a:off x="5814219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85B81F5-7C9F-4AC1-B74D-486A160D94F8}"/>
              </a:ext>
            </a:extLst>
          </p:cNvPr>
          <p:cNvSpPr>
            <a:spLocks noGrp="1"/>
          </p:cNvSpPr>
          <p:nvPr/>
        </p:nvSpPr>
        <p:spPr>
          <a:xfrm>
            <a:off x="6032500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F3F60AA6-1162-404D-A157-DC42A9FD17E5}"/>
              </a:ext>
            </a:extLst>
          </p:cNvPr>
          <p:cNvSpPr>
            <a:spLocks noGrp="1"/>
          </p:cNvSpPr>
          <p:nvPr/>
        </p:nvSpPr>
        <p:spPr>
          <a:xfrm>
            <a:off x="6250781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AAD04919-D9C5-466D-8CD5-8B94EB8F2343}"/>
              </a:ext>
            </a:extLst>
          </p:cNvPr>
          <p:cNvSpPr>
            <a:spLocks noGrp="1"/>
          </p:cNvSpPr>
          <p:nvPr/>
        </p:nvSpPr>
        <p:spPr>
          <a:xfrm>
            <a:off x="6469062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DA51C33-1327-46FA-A1FA-1C1F4231CE07}"/>
              </a:ext>
            </a:extLst>
          </p:cNvPr>
          <p:cNvSpPr>
            <a:spLocks noGrp="1"/>
          </p:cNvSpPr>
          <p:nvPr/>
        </p:nvSpPr>
        <p:spPr>
          <a:xfrm>
            <a:off x="6687344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F809523D-E574-4247-B18D-6DFA840512ED}"/>
              </a:ext>
            </a:extLst>
          </p:cNvPr>
          <p:cNvSpPr>
            <a:spLocks noGrp="1"/>
          </p:cNvSpPr>
          <p:nvPr/>
        </p:nvSpPr>
        <p:spPr>
          <a:xfrm>
            <a:off x="6905625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7" name="object-27">
            <a:extLst>
              <a:ext uri="{FF2B5EF4-FFF2-40B4-BE49-F238E27FC236}">
                <a16:creationId xmlns:a16="http://schemas.microsoft.com/office/drawing/2014/main" id="{338EDDA0-A8D3-40D6-9E0F-57A635E1D654}"/>
              </a:ext>
            </a:extLst>
          </p:cNvPr>
          <p:cNvSpPr>
            <a:spLocks noGrp="1"/>
          </p:cNvSpPr>
          <p:nvPr/>
        </p:nvSpPr>
        <p:spPr>
          <a:xfrm>
            <a:off x="7123906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8" name="object-28">
            <a:extLst>
              <a:ext uri="{FF2B5EF4-FFF2-40B4-BE49-F238E27FC236}">
                <a16:creationId xmlns:a16="http://schemas.microsoft.com/office/drawing/2014/main" id="{E0B3BC33-6AC9-4173-A3D4-0339AF12122A}"/>
              </a:ext>
            </a:extLst>
          </p:cNvPr>
          <p:cNvSpPr>
            <a:spLocks noGrp="1"/>
          </p:cNvSpPr>
          <p:nvPr/>
        </p:nvSpPr>
        <p:spPr>
          <a:xfrm>
            <a:off x="7342188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29" name="object-29">
            <a:extLst>
              <a:ext uri="{FF2B5EF4-FFF2-40B4-BE49-F238E27FC236}">
                <a16:creationId xmlns:a16="http://schemas.microsoft.com/office/drawing/2014/main" id="{673FCC51-3E90-42D3-9C1D-61C66C5D14AC}"/>
              </a:ext>
            </a:extLst>
          </p:cNvPr>
          <p:cNvSpPr>
            <a:spLocks noGrp="1"/>
          </p:cNvSpPr>
          <p:nvPr/>
        </p:nvSpPr>
        <p:spPr>
          <a:xfrm>
            <a:off x="7560469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0" name="object-30">
            <a:extLst>
              <a:ext uri="{FF2B5EF4-FFF2-40B4-BE49-F238E27FC236}">
                <a16:creationId xmlns:a16="http://schemas.microsoft.com/office/drawing/2014/main" id="{08C9EEFB-A54D-4F71-9A22-EA6211280CA2}"/>
              </a:ext>
            </a:extLst>
          </p:cNvPr>
          <p:cNvSpPr>
            <a:spLocks noGrp="1"/>
          </p:cNvSpPr>
          <p:nvPr/>
        </p:nvSpPr>
        <p:spPr>
          <a:xfrm>
            <a:off x="7778750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1" name="object-31">
            <a:extLst>
              <a:ext uri="{FF2B5EF4-FFF2-40B4-BE49-F238E27FC236}">
                <a16:creationId xmlns:a16="http://schemas.microsoft.com/office/drawing/2014/main" id="{3E532455-9565-4A01-B4E2-94CF1CCAB176}"/>
              </a:ext>
            </a:extLst>
          </p:cNvPr>
          <p:cNvSpPr>
            <a:spLocks noGrp="1"/>
          </p:cNvSpPr>
          <p:nvPr/>
        </p:nvSpPr>
        <p:spPr>
          <a:xfrm>
            <a:off x="7997031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2" name="object-32">
            <a:extLst>
              <a:ext uri="{FF2B5EF4-FFF2-40B4-BE49-F238E27FC236}">
                <a16:creationId xmlns:a16="http://schemas.microsoft.com/office/drawing/2014/main" id="{69651AFE-A5EF-4937-B9B7-BB8471C06003}"/>
              </a:ext>
            </a:extLst>
          </p:cNvPr>
          <p:cNvSpPr>
            <a:spLocks noGrp="1"/>
          </p:cNvSpPr>
          <p:nvPr/>
        </p:nvSpPr>
        <p:spPr>
          <a:xfrm>
            <a:off x="8215313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3" name="object-33">
            <a:extLst>
              <a:ext uri="{FF2B5EF4-FFF2-40B4-BE49-F238E27FC236}">
                <a16:creationId xmlns:a16="http://schemas.microsoft.com/office/drawing/2014/main" id="{CF707F47-81C5-46BA-A818-5A6D248AF941}"/>
              </a:ext>
            </a:extLst>
          </p:cNvPr>
          <p:cNvSpPr>
            <a:spLocks noGrp="1"/>
          </p:cNvSpPr>
          <p:nvPr/>
        </p:nvSpPr>
        <p:spPr>
          <a:xfrm>
            <a:off x="8433594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4" name="object-34">
            <a:extLst>
              <a:ext uri="{FF2B5EF4-FFF2-40B4-BE49-F238E27FC236}">
                <a16:creationId xmlns:a16="http://schemas.microsoft.com/office/drawing/2014/main" id="{1D529537-F0F5-4EB7-B1DE-43B3CFBE181E}"/>
              </a:ext>
            </a:extLst>
          </p:cNvPr>
          <p:cNvSpPr>
            <a:spLocks noGrp="1"/>
          </p:cNvSpPr>
          <p:nvPr/>
        </p:nvSpPr>
        <p:spPr>
          <a:xfrm>
            <a:off x="8651875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5" name="object-35">
            <a:extLst>
              <a:ext uri="{FF2B5EF4-FFF2-40B4-BE49-F238E27FC236}">
                <a16:creationId xmlns:a16="http://schemas.microsoft.com/office/drawing/2014/main" id="{545A6243-EACE-4EF9-AD5C-86079AE7F66D}"/>
              </a:ext>
            </a:extLst>
          </p:cNvPr>
          <p:cNvSpPr>
            <a:spLocks noGrp="1"/>
          </p:cNvSpPr>
          <p:nvPr/>
        </p:nvSpPr>
        <p:spPr>
          <a:xfrm>
            <a:off x="8870156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6" name="object-36">
            <a:extLst>
              <a:ext uri="{FF2B5EF4-FFF2-40B4-BE49-F238E27FC236}">
                <a16:creationId xmlns:a16="http://schemas.microsoft.com/office/drawing/2014/main" id="{9B879BC9-3F3E-4C79-87A8-E485F76B4A7B}"/>
              </a:ext>
            </a:extLst>
          </p:cNvPr>
          <p:cNvSpPr>
            <a:spLocks noGrp="1"/>
          </p:cNvSpPr>
          <p:nvPr/>
        </p:nvSpPr>
        <p:spPr>
          <a:xfrm>
            <a:off x="9088438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7" name="object-37">
            <a:extLst>
              <a:ext uri="{FF2B5EF4-FFF2-40B4-BE49-F238E27FC236}">
                <a16:creationId xmlns:a16="http://schemas.microsoft.com/office/drawing/2014/main" id="{EAD4B68E-67E0-4DCF-A2D0-DAE849152723}"/>
              </a:ext>
            </a:extLst>
          </p:cNvPr>
          <p:cNvSpPr>
            <a:spLocks noGrp="1"/>
          </p:cNvSpPr>
          <p:nvPr/>
        </p:nvSpPr>
        <p:spPr>
          <a:xfrm>
            <a:off x="9306719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8" name="object-38">
            <a:extLst>
              <a:ext uri="{FF2B5EF4-FFF2-40B4-BE49-F238E27FC236}">
                <a16:creationId xmlns:a16="http://schemas.microsoft.com/office/drawing/2014/main" id="{1D6E0DCB-4BEF-44F3-8736-1569C7E9B410}"/>
              </a:ext>
            </a:extLst>
          </p:cNvPr>
          <p:cNvSpPr>
            <a:spLocks noGrp="1"/>
          </p:cNvSpPr>
          <p:nvPr/>
        </p:nvSpPr>
        <p:spPr>
          <a:xfrm>
            <a:off x="9525000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39" name="object-39">
            <a:extLst>
              <a:ext uri="{FF2B5EF4-FFF2-40B4-BE49-F238E27FC236}">
                <a16:creationId xmlns:a16="http://schemas.microsoft.com/office/drawing/2014/main" id="{620E5517-4630-4D44-BE06-547A072BAF64}"/>
              </a:ext>
            </a:extLst>
          </p:cNvPr>
          <p:cNvSpPr>
            <a:spLocks noGrp="1"/>
          </p:cNvSpPr>
          <p:nvPr/>
        </p:nvSpPr>
        <p:spPr>
          <a:xfrm>
            <a:off x="9743281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0" name="object-40">
            <a:extLst>
              <a:ext uri="{FF2B5EF4-FFF2-40B4-BE49-F238E27FC236}">
                <a16:creationId xmlns:a16="http://schemas.microsoft.com/office/drawing/2014/main" id="{94809AA3-409D-4B95-9D5C-A6B1E1E44BC9}"/>
              </a:ext>
            </a:extLst>
          </p:cNvPr>
          <p:cNvSpPr>
            <a:spLocks noGrp="1"/>
          </p:cNvSpPr>
          <p:nvPr/>
        </p:nvSpPr>
        <p:spPr>
          <a:xfrm>
            <a:off x="9961563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1" name="object-41">
            <a:extLst>
              <a:ext uri="{FF2B5EF4-FFF2-40B4-BE49-F238E27FC236}">
                <a16:creationId xmlns:a16="http://schemas.microsoft.com/office/drawing/2014/main" id="{9AA199ED-C0DE-40A3-9289-9533DA73BFE1}"/>
              </a:ext>
            </a:extLst>
          </p:cNvPr>
          <p:cNvSpPr>
            <a:spLocks noGrp="1"/>
          </p:cNvSpPr>
          <p:nvPr/>
        </p:nvSpPr>
        <p:spPr>
          <a:xfrm>
            <a:off x="10179844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2" name="object-42">
            <a:extLst>
              <a:ext uri="{FF2B5EF4-FFF2-40B4-BE49-F238E27FC236}">
                <a16:creationId xmlns:a16="http://schemas.microsoft.com/office/drawing/2014/main" id="{8750A11A-FE10-4E92-B502-26E72B2F7668}"/>
              </a:ext>
            </a:extLst>
          </p:cNvPr>
          <p:cNvSpPr>
            <a:spLocks noGrp="1"/>
          </p:cNvSpPr>
          <p:nvPr/>
        </p:nvSpPr>
        <p:spPr>
          <a:xfrm>
            <a:off x="10398125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3" name="object-43">
            <a:extLst>
              <a:ext uri="{FF2B5EF4-FFF2-40B4-BE49-F238E27FC236}">
                <a16:creationId xmlns:a16="http://schemas.microsoft.com/office/drawing/2014/main" id="{95F09F52-60AD-4716-8D5D-B4460B2ED282}"/>
              </a:ext>
            </a:extLst>
          </p:cNvPr>
          <p:cNvSpPr>
            <a:spLocks noGrp="1"/>
          </p:cNvSpPr>
          <p:nvPr/>
        </p:nvSpPr>
        <p:spPr>
          <a:xfrm>
            <a:off x="10616406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4" name="object-44">
            <a:extLst>
              <a:ext uri="{FF2B5EF4-FFF2-40B4-BE49-F238E27FC236}">
                <a16:creationId xmlns:a16="http://schemas.microsoft.com/office/drawing/2014/main" id="{8CEC3376-0810-4165-A0B4-F25A540E355E}"/>
              </a:ext>
            </a:extLst>
          </p:cNvPr>
          <p:cNvSpPr>
            <a:spLocks noGrp="1"/>
          </p:cNvSpPr>
          <p:nvPr/>
        </p:nvSpPr>
        <p:spPr>
          <a:xfrm>
            <a:off x="10834688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5" name="object-45">
            <a:extLst>
              <a:ext uri="{FF2B5EF4-FFF2-40B4-BE49-F238E27FC236}">
                <a16:creationId xmlns:a16="http://schemas.microsoft.com/office/drawing/2014/main" id="{C1F44571-72F3-4B69-AF1C-850CB03A3FCA}"/>
              </a:ext>
            </a:extLst>
          </p:cNvPr>
          <p:cNvSpPr>
            <a:spLocks noGrp="1"/>
          </p:cNvSpPr>
          <p:nvPr/>
        </p:nvSpPr>
        <p:spPr>
          <a:xfrm>
            <a:off x="11052969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6" name="object-46">
            <a:extLst>
              <a:ext uri="{FF2B5EF4-FFF2-40B4-BE49-F238E27FC236}">
                <a16:creationId xmlns:a16="http://schemas.microsoft.com/office/drawing/2014/main" id="{C80E9F9E-C4E1-46F1-94DB-A5DAEC855A3A}"/>
              </a:ext>
            </a:extLst>
          </p:cNvPr>
          <p:cNvSpPr>
            <a:spLocks noGrp="1"/>
          </p:cNvSpPr>
          <p:nvPr/>
        </p:nvSpPr>
        <p:spPr>
          <a:xfrm>
            <a:off x="11271250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7" name="object-47">
            <a:extLst>
              <a:ext uri="{FF2B5EF4-FFF2-40B4-BE49-F238E27FC236}">
                <a16:creationId xmlns:a16="http://schemas.microsoft.com/office/drawing/2014/main" id="{D7F5DAFA-0E7B-4778-8D8B-B203A907F48C}"/>
              </a:ext>
            </a:extLst>
          </p:cNvPr>
          <p:cNvSpPr>
            <a:spLocks noGrp="1"/>
          </p:cNvSpPr>
          <p:nvPr/>
        </p:nvSpPr>
        <p:spPr>
          <a:xfrm>
            <a:off x="11489531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8" name="object-48">
            <a:extLst>
              <a:ext uri="{FF2B5EF4-FFF2-40B4-BE49-F238E27FC236}">
                <a16:creationId xmlns:a16="http://schemas.microsoft.com/office/drawing/2014/main" id="{D59989C9-24F9-4EAA-97AF-2B1074D4AB64}"/>
              </a:ext>
            </a:extLst>
          </p:cNvPr>
          <p:cNvSpPr>
            <a:spLocks noGrp="1"/>
          </p:cNvSpPr>
          <p:nvPr/>
        </p:nvSpPr>
        <p:spPr>
          <a:xfrm>
            <a:off x="11707813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49" name="object-49">
            <a:extLst>
              <a:ext uri="{FF2B5EF4-FFF2-40B4-BE49-F238E27FC236}">
                <a16:creationId xmlns:a16="http://schemas.microsoft.com/office/drawing/2014/main" id="{890098EB-9487-4D2F-83BA-3BBC8C121CC9}"/>
              </a:ext>
            </a:extLst>
          </p:cNvPr>
          <p:cNvSpPr>
            <a:spLocks noGrp="1"/>
          </p:cNvSpPr>
          <p:nvPr/>
        </p:nvSpPr>
        <p:spPr>
          <a:xfrm>
            <a:off x="11926094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0" name="object-50">
            <a:extLst>
              <a:ext uri="{FF2B5EF4-FFF2-40B4-BE49-F238E27FC236}">
                <a16:creationId xmlns:a16="http://schemas.microsoft.com/office/drawing/2014/main" id="{1D67FC24-30DD-405E-93CC-3CCC21B5B905}"/>
              </a:ext>
            </a:extLst>
          </p:cNvPr>
          <p:cNvSpPr>
            <a:spLocks noGrp="1"/>
          </p:cNvSpPr>
          <p:nvPr/>
        </p:nvSpPr>
        <p:spPr>
          <a:xfrm>
            <a:off x="12144375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1" name="object-51">
            <a:extLst>
              <a:ext uri="{FF2B5EF4-FFF2-40B4-BE49-F238E27FC236}">
                <a16:creationId xmlns:a16="http://schemas.microsoft.com/office/drawing/2014/main" id="{B060164D-3584-4A3E-A34F-D3583337CF5E}"/>
              </a:ext>
            </a:extLst>
          </p:cNvPr>
          <p:cNvSpPr>
            <a:spLocks noGrp="1"/>
          </p:cNvSpPr>
          <p:nvPr/>
        </p:nvSpPr>
        <p:spPr>
          <a:xfrm>
            <a:off x="12362656" y="285750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2" name="object-52">
            <a:extLst>
              <a:ext uri="{FF2B5EF4-FFF2-40B4-BE49-F238E27FC236}">
                <a16:creationId xmlns:a16="http://schemas.microsoft.com/office/drawing/2014/main" id="{7814EACE-B72F-4E75-9F59-36409975AF11}"/>
              </a:ext>
            </a:extLst>
          </p:cNvPr>
          <p:cNvSpPr>
            <a:spLocks noGrp="1"/>
          </p:cNvSpPr>
          <p:nvPr/>
        </p:nvSpPr>
        <p:spPr>
          <a:xfrm>
            <a:off x="12580937" y="2857500"/>
            <a:ext cx="218281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3" name="object-53">
            <a:extLst>
              <a:ext uri="{FF2B5EF4-FFF2-40B4-BE49-F238E27FC236}">
                <a16:creationId xmlns:a16="http://schemas.microsoft.com/office/drawing/2014/main" id="{8A38FA64-5C0C-493C-94D1-114332538CB1}"/>
              </a:ext>
            </a:extLst>
          </p:cNvPr>
          <p:cNvSpPr>
            <a:spLocks noGrp="1"/>
          </p:cNvSpPr>
          <p:nvPr/>
        </p:nvSpPr>
        <p:spPr>
          <a:xfrm>
            <a:off x="12799219" y="2857500"/>
            <a:ext cx="218281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4" name="object-54">
            <a:extLst>
              <a:ext uri="{FF2B5EF4-FFF2-40B4-BE49-F238E27FC236}">
                <a16:creationId xmlns:a16="http://schemas.microsoft.com/office/drawing/2014/main" id="{E64BBB6F-9E08-4A92-A28C-70EE83301716}"/>
              </a:ext>
            </a:extLst>
          </p:cNvPr>
          <p:cNvSpPr>
            <a:spLocks noGrp="1"/>
          </p:cNvSpPr>
          <p:nvPr/>
        </p:nvSpPr>
        <p:spPr>
          <a:xfrm>
            <a:off x="13017500" y="2857500"/>
            <a:ext cx="218281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5" name="object-55">
            <a:extLst>
              <a:ext uri="{FF2B5EF4-FFF2-40B4-BE49-F238E27FC236}">
                <a16:creationId xmlns:a16="http://schemas.microsoft.com/office/drawing/2014/main" id="{013C7E9E-C707-4A11-A29C-D3B81E48EFDB}"/>
              </a:ext>
            </a:extLst>
          </p:cNvPr>
          <p:cNvSpPr>
            <a:spLocks noGrp="1"/>
          </p:cNvSpPr>
          <p:nvPr/>
        </p:nvSpPr>
        <p:spPr>
          <a:xfrm>
            <a:off x="13235781" y="2857500"/>
            <a:ext cx="218281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56" name="object-56">
            <a:extLst>
              <a:ext uri="{FF2B5EF4-FFF2-40B4-BE49-F238E27FC236}">
                <a16:creationId xmlns:a16="http://schemas.microsoft.com/office/drawing/2014/main" id="{A47A718F-9AE4-4390-A982-12AD7C7FB8AA}"/>
              </a:ext>
            </a:extLst>
          </p:cNvPr>
          <p:cNvSpPr>
            <a:spLocks noGrp="1"/>
          </p:cNvSpPr>
          <p:nvPr/>
        </p:nvSpPr>
        <p:spPr>
          <a:xfrm>
            <a:off x="12263438" y="3417094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44/12</a:t>
            </a:r>
          </a:p>
        </p:txBody>
      </p:sp>
      <p:sp>
        <p:nvSpPr>
          <p:cNvPr id="57" name="object-57">
            <a:extLst>
              <a:ext uri="{FF2B5EF4-FFF2-40B4-BE49-F238E27FC236}">
                <a16:creationId xmlns:a16="http://schemas.microsoft.com/office/drawing/2014/main" id="{4B97D061-2C45-4DB9-94A9-3FBFA307D762}"/>
              </a:ext>
            </a:extLst>
          </p:cNvPr>
          <p:cNvSpPr>
            <a:spLocks noGrp="1"/>
          </p:cNvSpPr>
          <p:nvPr/>
        </p:nvSpPr>
        <p:spPr>
          <a:xfrm>
            <a:off x="833438" y="4048125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15/4</a:t>
            </a:r>
          </a:p>
        </p:txBody>
      </p:sp>
      <p:sp>
        <p:nvSpPr>
          <p:cNvPr id="58" name="object-58">
            <a:extLst>
              <a:ext uri="{FF2B5EF4-FFF2-40B4-BE49-F238E27FC236}">
                <a16:creationId xmlns:a16="http://schemas.microsoft.com/office/drawing/2014/main" id="{D15305D9-5CFD-4381-83FA-38EECAAF2FAC}"/>
              </a:ext>
            </a:extLst>
          </p:cNvPr>
          <p:cNvSpPr>
            <a:spLocks noGrp="1"/>
          </p:cNvSpPr>
          <p:nvPr/>
        </p:nvSpPr>
        <p:spPr>
          <a:xfrm>
            <a:off x="2976563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59" name="object-59">
            <a:extLst>
              <a:ext uri="{FF2B5EF4-FFF2-40B4-BE49-F238E27FC236}">
                <a16:creationId xmlns:a16="http://schemas.microsoft.com/office/drawing/2014/main" id="{E7B09EFE-95EC-44BA-B441-AA8DFEC0C392}"/>
              </a:ext>
            </a:extLst>
          </p:cNvPr>
          <p:cNvSpPr>
            <a:spLocks noGrp="1"/>
          </p:cNvSpPr>
          <p:nvPr/>
        </p:nvSpPr>
        <p:spPr>
          <a:xfrm>
            <a:off x="3194844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0" name="object-60">
            <a:extLst>
              <a:ext uri="{FF2B5EF4-FFF2-40B4-BE49-F238E27FC236}">
                <a16:creationId xmlns:a16="http://schemas.microsoft.com/office/drawing/2014/main" id="{250049C1-B29F-4D00-B6FA-A138F392BEA5}"/>
              </a:ext>
            </a:extLst>
          </p:cNvPr>
          <p:cNvSpPr>
            <a:spLocks noGrp="1"/>
          </p:cNvSpPr>
          <p:nvPr/>
        </p:nvSpPr>
        <p:spPr>
          <a:xfrm>
            <a:off x="3413125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1" name="object-61">
            <a:extLst>
              <a:ext uri="{FF2B5EF4-FFF2-40B4-BE49-F238E27FC236}">
                <a16:creationId xmlns:a16="http://schemas.microsoft.com/office/drawing/2014/main" id="{5BC83CD0-BBC2-466B-B4C3-2A7F65466598}"/>
              </a:ext>
            </a:extLst>
          </p:cNvPr>
          <p:cNvSpPr>
            <a:spLocks noGrp="1"/>
          </p:cNvSpPr>
          <p:nvPr/>
        </p:nvSpPr>
        <p:spPr>
          <a:xfrm>
            <a:off x="3631406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2" name="object-62">
            <a:extLst>
              <a:ext uri="{FF2B5EF4-FFF2-40B4-BE49-F238E27FC236}">
                <a16:creationId xmlns:a16="http://schemas.microsoft.com/office/drawing/2014/main" id="{E8C722CC-CBCB-4BF1-8BA7-49C63158CF40}"/>
              </a:ext>
            </a:extLst>
          </p:cNvPr>
          <p:cNvSpPr>
            <a:spLocks noGrp="1"/>
          </p:cNvSpPr>
          <p:nvPr/>
        </p:nvSpPr>
        <p:spPr>
          <a:xfrm>
            <a:off x="3849687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3" name="object-63">
            <a:extLst>
              <a:ext uri="{FF2B5EF4-FFF2-40B4-BE49-F238E27FC236}">
                <a16:creationId xmlns:a16="http://schemas.microsoft.com/office/drawing/2014/main" id="{92A2F994-E804-4571-BFCD-3F34DC64ABE5}"/>
              </a:ext>
            </a:extLst>
          </p:cNvPr>
          <p:cNvSpPr>
            <a:spLocks noGrp="1"/>
          </p:cNvSpPr>
          <p:nvPr/>
        </p:nvSpPr>
        <p:spPr>
          <a:xfrm>
            <a:off x="4067969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4" name="object-64">
            <a:extLst>
              <a:ext uri="{FF2B5EF4-FFF2-40B4-BE49-F238E27FC236}">
                <a16:creationId xmlns:a16="http://schemas.microsoft.com/office/drawing/2014/main" id="{647A3018-2BE4-4820-982C-8C0ECA140A21}"/>
              </a:ext>
            </a:extLst>
          </p:cNvPr>
          <p:cNvSpPr>
            <a:spLocks noGrp="1"/>
          </p:cNvSpPr>
          <p:nvPr/>
        </p:nvSpPr>
        <p:spPr>
          <a:xfrm>
            <a:off x="4286250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5" name="object-65">
            <a:extLst>
              <a:ext uri="{FF2B5EF4-FFF2-40B4-BE49-F238E27FC236}">
                <a16:creationId xmlns:a16="http://schemas.microsoft.com/office/drawing/2014/main" id="{D7CDFDBF-BD5C-4CE1-B052-81DE4D1E379D}"/>
              </a:ext>
            </a:extLst>
          </p:cNvPr>
          <p:cNvSpPr>
            <a:spLocks noGrp="1"/>
          </p:cNvSpPr>
          <p:nvPr/>
        </p:nvSpPr>
        <p:spPr>
          <a:xfrm>
            <a:off x="4504531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6" name="object-66">
            <a:extLst>
              <a:ext uri="{FF2B5EF4-FFF2-40B4-BE49-F238E27FC236}">
                <a16:creationId xmlns:a16="http://schemas.microsoft.com/office/drawing/2014/main" id="{E6601B57-723D-49FE-9BD3-BE1DDC971CF2}"/>
              </a:ext>
            </a:extLst>
          </p:cNvPr>
          <p:cNvSpPr>
            <a:spLocks noGrp="1"/>
          </p:cNvSpPr>
          <p:nvPr/>
        </p:nvSpPr>
        <p:spPr>
          <a:xfrm>
            <a:off x="4722812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7" name="object-67">
            <a:extLst>
              <a:ext uri="{FF2B5EF4-FFF2-40B4-BE49-F238E27FC236}">
                <a16:creationId xmlns:a16="http://schemas.microsoft.com/office/drawing/2014/main" id="{BBD582C0-A9F3-4436-B5EC-18B67DF3C868}"/>
              </a:ext>
            </a:extLst>
          </p:cNvPr>
          <p:cNvSpPr>
            <a:spLocks noGrp="1"/>
          </p:cNvSpPr>
          <p:nvPr/>
        </p:nvSpPr>
        <p:spPr>
          <a:xfrm>
            <a:off x="4941094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8" name="object-68">
            <a:extLst>
              <a:ext uri="{FF2B5EF4-FFF2-40B4-BE49-F238E27FC236}">
                <a16:creationId xmlns:a16="http://schemas.microsoft.com/office/drawing/2014/main" id="{8AE69DB1-6058-4A82-982A-080D3C0448A7}"/>
              </a:ext>
            </a:extLst>
          </p:cNvPr>
          <p:cNvSpPr>
            <a:spLocks noGrp="1"/>
          </p:cNvSpPr>
          <p:nvPr/>
        </p:nvSpPr>
        <p:spPr>
          <a:xfrm>
            <a:off x="5159375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69" name="object-69">
            <a:extLst>
              <a:ext uri="{FF2B5EF4-FFF2-40B4-BE49-F238E27FC236}">
                <a16:creationId xmlns:a16="http://schemas.microsoft.com/office/drawing/2014/main" id="{FFEA3FFB-AB7B-4313-8A66-EB9B32C858FB}"/>
              </a:ext>
            </a:extLst>
          </p:cNvPr>
          <p:cNvSpPr>
            <a:spLocks noGrp="1"/>
          </p:cNvSpPr>
          <p:nvPr/>
        </p:nvSpPr>
        <p:spPr>
          <a:xfrm>
            <a:off x="5377656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0" name="object-70">
            <a:extLst>
              <a:ext uri="{FF2B5EF4-FFF2-40B4-BE49-F238E27FC236}">
                <a16:creationId xmlns:a16="http://schemas.microsoft.com/office/drawing/2014/main" id="{3DA10ECD-2430-4D97-84BF-238404BE61B9}"/>
              </a:ext>
            </a:extLst>
          </p:cNvPr>
          <p:cNvSpPr>
            <a:spLocks noGrp="1"/>
          </p:cNvSpPr>
          <p:nvPr/>
        </p:nvSpPr>
        <p:spPr>
          <a:xfrm>
            <a:off x="5595938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1" name="object-71">
            <a:extLst>
              <a:ext uri="{FF2B5EF4-FFF2-40B4-BE49-F238E27FC236}">
                <a16:creationId xmlns:a16="http://schemas.microsoft.com/office/drawing/2014/main" id="{804DD370-789C-4704-B141-EA7FBB05348A}"/>
              </a:ext>
            </a:extLst>
          </p:cNvPr>
          <p:cNvSpPr>
            <a:spLocks noGrp="1"/>
          </p:cNvSpPr>
          <p:nvPr/>
        </p:nvSpPr>
        <p:spPr>
          <a:xfrm>
            <a:off x="5814219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2" name="object-72">
            <a:extLst>
              <a:ext uri="{FF2B5EF4-FFF2-40B4-BE49-F238E27FC236}">
                <a16:creationId xmlns:a16="http://schemas.microsoft.com/office/drawing/2014/main" id="{3E5AFC85-532E-496E-BDFF-689CF89BE464}"/>
              </a:ext>
            </a:extLst>
          </p:cNvPr>
          <p:cNvSpPr>
            <a:spLocks noGrp="1"/>
          </p:cNvSpPr>
          <p:nvPr/>
        </p:nvSpPr>
        <p:spPr>
          <a:xfrm>
            <a:off x="6032500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3" name="object-73">
            <a:extLst>
              <a:ext uri="{FF2B5EF4-FFF2-40B4-BE49-F238E27FC236}">
                <a16:creationId xmlns:a16="http://schemas.microsoft.com/office/drawing/2014/main" id="{12B315CA-C408-4A59-A8F6-14A82ACF1186}"/>
              </a:ext>
            </a:extLst>
          </p:cNvPr>
          <p:cNvSpPr>
            <a:spLocks noGrp="1"/>
          </p:cNvSpPr>
          <p:nvPr/>
        </p:nvSpPr>
        <p:spPr>
          <a:xfrm>
            <a:off x="6250781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4" name="object-74">
            <a:extLst>
              <a:ext uri="{FF2B5EF4-FFF2-40B4-BE49-F238E27FC236}">
                <a16:creationId xmlns:a16="http://schemas.microsoft.com/office/drawing/2014/main" id="{D3FD799A-052D-4A8A-BB57-E4A4BF769240}"/>
              </a:ext>
            </a:extLst>
          </p:cNvPr>
          <p:cNvSpPr>
            <a:spLocks noGrp="1"/>
          </p:cNvSpPr>
          <p:nvPr/>
        </p:nvSpPr>
        <p:spPr>
          <a:xfrm>
            <a:off x="6469062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5" name="object-75">
            <a:extLst>
              <a:ext uri="{FF2B5EF4-FFF2-40B4-BE49-F238E27FC236}">
                <a16:creationId xmlns:a16="http://schemas.microsoft.com/office/drawing/2014/main" id="{C6624B53-944A-4AAB-A8AD-B4D6221A961B}"/>
              </a:ext>
            </a:extLst>
          </p:cNvPr>
          <p:cNvSpPr>
            <a:spLocks noGrp="1"/>
          </p:cNvSpPr>
          <p:nvPr/>
        </p:nvSpPr>
        <p:spPr>
          <a:xfrm>
            <a:off x="6687344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6" name="object-76">
            <a:extLst>
              <a:ext uri="{FF2B5EF4-FFF2-40B4-BE49-F238E27FC236}">
                <a16:creationId xmlns:a16="http://schemas.microsoft.com/office/drawing/2014/main" id="{8B0F239A-BE8D-4CE9-8928-9F513DB7120E}"/>
              </a:ext>
            </a:extLst>
          </p:cNvPr>
          <p:cNvSpPr>
            <a:spLocks noGrp="1"/>
          </p:cNvSpPr>
          <p:nvPr/>
        </p:nvSpPr>
        <p:spPr>
          <a:xfrm>
            <a:off x="6905625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7" name="object-77">
            <a:extLst>
              <a:ext uri="{FF2B5EF4-FFF2-40B4-BE49-F238E27FC236}">
                <a16:creationId xmlns:a16="http://schemas.microsoft.com/office/drawing/2014/main" id="{F808B3EC-399C-426F-AA00-076EA722612E}"/>
              </a:ext>
            </a:extLst>
          </p:cNvPr>
          <p:cNvSpPr>
            <a:spLocks noGrp="1"/>
          </p:cNvSpPr>
          <p:nvPr/>
        </p:nvSpPr>
        <p:spPr>
          <a:xfrm>
            <a:off x="7123906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8" name="object-78">
            <a:extLst>
              <a:ext uri="{FF2B5EF4-FFF2-40B4-BE49-F238E27FC236}">
                <a16:creationId xmlns:a16="http://schemas.microsoft.com/office/drawing/2014/main" id="{B8A23FA1-8F74-44EE-B237-0CCE2091B1FB}"/>
              </a:ext>
            </a:extLst>
          </p:cNvPr>
          <p:cNvSpPr>
            <a:spLocks noGrp="1"/>
          </p:cNvSpPr>
          <p:nvPr/>
        </p:nvSpPr>
        <p:spPr>
          <a:xfrm>
            <a:off x="7342188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79" name="object-79">
            <a:extLst>
              <a:ext uri="{FF2B5EF4-FFF2-40B4-BE49-F238E27FC236}">
                <a16:creationId xmlns:a16="http://schemas.microsoft.com/office/drawing/2014/main" id="{E029010B-B683-4579-8598-E3B564234AAC}"/>
              </a:ext>
            </a:extLst>
          </p:cNvPr>
          <p:cNvSpPr>
            <a:spLocks noGrp="1"/>
          </p:cNvSpPr>
          <p:nvPr/>
        </p:nvSpPr>
        <p:spPr>
          <a:xfrm>
            <a:off x="7560469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0" name="object-80">
            <a:extLst>
              <a:ext uri="{FF2B5EF4-FFF2-40B4-BE49-F238E27FC236}">
                <a16:creationId xmlns:a16="http://schemas.microsoft.com/office/drawing/2014/main" id="{286B4FCC-3EE3-4CC0-98A2-7CB3CC498717}"/>
              </a:ext>
            </a:extLst>
          </p:cNvPr>
          <p:cNvSpPr>
            <a:spLocks noGrp="1"/>
          </p:cNvSpPr>
          <p:nvPr/>
        </p:nvSpPr>
        <p:spPr>
          <a:xfrm>
            <a:off x="7778750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1" name="object-81">
            <a:extLst>
              <a:ext uri="{FF2B5EF4-FFF2-40B4-BE49-F238E27FC236}">
                <a16:creationId xmlns:a16="http://schemas.microsoft.com/office/drawing/2014/main" id="{ED734D96-5E1A-4FE5-BC78-9D72DADC6058}"/>
              </a:ext>
            </a:extLst>
          </p:cNvPr>
          <p:cNvSpPr>
            <a:spLocks noGrp="1"/>
          </p:cNvSpPr>
          <p:nvPr/>
        </p:nvSpPr>
        <p:spPr>
          <a:xfrm>
            <a:off x="7997031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2" name="object-82">
            <a:extLst>
              <a:ext uri="{FF2B5EF4-FFF2-40B4-BE49-F238E27FC236}">
                <a16:creationId xmlns:a16="http://schemas.microsoft.com/office/drawing/2014/main" id="{22BF963F-E866-4AFB-9327-DDC4F6ECFAD3}"/>
              </a:ext>
            </a:extLst>
          </p:cNvPr>
          <p:cNvSpPr>
            <a:spLocks noGrp="1"/>
          </p:cNvSpPr>
          <p:nvPr/>
        </p:nvSpPr>
        <p:spPr>
          <a:xfrm>
            <a:off x="8215313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3" name="object-83">
            <a:extLst>
              <a:ext uri="{FF2B5EF4-FFF2-40B4-BE49-F238E27FC236}">
                <a16:creationId xmlns:a16="http://schemas.microsoft.com/office/drawing/2014/main" id="{EA21536C-6F48-48C5-BDA7-018586CF62AF}"/>
              </a:ext>
            </a:extLst>
          </p:cNvPr>
          <p:cNvSpPr>
            <a:spLocks noGrp="1"/>
          </p:cNvSpPr>
          <p:nvPr/>
        </p:nvSpPr>
        <p:spPr>
          <a:xfrm>
            <a:off x="8433594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4" name="object-84">
            <a:extLst>
              <a:ext uri="{FF2B5EF4-FFF2-40B4-BE49-F238E27FC236}">
                <a16:creationId xmlns:a16="http://schemas.microsoft.com/office/drawing/2014/main" id="{DD176DB1-99FC-4F3E-8DB9-551AFFEE20ED}"/>
              </a:ext>
            </a:extLst>
          </p:cNvPr>
          <p:cNvSpPr>
            <a:spLocks noGrp="1"/>
          </p:cNvSpPr>
          <p:nvPr/>
        </p:nvSpPr>
        <p:spPr>
          <a:xfrm>
            <a:off x="8651875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5" name="object-85">
            <a:extLst>
              <a:ext uri="{FF2B5EF4-FFF2-40B4-BE49-F238E27FC236}">
                <a16:creationId xmlns:a16="http://schemas.microsoft.com/office/drawing/2014/main" id="{9101B4F3-C3AB-4031-9145-82D52B2A34E5}"/>
              </a:ext>
            </a:extLst>
          </p:cNvPr>
          <p:cNvSpPr>
            <a:spLocks noGrp="1"/>
          </p:cNvSpPr>
          <p:nvPr/>
        </p:nvSpPr>
        <p:spPr>
          <a:xfrm>
            <a:off x="8870156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6" name="object-86">
            <a:extLst>
              <a:ext uri="{FF2B5EF4-FFF2-40B4-BE49-F238E27FC236}">
                <a16:creationId xmlns:a16="http://schemas.microsoft.com/office/drawing/2014/main" id="{8D9C157B-80FF-42C9-B54A-405988BC60C3}"/>
              </a:ext>
            </a:extLst>
          </p:cNvPr>
          <p:cNvSpPr>
            <a:spLocks noGrp="1"/>
          </p:cNvSpPr>
          <p:nvPr/>
        </p:nvSpPr>
        <p:spPr>
          <a:xfrm>
            <a:off x="9088438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7" name="object-87">
            <a:extLst>
              <a:ext uri="{FF2B5EF4-FFF2-40B4-BE49-F238E27FC236}">
                <a16:creationId xmlns:a16="http://schemas.microsoft.com/office/drawing/2014/main" id="{77B546EF-D68B-49D6-A6D6-6A0E61B586E2}"/>
              </a:ext>
            </a:extLst>
          </p:cNvPr>
          <p:cNvSpPr>
            <a:spLocks noGrp="1"/>
          </p:cNvSpPr>
          <p:nvPr/>
        </p:nvSpPr>
        <p:spPr>
          <a:xfrm>
            <a:off x="9306719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8" name="object-88">
            <a:extLst>
              <a:ext uri="{FF2B5EF4-FFF2-40B4-BE49-F238E27FC236}">
                <a16:creationId xmlns:a16="http://schemas.microsoft.com/office/drawing/2014/main" id="{A9E9F3FA-A3A4-4755-A25C-1392462E23C3}"/>
              </a:ext>
            </a:extLst>
          </p:cNvPr>
          <p:cNvSpPr>
            <a:spLocks noGrp="1"/>
          </p:cNvSpPr>
          <p:nvPr/>
        </p:nvSpPr>
        <p:spPr>
          <a:xfrm>
            <a:off x="9525000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89" name="object-89">
            <a:extLst>
              <a:ext uri="{FF2B5EF4-FFF2-40B4-BE49-F238E27FC236}">
                <a16:creationId xmlns:a16="http://schemas.microsoft.com/office/drawing/2014/main" id="{821F90B1-5648-4BC8-86C8-F289EAEC718B}"/>
              </a:ext>
            </a:extLst>
          </p:cNvPr>
          <p:cNvSpPr>
            <a:spLocks noGrp="1"/>
          </p:cNvSpPr>
          <p:nvPr/>
        </p:nvSpPr>
        <p:spPr>
          <a:xfrm>
            <a:off x="9743281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0" name="object-90">
            <a:extLst>
              <a:ext uri="{FF2B5EF4-FFF2-40B4-BE49-F238E27FC236}">
                <a16:creationId xmlns:a16="http://schemas.microsoft.com/office/drawing/2014/main" id="{49A65EA9-63F8-43F6-89B8-4BEB5D59BA04}"/>
              </a:ext>
            </a:extLst>
          </p:cNvPr>
          <p:cNvSpPr>
            <a:spLocks noGrp="1"/>
          </p:cNvSpPr>
          <p:nvPr/>
        </p:nvSpPr>
        <p:spPr>
          <a:xfrm>
            <a:off x="9961563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1" name="object-91">
            <a:extLst>
              <a:ext uri="{FF2B5EF4-FFF2-40B4-BE49-F238E27FC236}">
                <a16:creationId xmlns:a16="http://schemas.microsoft.com/office/drawing/2014/main" id="{19084DE5-2987-44B5-B207-47C6289421D1}"/>
              </a:ext>
            </a:extLst>
          </p:cNvPr>
          <p:cNvSpPr>
            <a:spLocks noGrp="1"/>
          </p:cNvSpPr>
          <p:nvPr/>
        </p:nvSpPr>
        <p:spPr>
          <a:xfrm>
            <a:off x="10179844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2" name="object-92">
            <a:extLst>
              <a:ext uri="{FF2B5EF4-FFF2-40B4-BE49-F238E27FC236}">
                <a16:creationId xmlns:a16="http://schemas.microsoft.com/office/drawing/2014/main" id="{B3052445-AF41-482C-8E10-60177183B6A0}"/>
              </a:ext>
            </a:extLst>
          </p:cNvPr>
          <p:cNvSpPr>
            <a:spLocks noGrp="1"/>
          </p:cNvSpPr>
          <p:nvPr/>
        </p:nvSpPr>
        <p:spPr>
          <a:xfrm>
            <a:off x="10398125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3" name="object-93">
            <a:extLst>
              <a:ext uri="{FF2B5EF4-FFF2-40B4-BE49-F238E27FC236}">
                <a16:creationId xmlns:a16="http://schemas.microsoft.com/office/drawing/2014/main" id="{9EA2CD9A-38EB-461B-AFE3-90D876FE4B1B}"/>
              </a:ext>
            </a:extLst>
          </p:cNvPr>
          <p:cNvSpPr>
            <a:spLocks noGrp="1"/>
          </p:cNvSpPr>
          <p:nvPr/>
        </p:nvSpPr>
        <p:spPr>
          <a:xfrm>
            <a:off x="10616406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4" name="object-94">
            <a:extLst>
              <a:ext uri="{FF2B5EF4-FFF2-40B4-BE49-F238E27FC236}">
                <a16:creationId xmlns:a16="http://schemas.microsoft.com/office/drawing/2014/main" id="{1972FE6B-3CBF-4223-B87E-0B11B43F6FBA}"/>
              </a:ext>
            </a:extLst>
          </p:cNvPr>
          <p:cNvSpPr>
            <a:spLocks noGrp="1"/>
          </p:cNvSpPr>
          <p:nvPr/>
        </p:nvSpPr>
        <p:spPr>
          <a:xfrm>
            <a:off x="10834688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5" name="object-95">
            <a:extLst>
              <a:ext uri="{FF2B5EF4-FFF2-40B4-BE49-F238E27FC236}">
                <a16:creationId xmlns:a16="http://schemas.microsoft.com/office/drawing/2014/main" id="{75B901CC-6FD3-4C68-8560-7B28FA33DDC1}"/>
              </a:ext>
            </a:extLst>
          </p:cNvPr>
          <p:cNvSpPr>
            <a:spLocks noGrp="1"/>
          </p:cNvSpPr>
          <p:nvPr/>
        </p:nvSpPr>
        <p:spPr>
          <a:xfrm>
            <a:off x="11052969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6" name="object-96">
            <a:extLst>
              <a:ext uri="{FF2B5EF4-FFF2-40B4-BE49-F238E27FC236}">
                <a16:creationId xmlns:a16="http://schemas.microsoft.com/office/drawing/2014/main" id="{797B2148-C6F3-4A17-86EE-B7D0824AEA9A}"/>
              </a:ext>
            </a:extLst>
          </p:cNvPr>
          <p:cNvSpPr>
            <a:spLocks noGrp="1"/>
          </p:cNvSpPr>
          <p:nvPr/>
        </p:nvSpPr>
        <p:spPr>
          <a:xfrm>
            <a:off x="11271250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7" name="object-97">
            <a:extLst>
              <a:ext uri="{FF2B5EF4-FFF2-40B4-BE49-F238E27FC236}">
                <a16:creationId xmlns:a16="http://schemas.microsoft.com/office/drawing/2014/main" id="{64332DA3-37F6-4293-8A4E-DD043C8358B7}"/>
              </a:ext>
            </a:extLst>
          </p:cNvPr>
          <p:cNvSpPr>
            <a:spLocks noGrp="1"/>
          </p:cNvSpPr>
          <p:nvPr/>
        </p:nvSpPr>
        <p:spPr>
          <a:xfrm>
            <a:off x="11489531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8" name="object-98">
            <a:extLst>
              <a:ext uri="{FF2B5EF4-FFF2-40B4-BE49-F238E27FC236}">
                <a16:creationId xmlns:a16="http://schemas.microsoft.com/office/drawing/2014/main" id="{CB554A2D-6557-4F25-8977-5BF53D1CF717}"/>
              </a:ext>
            </a:extLst>
          </p:cNvPr>
          <p:cNvSpPr>
            <a:spLocks noGrp="1"/>
          </p:cNvSpPr>
          <p:nvPr/>
        </p:nvSpPr>
        <p:spPr>
          <a:xfrm>
            <a:off x="11707813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99" name="object-99">
            <a:extLst>
              <a:ext uri="{FF2B5EF4-FFF2-40B4-BE49-F238E27FC236}">
                <a16:creationId xmlns:a16="http://schemas.microsoft.com/office/drawing/2014/main" id="{D4C808A9-D46F-4FB9-A177-E00C0FF6DA34}"/>
              </a:ext>
            </a:extLst>
          </p:cNvPr>
          <p:cNvSpPr>
            <a:spLocks noGrp="1"/>
          </p:cNvSpPr>
          <p:nvPr/>
        </p:nvSpPr>
        <p:spPr>
          <a:xfrm>
            <a:off x="11926094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0" name="object-100">
            <a:extLst>
              <a:ext uri="{FF2B5EF4-FFF2-40B4-BE49-F238E27FC236}">
                <a16:creationId xmlns:a16="http://schemas.microsoft.com/office/drawing/2014/main" id="{033E83C2-9E4D-485B-AE28-A733AA5724CC}"/>
              </a:ext>
            </a:extLst>
          </p:cNvPr>
          <p:cNvSpPr>
            <a:spLocks noGrp="1"/>
          </p:cNvSpPr>
          <p:nvPr/>
        </p:nvSpPr>
        <p:spPr>
          <a:xfrm>
            <a:off x="12144375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1" name="object-101">
            <a:extLst>
              <a:ext uri="{FF2B5EF4-FFF2-40B4-BE49-F238E27FC236}">
                <a16:creationId xmlns:a16="http://schemas.microsoft.com/office/drawing/2014/main" id="{0FC6EC2A-A133-4BAA-AD7B-AD522ED66CB8}"/>
              </a:ext>
            </a:extLst>
          </p:cNvPr>
          <p:cNvSpPr>
            <a:spLocks noGrp="1"/>
          </p:cNvSpPr>
          <p:nvPr/>
        </p:nvSpPr>
        <p:spPr>
          <a:xfrm>
            <a:off x="12362656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2" name="object-102">
            <a:extLst>
              <a:ext uri="{FF2B5EF4-FFF2-40B4-BE49-F238E27FC236}">
                <a16:creationId xmlns:a16="http://schemas.microsoft.com/office/drawing/2014/main" id="{0622E689-C689-4BDB-91C8-513DAF1BB865}"/>
              </a:ext>
            </a:extLst>
          </p:cNvPr>
          <p:cNvSpPr>
            <a:spLocks noGrp="1"/>
          </p:cNvSpPr>
          <p:nvPr/>
        </p:nvSpPr>
        <p:spPr>
          <a:xfrm>
            <a:off x="12580937" y="4048125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3" name="object-103">
            <a:extLst>
              <a:ext uri="{FF2B5EF4-FFF2-40B4-BE49-F238E27FC236}">
                <a16:creationId xmlns:a16="http://schemas.microsoft.com/office/drawing/2014/main" id="{20A4CD6F-9AB2-4E06-BBF5-2BF8FC9AF7BE}"/>
              </a:ext>
            </a:extLst>
          </p:cNvPr>
          <p:cNvSpPr>
            <a:spLocks noGrp="1"/>
          </p:cNvSpPr>
          <p:nvPr/>
        </p:nvSpPr>
        <p:spPr>
          <a:xfrm>
            <a:off x="12799219" y="4048125"/>
            <a:ext cx="218281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4" name="object-104">
            <a:extLst>
              <a:ext uri="{FF2B5EF4-FFF2-40B4-BE49-F238E27FC236}">
                <a16:creationId xmlns:a16="http://schemas.microsoft.com/office/drawing/2014/main" id="{4A5EECFC-6219-48F6-A00E-FFD277494BEB}"/>
              </a:ext>
            </a:extLst>
          </p:cNvPr>
          <p:cNvSpPr>
            <a:spLocks noGrp="1"/>
          </p:cNvSpPr>
          <p:nvPr/>
        </p:nvSpPr>
        <p:spPr>
          <a:xfrm>
            <a:off x="13017500" y="4048125"/>
            <a:ext cx="218281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5" name="object-105">
            <a:extLst>
              <a:ext uri="{FF2B5EF4-FFF2-40B4-BE49-F238E27FC236}">
                <a16:creationId xmlns:a16="http://schemas.microsoft.com/office/drawing/2014/main" id="{940ACD72-98DE-47A4-AFEA-FDB7A7E98886}"/>
              </a:ext>
            </a:extLst>
          </p:cNvPr>
          <p:cNvSpPr>
            <a:spLocks noGrp="1"/>
          </p:cNvSpPr>
          <p:nvPr/>
        </p:nvSpPr>
        <p:spPr>
          <a:xfrm>
            <a:off x="13235781" y="4048125"/>
            <a:ext cx="218281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06" name="object-106">
            <a:extLst>
              <a:ext uri="{FF2B5EF4-FFF2-40B4-BE49-F238E27FC236}">
                <a16:creationId xmlns:a16="http://schemas.microsoft.com/office/drawing/2014/main" id="{870832BD-5C4B-4FA7-B911-FD0E60BE04C8}"/>
              </a:ext>
            </a:extLst>
          </p:cNvPr>
          <p:cNvSpPr>
            <a:spLocks noGrp="1"/>
          </p:cNvSpPr>
          <p:nvPr/>
        </p:nvSpPr>
        <p:spPr>
          <a:xfrm>
            <a:off x="12263438" y="4607719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45/12</a:t>
            </a:r>
          </a:p>
        </p:txBody>
      </p:sp>
      <p:sp>
        <p:nvSpPr>
          <p:cNvPr id="107" name="object-107">
            <a:extLst>
              <a:ext uri="{FF2B5EF4-FFF2-40B4-BE49-F238E27FC236}">
                <a16:creationId xmlns:a16="http://schemas.microsoft.com/office/drawing/2014/main" id="{F102F386-169D-4FF0-8429-F25EFF9BDE04}"/>
              </a:ext>
            </a:extLst>
          </p:cNvPr>
          <p:cNvSpPr>
            <a:spLocks noGrp="1"/>
          </p:cNvSpPr>
          <p:nvPr/>
        </p:nvSpPr>
        <p:spPr>
          <a:xfrm>
            <a:off x="833438" y="5238750"/>
            <a:ext cx="190500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23/6</a:t>
            </a:r>
          </a:p>
        </p:txBody>
      </p:sp>
      <p:sp>
        <p:nvSpPr>
          <p:cNvPr id="108" name="object-108">
            <a:extLst>
              <a:ext uri="{FF2B5EF4-FFF2-40B4-BE49-F238E27FC236}">
                <a16:creationId xmlns:a16="http://schemas.microsoft.com/office/drawing/2014/main" id="{A6E6EBFA-27A1-485A-9224-C34E689ED5C6}"/>
              </a:ext>
            </a:extLst>
          </p:cNvPr>
          <p:cNvSpPr>
            <a:spLocks noGrp="1"/>
          </p:cNvSpPr>
          <p:nvPr/>
        </p:nvSpPr>
        <p:spPr>
          <a:xfrm>
            <a:off x="2976563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09" name="object-109">
            <a:extLst>
              <a:ext uri="{FF2B5EF4-FFF2-40B4-BE49-F238E27FC236}">
                <a16:creationId xmlns:a16="http://schemas.microsoft.com/office/drawing/2014/main" id="{F4CB4B7E-7455-404A-87A1-9F0B68C499D6}"/>
              </a:ext>
            </a:extLst>
          </p:cNvPr>
          <p:cNvSpPr>
            <a:spLocks noGrp="1"/>
          </p:cNvSpPr>
          <p:nvPr/>
        </p:nvSpPr>
        <p:spPr>
          <a:xfrm>
            <a:off x="3194844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0" name="object-110">
            <a:extLst>
              <a:ext uri="{FF2B5EF4-FFF2-40B4-BE49-F238E27FC236}">
                <a16:creationId xmlns:a16="http://schemas.microsoft.com/office/drawing/2014/main" id="{CF737C24-8B4A-49B2-BE3D-742AF7B3DB97}"/>
              </a:ext>
            </a:extLst>
          </p:cNvPr>
          <p:cNvSpPr>
            <a:spLocks noGrp="1"/>
          </p:cNvSpPr>
          <p:nvPr/>
        </p:nvSpPr>
        <p:spPr>
          <a:xfrm>
            <a:off x="3413125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1" name="object-111">
            <a:extLst>
              <a:ext uri="{FF2B5EF4-FFF2-40B4-BE49-F238E27FC236}">
                <a16:creationId xmlns:a16="http://schemas.microsoft.com/office/drawing/2014/main" id="{3201D867-8AA7-4020-8F8A-CF98AFB18C8D}"/>
              </a:ext>
            </a:extLst>
          </p:cNvPr>
          <p:cNvSpPr>
            <a:spLocks noGrp="1"/>
          </p:cNvSpPr>
          <p:nvPr/>
        </p:nvSpPr>
        <p:spPr>
          <a:xfrm>
            <a:off x="3631406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2" name="object-112">
            <a:extLst>
              <a:ext uri="{FF2B5EF4-FFF2-40B4-BE49-F238E27FC236}">
                <a16:creationId xmlns:a16="http://schemas.microsoft.com/office/drawing/2014/main" id="{F9FFBCA2-1308-43B5-8FD4-612C3C3D7F84}"/>
              </a:ext>
            </a:extLst>
          </p:cNvPr>
          <p:cNvSpPr>
            <a:spLocks noGrp="1"/>
          </p:cNvSpPr>
          <p:nvPr/>
        </p:nvSpPr>
        <p:spPr>
          <a:xfrm>
            <a:off x="3849687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3" name="object-113">
            <a:extLst>
              <a:ext uri="{FF2B5EF4-FFF2-40B4-BE49-F238E27FC236}">
                <a16:creationId xmlns:a16="http://schemas.microsoft.com/office/drawing/2014/main" id="{520406AB-4339-47CC-AC22-0F13C804DADA}"/>
              </a:ext>
            </a:extLst>
          </p:cNvPr>
          <p:cNvSpPr>
            <a:spLocks noGrp="1"/>
          </p:cNvSpPr>
          <p:nvPr/>
        </p:nvSpPr>
        <p:spPr>
          <a:xfrm>
            <a:off x="4067969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4" name="object-114">
            <a:extLst>
              <a:ext uri="{FF2B5EF4-FFF2-40B4-BE49-F238E27FC236}">
                <a16:creationId xmlns:a16="http://schemas.microsoft.com/office/drawing/2014/main" id="{DCF6667E-5F99-4F0F-9D27-EF9FA604144F}"/>
              </a:ext>
            </a:extLst>
          </p:cNvPr>
          <p:cNvSpPr>
            <a:spLocks noGrp="1"/>
          </p:cNvSpPr>
          <p:nvPr/>
        </p:nvSpPr>
        <p:spPr>
          <a:xfrm>
            <a:off x="4286250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5" name="object-115">
            <a:extLst>
              <a:ext uri="{FF2B5EF4-FFF2-40B4-BE49-F238E27FC236}">
                <a16:creationId xmlns:a16="http://schemas.microsoft.com/office/drawing/2014/main" id="{FA32C28A-783B-4C10-BE44-1C162E455BA9}"/>
              </a:ext>
            </a:extLst>
          </p:cNvPr>
          <p:cNvSpPr>
            <a:spLocks noGrp="1"/>
          </p:cNvSpPr>
          <p:nvPr/>
        </p:nvSpPr>
        <p:spPr>
          <a:xfrm>
            <a:off x="4504531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6" name="object-116">
            <a:extLst>
              <a:ext uri="{FF2B5EF4-FFF2-40B4-BE49-F238E27FC236}">
                <a16:creationId xmlns:a16="http://schemas.microsoft.com/office/drawing/2014/main" id="{33C24A60-6167-453D-A197-01237CABCCD4}"/>
              </a:ext>
            </a:extLst>
          </p:cNvPr>
          <p:cNvSpPr>
            <a:spLocks noGrp="1"/>
          </p:cNvSpPr>
          <p:nvPr/>
        </p:nvSpPr>
        <p:spPr>
          <a:xfrm>
            <a:off x="4722812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7" name="object-117">
            <a:extLst>
              <a:ext uri="{FF2B5EF4-FFF2-40B4-BE49-F238E27FC236}">
                <a16:creationId xmlns:a16="http://schemas.microsoft.com/office/drawing/2014/main" id="{7419E843-E1E8-44F7-B83E-205637EE1102}"/>
              </a:ext>
            </a:extLst>
          </p:cNvPr>
          <p:cNvSpPr>
            <a:spLocks noGrp="1"/>
          </p:cNvSpPr>
          <p:nvPr/>
        </p:nvSpPr>
        <p:spPr>
          <a:xfrm>
            <a:off x="4941094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8" name="object-118">
            <a:extLst>
              <a:ext uri="{FF2B5EF4-FFF2-40B4-BE49-F238E27FC236}">
                <a16:creationId xmlns:a16="http://schemas.microsoft.com/office/drawing/2014/main" id="{D45BA083-5406-47AE-A6B6-C9E4B03428C4}"/>
              </a:ext>
            </a:extLst>
          </p:cNvPr>
          <p:cNvSpPr>
            <a:spLocks noGrp="1"/>
          </p:cNvSpPr>
          <p:nvPr/>
        </p:nvSpPr>
        <p:spPr>
          <a:xfrm>
            <a:off x="5159375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19" name="object-119">
            <a:extLst>
              <a:ext uri="{FF2B5EF4-FFF2-40B4-BE49-F238E27FC236}">
                <a16:creationId xmlns:a16="http://schemas.microsoft.com/office/drawing/2014/main" id="{758A6114-F509-4F6D-A7D7-3787DDA96B96}"/>
              </a:ext>
            </a:extLst>
          </p:cNvPr>
          <p:cNvSpPr>
            <a:spLocks noGrp="1"/>
          </p:cNvSpPr>
          <p:nvPr/>
        </p:nvSpPr>
        <p:spPr>
          <a:xfrm>
            <a:off x="5377656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0" name="object-120">
            <a:extLst>
              <a:ext uri="{FF2B5EF4-FFF2-40B4-BE49-F238E27FC236}">
                <a16:creationId xmlns:a16="http://schemas.microsoft.com/office/drawing/2014/main" id="{972A0CBE-3B83-4928-BD00-2D63DB3BAA5E}"/>
              </a:ext>
            </a:extLst>
          </p:cNvPr>
          <p:cNvSpPr>
            <a:spLocks noGrp="1"/>
          </p:cNvSpPr>
          <p:nvPr/>
        </p:nvSpPr>
        <p:spPr>
          <a:xfrm>
            <a:off x="5595938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1" name="object-121">
            <a:extLst>
              <a:ext uri="{FF2B5EF4-FFF2-40B4-BE49-F238E27FC236}">
                <a16:creationId xmlns:a16="http://schemas.microsoft.com/office/drawing/2014/main" id="{A9C99C0B-8279-4E35-8E89-F7D982AE0242}"/>
              </a:ext>
            </a:extLst>
          </p:cNvPr>
          <p:cNvSpPr>
            <a:spLocks noGrp="1"/>
          </p:cNvSpPr>
          <p:nvPr/>
        </p:nvSpPr>
        <p:spPr>
          <a:xfrm>
            <a:off x="5814219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2" name="object-122">
            <a:extLst>
              <a:ext uri="{FF2B5EF4-FFF2-40B4-BE49-F238E27FC236}">
                <a16:creationId xmlns:a16="http://schemas.microsoft.com/office/drawing/2014/main" id="{A5CF1E8B-9FCE-422C-B136-9AA42F327223}"/>
              </a:ext>
            </a:extLst>
          </p:cNvPr>
          <p:cNvSpPr>
            <a:spLocks noGrp="1"/>
          </p:cNvSpPr>
          <p:nvPr/>
        </p:nvSpPr>
        <p:spPr>
          <a:xfrm>
            <a:off x="6032500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3" name="object-123">
            <a:extLst>
              <a:ext uri="{FF2B5EF4-FFF2-40B4-BE49-F238E27FC236}">
                <a16:creationId xmlns:a16="http://schemas.microsoft.com/office/drawing/2014/main" id="{6829017A-34C9-4D07-9665-93C8720CFA66}"/>
              </a:ext>
            </a:extLst>
          </p:cNvPr>
          <p:cNvSpPr>
            <a:spLocks noGrp="1"/>
          </p:cNvSpPr>
          <p:nvPr/>
        </p:nvSpPr>
        <p:spPr>
          <a:xfrm>
            <a:off x="6250781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4" name="object-124">
            <a:extLst>
              <a:ext uri="{FF2B5EF4-FFF2-40B4-BE49-F238E27FC236}">
                <a16:creationId xmlns:a16="http://schemas.microsoft.com/office/drawing/2014/main" id="{4B7219ED-65B6-4455-822E-E00AEEE4DA18}"/>
              </a:ext>
            </a:extLst>
          </p:cNvPr>
          <p:cNvSpPr>
            <a:spLocks noGrp="1"/>
          </p:cNvSpPr>
          <p:nvPr/>
        </p:nvSpPr>
        <p:spPr>
          <a:xfrm>
            <a:off x="6469062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5" name="object-125">
            <a:extLst>
              <a:ext uri="{FF2B5EF4-FFF2-40B4-BE49-F238E27FC236}">
                <a16:creationId xmlns:a16="http://schemas.microsoft.com/office/drawing/2014/main" id="{122C376E-E4EB-446E-A056-AC1B95681AB0}"/>
              </a:ext>
            </a:extLst>
          </p:cNvPr>
          <p:cNvSpPr>
            <a:spLocks noGrp="1"/>
          </p:cNvSpPr>
          <p:nvPr/>
        </p:nvSpPr>
        <p:spPr>
          <a:xfrm>
            <a:off x="6687344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6" name="object-126">
            <a:extLst>
              <a:ext uri="{FF2B5EF4-FFF2-40B4-BE49-F238E27FC236}">
                <a16:creationId xmlns:a16="http://schemas.microsoft.com/office/drawing/2014/main" id="{0621D069-AF0B-4142-ABF7-0663DE02356C}"/>
              </a:ext>
            </a:extLst>
          </p:cNvPr>
          <p:cNvSpPr>
            <a:spLocks noGrp="1"/>
          </p:cNvSpPr>
          <p:nvPr/>
        </p:nvSpPr>
        <p:spPr>
          <a:xfrm>
            <a:off x="6905625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7" name="object-127">
            <a:extLst>
              <a:ext uri="{FF2B5EF4-FFF2-40B4-BE49-F238E27FC236}">
                <a16:creationId xmlns:a16="http://schemas.microsoft.com/office/drawing/2014/main" id="{00EAA20E-D3CD-407A-AF82-CE15281F671A}"/>
              </a:ext>
            </a:extLst>
          </p:cNvPr>
          <p:cNvSpPr>
            <a:spLocks noGrp="1"/>
          </p:cNvSpPr>
          <p:nvPr/>
        </p:nvSpPr>
        <p:spPr>
          <a:xfrm>
            <a:off x="7123906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8" name="object-128">
            <a:extLst>
              <a:ext uri="{FF2B5EF4-FFF2-40B4-BE49-F238E27FC236}">
                <a16:creationId xmlns:a16="http://schemas.microsoft.com/office/drawing/2014/main" id="{4B0101FC-4BEC-4119-9150-F0960070FA13}"/>
              </a:ext>
            </a:extLst>
          </p:cNvPr>
          <p:cNvSpPr>
            <a:spLocks noGrp="1"/>
          </p:cNvSpPr>
          <p:nvPr/>
        </p:nvSpPr>
        <p:spPr>
          <a:xfrm>
            <a:off x="7342188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29" name="object-129">
            <a:extLst>
              <a:ext uri="{FF2B5EF4-FFF2-40B4-BE49-F238E27FC236}">
                <a16:creationId xmlns:a16="http://schemas.microsoft.com/office/drawing/2014/main" id="{F6CE2034-1F88-47D5-AF03-1B943A5203AD}"/>
              </a:ext>
            </a:extLst>
          </p:cNvPr>
          <p:cNvSpPr>
            <a:spLocks noGrp="1"/>
          </p:cNvSpPr>
          <p:nvPr/>
        </p:nvSpPr>
        <p:spPr>
          <a:xfrm>
            <a:off x="7560469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0" name="object-130">
            <a:extLst>
              <a:ext uri="{FF2B5EF4-FFF2-40B4-BE49-F238E27FC236}">
                <a16:creationId xmlns:a16="http://schemas.microsoft.com/office/drawing/2014/main" id="{0A3C8F3A-61A5-46B5-9BD7-3D8C9E268540}"/>
              </a:ext>
            </a:extLst>
          </p:cNvPr>
          <p:cNvSpPr>
            <a:spLocks noGrp="1"/>
          </p:cNvSpPr>
          <p:nvPr/>
        </p:nvSpPr>
        <p:spPr>
          <a:xfrm>
            <a:off x="7778750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1" name="object-131">
            <a:extLst>
              <a:ext uri="{FF2B5EF4-FFF2-40B4-BE49-F238E27FC236}">
                <a16:creationId xmlns:a16="http://schemas.microsoft.com/office/drawing/2014/main" id="{AF5D25FA-AC0D-491B-9AF0-7C2886597129}"/>
              </a:ext>
            </a:extLst>
          </p:cNvPr>
          <p:cNvSpPr>
            <a:spLocks noGrp="1"/>
          </p:cNvSpPr>
          <p:nvPr/>
        </p:nvSpPr>
        <p:spPr>
          <a:xfrm>
            <a:off x="7997031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2" name="object-132">
            <a:extLst>
              <a:ext uri="{FF2B5EF4-FFF2-40B4-BE49-F238E27FC236}">
                <a16:creationId xmlns:a16="http://schemas.microsoft.com/office/drawing/2014/main" id="{159898FD-7853-4414-B816-BED8C5C3DFF4}"/>
              </a:ext>
            </a:extLst>
          </p:cNvPr>
          <p:cNvSpPr>
            <a:spLocks noGrp="1"/>
          </p:cNvSpPr>
          <p:nvPr/>
        </p:nvSpPr>
        <p:spPr>
          <a:xfrm>
            <a:off x="8215313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3" name="object-133">
            <a:extLst>
              <a:ext uri="{FF2B5EF4-FFF2-40B4-BE49-F238E27FC236}">
                <a16:creationId xmlns:a16="http://schemas.microsoft.com/office/drawing/2014/main" id="{8CEA36D4-5143-41D9-AF7A-2F1C89D1DBB4}"/>
              </a:ext>
            </a:extLst>
          </p:cNvPr>
          <p:cNvSpPr>
            <a:spLocks noGrp="1"/>
          </p:cNvSpPr>
          <p:nvPr/>
        </p:nvSpPr>
        <p:spPr>
          <a:xfrm>
            <a:off x="8433594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4" name="object-134">
            <a:extLst>
              <a:ext uri="{FF2B5EF4-FFF2-40B4-BE49-F238E27FC236}">
                <a16:creationId xmlns:a16="http://schemas.microsoft.com/office/drawing/2014/main" id="{C0C85E54-8873-4900-929B-5BF150E2282E}"/>
              </a:ext>
            </a:extLst>
          </p:cNvPr>
          <p:cNvSpPr>
            <a:spLocks noGrp="1"/>
          </p:cNvSpPr>
          <p:nvPr/>
        </p:nvSpPr>
        <p:spPr>
          <a:xfrm>
            <a:off x="8651875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5" name="object-135">
            <a:extLst>
              <a:ext uri="{FF2B5EF4-FFF2-40B4-BE49-F238E27FC236}">
                <a16:creationId xmlns:a16="http://schemas.microsoft.com/office/drawing/2014/main" id="{8B4483A8-D3AD-47DC-8353-9AF1E2B22010}"/>
              </a:ext>
            </a:extLst>
          </p:cNvPr>
          <p:cNvSpPr>
            <a:spLocks noGrp="1"/>
          </p:cNvSpPr>
          <p:nvPr/>
        </p:nvSpPr>
        <p:spPr>
          <a:xfrm>
            <a:off x="8870156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6" name="object-136">
            <a:extLst>
              <a:ext uri="{FF2B5EF4-FFF2-40B4-BE49-F238E27FC236}">
                <a16:creationId xmlns:a16="http://schemas.microsoft.com/office/drawing/2014/main" id="{A1ADC32D-CF9F-44DA-9B8D-47D4D38F7D55}"/>
              </a:ext>
            </a:extLst>
          </p:cNvPr>
          <p:cNvSpPr>
            <a:spLocks noGrp="1"/>
          </p:cNvSpPr>
          <p:nvPr/>
        </p:nvSpPr>
        <p:spPr>
          <a:xfrm>
            <a:off x="9088438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7" name="object-137">
            <a:extLst>
              <a:ext uri="{FF2B5EF4-FFF2-40B4-BE49-F238E27FC236}">
                <a16:creationId xmlns:a16="http://schemas.microsoft.com/office/drawing/2014/main" id="{4AC391CE-5E5F-431C-8C93-4D5771D949D5}"/>
              </a:ext>
            </a:extLst>
          </p:cNvPr>
          <p:cNvSpPr>
            <a:spLocks noGrp="1"/>
          </p:cNvSpPr>
          <p:nvPr/>
        </p:nvSpPr>
        <p:spPr>
          <a:xfrm>
            <a:off x="9306719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8" name="object-138">
            <a:extLst>
              <a:ext uri="{FF2B5EF4-FFF2-40B4-BE49-F238E27FC236}">
                <a16:creationId xmlns:a16="http://schemas.microsoft.com/office/drawing/2014/main" id="{84223140-E419-495B-9A96-27F8529B5F96}"/>
              </a:ext>
            </a:extLst>
          </p:cNvPr>
          <p:cNvSpPr>
            <a:spLocks noGrp="1"/>
          </p:cNvSpPr>
          <p:nvPr/>
        </p:nvSpPr>
        <p:spPr>
          <a:xfrm>
            <a:off x="9525000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39" name="object-139">
            <a:extLst>
              <a:ext uri="{FF2B5EF4-FFF2-40B4-BE49-F238E27FC236}">
                <a16:creationId xmlns:a16="http://schemas.microsoft.com/office/drawing/2014/main" id="{0489BE53-A760-4C15-8A2A-D0C11A6BC877}"/>
              </a:ext>
            </a:extLst>
          </p:cNvPr>
          <p:cNvSpPr>
            <a:spLocks noGrp="1"/>
          </p:cNvSpPr>
          <p:nvPr/>
        </p:nvSpPr>
        <p:spPr>
          <a:xfrm>
            <a:off x="9743281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0" name="object-140">
            <a:extLst>
              <a:ext uri="{FF2B5EF4-FFF2-40B4-BE49-F238E27FC236}">
                <a16:creationId xmlns:a16="http://schemas.microsoft.com/office/drawing/2014/main" id="{D89DCB49-8838-4740-B5B1-CDA01CC971D0}"/>
              </a:ext>
            </a:extLst>
          </p:cNvPr>
          <p:cNvSpPr>
            <a:spLocks noGrp="1"/>
          </p:cNvSpPr>
          <p:nvPr/>
        </p:nvSpPr>
        <p:spPr>
          <a:xfrm>
            <a:off x="9961563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1" name="object-141">
            <a:extLst>
              <a:ext uri="{FF2B5EF4-FFF2-40B4-BE49-F238E27FC236}">
                <a16:creationId xmlns:a16="http://schemas.microsoft.com/office/drawing/2014/main" id="{0F648398-9BA9-42DB-955A-9B3BDCE65BD1}"/>
              </a:ext>
            </a:extLst>
          </p:cNvPr>
          <p:cNvSpPr>
            <a:spLocks noGrp="1"/>
          </p:cNvSpPr>
          <p:nvPr/>
        </p:nvSpPr>
        <p:spPr>
          <a:xfrm>
            <a:off x="10179844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2" name="object-142">
            <a:extLst>
              <a:ext uri="{FF2B5EF4-FFF2-40B4-BE49-F238E27FC236}">
                <a16:creationId xmlns:a16="http://schemas.microsoft.com/office/drawing/2014/main" id="{3C1FF06D-78F1-404A-9D2D-1277F32944EB}"/>
              </a:ext>
            </a:extLst>
          </p:cNvPr>
          <p:cNvSpPr>
            <a:spLocks noGrp="1"/>
          </p:cNvSpPr>
          <p:nvPr/>
        </p:nvSpPr>
        <p:spPr>
          <a:xfrm>
            <a:off x="10398125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3" name="object-143">
            <a:extLst>
              <a:ext uri="{FF2B5EF4-FFF2-40B4-BE49-F238E27FC236}">
                <a16:creationId xmlns:a16="http://schemas.microsoft.com/office/drawing/2014/main" id="{FC9B0EBB-084C-454C-B55A-DDE989493527}"/>
              </a:ext>
            </a:extLst>
          </p:cNvPr>
          <p:cNvSpPr>
            <a:spLocks noGrp="1"/>
          </p:cNvSpPr>
          <p:nvPr/>
        </p:nvSpPr>
        <p:spPr>
          <a:xfrm>
            <a:off x="10616406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4" name="object-144">
            <a:extLst>
              <a:ext uri="{FF2B5EF4-FFF2-40B4-BE49-F238E27FC236}">
                <a16:creationId xmlns:a16="http://schemas.microsoft.com/office/drawing/2014/main" id="{C5DA9F1C-7A0B-4FBA-B77F-E65C341120D0}"/>
              </a:ext>
            </a:extLst>
          </p:cNvPr>
          <p:cNvSpPr>
            <a:spLocks noGrp="1"/>
          </p:cNvSpPr>
          <p:nvPr/>
        </p:nvSpPr>
        <p:spPr>
          <a:xfrm>
            <a:off x="10834688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5" name="object-145">
            <a:extLst>
              <a:ext uri="{FF2B5EF4-FFF2-40B4-BE49-F238E27FC236}">
                <a16:creationId xmlns:a16="http://schemas.microsoft.com/office/drawing/2014/main" id="{0A1E6BA5-CB44-4B29-8703-D5F593A5D1CA}"/>
              </a:ext>
            </a:extLst>
          </p:cNvPr>
          <p:cNvSpPr>
            <a:spLocks noGrp="1"/>
          </p:cNvSpPr>
          <p:nvPr/>
        </p:nvSpPr>
        <p:spPr>
          <a:xfrm>
            <a:off x="11052969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6" name="object-146">
            <a:extLst>
              <a:ext uri="{FF2B5EF4-FFF2-40B4-BE49-F238E27FC236}">
                <a16:creationId xmlns:a16="http://schemas.microsoft.com/office/drawing/2014/main" id="{10DACD33-4987-4369-9387-4C0B65AE97B2}"/>
              </a:ext>
            </a:extLst>
          </p:cNvPr>
          <p:cNvSpPr>
            <a:spLocks noGrp="1"/>
          </p:cNvSpPr>
          <p:nvPr/>
        </p:nvSpPr>
        <p:spPr>
          <a:xfrm>
            <a:off x="11271250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7" name="object-147">
            <a:extLst>
              <a:ext uri="{FF2B5EF4-FFF2-40B4-BE49-F238E27FC236}">
                <a16:creationId xmlns:a16="http://schemas.microsoft.com/office/drawing/2014/main" id="{A6F6BD63-F395-436E-B6A7-D173D4FFC0C0}"/>
              </a:ext>
            </a:extLst>
          </p:cNvPr>
          <p:cNvSpPr>
            <a:spLocks noGrp="1"/>
          </p:cNvSpPr>
          <p:nvPr/>
        </p:nvSpPr>
        <p:spPr>
          <a:xfrm>
            <a:off x="11489531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8" name="object-148">
            <a:extLst>
              <a:ext uri="{FF2B5EF4-FFF2-40B4-BE49-F238E27FC236}">
                <a16:creationId xmlns:a16="http://schemas.microsoft.com/office/drawing/2014/main" id="{CE031D82-9BA9-4768-9B74-F09ECC901498}"/>
              </a:ext>
            </a:extLst>
          </p:cNvPr>
          <p:cNvSpPr>
            <a:spLocks noGrp="1"/>
          </p:cNvSpPr>
          <p:nvPr/>
        </p:nvSpPr>
        <p:spPr>
          <a:xfrm>
            <a:off x="11707813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49" name="object-149">
            <a:extLst>
              <a:ext uri="{FF2B5EF4-FFF2-40B4-BE49-F238E27FC236}">
                <a16:creationId xmlns:a16="http://schemas.microsoft.com/office/drawing/2014/main" id="{25044292-9ED9-459B-855E-794BADE08805}"/>
              </a:ext>
            </a:extLst>
          </p:cNvPr>
          <p:cNvSpPr>
            <a:spLocks noGrp="1"/>
          </p:cNvSpPr>
          <p:nvPr/>
        </p:nvSpPr>
        <p:spPr>
          <a:xfrm>
            <a:off x="11926094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0" name="object-150">
            <a:extLst>
              <a:ext uri="{FF2B5EF4-FFF2-40B4-BE49-F238E27FC236}">
                <a16:creationId xmlns:a16="http://schemas.microsoft.com/office/drawing/2014/main" id="{9182F288-B094-4E13-A0E7-F14BC40F3E49}"/>
              </a:ext>
            </a:extLst>
          </p:cNvPr>
          <p:cNvSpPr>
            <a:spLocks noGrp="1"/>
          </p:cNvSpPr>
          <p:nvPr/>
        </p:nvSpPr>
        <p:spPr>
          <a:xfrm>
            <a:off x="12144375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1" name="object-151">
            <a:extLst>
              <a:ext uri="{FF2B5EF4-FFF2-40B4-BE49-F238E27FC236}">
                <a16:creationId xmlns:a16="http://schemas.microsoft.com/office/drawing/2014/main" id="{1D3FCDBF-E5FC-46A2-ACC9-6FB7F135805E}"/>
              </a:ext>
            </a:extLst>
          </p:cNvPr>
          <p:cNvSpPr>
            <a:spLocks noGrp="1"/>
          </p:cNvSpPr>
          <p:nvPr/>
        </p:nvSpPr>
        <p:spPr>
          <a:xfrm>
            <a:off x="12362656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2" name="object-152">
            <a:extLst>
              <a:ext uri="{FF2B5EF4-FFF2-40B4-BE49-F238E27FC236}">
                <a16:creationId xmlns:a16="http://schemas.microsoft.com/office/drawing/2014/main" id="{094EA8BB-CF61-4F4A-8097-0CC1C127975E}"/>
              </a:ext>
            </a:extLst>
          </p:cNvPr>
          <p:cNvSpPr>
            <a:spLocks noGrp="1"/>
          </p:cNvSpPr>
          <p:nvPr/>
        </p:nvSpPr>
        <p:spPr>
          <a:xfrm>
            <a:off x="12580937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3" name="object-153">
            <a:extLst>
              <a:ext uri="{FF2B5EF4-FFF2-40B4-BE49-F238E27FC236}">
                <a16:creationId xmlns:a16="http://schemas.microsoft.com/office/drawing/2014/main" id="{0A9619F4-A34A-4F12-8AE8-01447C215DAD}"/>
              </a:ext>
            </a:extLst>
          </p:cNvPr>
          <p:cNvSpPr>
            <a:spLocks noGrp="1"/>
          </p:cNvSpPr>
          <p:nvPr/>
        </p:nvSpPr>
        <p:spPr>
          <a:xfrm>
            <a:off x="12799219" y="5238750"/>
            <a:ext cx="218281" cy="547688"/>
          </a:xfrm>
          <a:prstGeom prst="rect">
            <a:avLst/>
          </a:prstGeom>
          <a:solidFill>
            <a:srgbClr val="1D4ED8"/>
          </a:solidFill>
          <a:ln w="13097">
            <a:solidFill>
              <a:srgbClr val="172B4D"/>
            </a:solidFill>
          </a:ln>
        </p:spPr>
      </p:sp>
      <p:sp>
        <p:nvSpPr>
          <p:cNvPr id="154" name="object-154">
            <a:extLst>
              <a:ext uri="{FF2B5EF4-FFF2-40B4-BE49-F238E27FC236}">
                <a16:creationId xmlns:a16="http://schemas.microsoft.com/office/drawing/2014/main" id="{46FF6184-AD4A-4D3D-9219-DCF09227646A}"/>
              </a:ext>
            </a:extLst>
          </p:cNvPr>
          <p:cNvSpPr>
            <a:spLocks noGrp="1"/>
          </p:cNvSpPr>
          <p:nvPr/>
        </p:nvSpPr>
        <p:spPr>
          <a:xfrm>
            <a:off x="13017500" y="5238750"/>
            <a:ext cx="218281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5" name="object-155">
            <a:extLst>
              <a:ext uri="{FF2B5EF4-FFF2-40B4-BE49-F238E27FC236}">
                <a16:creationId xmlns:a16="http://schemas.microsoft.com/office/drawing/2014/main" id="{957491E2-530F-4208-B084-928B978B73A5}"/>
              </a:ext>
            </a:extLst>
          </p:cNvPr>
          <p:cNvSpPr>
            <a:spLocks noGrp="1"/>
          </p:cNvSpPr>
          <p:nvPr/>
        </p:nvSpPr>
        <p:spPr>
          <a:xfrm>
            <a:off x="13235781" y="5238750"/>
            <a:ext cx="218281" cy="547688"/>
          </a:xfrm>
          <a:prstGeom prst="rect">
            <a:avLst/>
          </a:prstGeom>
          <a:solidFill>
            <a:srgbClr val="FFFFFF"/>
          </a:solidFill>
          <a:ln w="13097">
            <a:solidFill>
              <a:srgbClr val="172B4D"/>
            </a:solidFill>
          </a:ln>
        </p:spPr>
      </p:sp>
      <p:sp>
        <p:nvSpPr>
          <p:cNvPr id="156" name="object-156">
            <a:extLst>
              <a:ext uri="{FF2B5EF4-FFF2-40B4-BE49-F238E27FC236}">
                <a16:creationId xmlns:a16="http://schemas.microsoft.com/office/drawing/2014/main" id="{FF8851D3-5611-4574-ACEA-11E54630D4E8}"/>
              </a:ext>
            </a:extLst>
          </p:cNvPr>
          <p:cNvSpPr>
            <a:spLocks noGrp="1"/>
          </p:cNvSpPr>
          <p:nvPr/>
        </p:nvSpPr>
        <p:spPr>
          <a:xfrm>
            <a:off x="12263438" y="5798344"/>
            <a:ext cx="1905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250" b="1">
                <a:solidFill>
                  <a:srgbClr val="9A58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9A5800"/>
                </a:solidFill>
                <a:latin typeface="Arial"/>
                <a:ea typeface="Arial"/>
                <a:cs typeface="Arial"/>
              </a:rPr>
              <a:t>46/12</a:t>
            </a:r>
          </a:p>
        </p:txBody>
      </p:sp>
      <p:sp>
        <p:nvSpPr>
          <p:cNvPr id="157" name="object-157">
            <a:extLst>
              <a:ext uri="{FF2B5EF4-FFF2-40B4-BE49-F238E27FC236}">
                <a16:creationId xmlns:a16="http://schemas.microsoft.com/office/drawing/2014/main" id="{F689506B-E870-4C4F-A9AA-1CC36ACEBEEA}"/>
              </a:ext>
            </a:extLst>
          </p:cNvPr>
          <p:cNvSpPr>
            <a:spLocks noGrp="1"/>
          </p:cNvSpPr>
          <p:nvPr/>
        </p:nvSpPr>
        <p:spPr>
          <a:xfrm>
            <a:off x="892969" y="6965156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11/3 &lt; 15/4 &lt; 23/6</a:t>
            </a:r>
          </a:p>
        </p:txBody>
      </p:sp>
    </p:spTree>
    <p:extLst>
      <p:ext uri="{BB962C8B-B14F-4D97-AF65-F5344CB8AC3E}">
        <p14:creationId xmlns:p14="http://schemas.microsoft.com/office/powerpoint/2010/main" val="145831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3" fill="hold">
                      <p:stCondLst>
                        <p:cond delay="indefinite"/>
                      </p:stCondLst>
                      <p:childTnLst>
                        <p:par>
                          <p:cTn id="304" fill="hold">
                            <p:stCondLst>
                              <p:cond delay="0"/>
                            </p:stCondLst>
                            <p:childTnLst>
                              <p:par>
                                <p:cTn id="3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106" grpId="0"/>
      <p:bldP spid="156" grpId="0"/>
      <p:bldP spid="1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41344F40-B042-47D6-9D7F-2F7D7B0CC59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70B7D6FC-7296-479A-8F10-4569E2039632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25FF4BA-3959-4506-BCE3-E32653E2187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C95274D3-86B4-4A31-906E-6A4C93768F8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EFA20EB-5164-437F-948A-998ADFCE4BCF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Order fractions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838F2D66-8F5F-4ACF-A5F8-4DB8E6349865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EC1136C-8020-4A92-98B4-A4FDC2C49E6A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A3F9053-DC9C-4D18-96FA-0A052CB445A1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Order 2/3, 3/4 and 5/6 from least to greatest.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0A90341-5628-46FA-BE81-6C0F40DFD567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B9BDB09-9D07-41B4-92DD-E456341DB46F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Give a fraction between 3/5 and 2/3.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CB88047-CDF9-4CB9-8AB8-AA7FEAABB087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D9C95293-50EE-45D3-B0F7-CBDBD9646EE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5/6 with denominator 24.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48C28931-2F2A-4E63-8B35-15768BD8E613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2F50F60-B5E0-44CE-B18F-568C3805E225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Order 2/3, 3/4 and 5/6 from least to greatest.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E849CAB7-6C3F-430E-8478-A3370FB013D9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CC8D8BAF-415E-4D96-85E2-895F23B53528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Give a fraction between 3/5 and 2/3.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F912863-EF86-424F-A12F-7ED8EA50B5D5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3A5EC2D-8CEA-4401-9485-037549D5932B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Write 5/6 with denominator 24.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4EC53C27-0CE4-467C-ACD4-CB7DCACA600A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0D8363C8-CF9F-491C-9A08-06E1F491DE70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Simplify 42/56.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FC291DEB-7ECA-44FF-BC89-5C9895EBEA2B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12B67CAA-0977-4785-9EAC-67E9DDD95FA2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compares fractions by looking only at the denominators.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806FE25F-A12B-4ED7-BDCD-8B2AC55B0D05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57A4DF7-F7DE-4F29-A99B-89A66FD9505D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A6609535-4825-42AA-A158-F9A44F57EC9A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249EA5F0-E478-4C6A-9997-DC6D079E89C5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Write 5/6 with denominator 24.</a:t>
            </a:r>
          </a:p>
        </p:txBody>
      </p:sp>
    </p:spTree>
    <p:extLst>
      <p:ext uri="{BB962C8B-B14F-4D97-AF65-F5344CB8AC3E}">
        <p14:creationId xmlns:p14="http://schemas.microsoft.com/office/powerpoint/2010/main" val="1658710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35DD8CC1-34F1-4EAC-BCCE-8321F30B3E1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60B07BAF-7FD1-4B6B-8B23-7E836852B1AE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CF8C7951-8B76-41F5-BB24-C20ED32E0C46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A42AE564-2624-42F0-9B44-A10CE749ECA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Order fractions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53CEC5F-75BD-4CAC-A584-E54D70B20D6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20974AF-E7EF-4363-B69B-08BBD5B13160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E2726CE-F9AC-4907-8357-B0CCD31F0502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2/3, 3/4, 5/6.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F0F3C205-5CA4-41DB-98ED-C19741C6F314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E6BA18E-1082-486C-8CE7-BB2BFC6676F6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5/8 is one possible answer.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9A73C9A-03BD-4971-A6FD-7301ABDCF779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4B0EE50-215D-4C09-83E5-A2DD91556EF9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20/24.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EC159B5E-25A2-4BA9-A004-FBEB037103FC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C14732E7-7EC7-437A-977C-7B81DB89F8D8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2/3, 3/4, 5/6.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F9ECFE60-64F3-4D62-B394-0B4EDE893813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8F53BFB9-6A2F-4AA9-9CE8-DB161601A5A8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5/8 is one possible answer.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DEB087B5-0818-4C90-ADED-E923D2946C50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8E226410-120E-4D7F-B62B-E9A8DB60CDE3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20/24.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8CF30B66-EDA7-4361-B850-9EDE3201977B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8DA1EAF3-2408-43D3-9618-6C91D4435FDD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3/4.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C52F7FD-341E-42E9-8CCE-5D8DCE152F51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7433B4E8-AD80-499B-9872-747FB1C04118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Convert the fractions to equivalent forms or use a shared benchmark before comparing.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FFC50FC9-FCC9-4C6F-979F-EDAB9612E3F4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6041AF4A-B94C-4726-873D-DDF032B5CAA7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EDDC78FF-901D-49DE-B318-4672BD143A0D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85247959-7530-4091-98AE-4F95BEF5CF56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20800319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Microsoft Office PowerPoint</Application>
  <DocSecurity>0</DocSecurity>
  <PresentationFormat>Custom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2026-09-14T13:19:12Z</dcterms:created>
  <dcterms:modified xsi:type="dcterms:W3CDTF">2026-09-14T13:19:34Z</dcterms:modified>
</cp:coreProperties>
</file>