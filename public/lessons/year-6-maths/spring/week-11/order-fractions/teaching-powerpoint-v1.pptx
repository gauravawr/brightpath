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04c37519e84644" /><Relationship Type="http://schemas.openxmlformats.org/officeDocument/2006/relationships/extended-properties" Target="/docProps/app.xml" Id="R8d2d7f8f53294f3c" /><Relationship Type="http://schemas.openxmlformats.org/officeDocument/2006/relationships/officeDocument" Target="/ppt/presentation.xml" Id="R08e4263b744848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e48169f29248a0"/>
  </p:sldMasterIdLst>
  <p:notesMasterIdLst>
    <p:notesMasterId xmlns:r="http://schemas.openxmlformats.org/officeDocument/2006/relationships" r:id="R1a49e14801fb415f"/>
  </p:notesMasterIdLst>
  <p:sldIdLst>
    <p:sldId xmlns:r="http://schemas.openxmlformats.org/officeDocument/2006/relationships" id="256" r:id="Rcace81ec632b44df"/>
    <p:sldId xmlns:r="http://schemas.openxmlformats.org/officeDocument/2006/relationships" id="257" r:id="R03df65124ba84c08"/>
    <p:sldId xmlns:r="http://schemas.openxmlformats.org/officeDocument/2006/relationships" id="258" r:id="R41bd5c90c7ad4f92"/>
    <p:sldId xmlns:r="http://schemas.openxmlformats.org/officeDocument/2006/relationships" id="259" r:id="R5cec9169dfbd4d88"/>
    <p:sldId xmlns:r="http://schemas.openxmlformats.org/officeDocument/2006/relationships" id="260" r:id="R23dbf85548ae428a"/>
    <p:sldId xmlns:r="http://schemas.openxmlformats.org/officeDocument/2006/relationships" id="261" r:id="Rff72dd7d9a024701"/>
    <p:sldId xmlns:r="http://schemas.openxmlformats.org/officeDocument/2006/relationships" id="262" r:id="R5b24d22429524924"/>
    <p:sldId xmlns:r="http://schemas.openxmlformats.org/officeDocument/2006/relationships" id="263" r:id="R67cff706cb584d95"/>
    <p:sldId xmlns:r="http://schemas.openxmlformats.org/officeDocument/2006/relationships" id="264" r:id="R7c357562ede2478b"/>
    <p:sldId xmlns:r="http://schemas.openxmlformats.org/officeDocument/2006/relationships" id="265" r:id="R2304c6607ebf4a10"/>
    <p:sldId xmlns:r="http://schemas.openxmlformats.org/officeDocument/2006/relationships" id="266" r:id="Rc475986e94904880"/>
    <p:sldId xmlns:r="http://schemas.openxmlformats.org/officeDocument/2006/relationships" id="267" r:id="R54420e3eef544f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a0b1fda0834ec7" /><Relationship Type="http://schemas.openxmlformats.org/officeDocument/2006/relationships/slideMaster" Target="/ppt/slideMasters/slideMaster1.xml" Id="Rfde48169f29248a0" /><Relationship Type="http://schemas.openxmlformats.org/officeDocument/2006/relationships/notesMaster" Target="/ppt/notesMasters/notesMaster1.xml" Id="R1a49e14801fb415f" /><Relationship Type="http://schemas.openxmlformats.org/officeDocument/2006/relationships/presProps" Target="/ppt/presProps.xml" Id="Rfcfae2b49f384cf9" /><Relationship Type="http://schemas.openxmlformats.org/officeDocument/2006/relationships/tableStyles" Target="/ppt/tableStyles.xml" Id="R462210c15e484553" /><Relationship Type="http://schemas.openxmlformats.org/officeDocument/2006/relationships/slide" Target="/ppt/slides/slide1.xml" Id="Rcace81ec632b44df" /><Relationship Type="http://schemas.openxmlformats.org/officeDocument/2006/relationships/slide" Target="/ppt/slides/slide2.xml" Id="R03df65124ba84c08" /><Relationship Type="http://schemas.openxmlformats.org/officeDocument/2006/relationships/slide" Target="/ppt/slides/slide3.xml" Id="R41bd5c90c7ad4f92" /><Relationship Type="http://schemas.openxmlformats.org/officeDocument/2006/relationships/slide" Target="/ppt/slides/slide4.xml" Id="R5cec9169dfbd4d88" /><Relationship Type="http://schemas.openxmlformats.org/officeDocument/2006/relationships/slide" Target="/ppt/slides/slide5.xml" Id="R23dbf85548ae428a" /><Relationship Type="http://schemas.openxmlformats.org/officeDocument/2006/relationships/slide" Target="/ppt/slides/slide6.xml" Id="Rff72dd7d9a024701" /><Relationship Type="http://schemas.openxmlformats.org/officeDocument/2006/relationships/slide" Target="/ppt/slides/slide7.xml" Id="R5b24d22429524924" /><Relationship Type="http://schemas.openxmlformats.org/officeDocument/2006/relationships/slide" Target="/ppt/slides/slide8.xml" Id="R67cff706cb584d95" /><Relationship Type="http://schemas.openxmlformats.org/officeDocument/2006/relationships/slide" Target="/ppt/slides/slide9.xml" Id="R7c357562ede2478b" /><Relationship Type="http://schemas.openxmlformats.org/officeDocument/2006/relationships/slide" Target="/ppt/slides/slide10.xml" Id="R2304c6607ebf4a10" /><Relationship Type="http://schemas.openxmlformats.org/officeDocument/2006/relationships/slide" Target="/ppt/slides/slide11.xml" Id="Rc475986e94904880" /><Relationship Type="http://schemas.openxmlformats.org/officeDocument/2006/relationships/slide" Target="/ppt/slides/slide12.xml" Id="R54420e3eef544f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94d878095b40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c8465d5781430a" /><Relationship Type="http://schemas.openxmlformats.org/officeDocument/2006/relationships/notesMaster" Target="/ppt/notesMasters/notesMaster1.xml" Id="R1746c6d9603546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be795b080249b2" /><Relationship Type="http://schemas.openxmlformats.org/officeDocument/2006/relationships/notesMaster" Target="/ppt/notesMasters/notesMaster1.xml" Id="R632ec976a55d40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d556f8bba244bb" /><Relationship Type="http://schemas.openxmlformats.org/officeDocument/2006/relationships/notesMaster" Target="/ppt/notesMasters/notesMaster1.xml" Id="R189e49b4ab6e48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7c6cd403544749" /><Relationship Type="http://schemas.openxmlformats.org/officeDocument/2006/relationships/notesMaster" Target="/ppt/notesMasters/notesMaster1.xml" Id="R8e165ff26c6a4b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3c97d101a14f4b" /><Relationship Type="http://schemas.openxmlformats.org/officeDocument/2006/relationships/notesMaster" Target="/ppt/notesMasters/notesMaster1.xml" Id="R516f49eeaa2248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29a21388444c5d" /><Relationship Type="http://schemas.openxmlformats.org/officeDocument/2006/relationships/notesMaster" Target="/ppt/notesMasters/notesMaster1.xml" Id="R23efd111cc284c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5a43ce09274729" /><Relationship Type="http://schemas.openxmlformats.org/officeDocument/2006/relationships/notesMaster" Target="/ppt/notesMasters/notesMaster1.xml" Id="Rbac28979706a49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8014c12c4e41cb" /><Relationship Type="http://schemas.openxmlformats.org/officeDocument/2006/relationships/notesMaster" Target="/ppt/notesMasters/notesMaster1.xml" Id="R64849cce48e542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72f03275f64e77" /><Relationship Type="http://schemas.openxmlformats.org/officeDocument/2006/relationships/notesMaster" Target="/ppt/notesMasters/notesMaster1.xml" Id="R0a1ec49f15004b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259432ae3d4a4e" /><Relationship Type="http://schemas.openxmlformats.org/officeDocument/2006/relationships/notesMaster" Target="/ppt/notesMasters/notesMaster1.xml" Id="R8e1323aef7854f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296862d6b94586" /><Relationship Type="http://schemas.openxmlformats.org/officeDocument/2006/relationships/notesMaster" Target="/ppt/notesMasters/notesMaster1.xml" Id="R857f4899b5e84e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de48325ef9b48f1" /><Relationship Type="http://schemas.openxmlformats.org/officeDocument/2006/relationships/notesMaster" Target="/ppt/notesMasters/notesMaster1.xml" Id="R1d767ac667d14e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factor cards,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5/8 is one possible answer. | Identify useful common factors or a common denominator. |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numerator, denominator, equivalent, simplify, common factor, common denominator.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2/3, 3/4, 5/6.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5/8 is one possible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5/8 is one possible answer..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20/24..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20/24.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20/24. | Convert the fractions to equivalent forms or use a shared benchmark before comparing.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2313f88a1649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98963e5cc443f6" /><Relationship Type="http://schemas.openxmlformats.org/officeDocument/2006/relationships/slideLayout" Target="/ppt/slideLayouts/slideLayout1.xml" Id="R722a3f7e00f847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3f7e00f847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d5d818dd24c14" /><Relationship Type="http://schemas.openxmlformats.org/officeDocument/2006/relationships/notesSlide" Target="/ppt/notesSlides/notesSlide1.xml" Id="R9420323689a54c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c713e91464c5b" /><Relationship Type="http://schemas.openxmlformats.org/officeDocument/2006/relationships/notesSlide" Target="/ppt/notesSlides/notesSlide2.xml" Id="Rded3f931a4004c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4d7657c2646e0" /><Relationship Type="http://schemas.openxmlformats.org/officeDocument/2006/relationships/notesSlide" Target="/ppt/notesSlides/notesSlide3.xml" Id="R106886cd7bab45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59d30f315419b" /><Relationship Type="http://schemas.openxmlformats.org/officeDocument/2006/relationships/notesSlide" Target="/ppt/notesSlides/notesSlide4.xml" Id="Ra287e4d745d047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ed297c9094eee" /><Relationship Type="http://schemas.openxmlformats.org/officeDocument/2006/relationships/notesSlide" Target="/ppt/notesSlides/notesSlide5.xml" Id="Rc1b11bf83c9d47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8623663fc44a8" /><Relationship Type="http://schemas.openxmlformats.org/officeDocument/2006/relationships/notesSlide" Target="/ppt/notesSlides/notesSlide6.xml" Id="Radb3913cf8c247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a1bbdb2b3a4435" /><Relationship Type="http://schemas.openxmlformats.org/officeDocument/2006/relationships/image" Target="/ppt/media/image.png" Id="Rb1366afb2f3c4926" /><Relationship Type="http://schemas.openxmlformats.org/officeDocument/2006/relationships/notesSlide" Target="/ppt/notesSlides/notesSlide7.xml" Id="R4bbb5105aa9c49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dfa0cabce49f4" /><Relationship Type="http://schemas.openxmlformats.org/officeDocument/2006/relationships/notesSlide" Target="/ppt/notesSlides/notesSlide8.xml" Id="R5b9e1e7714c040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52dba22dd42eb" /><Relationship Type="http://schemas.openxmlformats.org/officeDocument/2006/relationships/notesSlide" Target="/ppt/notesSlides/notesSlide9.xml" Id="R052111a9220247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34c5d96544ea4" /><Relationship Type="http://schemas.openxmlformats.org/officeDocument/2006/relationships/notesSlide" Target="/ppt/notesSlides/notesSlide10.xml" Id="R2f2199e80d7245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97dbac5824729" /><Relationship Type="http://schemas.openxmlformats.org/officeDocument/2006/relationships/notesSlide" Target="/ppt/notesSlides/notesSlide11.xml" Id="Rbafe29301d6446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a429257514697" /><Relationship Type="http://schemas.openxmlformats.org/officeDocument/2006/relationships/notesSlide" Target="/ppt/notesSlides/notesSlide12.xml" Id="R5a318b3a1cd544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BCDDE-506C-4BCF-8D96-E87A8BA4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8151C-AFC7-48AC-A330-AB4A6B1F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2F106-C195-40E6-AC23-DA2EAC83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DC7B7-4E2A-464A-A0BA-E8289049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5CC92-72AB-4CF8-8EE4-9761EBB2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88B85-B914-4F28-B541-CE04C913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27F1E6-143D-48F7-875A-253F5F64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B2F93-0A66-462E-BA62-D698F194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order fractions greater and less than 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76D94-8348-4CCE-952A-228CAA77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577E6B-D28E-4D0D-A26F-A1D9605E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110BA-FD9B-4B6D-A240-E438BB7A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00812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4A7AB5-1DA6-4775-B044-DDA484FE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D3381E-36BB-4BDF-8A44-BE952002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5444F-6EED-4EDF-9902-6C127789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95D1B-3666-4647-A2D0-6971B3E2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71E73-D6DF-449D-B002-BEBE83A7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70531-F81B-46F6-B38C-C3F37308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D1A7F-8343-4CAE-8292-62536C40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3B7A5-A770-44CD-B10E-76D4E9F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F78F1A-2138-4398-AB6C-A6184FA7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D5FCC-CC2A-4CD4-84EA-CB9C9552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65754-7353-426D-903E-9AB03317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44E652-59EC-4D93-A0FA-69BD0546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3D1D1-9323-4600-8E04-B919C4E6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equivalent fractions and use common factors and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3D7C11-347B-43C6-AEED-76EF9133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AF3BAC-288F-4463-B0E8-9F1854C5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2BE07F-FF14-4090-9459-872A755F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D9AAB-EC88-4C0F-BAA1-8761D3B6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D142FE-8638-483F-9237-708FAA52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BDFC3C-8FE2-4AD7-B49D-160AFD7D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F5404B-3BBD-4D97-AE82-4681FC7A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0776C-2C3C-4FB3-9F65-11BA67DF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Order 2/3, 3/4 and 5/6 from least to greatest.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FA60AC-FA1D-4AF2-9E15-4D38C272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314472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E0913-8946-4496-A238-1735F907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84721F-C697-4D7C-B18E-0252A3E2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91381-F801-459C-8992-D3F186B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80C5-5050-4B94-A830-2E4F5480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1A33F-FCC3-4E34-91C9-EA6044A1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EBDFA-30F9-4B5B-B8BD-3B33341B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C4047-901E-42C3-ADE7-822414EA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7A41FD-D172-41BE-907B-DE948CA1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9B979-C964-4718-A5D6-A7153837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8AFD3-EEE1-4A71-A4B8-F47FBA49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order fractions greater and less than 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68A82D-19BA-4702-938A-C2B96259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218ACF-1C66-45F0-B5FE-D1293BD4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useful common factors or a common denominator.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9B371B-0CF0-4942-922D-A63134BC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or simplify without changing the fraction's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705DA1-3A6C-480A-A893-D4642635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Compare the new forms and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34A98B-CB95-40AF-AC90-64A1F68E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numerator  |  denominator  |  equivalent  |  simplify  |  common factor  |  common denominator</a:t>
            </a:r>
          </a:p>
        </p:txBody>
      </p:sp>
    </p:spTree>
    <p:extLst>
      <p:ext uri="{BB962C8B-B14F-4D97-AF65-F5344CB8AC3E}">
        <p14:creationId xmlns:p14="http://schemas.microsoft.com/office/powerpoint/2010/main" val="15730993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71D177-9598-4EB1-A5D9-71B966AD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90C0FA-6C35-4829-A08F-BA59C659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69218A-BB85-40E3-B9E6-DDFB234B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ED98D-813E-4CC0-9C8A-1404F991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FAD93-51E0-4973-9A83-C362118D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4511C-4E80-4389-9E5E-1A01D2E7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61C89-1CED-4EBD-AEA6-12D8C618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A7DBF-55B3-47D6-9D73-0032BF4B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E25E1-8C26-41C9-906F-9873C455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CB57D-D1C1-4390-B831-0B3120C2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3C4C0-6191-4169-919B-3CD17A38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D1F68-3851-4317-BBAC-A22E862A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911B8-5291-4C63-BF44-63C5115A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useful common factors or a common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57C87-5DE6-4D28-88C6-F5072142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24775-EDB5-4CCF-A5D1-A61E0887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AD1249-5C2D-4166-9F51-60C9C402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or simplify without changing the fraction's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2A50E3-EDFD-49B7-8C6D-353EEEAA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98694-B5AE-4BFD-9CA9-EABF4E11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ACF823-B501-4510-846C-C3DF2346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2/3, 3/4, 5/6.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82A97A-C4D9-4026-ABFC-D5FD84FA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3FAC19-219C-4EC5-A990-E0F75A88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CE58BB-80D7-4756-AB14-0D54E693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Compare the new forms and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6058088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19E3EB-D744-4A64-BB51-227F9626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BEF8D-26B1-4A2D-A5E4-EBB1E4ED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16997B-A31D-4E7F-97B1-C7D3FCF8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B4E28-49E9-4B39-AB72-FCBD317A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C3C0E-55B3-43BC-8123-7C16D7E8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1A1EE-33E1-41B9-BC14-A9692B1D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4253E-B4F7-42BA-9145-F2D29034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EF399D-423F-43B9-8873-6E414E5C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3C731-D8F2-45BA-AA9C-A3320995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262BA-83F0-4A23-A8EE-33F4AA77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F4F22-60CC-4DA5-9C0D-E28CC02E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2/3, 3/4, 5/6.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78ECD8-0756-4F15-AA16-E13EFEF5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172C96-3E9A-42E9-95CB-4224E91A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Compare the new forms and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EAF6D-36FA-48BF-ADFD-599F06C1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66762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A7FA7-C358-4FE7-91FB-2CD2BEC8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3982A-E475-47FC-BCAE-4D56147A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9C4EC-E430-47E1-9C85-258F11FC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F5189-C492-48E4-AAD0-1CFD4598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8FA41-8856-4152-8BFD-D29AE48E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93684-5B35-40BE-88C0-139086B3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DB786-3BD2-43C0-9CBC-559528A2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2D31A-67E8-4667-8A71-A0F1F37C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9AC0A-B82F-455C-B85E-E44789F9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30021D-8497-4C9F-A5E5-73FC7C66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C1CCA-8AF9-4762-A66F-E4E7CB5D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9757A-6D48-45CA-AD87-C1FDCEA8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45E06-9B6E-4365-AE0B-4D03ED66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801E23-DE04-45D2-A20A-023AAAFC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19CAC4-EA67-4916-A815-1438CBE8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5/8 is one possible answer.</a:t>
            </a:r>
          </a:p>
        </p:txBody>
      </p:sp>
    </p:spTree>
    <p:extLst>
      <p:ext uri="{BB962C8B-B14F-4D97-AF65-F5344CB8AC3E}">
        <p14:creationId xmlns:p14="http://schemas.microsoft.com/office/powerpoint/2010/main" val="14944020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78EF02-9BF7-430E-AC33-F2320FEB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E6C4A-61FB-4D50-9017-2A3FFC95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661AE-E35F-4216-AEE2-E334CDFF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A11B9-C640-4806-91DA-7A462F64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C4733-D071-407F-968D-819E3EE4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0A2895-39B1-428E-8B3F-29D356F6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8F502E-1F18-44AC-BDAC-354D01AC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AA759-7EED-432E-9760-132092CD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F8272-F11A-46F2-BBDB-A4B23C72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66afb2f3c492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79AC73-32B3-4483-8AB1-95C6D431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DA9D0-6085-4FA1-9BB2-09E9CB93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fractions by looking only at the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7A30D-4A18-46DB-AB68-CF9FF895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CE744-4C5B-4872-8413-852EB6CC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317C39-99EF-4D18-9130-BA0CE7B3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</p:spTree>
    <p:extLst>
      <p:ext uri="{BB962C8B-B14F-4D97-AF65-F5344CB8AC3E}">
        <p14:creationId xmlns:p14="http://schemas.microsoft.com/office/powerpoint/2010/main" val="10622939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58C091-2053-44C4-8009-599B7844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12B8A-3061-4DA6-BCF4-51C244CD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09E05-C4ED-4C60-BF78-0EF5A392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456B0-A628-4C77-A879-21F1697D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9FB60-7E79-4FA0-B929-E7AAF10D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2594F-DD29-44B0-B82E-6E2A8E00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AA6FF-16AD-4903-B989-7F92FA7E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F85248-2602-41A5-8CF1-960D7ACE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3DE918-0B8C-47E3-BDF0-3162016B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B0258-44B2-4D3A-996D-B8C462AF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33AB3C-5B48-4ED7-B365-33DDCE07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F671A-7AF3-4E0C-82E6-E9C0BE1F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D7F41-ABF7-42C9-A6C0-5BB120A5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18D4F2-447A-466D-99BA-14E381E1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15C96B-CABD-4704-9B4D-3B405481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998870-9028-419C-988B-CC96DF08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BD71BA-2787-4188-A817-2A93AC21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349342-F223-4CB0-9F4F-B140EF48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2737-FA9F-4CC5-9E7E-57992F8F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CE3AEB-B0FF-4464-84F7-1226853E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45C0FE-E430-4E69-8D8B-88A9760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5/8 is one possible answer.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7F54A-5DF0-4CD5-9483-5CD012A8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423376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D0527E-A40E-4F1B-8070-DDA7596E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0AAAC-CDBA-4249-8882-5E54E1DA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1283E-146E-42F9-B707-BF2C8D19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C752F-9ED2-48EF-9E20-2FC41107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CBF05-11A7-4143-9E26-859516FB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ABB0F-8A3B-4A90-B452-50F1F735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2CD5A-DFD6-424D-B5B8-0A95B5DA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E92E4-31F9-423B-91D8-A3476EFA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9E643-5349-4F01-B251-BCC719BA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906021-9CD8-4604-8E75-679FC252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8E9C7-B711-4A50-90DB-D8C191CB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4B6F3-6F47-4F00-BB1A-3C34CD26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CB8C1-69F5-48EF-8E6D-772B840C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BD5EAE-BB44-4B6F-BCD4-8E13D55C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8FAC1D-B24A-403D-96A9-E262F8FC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94C5D8-93DE-4E9F-BA5B-BC556312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689A9B-F898-472C-B008-EA44CCC7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545F4C-8373-404D-81C2-45ED67ED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A99E5C-0697-405A-BFBB-EA9A4C1F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7DB11-C2B4-49A3-9AD8-374D409D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823F2B-EC6F-4612-81CF-A60AC0F7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8780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36A128-6EC0-4C1A-B28B-2F3757A9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B65D2-8A6F-4F93-9BA6-14CBDAFB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8C084-27D3-46B7-8504-EFB545B9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3F924-5B3B-48AE-A7CF-57A36C6C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596F0-690E-4828-A6BE-BCB5436D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F09B9-7C62-4B12-A70C-57E8E162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CBCD0-9D5B-449D-ABA8-6EDC2DDD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A5664-0AE5-4E94-A792-7117A3A2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6DB92-6769-46FC-B0EE-62207F4D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72210-6385-4CA1-B095-0137C26C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Simplify 42/56.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4D67F-DA35-48FC-9D85-49A0959E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915EB-B5D5-480B-967E-F4AF049A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4D792B-F5A1-4956-AC49-3C214B8A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7220224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DEE91F-8349-4DA8-BD8E-5705FFED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658C3-1C61-4DA4-ABEF-2D855F19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19362-6525-4EDC-862E-59DB835F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E2E4D-81F6-4E0B-AAAB-394D575B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F0C33-004C-474B-B444-D3567EE9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64E73C-B10B-40BC-B950-8D3AFCA0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44430-133A-4B1D-966C-A3745A99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B5185-1A45-4AB5-AA9A-BE9E0D53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9E587A-3F0F-4C54-B597-74E0305D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9E708-FC74-4037-BF58-BC11715D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63725-0753-407D-89E1-F97FD4BC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2B263-908B-4DC6-8201-F280855F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514807-8A90-4F42-9126-5DBAF3F4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2571EC-CFE3-4C10-85CF-A8C463C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640DB-4391-43A4-817D-4A01C6F4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2C2F6D-0487-4BA2-A34E-F20A54CF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20/24.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D3A475-8212-4523-885E-8BA9D23A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E675EF-BFF9-46A1-B71E-DF259205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505113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C90644-8105-4D3F-8691-B8BFFDA1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7C199-BCE3-4A76-BC58-CE14A71D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ECAD8-2F05-4DE5-AD8C-F19FFC33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67597-AFCB-436E-9437-4EB8A004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FD5415-69BB-42F7-B602-E0395B61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AA815-9528-4115-8CBB-F4970B06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6E50B-8E7E-4BE9-919C-584D90FF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293C3-B4E8-4672-860B-C6FCD440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77DF2-1900-4C11-AD9E-FF4D8BE5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B4F5F-EE58-47ED-ABCA-B1B66720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71723-EE62-48B2-B8D5-42B30888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4A0729-EE82-4E48-8383-7BB6B89D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7A2955-F18E-4AAE-8109-BB8F46CD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F7CFF6-025A-40C1-BED0-D35C1539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BC972-727A-4969-9B56-01221783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CE078-8A22-4368-91EC-DC781479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11B83-3D33-4A34-9065-5C6ED58F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fractions by looking only at the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40FB3D-3474-484C-B68D-644D90D3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4F988-2B73-46F0-87A4-0D7B9D9A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2EA75-598E-4462-AC7F-2F22866C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41F1AA-9963-4C08-93B9-7A6F1EAB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707751-C519-47E6-A7BB-0ABFF0C0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700814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2026-09-09T20:46:28.3230000Z</dcterms:created>
  <dcterms:modified xsi:type="dcterms:W3CDTF">2026-09-09T20:46:28.3230000Z</dcterms:modified>
</coreProperties>
</file>