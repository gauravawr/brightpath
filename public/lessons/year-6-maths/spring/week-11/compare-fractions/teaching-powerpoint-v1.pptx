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0ac9f1fb6b4f85" /><Relationship Type="http://schemas.openxmlformats.org/officeDocument/2006/relationships/extended-properties" Target="/docProps/app.xml" Id="R82eacc4a3fd841d5" /><Relationship Type="http://schemas.openxmlformats.org/officeDocument/2006/relationships/officeDocument" Target="/ppt/presentation.xml" Id="R4de24e5ea066494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60eae7d8bd94377"/>
  </p:sldMasterIdLst>
  <p:notesMasterIdLst>
    <p:notesMasterId xmlns:r="http://schemas.openxmlformats.org/officeDocument/2006/relationships" r:id="R6c52982f94ab45f9"/>
  </p:notesMasterIdLst>
  <p:sldIdLst>
    <p:sldId xmlns:r="http://schemas.openxmlformats.org/officeDocument/2006/relationships" id="256" r:id="R7b094e04ef824fd2"/>
    <p:sldId xmlns:r="http://schemas.openxmlformats.org/officeDocument/2006/relationships" id="257" r:id="R130338dc169c4caf"/>
    <p:sldId xmlns:r="http://schemas.openxmlformats.org/officeDocument/2006/relationships" id="258" r:id="Rfc1b0696000e4ccb"/>
    <p:sldId xmlns:r="http://schemas.openxmlformats.org/officeDocument/2006/relationships" id="259" r:id="Ra3053fa1577549d4"/>
    <p:sldId xmlns:r="http://schemas.openxmlformats.org/officeDocument/2006/relationships" id="260" r:id="R515b16e984994d1a"/>
    <p:sldId xmlns:r="http://schemas.openxmlformats.org/officeDocument/2006/relationships" id="261" r:id="Re63bc7e4d3fd433f"/>
    <p:sldId xmlns:r="http://schemas.openxmlformats.org/officeDocument/2006/relationships" id="262" r:id="R902d93d6211f4292"/>
    <p:sldId xmlns:r="http://schemas.openxmlformats.org/officeDocument/2006/relationships" id="263" r:id="R2db77528b3ad4a5a"/>
    <p:sldId xmlns:r="http://schemas.openxmlformats.org/officeDocument/2006/relationships" id="264" r:id="R7cf3ba3bf6c845aa"/>
    <p:sldId xmlns:r="http://schemas.openxmlformats.org/officeDocument/2006/relationships" id="265" r:id="R534baa606ea54324"/>
    <p:sldId xmlns:r="http://schemas.openxmlformats.org/officeDocument/2006/relationships" id="266" r:id="R685ed90b2ed3409f"/>
    <p:sldId xmlns:r="http://schemas.openxmlformats.org/officeDocument/2006/relationships" id="267" r:id="Rd36f5c19415e4cc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685653f6bc9c42f6" /><Relationship Type="http://schemas.openxmlformats.org/officeDocument/2006/relationships/slideMaster" Target="/ppt/slideMasters/slideMaster1.xml" Id="R660eae7d8bd94377" /><Relationship Type="http://schemas.openxmlformats.org/officeDocument/2006/relationships/notesMaster" Target="/ppt/notesMasters/notesMaster1.xml" Id="R6c52982f94ab45f9" /><Relationship Type="http://schemas.openxmlformats.org/officeDocument/2006/relationships/presProps" Target="/ppt/presProps.xml" Id="R5c1f1357425e412d" /><Relationship Type="http://schemas.openxmlformats.org/officeDocument/2006/relationships/tableStyles" Target="/ppt/tableStyles.xml" Id="R5e0e18b3ca86454b" /><Relationship Type="http://schemas.openxmlformats.org/officeDocument/2006/relationships/slide" Target="/ppt/slides/slide1.xml" Id="R7b094e04ef824fd2" /><Relationship Type="http://schemas.openxmlformats.org/officeDocument/2006/relationships/slide" Target="/ppt/slides/slide2.xml" Id="R130338dc169c4caf" /><Relationship Type="http://schemas.openxmlformats.org/officeDocument/2006/relationships/slide" Target="/ppt/slides/slide3.xml" Id="Rfc1b0696000e4ccb" /><Relationship Type="http://schemas.openxmlformats.org/officeDocument/2006/relationships/slide" Target="/ppt/slides/slide4.xml" Id="Ra3053fa1577549d4" /><Relationship Type="http://schemas.openxmlformats.org/officeDocument/2006/relationships/slide" Target="/ppt/slides/slide5.xml" Id="R515b16e984994d1a" /><Relationship Type="http://schemas.openxmlformats.org/officeDocument/2006/relationships/slide" Target="/ppt/slides/slide6.xml" Id="Re63bc7e4d3fd433f" /><Relationship Type="http://schemas.openxmlformats.org/officeDocument/2006/relationships/slide" Target="/ppt/slides/slide7.xml" Id="R902d93d6211f4292" /><Relationship Type="http://schemas.openxmlformats.org/officeDocument/2006/relationships/slide" Target="/ppt/slides/slide8.xml" Id="R2db77528b3ad4a5a" /><Relationship Type="http://schemas.openxmlformats.org/officeDocument/2006/relationships/slide" Target="/ppt/slides/slide9.xml" Id="R7cf3ba3bf6c845aa" /><Relationship Type="http://schemas.openxmlformats.org/officeDocument/2006/relationships/slide" Target="/ppt/slides/slide10.xml" Id="R534baa606ea54324" /><Relationship Type="http://schemas.openxmlformats.org/officeDocument/2006/relationships/slide" Target="/ppt/slides/slide11.xml" Id="R685ed90b2ed3409f" /><Relationship Type="http://schemas.openxmlformats.org/officeDocument/2006/relationships/slide" Target="/ppt/slides/slide12.xml" Id="Rd36f5c19415e4cc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5893d5ab131445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36a5a15e5624be5" /><Relationship Type="http://schemas.openxmlformats.org/officeDocument/2006/relationships/notesMaster" Target="/ppt/notesMasters/notesMaster1.xml" Id="R2d367b00a3ec434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c35c35d860f469f" /><Relationship Type="http://schemas.openxmlformats.org/officeDocument/2006/relationships/notesMaster" Target="/ppt/notesMasters/notesMaster1.xml" Id="R8c56cd0b995349b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9ceb69f2320481a" /><Relationship Type="http://schemas.openxmlformats.org/officeDocument/2006/relationships/notesMaster" Target="/ppt/notesMasters/notesMaster1.xml" Id="R8870f0e67008436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fcfd4ba1cc4017" /><Relationship Type="http://schemas.openxmlformats.org/officeDocument/2006/relationships/notesMaster" Target="/ppt/notesMasters/notesMaster1.xml" Id="R90d69cc693fb49f0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9d0b62880f4397" /><Relationship Type="http://schemas.openxmlformats.org/officeDocument/2006/relationships/notesMaster" Target="/ppt/notesMasters/notesMaster1.xml" Id="R9d879e7393ac4de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5e32dc92e504fc6" /><Relationship Type="http://schemas.openxmlformats.org/officeDocument/2006/relationships/notesMaster" Target="/ppt/notesMasters/notesMaster1.xml" Id="Rdddccd3522ab4145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f00d309c9ae4ab9" /><Relationship Type="http://schemas.openxmlformats.org/officeDocument/2006/relationships/notesMaster" Target="/ppt/notesMasters/notesMaster1.xml" Id="R6f26cfe621cb43b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031747271814cff" /><Relationship Type="http://schemas.openxmlformats.org/officeDocument/2006/relationships/notesMaster" Target="/ppt/notesMasters/notesMaster1.xml" Id="R88a384efe9264693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40c7e8d90de47b2" /><Relationship Type="http://schemas.openxmlformats.org/officeDocument/2006/relationships/notesMaster" Target="/ppt/notesMasters/notesMaster1.xml" Id="R805a2fc2198a40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8a6a98cfd744aa3" /><Relationship Type="http://schemas.openxmlformats.org/officeDocument/2006/relationships/notesMaster" Target="/ppt/notesMasters/notesMaster1.xml" Id="R2c59b094bac8400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ccd9109ff714fda" /><Relationship Type="http://schemas.openxmlformats.org/officeDocument/2006/relationships/notesMaster" Target="/ppt/notesMasters/notesMaster1.xml" Id="Re05cc5881aad4c5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2bd30a8ba443de" /><Relationship Type="http://schemas.openxmlformats.org/officeDocument/2006/relationships/notesMaster" Target="/ppt/notesMasters/notesMaster1.xml" Id="R735e3ea4318b48ff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Fraction strips, multiplication grid, factor cards, number lines,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2/3, 3/4, 5/6. | Identify useful common factors or a common denominator. |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numerator, denominator, equivalent, simplify, common factor, common denominator.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setup and each calculation stage one click at a time. Pupils watch before copying. Model answer: 5/8 because 7/12 = 14/24 and 5/8 = 15/24.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2/3, 3/4, 5/6.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Convert the fractions to equivalent forms or use a shared benchmark before comparing.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2/3, 3/4, 5/6..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5/8 is one possible answer..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20/24.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5/8 is one possible answer.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5/8 is one possible answer. | Convert the fractions to equivalent forms or use a shared benchmark before comparing.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82d28a7e07e4e3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5ff2bb829eb47de" /><Relationship Type="http://schemas.openxmlformats.org/officeDocument/2006/relationships/slideLayout" Target="/ppt/slideLayouts/slideLayout1.xml" Id="R3a99996ccf6f49a4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a99996ccf6f49a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b6d501d824f02" /><Relationship Type="http://schemas.openxmlformats.org/officeDocument/2006/relationships/notesSlide" Target="/ppt/notesSlides/notesSlide1.xml" Id="Rbf868a5af56d41d6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d3776dd2894fd8" /><Relationship Type="http://schemas.openxmlformats.org/officeDocument/2006/relationships/notesSlide" Target="/ppt/notesSlides/notesSlide2.xml" Id="Rd0907afdb668448c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1e983c04234bc6" /><Relationship Type="http://schemas.openxmlformats.org/officeDocument/2006/relationships/notesSlide" Target="/ppt/notesSlides/notesSlide3.xml" Id="R98590a2113664af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d6a2e07e5d4bed" /><Relationship Type="http://schemas.openxmlformats.org/officeDocument/2006/relationships/notesSlide" Target="/ppt/notesSlides/notesSlide4.xml" Id="R099b17e9f2aa4c68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0c1ac0eec04949" /><Relationship Type="http://schemas.openxmlformats.org/officeDocument/2006/relationships/notesSlide" Target="/ppt/notesSlides/notesSlide5.xml" Id="R0de43edc5010469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ca2ef30597493c" /><Relationship Type="http://schemas.openxmlformats.org/officeDocument/2006/relationships/notesSlide" Target="/ppt/notesSlides/notesSlide6.xml" Id="R5edaa97d907a4762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2171187a774c60" /><Relationship Type="http://schemas.openxmlformats.org/officeDocument/2006/relationships/image" Target="/ppt/media/image.png" Id="R41c40f55587a49fe" /><Relationship Type="http://schemas.openxmlformats.org/officeDocument/2006/relationships/notesSlide" Target="/ppt/notesSlides/notesSlide7.xml" Id="Rea9aa9847e26479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8a4c8cc1a364bfd" /><Relationship Type="http://schemas.openxmlformats.org/officeDocument/2006/relationships/notesSlide" Target="/ppt/notesSlides/notesSlide8.xml" Id="Rf4b715f9d050497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b7a53de1564013" /><Relationship Type="http://schemas.openxmlformats.org/officeDocument/2006/relationships/notesSlide" Target="/ppt/notesSlides/notesSlide9.xml" Id="Rd78967f4a8f542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6f386801c44a5f" /><Relationship Type="http://schemas.openxmlformats.org/officeDocument/2006/relationships/notesSlide" Target="/ppt/notesSlides/notesSlide10.xml" Id="R0adb8a4cc76c4f1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5099c71cb04d02" /><Relationship Type="http://schemas.openxmlformats.org/officeDocument/2006/relationships/notesSlide" Target="/ppt/notesSlides/notesSlide11.xml" Id="Rc9386abe9c61460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c05fc1d99e4709" /><Relationship Type="http://schemas.openxmlformats.org/officeDocument/2006/relationships/notesSlide" Target="/ppt/notesSlides/notesSlide12.xml" Id="Rbb3a982cad5d43b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A5FD40-A2A8-4B4A-BF74-8C802C69B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FBED022-1875-42D1-8166-94DA13E48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633601-7B20-4C92-9044-177076EE4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AEBDC0-F0D3-4716-A90E-ED162D5B3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777FEE-DD4D-48D8-A872-AB4509AB4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F366933-7D6F-4E96-BB5A-B142DE54D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C56506-D7D4-43B3-AC41-9EE776669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BE8FAA-5976-47BC-B94E-AC62EFF28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8624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fractions using a common denominator or numerator.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C61007-D804-48EF-AB12-2429B230B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6736C5-DEC0-4B0C-9443-53AF5B9A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Fraction strips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B1A365B-5E49-4FEC-B497-48672BFC5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68810646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BF85DCF-47E2-45B9-A70E-460031765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C6F040-1CC6-4821-B102-86D4C0416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C1746D-3233-4329-B0F4-A2F47E5B8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EE20EC-20C9-460E-847A-4DC87ED7A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11A41-DE62-4C66-AC63-5D005D416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BE644-C5C0-4683-BE37-C9E6A5F6E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52BBA83-D7A4-4E7E-A39C-2D84041D4A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7C3643-6E4B-4C62-BEEA-C775C0EEE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8C90005-A745-4EE1-988C-7652B51D9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28873C3-BB3B-49FC-B359-9287C5302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B51C0-A00E-4895-821F-C5CF175B1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A3B52-B1C4-45ED-B28C-04470FF08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CE5115E-6BD4-459F-AF61-3A50AAA0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Recognise equivalent fractions and use common factors and multiples.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24C35BE-1198-4BE4-BF43-9D085B78AA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C93286-ABBC-443C-BEC8-DD9FD2B921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7172C4A-DFCA-4040-8498-510F7E545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AA19487-9BF3-42F9-806C-2083E608E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755475-FD30-4746-BF2D-BB952799D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0E043CF-E2C1-4178-9434-AA9373D2FB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6F25FEE-6B97-4730-94B4-D11D7E1FB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CEF68BA-414D-4E09-AF57-E547644EA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Which is greater, 7/12 or 5/8?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02D3BCD-506A-4133-94BA-DDDA54DB0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96903922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7EC870-A5A4-4A17-A442-ED1DBF3ED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B8FC338-0E00-4F20-9557-F84CBD50A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5C189F-A7EE-4A26-AE1B-9E0524A19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5E8768-A9D7-4179-970E-3D6BC2134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E961B5-EAD9-4C22-9F3E-46F6AD970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CEF5E3-5FFF-430C-822D-A74FF1B93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8814CE-51F2-4870-83C7-08219AA68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3D816A-8E2D-47D0-B542-5267C2701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51AAE6-A783-44E5-93A6-B8465ED7A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A4C7EB-7A8E-4F95-A92E-80C08170A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compare fractions using a common denominator or numerator.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FDF1C8C-04FC-4AB4-A516-51B61E9E7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0A647F3-DCE5-46D9-AEA4-F5E2E166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useful common factors or a common denominator.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6D30DC-B07D-4173-AEBB-C3B5A158E2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Convert or simplify without changing the fraction's value.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6D373B-01A5-43D4-8CC9-80752EB49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Compare the new forms and justify the conclusion.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E62360-FCF1-4992-B31D-7C7C0C12C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numerator  |  denominator  |  equivalent  |  simplify  |  common factor  |  common denominator</a:t>
            </a:r>
          </a:p>
        </p:txBody>
      </p:sp>
    </p:spTree>
    <p:extLst>
      <p:ext uri="{BB962C8B-B14F-4D97-AF65-F5344CB8AC3E}">
        <p14:creationId xmlns:p14="http://schemas.microsoft.com/office/powerpoint/2010/main" val="547810144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AC581EB-D066-42DE-BC45-41C221CD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FA5B76-5BD8-4010-925A-3217B541C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789E32-44D9-466E-BD9D-534B5C8B1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845DBB-5FCC-4DB7-BA13-989A64FFF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D1A977-9198-4BBA-B7B2-A7AD9D6F5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95AE009-2639-4633-8FF6-A1DFFA77D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4DBE29-C62A-479E-8FE2-1C7CA1FCF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FC0741-AD01-4050-8219-28BBEA3BC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58699B3-972D-4508-847F-96A5AC5FF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B53ACF-0304-4884-AF95-CACB1511B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257300"/>
            <a:ext cx="103632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is greater, 7/12 or 5/8?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82A267-80EA-4353-B52D-623E6F81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479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19FC5F-8B04-4D61-98DF-E303FB460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2764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D072E3B-5054-4FCE-9DDC-A4EA6E5FE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812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Identify the structure: Identify useful common factors or a common denominator.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093141-50B3-4B6A-98CA-C678E2C46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9908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45F0F2-FF72-4685-9DA3-B13323F97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0194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E285C2-715B-4D92-BF2C-5CC73CFCD4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9241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Set up the method: Convert or simplify without changing the fraction's value.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724CFFC-5DC0-4674-89AF-C057BE812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3380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966C22E-D899-4B53-A817-B1F8DD6AB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76237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96A3C4-81CA-49F7-89D5-80A75119F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66712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Complete the calculation: 5/8 because 7/12 = 14/24 and 5/8 = 15/24.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22C515-EDF7-4D01-823A-FF8E419BB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476750"/>
            <a:ext cx="476250" cy="4762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44F4A72-40CC-47D9-BEF2-84B594C4E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4505325"/>
            <a:ext cx="4762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7C73D90-8CE4-4B76-B864-69C5FBB56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410075"/>
            <a:ext cx="9429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 the result: Compare the new forms and justify the conclusion.</a:t>
            </a:r>
          </a:p>
        </p:txBody>
      </p:sp>
    </p:spTree>
    <p:extLst>
      <p:ext uri="{BB962C8B-B14F-4D97-AF65-F5344CB8AC3E}">
        <p14:creationId xmlns:p14="http://schemas.microsoft.com/office/powerpoint/2010/main" val="19153258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45D2E5-7544-4EE8-8978-BFE7FD1D6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2A25AE3-2814-471A-9338-F2A6B6848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BFBB7E6-54E0-4DD3-B82F-0DF522ED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8BA93E-75EF-4A8A-A39F-190E86960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A0A704-39B3-446D-AC6F-5EB7FDBFC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5F722D-5040-41D6-B85B-5B2F9691A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F9AFDE4-DD2F-4592-8FD9-C9B16DC7F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D30AE70-E6A1-4659-A660-02C203D27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BCCCAC-23C4-4E86-9FF1-0FA48F53B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C9CD39-92E1-4410-8F76-EFFC60BCC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A1004D-592A-4FEB-98D8-B334B9E3F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5/8 because 7/12 = 14/24 and 5/8 = 15/24.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E888B5-C8E1-4B0E-AFEE-93D61E067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B0F2566-35F6-44F6-9831-3A9538332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Compare the new forms and justify the conclusion.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BE22320-4F49-438B-83A2-192388927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15437216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09D1DE0-4B16-42CD-BBF6-5A1AF06E8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099262-1015-4222-85B0-613077593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4DF751-319B-4088-B9A1-58E0C38F6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02E06E-CDA4-4CA6-B991-58A438AC1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43EF17-3751-4F1A-B614-9998F56F9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2E8A1-A1AC-49BD-8783-4809DD982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ED0391C-2BC4-48B7-8FEC-692ED1312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FAF2BE-0AFB-4F13-BBCD-60DEF1BA3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D38951-A690-44F6-AFBF-74F41D410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3D881B-0FEE-425B-961A-E870F8E65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0145590-28FC-4452-B33C-94EE5B5F6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D3A3082-518D-47A6-8550-B05E55FAB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D60EB54-05AA-4F8C-B922-922D7B62E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360A98-46F8-4176-9D98-42EAFCFDF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A232C2-8167-40AE-85D3-51CCC4183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2/3, 3/4, 5/6.</a:t>
            </a:r>
          </a:p>
        </p:txBody>
      </p:sp>
    </p:spTree>
    <p:extLst>
      <p:ext uri="{BB962C8B-B14F-4D97-AF65-F5344CB8AC3E}">
        <p14:creationId xmlns:p14="http://schemas.microsoft.com/office/powerpoint/2010/main" val="196780286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256A6-17A0-466B-8DCE-A963BAB6A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B18A79D-E613-4159-A675-09242C6DD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82E2B8-87E3-4B30-BC40-61C448052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1D6F1A-600D-46DD-A6AB-184AA2A3E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8E1DA2-72D9-4986-A2C9-351E58340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016DC6-CE4A-4920-8106-912304C442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FD5BDF-C615-4CC2-8465-3CD62BCF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E09BAD-97FB-4F37-BB51-80E4DDF374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C3EA2B-0D4B-4CF2-B081-2AFDA0067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c40f55587a49fe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8EB016A-1026-434C-8616-0A92C349B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7D9293-A620-49A8-9288-70F303439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compares fractions by looking only at the denominators.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BBD1286-ECA4-426C-BCDE-35E0FE4EA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844B732-181D-4CF4-BA80-0C0D18CB4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9690CBA-E125-48BD-8325-942DB5958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Convert the fractions to equivalent forms or use a shared benchmark before comparing.</a:t>
            </a:r>
          </a:p>
        </p:txBody>
      </p:sp>
    </p:spTree>
    <p:extLst>
      <p:ext uri="{BB962C8B-B14F-4D97-AF65-F5344CB8AC3E}">
        <p14:creationId xmlns:p14="http://schemas.microsoft.com/office/powerpoint/2010/main" val="126277284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FF47534-A10F-429D-AE1D-CE788D6C52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2FEFA1-A97C-46F7-96C7-F7757E08B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555D5B-0B43-4547-BC79-323B47202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850121-3D79-4168-A468-032B4D73E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EDC7A1D-6443-4DB2-9897-34C2D6C87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987B3-981A-4136-AF55-2726C1DD42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B5FF90-D311-46D0-95EA-11D94A345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44B7BED-6D13-47AD-8FF0-466D8845E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E11C994-A318-428A-9571-97077C0E8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5811AD-6FAD-408E-ACBB-2A453953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A12EB-A0F3-415B-91C3-635D5DFB5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3064D9-EE1B-4D12-89AF-81E95C843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8D9B2B0-5210-44DA-AB35-645761F8D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Order 2/3, 3/4 and 5/6 from least to greatest.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A41FCE-D437-4E68-A0A1-E325455A6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D23F1FE-731C-4925-86C3-EDB51170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182AD6-4CDD-45D1-9274-371DB7A3F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05BAD10-0835-47A9-8DA0-44492DC8E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81CDAF-1CB5-44FD-B4C3-9767E4D15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5A56731-6ADD-4F02-9384-6236337504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136E08F-6378-4550-AE26-A047AE9C6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A423D2-6056-4058-A6DF-2AD70FE13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2/3, 3/4, 5/6.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16E7AD-3BBA-4D11-8AB2-FA552762B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1560677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B829991-628E-4273-8F5C-00B6E1DE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DCEF5DA-7DAF-453E-8DC7-39711E6B2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F18CEA-EB2A-4A3D-96D7-C76F3516D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0E5D05-F234-44C2-9D7B-5D34339A4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27CA212-F668-422D-8EE3-CE1137388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191868-A6AC-47DB-964B-C3A2A87E01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1E9623-AE0F-43D9-B1D2-CE04914E6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D6665E-EA17-4273-B0D3-F7220326D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3AE5F4A-D98E-4334-ACBF-C6DFA817C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CF01529-EBCF-4340-B1FC-520BADCAC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5C962C4-F5A2-425E-9C82-AA6807C50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5D47D1-01F7-4992-BEFD-0AD0B2EA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23D6C62-B4A8-4521-859F-7FE4AE70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95C1B5-7C1F-4984-B930-888F55335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2483EE-3249-4DBA-AE48-048A5DA0B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A6714FA-6A33-48FB-AB0D-F694FED01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2C78875-E39B-4EF5-9526-AED50E1EF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A8AB2EC-8E7D-4E4A-B78A-6A178F342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D6E51A0-5954-4288-97E2-201088865F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A1AC23-F714-4E37-81A9-ABD7CB7DE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B4622D-DD71-45DA-B5E9-97F50E340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1166946456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DE03A70-A608-46EC-A2E3-D982D6E8B5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E5AC54-1CB1-49FE-B7A5-056A095E8D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9E2236A-0245-4B6E-9C09-976CA4413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1023EF-CCB0-4E95-8ED1-476A32DF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6B050-CDA0-4A2F-BBEB-41520733D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1BE413-14F6-42DE-9BDF-597149BA4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5A90D4-9DE0-431F-A1E8-81BEEAC63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453625B-EEED-4697-892E-9F4FB4E8A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5F06AC-1C77-43F6-BF93-6FDB88B97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2E2C52C-A69D-4F32-B1A4-430FADBCB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Write 5/6 with denominator 24.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1AED928-4CD2-41E0-8C30-596768E2EE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742318B-C9F8-43FF-87B3-64DC83985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8C68F-AA3D-4746-BAFE-4369D31B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20/24.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79237819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F58F85-4B7D-4102-82C3-1DD6D9A3C1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ED325D-7B9C-40B8-B603-F1FE11B5D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C8AE28-4392-493F-AB60-042EEA9AF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C5EAA7-AA4E-47DF-96D4-0BFAEA381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8E46C4-5E19-43CF-9EAA-ED5E39FC6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16C12B-A331-45DF-BB0F-A6DECEFF8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69FC9D-7D91-4387-A224-35CB33ED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B125670-174A-4FC8-A1A2-131B3D945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B5F111-50E3-492B-93F8-4EE9713C6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D0CC0F-E979-4BCE-A8E4-5CC4677B3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1081C1-C2E8-4784-9A32-DC85A7E7E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EEEA78-2AC8-406A-BE4B-747D78173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CDBE4D5-32F0-4E83-8DEE-C1A868FF9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F11F81C-DC50-40F8-BDF1-14C2BC905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097121-F117-4E5E-BFB2-44E666D69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8A64AA-68A5-415E-A009-1406E1E4F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72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5/8 is one possible answer.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B081CE-7755-4F79-AB05-91AB12A6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E669C4-2273-48AA-BEF2-64D5DA8CB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319599091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1373A1-03A1-4130-BAC5-F4EA0C0DC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23D52-8665-402E-AFB3-D171133D2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889F688-46E3-4155-9CF9-C0DEF8608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BE59D4-DE84-4DA1-8BF7-BFFA457D1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0D374E-E7E6-4901-AD26-6EB6AD6AA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E990F3-32DC-490F-B651-62133AC24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A2E21F8-E166-4CF6-AD3A-4474E7DEF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19DBDE-5E66-4138-AD1A-1293E141C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CA0CF4F-9130-4576-8B37-6B0CEF4E5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Compare fractions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8FB45E6-BF8B-490B-9932-214152FC9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566D89-CDC1-4998-9744-A7519824C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E892E6-F50A-49F6-AD86-553D8B84B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6E2F28A-5774-4DC3-A5F5-E767D5F3BE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Give a fraction between 3/5 and 2/3.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95D7C2F-7325-4074-967C-06A378D306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DA341D-8B95-4D57-8B3A-7FFD7AD5C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64FDDD2-EDC5-4EC5-8E5B-4368EF077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CC9E9BF-559C-47A5-87AF-4DBC67969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compares fractions by looking only at the denominators.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FFCF58-88B8-4A08-AFE6-92CF6260FE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61B619-31D2-47B1-8533-DE48030F8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DA80AB8-1F4A-4EB7-8767-D1704ACC8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14EEF00-2899-4C4A-94FF-F9DA14DE11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638B78-0787-4529-BBC4-427CCA67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2761637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2026-09-09T20:46:27.0930000Z</dcterms:created>
  <dcterms:modified xsi:type="dcterms:W3CDTF">2026-09-09T20:46:27.0930000Z</dcterms:modified>
</coreProperties>
</file>