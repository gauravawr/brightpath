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fractions. Compare fractions.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fractions. I do. Show all bars using the same whole and equal subdivisions. Compare lengths.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fractions. You do. Pause before clicking. Let pupils try independently, then reveal and discuss every step. Show all bars using the same whole and equal subdivisions. Compare lengths.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fractions. I do. Show all bars using the same whole and equal subdivisions. Compare lengths.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fractions. You do. Pause before clicking. Let pupils try independently, then reveal and discuss every step. Show all bars using the same whole and equal subdivisions. Compare lengths.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fractions.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fractions.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4C1EBC82-FE37-4A31-BFC5-A24FD815D93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3B79246-EAC5-4760-B7E1-12314BD6C90A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C0D7BCC-BEB6-4F0C-95D1-E8E44D26D57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941BCC1-1A1D-438C-BB04-E9B98001167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Compare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CF45617-EE62-464F-A05D-7AF510673EE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3C748C2-F01B-41C8-878F-02456BDBF34A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compare fractions using a common denominator or numerator.</a:t>
            </a:r>
          </a:p>
        </p:txBody>
      </p:sp>
    </p:spTree>
    <p:extLst>
      <p:ext uri="{BB962C8B-B14F-4D97-AF65-F5344CB8AC3E}">
        <p14:creationId xmlns:p14="http://schemas.microsoft.com/office/powerpoint/2010/main" val="927370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object-1">
            <a:extLst>
              <a:ext uri="{FF2B5EF4-FFF2-40B4-BE49-F238E27FC236}">
                <a16:creationId xmlns:a16="http://schemas.microsoft.com/office/drawing/2014/main" id="{1A1AF0CB-04E8-47F9-9444-9CDCD82F3BD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F3F722E-19F5-4174-A37E-3A4D3641630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Order 7/12, 5/8 from smallest to greatest.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D5C5379-0B6E-476F-9C9C-914A242B639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F387EE1-43C9-407D-B468-86518406B6F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Compare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EB153AC-AA10-4859-8DF9-1CB0E3A5E8E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3361643-80B2-443E-B829-B6EDD8ACD99F}"/>
              </a:ext>
            </a:extLst>
          </p:cNvPr>
          <p:cNvSpPr>
            <a:spLocks noGrp="1"/>
          </p:cNvSpPr>
          <p:nvPr/>
        </p:nvSpPr>
        <p:spPr>
          <a:xfrm>
            <a:off x="833438" y="2857500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7/12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BC4B3AD-1259-4BB7-943F-A38E0546A89D}"/>
              </a:ext>
            </a:extLst>
          </p:cNvPr>
          <p:cNvSpPr>
            <a:spLocks noGrp="1"/>
          </p:cNvSpPr>
          <p:nvPr/>
        </p:nvSpPr>
        <p:spPr>
          <a:xfrm>
            <a:off x="2976563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3F0A0E0-8936-4733-9D4B-A880315CF721}"/>
              </a:ext>
            </a:extLst>
          </p:cNvPr>
          <p:cNvSpPr>
            <a:spLocks noGrp="1"/>
          </p:cNvSpPr>
          <p:nvPr/>
        </p:nvSpPr>
        <p:spPr>
          <a:xfrm>
            <a:off x="3413125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37C5250-4FA6-485E-9FF4-4F8D4B6B459B}"/>
              </a:ext>
            </a:extLst>
          </p:cNvPr>
          <p:cNvSpPr>
            <a:spLocks noGrp="1"/>
          </p:cNvSpPr>
          <p:nvPr/>
        </p:nvSpPr>
        <p:spPr>
          <a:xfrm>
            <a:off x="3849687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D27BFC7-919C-4113-A856-A3815D39FE3B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545A5E4-4B39-4BD1-AF8D-68E63C02BD5B}"/>
              </a:ext>
            </a:extLst>
          </p:cNvPr>
          <p:cNvSpPr>
            <a:spLocks noGrp="1"/>
          </p:cNvSpPr>
          <p:nvPr/>
        </p:nvSpPr>
        <p:spPr>
          <a:xfrm>
            <a:off x="4722812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87F1651-13D3-446C-82B1-52D575C60FE2}"/>
              </a:ext>
            </a:extLst>
          </p:cNvPr>
          <p:cNvSpPr>
            <a:spLocks noGrp="1"/>
          </p:cNvSpPr>
          <p:nvPr/>
        </p:nvSpPr>
        <p:spPr>
          <a:xfrm>
            <a:off x="5159375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C0A67EB-7B4B-4CE5-ABC1-7B8EA4A6FE45}"/>
              </a:ext>
            </a:extLst>
          </p:cNvPr>
          <p:cNvSpPr>
            <a:spLocks noGrp="1"/>
          </p:cNvSpPr>
          <p:nvPr/>
        </p:nvSpPr>
        <p:spPr>
          <a:xfrm>
            <a:off x="5595938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C277047-40A0-4402-8A0C-029D40CB8C3F}"/>
              </a:ext>
            </a:extLst>
          </p:cNvPr>
          <p:cNvSpPr>
            <a:spLocks noGrp="1"/>
          </p:cNvSpPr>
          <p:nvPr/>
        </p:nvSpPr>
        <p:spPr>
          <a:xfrm>
            <a:off x="6032500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9D29E88-6DA0-4666-8C56-7377936F96FD}"/>
              </a:ext>
            </a:extLst>
          </p:cNvPr>
          <p:cNvSpPr>
            <a:spLocks noGrp="1"/>
          </p:cNvSpPr>
          <p:nvPr/>
        </p:nvSpPr>
        <p:spPr>
          <a:xfrm>
            <a:off x="6469062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56E17A0-2EEB-41AE-A8B4-42C2B3804AD2}"/>
              </a:ext>
            </a:extLst>
          </p:cNvPr>
          <p:cNvSpPr>
            <a:spLocks noGrp="1"/>
          </p:cNvSpPr>
          <p:nvPr/>
        </p:nvSpPr>
        <p:spPr>
          <a:xfrm>
            <a:off x="6905625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56C1FAE-A2A1-4275-9937-0EC19BD9C824}"/>
              </a:ext>
            </a:extLst>
          </p:cNvPr>
          <p:cNvSpPr>
            <a:spLocks noGrp="1"/>
          </p:cNvSpPr>
          <p:nvPr/>
        </p:nvSpPr>
        <p:spPr>
          <a:xfrm>
            <a:off x="7342188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63C26D5-D5B2-4D3E-86A5-48C95DB214A0}"/>
              </a:ext>
            </a:extLst>
          </p:cNvPr>
          <p:cNvSpPr>
            <a:spLocks noGrp="1"/>
          </p:cNvSpPr>
          <p:nvPr/>
        </p:nvSpPr>
        <p:spPr>
          <a:xfrm>
            <a:off x="7778750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01627E1-4DEC-4FFF-AF75-A2F07DF2C441}"/>
              </a:ext>
            </a:extLst>
          </p:cNvPr>
          <p:cNvSpPr>
            <a:spLocks noGrp="1"/>
          </p:cNvSpPr>
          <p:nvPr/>
        </p:nvSpPr>
        <p:spPr>
          <a:xfrm>
            <a:off x="8215313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C3918CD-4968-4042-ACC5-DC409AFE4D26}"/>
              </a:ext>
            </a:extLst>
          </p:cNvPr>
          <p:cNvSpPr>
            <a:spLocks noGrp="1"/>
          </p:cNvSpPr>
          <p:nvPr/>
        </p:nvSpPr>
        <p:spPr>
          <a:xfrm>
            <a:off x="8651875" y="2857500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7A6C16E-B083-4541-90F6-9282874FAB25}"/>
              </a:ext>
            </a:extLst>
          </p:cNvPr>
          <p:cNvSpPr>
            <a:spLocks noGrp="1"/>
          </p:cNvSpPr>
          <p:nvPr/>
        </p:nvSpPr>
        <p:spPr>
          <a:xfrm>
            <a:off x="9088438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AA23564-072C-48BC-B9F1-858427A92FEB}"/>
              </a:ext>
            </a:extLst>
          </p:cNvPr>
          <p:cNvSpPr>
            <a:spLocks noGrp="1"/>
          </p:cNvSpPr>
          <p:nvPr/>
        </p:nvSpPr>
        <p:spPr>
          <a:xfrm>
            <a:off x="9525000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EE78E33-B879-4D37-827D-B007FA0A3463}"/>
              </a:ext>
            </a:extLst>
          </p:cNvPr>
          <p:cNvSpPr>
            <a:spLocks noGrp="1"/>
          </p:cNvSpPr>
          <p:nvPr/>
        </p:nvSpPr>
        <p:spPr>
          <a:xfrm>
            <a:off x="9961563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9996E6A-771B-48F3-89DF-2F8F8F29C2CF}"/>
              </a:ext>
            </a:extLst>
          </p:cNvPr>
          <p:cNvSpPr>
            <a:spLocks noGrp="1"/>
          </p:cNvSpPr>
          <p:nvPr/>
        </p:nvSpPr>
        <p:spPr>
          <a:xfrm>
            <a:off x="10398125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777B2DB-2145-4DB0-8E61-3339F1E0C3AF}"/>
              </a:ext>
            </a:extLst>
          </p:cNvPr>
          <p:cNvSpPr>
            <a:spLocks noGrp="1"/>
          </p:cNvSpPr>
          <p:nvPr/>
        </p:nvSpPr>
        <p:spPr>
          <a:xfrm>
            <a:off x="10834688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978CE14-63E6-4255-BFE1-E9BB2E9D684C}"/>
              </a:ext>
            </a:extLst>
          </p:cNvPr>
          <p:cNvSpPr>
            <a:spLocks noGrp="1"/>
          </p:cNvSpPr>
          <p:nvPr/>
        </p:nvSpPr>
        <p:spPr>
          <a:xfrm>
            <a:off x="11271250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8EA6E798-6FEA-4F09-8E6F-75BB6F9BBF35}"/>
              </a:ext>
            </a:extLst>
          </p:cNvPr>
          <p:cNvSpPr>
            <a:spLocks noGrp="1"/>
          </p:cNvSpPr>
          <p:nvPr/>
        </p:nvSpPr>
        <p:spPr>
          <a:xfrm>
            <a:off x="11707813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B54E25B3-B915-4E04-A257-9606E5DCCE7D}"/>
              </a:ext>
            </a:extLst>
          </p:cNvPr>
          <p:cNvSpPr>
            <a:spLocks noGrp="1"/>
          </p:cNvSpPr>
          <p:nvPr/>
        </p:nvSpPr>
        <p:spPr>
          <a:xfrm>
            <a:off x="12144375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1A8AC48-E632-4D8B-84EE-63879867DE8C}"/>
              </a:ext>
            </a:extLst>
          </p:cNvPr>
          <p:cNvSpPr>
            <a:spLocks noGrp="1"/>
          </p:cNvSpPr>
          <p:nvPr/>
        </p:nvSpPr>
        <p:spPr>
          <a:xfrm>
            <a:off x="12580937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B5206BE-C139-410C-AA39-61FA7AD5AE5D}"/>
              </a:ext>
            </a:extLst>
          </p:cNvPr>
          <p:cNvSpPr>
            <a:spLocks noGrp="1"/>
          </p:cNvSpPr>
          <p:nvPr/>
        </p:nvSpPr>
        <p:spPr>
          <a:xfrm>
            <a:off x="13017500" y="2857500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6ECBCF0-E9AB-4E31-868F-F7A47D5ECEF0}"/>
              </a:ext>
            </a:extLst>
          </p:cNvPr>
          <p:cNvSpPr>
            <a:spLocks noGrp="1"/>
          </p:cNvSpPr>
          <p:nvPr/>
        </p:nvSpPr>
        <p:spPr>
          <a:xfrm>
            <a:off x="12263438" y="3417094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14/24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B62689E3-50DB-40E0-9C03-BCBC8BE48D3D}"/>
              </a:ext>
            </a:extLst>
          </p:cNvPr>
          <p:cNvSpPr>
            <a:spLocks noGrp="1"/>
          </p:cNvSpPr>
          <p:nvPr/>
        </p:nvSpPr>
        <p:spPr>
          <a:xfrm>
            <a:off x="833438" y="4048125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5/8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92707FBD-2D1D-49A7-8B91-66A3F789F06F}"/>
              </a:ext>
            </a:extLst>
          </p:cNvPr>
          <p:cNvSpPr>
            <a:spLocks noGrp="1"/>
          </p:cNvSpPr>
          <p:nvPr/>
        </p:nvSpPr>
        <p:spPr>
          <a:xfrm>
            <a:off x="2976563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F164E45A-97BD-4092-A685-2B86B2CAE30D}"/>
              </a:ext>
            </a:extLst>
          </p:cNvPr>
          <p:cNvSpPr>
            <a:spLocks noGrp="1"/>
          </p:cNvSpPr>
          <p:nvPr/>
        </p:nvSpPr>
        <p:spPr>
          <a:xfrm>
            <a:off x="3413125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34E5E31D-1B49-474E-8F84-EDAE0E746ECC}"/>
              </a:ext>
            </a:extLst>
          </p:cNvPr>
          <p:cNvSpPr>
            <a:spLocks noGrp="1"/>
          </p:cNvSpPr>
          <p:nvPr/>
        </p:nvSpPr>
        <p:spPr>
          <a:xfrm>
            <a:off x="3849687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D2F00FBF-5EB0-415E-89CC-3CCC6A337C02}"/>
              </a:ext>
            </a:extLst>
          </p:cNvPr>
          <p:cNvSpPr>
            <a:spLocks noGrp="1"/>
          </p:cNvSpPr>
          <p:nvPr/>
        </p:nvSpPr>
        <p:spPr>
          <a:xfrm>
            <a:off x="4286250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D4DC117A-73C7-471A-806D-B983E93B14DA}"/>
              </a:ext>
            </a:extLst>
          </p:cNvPr>
          <p:cNvSpPr>
            <a:spLocks noGrp="1"/>
          </p:cNvSpPr>
          <p:nvPr/>
        </p:nvSpPr>
        <p:spPr>
          <a:xfrm>
            <a:off x="4722812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C9DE0EE2-83DB-42FF-876B-4FE8E288A907}"/>
              </a:ext>
            </a:extLst>
          </p:cNvPr>
          <p:cNvSpPr>
            <a:spLocks noGrp="1"/>
          </p:cNvSpPr>
          <p:nvPr/>
        </p:nvSpPr>
        <p:spPr>
          <a:xfrm>
            <a:off x="5159375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98816BA4-254B-4E59-A46B-152F08B018B7}"/>
              </a:ext>
            </a:extLst>
          </p:cNvPr>
          <p:cNvSpPr>
            <a:spLocks noGrp="1"/>
          </p:cNvSpPr>
          <p:nvPr/>
        </p:nvSpPr>
        <p:spPr>
          <a:xfrm>
            <a:off x="5595938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61996EBB-FC33-4153-BFB4-E2C9A824F4AD}"/>
              </a:ext>
            </a:extLst>
          </p:cNvPr>
          <p:cNvSpPr>
            <a:spLocks noGrp="1"/>
          </p:cNvSpPr>
          <p:nvPr/>
        </p:nvSpPr>
        <p:spPr>
          <a:xfrm>
            <a:off x="6032500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D8AD0244-934D-4FC8-A381-E4AA9D8454D5}"/>
              </a:ext>
            </a:extLst>
          </p:cNvPr>
          <p:cNvSpPr>
            <a:spLocks noGrp="1"/>
          </p:cNvSpPr>
          <p:nvPr/>
        </p:nvSpPr>
        <p:spPr>
          <a:xfrm>
            <a:off x="6469062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27D28C67-167D-42FD-91D1-E1B53DB5B861}"/>
              </a:ext>
            </a:extLst>
          </p:cNvPr>
          <p:cNvSpPr>
            <a:spLocks noGrp="1"/>
          </p:cNvSpPr>
          <p:nvPr/>
        </p:nvSpPr>
        <p:spPr>
          <a:xfrm>
            <a:off x="6905625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8C7367DC-391E-4419-A500-81E48E62B01F}"/>
              </a:ext>
            </a:extLst>
          </p:cNvPr>
          <p:cNvSpPr>
            <a:spLocks noGrp="1"/>
          </p:cNvSpPr>
          <p:nvPr/>
        </p:nvSpPr>
        <p:spPr>
          <a:xfrm>
            <a:off x="7342188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6BC5DFF8-7067-4827-A121-AD5F68A49322}"/>
              </a:ext>
            </a:extLst>
          </p:cNvPr>
          <p:cNvSpPr>
            <a:spLocks noGrp="1"/>
          </p:cNvSpPr>
          <p:nvPr/>
        </p:nvSpPr>
        <p:spPr>
          <a:xfrm>
            <a:off x="7778750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F6D45065-5093-45A3-BEC1-52D4F5DFE7A3}"/>
              </a:ext>
            </a:extLst>
          </p:cNvPr>
          <p:cNvSpPr>
            <a:spLocks noGrp="1"/>
          </p:cNvSpPr>
          <p:nvPr/>
        </p:nvSpPr>
        <p:spPr>
          <a:xfrm>
            <a:off x="8215313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E76C3907-C232-4452-8F06-F5A5F55E0BC6}"/>
              </a:ext>
            </a:extLst>
          </p:cNvPr>
          <p:cNvSpPr>
            <a:spLocks noGrp="1"/>
          </p:cNvSpPr>
          <p:nvPr/>
        </p:nvSpPr>
        <p:spPr>
          <a:xfrm>
            <a:off x="8651875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BBA8A7F3-A2BF-4E1B-8393-C56E6FEE9792}"/>
              </a:ext>
            </a:extLst>
          </p:cNvPr>
          <p:cNvSpPr>
            <a:spLocks noGrp="1"/>
          </p:cNvSpPr>
          <p:nvPr/>
        </p:nvSpPr>
        <p:spPr>
          <a:xfrm>
            <a:off x="9088438" y="4048125"/>
            <a:ext cx="436562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FD42506C-A255-4345-B4DD-9E8CCE6F5286}"/>
              </a:ext>
            </a:extLst>
          </p:cNvPr>
          <p:cNvSpPr>
            <a:spLocks noGrp="1"/>
          </p:cNvSpPr>
          <p:nvPr/>
        </p:nvSpPr>
        <p:spPr>
          <a:xfrm>
            <a:off x="9525000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9C1F768F-F36D-417E-B79D-B2EF05EA647F}"/>
              </a:ext>
            </a:extLst>
          </p:cNvPr>
          <p:cNvSpPr>
            <a:spLocks noGrp="1"/>
          </p:cNvSpPr>
          <p:nvPr/>
        </p:nvSpPr>
        <p:spPr>
          <a:xfrm>
            <a:off x="9961563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1A4F8313-4FB7-48F0-96DF-35A21CAEAE1C}"/>
              </a:ext>
            </a:extLst>
          </p:cNvPr>
          <p:cNvSpPr>
            <a:spLocks noGrp="1"/>
          </p:cNvSpPr>
          <p:nvPr/>
        </p:nvSpPr>
        <p:spPr>
          <a:xfrm>
            <a:off x="10398125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56503C78-C7BA-4323-9FA5-BEBE175E2903}"/>
              </a:ext>
            </a:extLst>
          </p:cNvPr>
          <p:cNvSpPr>
            <a:spLocks noGrp="1"/>
          </p:cNvSpPr>
          <p:nvPr/>
        </p:nvSpPr>
        <p:spPr>
          <a:xfrm>
            <a:off x="10834688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CCCFFC75-1BE9-4096-B31F-CB098BD2B12A}"/>
              </a:ext>
            </a:extLst>
          </p:cNvPr>
          <p:cNvSpPr>
            <a:spLocks noGrp="1"/>
          </p:cNvSpPr>
          <p:nvPr/>
        </p:nvSpPr>
        <p:spPr>
          <a:xfrm>
            <a:off x="11271250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42AB98FA-1510-4299-9634-AD72E1D3F1D4}"/>
              </a:ext>
            </a:extLst>
          </p:cNvPr>
          <p:cNvSpPr>
            <a:spLocks noGrp="1"/>
          </p:cNvSpPr>
          <p:nvPr/>
        </p:nvSpPr>
        <p:spPr>
          <a:xfrm>
            <a:off x="11707813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5CC50044-A190-4DAD-8F1A-E190CB64FBCA}"/>
              </a:ext>
            </a:extLst>
          </p:cNvPr>
          <p:cNvSpPr>
            <a:spLocks noGrp="1"/>
          </p:cNvSpPr>
          <p:nvPr/>
        </p:nvSpPr>
        <p:spPr>
          <a:xfrm>
            <a:off x="12144375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CFE89708-22C3-4343-822C-A3936AECCCD9}"/>
              </a:ext>
            </a:extLst>
          </p:cNvPr>
          <p:cNvSpPr>
            <a:spLocks noGrp="1"/>
          </p:cNvSpPr>
          <p:nvPr/>
        </p:nvSpPr>
        <p:spPr>
          <a:xfrm>
            <a:off x="12580937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B37E1C4-F228-45EB-AA22-DB623D6D24BB}"/>
              </a:ext>
            </a:extLst>
          </p:cNvPr>
          <p:cNvSpPr>
            <a:spLocks noGrp="1"/>
          </p:cNvSpPr>
          <p:nvPr/>
        </p:nvSpPr>
        <p:spPr>
          <a:xfrm>
            <a:off x="13017500" y="4048125"/>
            <a:ext cx="436562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9DF47B28-C132-47F7-B6A3-B30AAFE98CBD}"/>
              </a:ext>
            </a:extLst>
          </p:cNvPr>
          <p:cNvSpPr>
            <a:spLocks noGrp="1"/>
          </p:cNvSpPr>
          <p:nvPr/>
        </p:nvSpPr>
        <p:spPr>
          <a:xfrm>
            <a:off x="12263438" y="4607719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15/24</a:t>
            </a:r>
          </a:p>
        </p:txBody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3BC15AFC-9ACC-40E8-9D35-591ACB573169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7/12 &lt; 5/8</a:t>
            </a:r>
          </a:p>
        </p:txBody>
      </p:sp>
    </p:spTree>
    <p:extLst>
      <p:ext uri="{BB962C8B-B14F-4D97-AF65-F5344CB8AC3E}">
        <p14:creationId xmlns:p14="http://schemas.microsoft.com/office/powerpoint/2010/main" val="1069999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57" grpId="0"/>
      <p:bldP spid="5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object-1">
            <a:extLst>
              <a:ext uri="{FF2B5EF4-FFF2-40B4-BE49-F238E27FC236}">
                <a16:creationId xmlns:a16="http://schemas.microsoft.com/office/drawing/2014/main" id="{01D27866-7055-4655-81D3-A5A513307CC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F1DABB0-A9CC-4D66-A3E4-9F21C57915D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272DD60-5682-4C32-A742-94AB78D1725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Order 19/12, 13/8 from smallest to greatest.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19DF7F8-F310-46F8-A55B-C873F55C257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B02BFFC-1DB1-49B6-9A16-FA398CED6E9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Compare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B52D1B7-BDFF-4B4D-A714-6F0D805CE4C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9670BE1-F1CE-427D-902E-8863C1372E1C}"/>
              </a:ext>
            </a:extLst>
          </p:cNvPr>
          <p:cNvSpPr>
            <a:spLocks noGrp="1"/>
          </p:cNvSpPr>
          <p:nvPr/>
        </p:nvSpPr>
        <p:spPr>
          <a:xfrm>
            <a:off x="833438" y="2857500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19/12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72D9AD0-A74F-43C7-ACE0-8BED28A75970}"/>
              </a:ext>
            </a:extLst>
          </p:cNvPr>
          <p:cNvSpPr>
            <a:spLocks noGrp="1"/>
          </p:cNvSpPr>
          <p:nvPr/>
        </p:nvSpPr>
        <p:spPr>
          <a:xfrm>
            <a:off x="2976563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0394504-4F4E-4181-8CA7-575C4E405970}"/>
              </a:ext>
            </a:extLst>
          </p:cNvPr>
          <p:cNvSpPr>
            <a:spLocks noGrp="1"/>
          </p:cNvSpPr>
          <p:nvPr/>
        </p:nvSpPr>
        <p:spPr>
          <a:xfrm>
            <a:off x="3194844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97F35AC-9BD9-4C8E-8882-1E1EE2147E48}"/>
              </a:ext>
            </a:extLst>
          </p:cNvPr>
          <p:cNvSpPr>
            <a:spLocks noGrp="1"/>
          </p:cNvSpPr>
          <p:nvPr/>
        </p:nvSpPr>
        <p:spPr>
          <a:xfrm>
            <a:off x="3413125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88F69AC-D91B-4228-AD88-BF4FC9747C7D}"/>
              </a:ext>
            </a:extLst>
          </p:cNvPr>
          <p:cNvSpPr>
            <a:spLocks noGrp="1"/>
          </p:cNvSpPr>
          <p:nvPr/>
        </p:nvSpPr>
        <p:spPr>
          <a:xfrm>
            <a:off x="3631406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3E6402A-EABE-4BCA-A149-474C61CFBFA7}"/>
              </a:ext>
            </a:extLst>
          </p:cNvPr>
          <p:cNvSpPr>
            <a:spLocks noGrp="1"/>
          </p:cNvSpPr>
          <p:nvPr/>
        </p:nvSpPr>
        <p:spPr>
          <a:xfrm>
            <a:off x="3849687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2FFB0D0-91C6-423E-B4FD-3EAE2262C3EC}"/>
              </a:ext>
            </a:extLst>
          </p:cNvPr>
          <p:cNvSpPr>
            <a:spLocks noGrp="1"/>
          </p:cNvSpPr>
          <p:nvPr/>
        </p:nvSpPr>
        <p:spPr>
          <a:xfrm>
            <a:off x="4067969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E4062E0-3473-4689-9D53-40048341E580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41A774B-91AF-4D6B-8D83-3ACCB7629B42}"/>
              </a:ext>
            </a:extLst>
          </p:cNvPr>
          <p:cNvSpPr>
            <a:spLocks noGrp="1"/>
          </p:cNvSpPr>
          <p:nvPr/>
        </p:nvSpPr>
        <p:spPr>
          <a:xfrm>
            <a:off x="4504531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BE16EF8-D91C-4BC7-BF6E-C3C58F64D470}"/>
              </a:ext>
            </a:extLst>
          </p:cNvPr>
          <p:cNvSpPr>
            <a:spLocks noGrp="1"/>
          </p:cNvSpPr>
          <p:nvPr/>
        </p:nvSpPr>
        <p:spPr>
          <a:xfrm>
            <a:off x="4722812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532EAF4-538C-4CB9-92F0-0C5CA5526320}"/>
              </a:ext>
            </a:extLst>
          </p:cNvPr>
          <p:cNvSpPr>
            <a:spLocks noGrp="1"/>
          </p:cNvSpPr>
          <p:nvPr/>
        </p:nvSpPr>
        <p:spPr>
          <a:xfrm>
            <a:off x="4941094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0FE220C-3A42-422F-A58A-9076BEF7E581}"/>
              </a:ext>
            </a:extLst>
          </p:cNvPr>
          <p:cNvSpPr>
            <a:spLocks noGrp="1"/>
          </p:cNvSpPr>
          <p:nvPr/>
        </p:nvSpPr>
        <p:spPr>
          <a:xfrm>
            <a:off x="5159375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59EB873-9FE8-4EDA-865A-B84342AE0BA5}"/>
              </a:ext>
            </a:extLst>
          </p:cNvPr>
          <p:cNvSpPr>
            <a:spLocks noGrp="1"/>
          </p:cNvSpPr>
          <p:nvPr/>
        </p:nvSpPr>
        <p:spPr>
          <a:xfrm>
            <a:off x="5377656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7431BD3-6E3B-42BA-B73E-C158A1F2569C}"/>
              </a:ext>
            </a:extLst>
          </p:cNvPr>
          <p:cNvSpPr>
            <a:spLocks noGrp="1"/>
          </p:cNvSpPr>
          <p:nvPr/>
        </p:nvSpPr>
        <p:spPr>
          <a:xfrm>
            <a:off x="5595938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5A147E5F-D2C7-48F9-9A08-981B2FE05B3B}"/>
              </a:ext>
            </a:extLst>
          </p:cNvPr>
          <p:cNvSpPr>
            <a:spLocks noGrp="1"/>
          </p:cNvSpPr>
          <p:nvPr/>
        </p:nvSpPr>
        <p:spPr>
          <a:xfrm>
            <a:off x="5814219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FF656F7-1CC1-4465-9E7F-FFA7DB141C8F}"/>
              </a:ext>
            </a:extLst>
          </p:cNvPr>
          <p:cNvSpPr>
            <a:spLocks noGrp="1"/>
          </p:cNvSpPr>
          <p:nvPr/>
        </p:nvSpPr>
        <p:spPr>
          <a:xfrm>
            <a:off x="6032500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1389B4B-532B-4331-B0EC-D32936284143}"/>
              </a:ext>
            </a:extLst>
          </p:cNvPr>
          <p:cNvSpPr>
            <a:spLocks noGrp="1"/>
          </p:cNvSpPr>
          <p:nvPr/>
        </p:nvSpPr>
        <p:spPr>
          <a:xfrm>
            <a:off x="6250781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E63EEA7-E47C-4721-92E7-51002BBB0348}"/>
              </a:ext>
            </a:extLst>
          </p:cNvPr>
          <p:cNvSpPr>
            <a:spLocks noGrp="1"/>
          </p:cNvSpPr>
          <p:nvPr/>
        </p:nvSpPr>
        <p:spPr>
          <a:xfrm>
            <a:off x="6469062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979D4AB-2E62-493B-B5E7-F5A918F9B10F}"/>
              </a:ext>
            </a:extLst>
          </p:cNvPr>
          <p:cNvSpPr>
            <a:spLocks noGrp="1"/>
          </p:cNvSpPr>
          <p:nvPr/>
        </p:nvSpPr>
        <p:spPr>
          <a:xfrm>
            <a:off x="6687344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3CF5FF0-15E7-44D1-B8FB-2E08B2C04438}"/>
              </a:ext>
            </a:extLst>
          </p:cNvPr>
          <p:cNvSpPr>
            <a:spLocks noGrp="1"/>
          </p:cNvSpPr>
          <p:nvPr/>
        </p:nvSpPr>
        <p:spPr>
          <a:xfrm>
            <a:off x="6905625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0B4AD6B-F1C1-4F33-82C2-DDD23857A3CE}"/>
              </a:ext>
            </a:extLst>
          </p:cNvPr>
          <p:cNvSpPr>
            <a:spLocks noGrp="1"/>
          </p:cNvSpPr>
          <p:nvPr/>
        </p:nvSpPr>
        <p:spPr>
          <a:xfrm>
            <a:off x="7123906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DF4372C-3C88-47DB-934B-6B54FD244D6D}"/>
              </a:ext>
            </a:extLst>
          </p:cNvPr>
          <p:cNvSpPr>
            <a:spLocks noGrp="1"/>
          </p:cNvSpPr>
          <p:nvPr/>
        </p:nvSpPr>
        <p:spPr>
          <a:xfrm>
            <a:off x="7342188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34C6A7C2-7522-44FA-8005-62A48314B812}"/>
              </a:ext>
            </a:extLst>
          </p:cNvPr>
          <p:cNvSpPr>
            <a:spLocks noGrp="1"/>
          </p:cNvSpPr>
          <p:nvPr/>
        </p:nvSpPr>
        <p:spPr>
          <a:xfrm>
            <a:off x="7560469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FAA91B7-B2A7-41B0-BC22-5EA89DA907A9}"/>
              </a:ext>
            </a:extLst>
          </p:cNvPr>
          <p:cNvSpPr>
            <a:spLocks noGrp="1"/>
          </p:cNvSpPr>
          <p:nvPr/>
        </p:nvSpPr>
        <p:spPr>
          <a:xfrm>
            <a:off x="7778750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EF1EF619-BFA4-4C56-820C-BC3A8AA84400}"/>
              </a:ext>
            </a:extLst>
          </p:cNvPr>
          <p:cNvSpPr>
            <a:spLocks noGrp="1"/>
          </p:cNvSpPr>
          <p:nvPr/>
        </p:nvSpPr>
        <p:spPr>
          <a:xfrm>
            <a:off x="7997031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8529E5DD-56A1-4CE8-B75B-862360FC035F}"/>
              </a:ext>
            </a:extLst>
          </p:cNvPr>
          <p:cNvSpPr>
            <a:spLocks noGrp="1"/>
          </p:cNvSpPr>
          <p:nvPr/>
        </p:nvSpPr>
        <p:spPr>
          <a:xfrm>
            <a:off x="8215313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1644F79A-E0A6-4353-8003-6CBD42969D1B}"/>
              </a:ext>
            </a:extLst>
          </p:cNvPr>
          <p:cNvSpPr>
            <a:spLocks noGrp="1"/>
          </p:cNvSpPr>
          <p:nvPr/>
        </p:nvSpPr>
        <p:spPr>
          <a:xfrm>
            <a:off x="8433594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5364A6E3-4CEE-4888-B063-3C77A113FBF1}"/>
              </a:ext>
            </a:extLst>
          </p:cNvPr>
          <p:cNvSpPr>
            <a:spLocks noGrp="1"/>
          </p:cNvSpPr>
          <p:nvPr/>
        </p:nvSpPr>
        <p:spPr>
          <a:xfrm>
            <a:off x="8651875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E7B9AA8-03DA-48BC-9872-FE45D7A6E457}"/>
              </a:ext>
            </a:extLst>
          </p:cNvPr>
          <p:cNvSpPr>
            <a:spLocks noGrp="1"/>
          </p:cNvSpPr>
          <p:nvPr/>
        </p:nvSpPr>
        <p:spPr>
          <a:xfrm>
            <a:off x="8870156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F769891-15E4-4548-82BB-B0196C19BD54}"/>
              </a:ext>
            </a:extLst>
          </p:cNvPr>
          <p:cNvSpPr>
            <a:spLocks noGrp="1"/>
          </p:cNvSpPr>
          <p:nvPr/>
        </p:nvSpPr>
        <p:spPr>
          <a:xfrm>
            <a:off x="9088438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E8A4F207-B2E3-43B7-BBD1-13A5E65E55D2}"/>
              </a:ext>
            </a:extLst>
          </p:cNvPr>
          <p:cNvSpPr>
            <a:spLocks noGrp="1"/>
          </p:cNvSpPr>
          <p:nvPr/>
        </p:nvSpPr>
        <p:spPr>
          <a:xfrm>
            <a:off x="9306719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6ADF9A8B-2789-4481-8406-34672A4FB111}"/>
              </a:ext>
            </a:extLst>
          </p:cNvPr>
          <p:cNvSpPr>
            <a:spLocks noGrp="1"/>
          </p:cNvSpPr>
          <p:nvPr/>
        </p:nvSpPr>
        <p:spPr>
          <a:xfrm>
            <a:off x="9525000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71F2530F-3205-44F0-A376-F2F7A7771CA1}"/>
              </a:ext>
            </a:extLst>
          </p:cNvPr>
          <p:cNvSpPr>
            <a:spLocks noGrp="1"/>
          </p:cNvSpPr>
          <p:nvPr/>
        </p:nvSpPr>
        <p:spPr>
          <a:xfrm>
            <a:off x="9743281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74B11CD3-2702-4BF6-8B5F-A474CBCD6F73}"/>
              </a:ext>
            </a:extLst>
          </p:cNvPr>
          <p:cNvSpPr>
            <a:spLocks noGrp="1"/>
          </p:cNvSpPr>
          <p:nvPr/>
        </p:nvSpPr>
        <p:spPr>
          <a:xfrm>
            <a:off x="9961563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CD4A0A6-89B2-46D3-BE3D-E20B2D3FE1AB}"/>
              </a:ext>
            </a:extLst>
          </p:cNvPr>
          <p:cNvSpPr>
            <a:spLocks noGrp="1"/>
          </p:cNvSpPr>
          <p:nvPr/>
        </p:nvSpPr>
        <p:spPr>
          <a:xfrm>
            <a:off x="10179844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D4E7B0DE-37D0-4681-9CA2-6A22FB9C3A08}"/>
              </a:ext>
            </a:extLst>
          </p:cNvPr>
          <p:cNvSpPr>
            <a:spLocks noGrp="1"/>
          </p:cNvSpPr>
          <p:nvPr/>
        </p:nvSpPr>
        <p:spPr>
          <a:xfrm>
            <a:off x="10398125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EB22C60A-B5DB-4D94-9766-FA881BCBEF2F}"/>
              </a:ext>
            </a:extLst>
          </p:cNvPr>
          <p:cNvSpPr>
            <a:spLocks noGrp="1"/>
          </p:cNvSpPr>
          <p:nvPr/>
        </p:nvSpPr>
        <p:spPr>
          <a:xfrm>
            <a:off x="10616406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B7E4527B-717A-4B64-85FD-28526AD3BA44}"/>
              </a:ext>
            </a:extLst>
          </p:cNvPr>
          <p:cNvSpPr>
            <a:spLocks noGrp="1"/>
          </p:cNvSpPr>
          <p:nvPr/>
        </p:nvSpPr>
        <p:spPr>
          <a:xfrm>
            <a:off x="10834688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38C7D90-696D-4F28-9791-0E2D3AA1576D}"/>
              </a:ext>
            </a:extLst>
          </p:cNvPr>
          <p:cNvSpPr>
            <a:spLocks noGrp="1"/>
          </p:cNvSpPr>
          <p:nvPr/>
        </p:nvSpPr>
        <p:spPr>
          <a:xfrm>
            <a:off x="11052969" y="2857500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FA064944-B44A-4A7E-B80D-93296BF5D05D}"/>
              </a:ext>
            </a:extLst>
          </p:cNvPr>
          <p:cNvSpPr>
            <a:spLocks noGrp="1"/>
          </p:cNvSpPr>
          <p:nvPr/>
        </p:nvSpPr>
        <p:spPr>
          <a:xfrm>
            <a:off x="11271250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12186000-87DD-41C0-B895-10C3E7399403}"/>
              </a:ext>
            </a:extLst>
          </p:cNvPr>
          <p:cNvSpPr>
            <a:spLocks noGrp="1"/>
          </p:cNvSpPr>
          <p:nvPr/>
        </p:nvSpPr>
        <p:spPr>
          <a:xfrm>
            <a:off x="11489531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8CBEDF47-4B8A-4DF7-9DCF-7A1ACBCCE6B7}"/>
              </a:ext>
            </a:extLst>
          </p:cNvPr>
          <p:cNvSpPr>
            <a:spLocks noGrp="1"/>
          </p:cNvSpPr>
          <p:nvPr/>
        </p:nvSpPr>
        <p:spPr>
          <a:xfrm>
            <a:off x="11707813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5BD64266-3020-4724-8823-5A2A11D82587}"/>
              </a:ext>
            </a:extLst>
          </p:cNvPr>
          <p:cNvSpPr>
            <a:spLocks noGrp="1"/>
          </p:cNvSpPr>
          <p:nvPr/>
        </p:nvSpPr>
        <p:spPr>
          <a:xfrm>
            <a:off x="11926094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7F52D237-2618-44E4-A6B1-5D3E31AB2336}"/>
              </a:ext>
            </a:extLst>
          </p:cNvPr>
          <p:cNvSpPr>
            <a:spLocks noGrp="1"/>
          </p:cNvSpPr>
          <p:nvPr/>
        </p:nvSpPr>
        <p:spPr>
          <a:xfrm>
            <a:off x="12144375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E0E01CD6-9441-4FCA-AFD3-13008232AC46}"/>
              </a:ext>
            </a:extLst>
          </p:cNvPr>
          <p:cNvSpPr>
            <a:spLocks noGrp="1"/>
          </p:cNvSpPr>
          <p:nvPr/>
        </p:nvSpPr>
        <p:spPr>
          <a:xfrm>
            <a:off x="12362656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47D925E4-E846-49CF-9A87-36CE7B4A0006}"/>
              </a:ext>
            </a:extLst>
          </p:cNvPr>
          <p:cNvSpPr>
            <a:spLocks noGrp="1"/>
          </p:cNvSpPr>
          <p:nvPr/>
        </p:nvSpPr>
        <p:spPr>
          <a:xfrm>
            <a:off x="12580937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9106E087-8372-4CBB-B1AA-B8BB9E774050}"/>
              </a:ext>
            </a:extLst>
          </p:cNvPr>
          <p:cNvSpPr>
            <a:spLocks noGrp="1"/>
          </p:cNvSpPr>
          <p:nvPr/>
        </p:nvSpPr>
        <p:spPr>
          <a:xfrm>
            <a:off x="12799219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D535E88D-4C37-4918-BD1E-7EA53C793554}"/>
              </a:ext>
            </a:extLst>
          </p:cNvPr>
          <p:cNvSpPr>
            <a:spLocks noGrp="1"/>
          </p:cNvSpPr>
          <p:nvPr/>
        </p:nvSpPr>
        <p:spPr>
          <a:xfrm>
            <a:off x="13017500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9BBEC0A9-078F-4EE0-BC4B-EDDB12AA8341}"/>
              </a:ext>
            </a:extLst>
          </p:cNvPr>
          <p:cNvSpPr>
            <a:spLocks noGrp="1"/>
          </p:cNvSpPr>
          <p:nvPr/>
        </p:nvSpPr>
        <p:spPr>
          <a:xfrm>
            <a:off x="13235781" y="2857500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0D8AB159-E4E7-4D00-B456-284696C3BBDA}"/>
              </a:ext>
            </a:extLst>
          </p:cNvPr>
          <p:cNvSpPr>
            <a:spLocks noGrp="1"/>
          </p:cNvSpPr>
          <p:nvPr/>
        </p:nvSpPr>
        <p:spPr>
          <a:xfrm>
            <a:off x="12263438" y="3417094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38/24</a:t>
            </a:r>
          </a:p>
        </p:txBody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1B1B1B91-A86E-491B-B98B-EE3E66739BD8}"/>
              </a:ext>
            </a:extLst>
          </p:cNvPr>
          <p:cNvSpPr>
            <a:spLocks noGrp="1"/>
          </p:cNvSpPr>
          <p:nvPr/>
        </p:nvSpPr>
        <p:spPr>
          <a:xfrm>
            <a:off x="833438" y="4048125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13/8</a:t>
            </a:r>
          </a:p>
        </p:txBody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767C948C-2EF4-45E4-9C25-D2A92E8DE46A}"/>
              </a:ext>
            </a:extLst>
          </p:cNvPr>
          <p:cNvSpPr>
            <a:spLocks noGrp="1"/>
          </p:cNvSpPr>
          <p:nvPr/>
        </p:nvSpPr>
        <p:spPr>
          <a:xfrm>
            <a:off x="2976563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5A2B5239-0FDB-4C8C-9A3D-6804D6E9488E}"/>
              </a:ext>
            </a:extLst>
          </p:cNvPr>
          <p:cNvSpPr>
            <a:spLocks noGrp="1"/>
          </p:cNvSpPr>
          <p:nvPr/>
        </p:nvSpPr>
        <p:spPr>
          <a:xfrm>
            <a:off x="3194844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822A0A26-1FF4-4780-A92F-5C0294AC9FB3}"/>
              </a:ext>
            </a:extLst>
          </p:cNvPr>
          <p:cNvSpPr>
            <a:spLocks noGrp="1"/>
          </p:cNvSpPr>
          <p:nvPr/>
        </p:nvSpPr>
        <p:spPr>
          <a:xfrm>
            <a:off x="3413125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96CA4A73-E0AB-47DD-8B78-15CCD1A66266}"/>
              </a:ext>
            </a:extLst>
          </p:cNvPr>
          <p:cNvSpPr>
            <a:spLocks noGrp="1"/>
          </p:cNvSpPr>
          <p:nvPr/>
        </p:nvSpPr>
        <p:spPr>
          <a:xfrm>
            <a:off x="3631406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6C9F14B5-DA5F-4215-A943-F591313074C5}"/>
              </a:ext>
            </a:extLst>
          </p:cNvPr>
          <p:cNvSpPr>
            <a:spLocks noGrp="1"/>
          </p:cNvSpPr>
          <p:nvPr/>
        </p:nvSpPr>
        <p:spPr>
          <a:xfrm>
            <a:off x="3849687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19F3B5DF-BEDC-4174-A834-31418D809856}"/>
              </a:ext>
            </a:extLst>
          </p:cNvPr>
          <p:cNvSpPr>
            <a:spLocks noGrp="1"/>
          </p:cNvSpPr>
          <p:nvPr/>
        </p:nvSpPr>
        <p:spPr>
          <a:xfrm>
            <a:off x="4067969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7544C586-9843-44F8-90A0-FA46E9B5752D}"/>
              </a:ext>
            </a:extLst>
          </p:cNvPr>
          <p:cNvSpPr>
            <a:spLocks noGrp="1"/>
          </p:cNvSpPr>
          <p:nvPr/>
        </p:nvSpPr>
        <p:spPr>
          <a:xfrm>
            <a:off x="4286250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78947CA7-7630-4B88-AC71-AA08009CD22D}"/>
              </a:ext>
            </a:extLst>
          </p:cNvPr>
          <p:cNvSpPr>
            <a:spLocks noGrp="1"/>
          </p:cNvSpPr>
          <p:nvPr/>
        </p:nvSpPr>
        <p:spPr>
          <a:xfrm>
            <a:off x="4504531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8E18735E-00AA-4BDF-9BA1-D21BD713B7BF}"/>
              </a:ext>
            </a:extLst>
          </p:cNvPr>
          <p:cNvSpPr>
            <a:spLocks noGrp="1"/>
          </p:cNvSpPr>
          <p:nvPr/>
        </p:nvSpPr>
        <p:spPr>
          <a:xfrm>
            <a:off x="4722812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4B106C5D-CD52-4A3C-90B9-01CCDFD9DDDE}"/>
              </a:ext>
            </a:extLst>
          </p:cNvPr>
          <p:cNvSpPr>
            <a:spLocks noGrp="1"/>
          </p:cNvSpPr>
          <p:nvPr/>
        </p:nvSpPr>
        <p:spPr>
          <a:xfrm>
            <a:off x="4941094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A25723BB-396F-4199-A045-85E1937A1E94}"/>
              </a:ext>
            </a:extLst>
          </p:cNvPr>
          <p:cNvSpPr>
            <a:spLocks noGrp="1"/>
          </p:cNvSpPr>
          <p:nvPr/>
        </p:nvSpPr>
        <p:spPr>
          <a:xfrm>
            <a:off x="5159375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F634C65C-F25A-46CA-ACD7-B746FE14D635}"/>
              </a:ext>
            </a:extLst>
          </p:cNvPr>
          <p:cNvSpPr>
            <a:spLocks noGrp="1"/>
          </p:cNvSpPr>
          <p:nvPr/>
        </p:nvSpPr>
        <p:spPr>
          <a:xfrm>
            <a:off x="5377656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04257919-25F6-4EEC-B9F9-A1CBFB31AA97}"/>
              </a:ext>
            </a:extLst>
          </p:cNvPr>
          <p:cNvSpPr>
            <a:spLocks noGrp="1"/>
          </p:cNvSpPr>
          <p:nvPr/>
        </p:nvSpPr>
        <p:spPr>
          <a:xfrm>
            <a:off x="5595938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14F860AB-C819-432D-9B1E-068021192B1D}"/>
              </a:ext>
            </a:extLst>
          </p:cNvPr>
          <p:cNvSpPr>
            <a:spLocks noGrp="1"/>
          </p:cNvSpPr>
          <p:nvPr/>
        </p:nvSpPr>
        <p:spPr>
          <a:xfrm>
            <a:off x="5814219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9A1260B4-3B03-476C-A12C-F4F4882FD107}"/>
              </a:ext>
            </a:extLst>
          </p:cNvPr>
          <p:cNvSpPr>
            <a:spLocks noGrp="1"/>
          </p:cNvSpPr>
          <p:nvPr/>
        </p:nvSpPr>
        <p:spPr>
          <a:xfrm>
            <a:off x="6032500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6F2A2E93-8DB8-4A4D-9AB8-8FC9A7432545}"/>
              </a:ext>
            </a:extLst>
          </p:cNvPr>
          <p:cNvSpPr>
            <a:spLocks noGrp="1"/>
          </p:cNvSpPr>
          <p:nvPr/>
        </p:nvSpPr>
        <p:spPr>
          <a:xfrm>
            <a:off x="6250781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A49B5A8E-D0E9-4F35-B8BB-7C0BAC54063B}"/>
              </a:ext>
            </a:extLst>
          </p:cNvPr>
          <p:cNvSpPr>
            <a:spLocks noGrp="1"/>
          </p:cNvSpPr>
          <p:nvPr/>
        </p:nvSpPr>
        <p:spPr>
          <a:xfrm>
            <a:off x="6469062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3FF09CEE-E08C-4D67-A63B-032BACF8F601}"/>
              </a:ext>
            </a:extLst>
          </p:cNvPr>
          <p:cNvSpPr>
            <a:spLocks noGrp="1"/>
          </p:cNvSpPr>
          <p:nvPr/>
        </p:nvSpPr>
        <p:spPr>
          <a:xfrm>
            <a:off x="6687344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19756D79-6271-4ECB-B0C2-60C23B80BD4E}"/>
              </a:ext>
            </a:extLst>
          </p:cNvPr>
          <p:cNvSpPr>
            <a:spLocks noGrp="1"/>
          </p:cNvSpPr>
          <p:nvPr/>
        </p:nvSpPr>
        <p:spPr>
          <a:xfrm>
            <a:off x="6905625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22766995-115D-465B-AA0F-49CDBAF2A9EE}"/>
              </a:ext>
            </a:extLst>
          </p:cNvPr>
          <p:cNvSpPr>
            <a:spLocks noGrp="1"/>
          </p:cNvSpPr>
          <p:nvPr/>
        </p:nvSpPr>
        <p:spPr>
          <a:xfrm>
            <a:off x="7123906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F42378BD-4B15-4EC5-9AE8-524F0E403B16}"/>
              </a:ext>
            </a:extLst>
          </p:cNvPr>
          <p:cNvSpPr>
            <a:spLocks noGrp="1"/>
          </p:cNvSpPr>
          <p:nvPr/>
        </p:nvSpPr>
        <p:spPr>
          <a:xfrm>
            <a:off x="7342188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4B7CCC9F-23CB-42C4-B7A2-9B4BE12DB45B}"/>
              </a:ext>
            </a:extLst>
          </p:cNvPr>
          <p:cNvSpPr>
            <a:spLocks noGrp="1"/>
          </p:cNvSpPr>
          <p:nvPr/>
        </p:nvSpPr>
        <p:spPr>
          <a:xfrm>
            <a:off x="7560469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07FD8CE4-3C39-4F26-B1BA-9F7F3147E1CF}"/>
              </a:ext>
            </a:extLst>
          </p:cNvPr>
          <p:cNvSpPr>
            <a:spLocks noGrp="1"/>
          </p:cNvSpPr>
          <p:nvPr/>
        </p:nvSpPr>
        <p:spPr>
          <a:xfrm>
            <a:off x="7778750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FD77EDBC-B2A7-4D99-A95F-65E15A38EA46}"/>
              </a:ext>
            </a:extLst>
          </p:cNvPr>
          <p:cNvSpPr>
            <a:spLocks noGrp="1"/>
          </p:cNvSpPr>
          <p:nvPr/>
        </p:nvSpPr>
        <p:spPr>
          <a:xfrm>
            <a:off x="7997031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425BF83F-29B6-4EA9-802B-798A50A133B8}"/>
              </a:ext>
            </a:extLst>
          </p:cNvPr>
          <p:cNvSpPr>
            <a:spLocks noGrp="1"/>
          </p:cNvSpPr>
          <p:nvPr/>
        </p:nvSpPr>
        <p:spPr>
          <a:xfrm>
            <a:off x="8215313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5FFE8862-9546-4B3A-890A-13761F6EFBBA}"/>
              </a:ext>
            </a:extLst>
          </p:cNvPr>
          <p:cNvSpPr>
            <a:spLocks noGrp="1"/>
          </p:cNvSpPr>
          <p:nvPr/>
        </p:nvSpPr>
        <p:spPr>
          <a:xfrm>
            <a:off x="8433594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08D294E3-B7EE-4A8D-89FE-5D4F41022DF7}"/>
              </a:ext>
            </a:extLst>
          </p:cNvPr>
          <p:cNvSpPr>
            <a:spLocks noGrp="1"/>
          </p:cNvSpPr>
          <p:nvPr/>
        </p:nvSpPr>
        <p:spPr>
          <a:xfrm>
            <a:off x="8651875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EFF58DAF-23D5-4683-9EE9-A07C76CC2332}"/>
              </a:ext>
            </a:extLst>
          </p:cNvPr>
          <p:cNvSpPr>
            <a:spLocks noGrp="1"/>
          </p:cNvSpPr>
          <p:nvPr/>
        </p:nvSpPr>
        <p:spPr>
          <a:xfrm>
            <a:off x="8870156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98C9022D-E033-4368-8B74-C86A2256AE05}"/>
              </a:ext>
            </a:extLst>
          </p:cNvPr>
          <p:cNvSpPr>
            <a:spLocks noGrp="1"/>
          </p:cNvSpPr>
          <p:nvPr/>
        </p:nvSpPr>
        <p:spPr>
          <a:xfrm>
            <a:off x="9088438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618A7C48-04BE-4A69-A5EC-BD3DE378A732}"/>
              </a:ext>
            </a:extLst>
          </p:cNvPr>
          <p:cNvSpPr>
            <a:spLocks noGrp="1"/>
          </p:cNvSpPr>
          <p:nvPr/>
        </p:nvSpPr>
        <p:spPr>
          <a:xfrm>
            <a:off x="9306719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C1DA5A75-195B-4B25-B776-DF9C377F276B}"/>
              </a:ext>
            </a:extLst>
          </p:cNvPr>
          <p:cNvSpPr>
            <a:spLocks noGrp="1"/>
          </p:cNvSpPr>
          <p:nvPr/>
        </p:nvSpPr>
        <p:spPr>
          <a:xfrm>
            <a:off x="9525000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D4DC98C2-636F-4B9B-B487-1493205B6F5C}"/>
              </a:ext>
            </a:extLst>
          </p:cNvPr>
          <p:cNvSpPr>
            <a:spLocks noGrp="1"/>
          </p:cNvSpPr>
          <p:nvPr/>
        </p:nvSpPr>
        <p:spPr>
          <a:xfrm>
            <a:off x="9743281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C64F4940-D01E-4C31-9362-993CABA65D92}"/>
              </a:ext>
            </a:extLst>
          </p:cNvPr>
          <p:cNvSpPr>
            <a:spLocks noGrp="1"/>
          </p:cNvSpPr>
          <p:nvPr/>
        </p:nvSpPr>
        <p:spPr>
          <a:xfrm>
            <a:off x="9961563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5360F363-4A22-488C-9C23-0D3CE9005EF6}"/>
              </a:ext>
            </a:extLst>
          </p:cNvPr>
          <p:cNvSpPr>
            <a:spLocks noGrp="1"/>
          </p:cNvSpPr>
          <p:nvPr/>
        </p:nvSpPr>
        <p:spPr>
          <a:xfrm>
            <a:off x="10179844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272FA54D-7886-409D-B75F-D1C2F42AE1D1}"/>
              </a:ext>
            </a:extLst>
          </p:cNvPr>
          <p:cNvSpPr>
            <a:spLocks noGrp="1"/>
          </p:cNvSpPr>
          <p:nvPr/>
        </p:nvSpPr>
        <p:spPr>
          <a:xfrm>
            <a:off x="10398125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DBFC42F1-BFF6-4775-8372-7FC61BDEA323}"/>
              </a:ext>
            </a:extLst>
          </p:cNvPr>
          <p:cNvSpPr>
            <a:spLocks noGrp="1"/>
          </p:cNvSpPr>
          <p:nvPr/>
        </p:nvSpPr>
        <p:spPr>
          <a:xfrm>
            <a:off x="10616406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9868E7BE-EB2F-4E39-AFF9-3D054A95021D}"/>
              </a:ext>
            </a:extLst>
          </p:cNvPr>
          <p:cNvSpPr>
            <a:spLocks noGrp="1"/>
          </p:cNvSpPr>
          <p:nvPr/>
        </p:nvSpPr>
        <p:spPr>
          <a:xfrm>
            <a:off x="10834688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E5AD4D50-3017-4541-99C6-AB09BE0A18C9}"/>
              </a:ext>
            </a:extLst>
          </p:cNvPr>
          <p:cNvSpPr>
            <a:spLocks noGrp="1"/>
          </p:cNvSpPr>
          <p:nvPr/>
        </p:nvSpPr>
        <p:spPr>
          <a:xfrm>
            <a:off x="11052969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3AFD66DC-3BE7-4E01-8DEA-6A9EA2F66033}"/>
              </a:ext>
            </a:extLst>
          </p:cNvPr>
          <p:cNvSpPr>
            <a:spLocks noGrp="1"/>
          </p:cNvSpPr>
          <p:nvPr/>
        </p:nvSpPr>
        <p:spPr>
          <a:xfrm>
            <a:off x="11271250" y="4048125"/>
            <a:ext cx="21828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08670AFC-C579-4644-A728-C90361BC8F9A}"/>
              </a:ext>
            </a:extLst>
          </p:cNvPr>
          <p:cNvSpPr>
            <a:spLocks noGrp="1"/>
          </p:cNvSpPr>
          <p:nvPr/>
        </p:nvSpPr>
        <p:spPr>
          <a:xfrm>
            <a:off x="11489531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B5188A59-0BD0-4583-B591-873559462C2E}"/>
              </a:ext>
            </a:extLst>
          </p:cNvPr>
          <p:cNvSpPr>
            <a:spLocks noGrp="1"/>
          </p:cNvSpPr>
          <p:nvPr/>
        </p:nvSpPr>
        <p:spPr>
          <a:xfrm>
            <a:off x="11707813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1C8F3A07-12DD-4BD9-A78F-B4D93C94D92E}"/>
              </a:ext>
            </a:extLst>
          </p:cNvPr>
          <p:cNvSpPr>
            <a:spLocks noGrp="1"/>
          </p:cNvSpPr>
          <p:nvPr/>
        </p:nvSpPr>
        <p:spPr>
          <a:xfrm>
            <a:off x="11926094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7A5B3022-6258-4F0B-9DD2-3D09FC5818C1}"/>
              </a:ext>
            </a:extLst>
          </p:cNvPr>
          <p:cNvSpPr>
            <a:spLocks noGrp="1"/>
          </p:cNvSpPr>
          <p:nvPr/>
        </p:nvSpPr>
        <p:spPr>
          <a:xfrm>
            <a:off x="12144375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6F4EC097-CA03-44B4-AE55-8C26B52B2C5F}"/>
              </a:ext>
            </a:extLst>
          </p:cNvPr>
          <p:cNvSpPr>
            <a:spLocks noGrp="1"/>
          </p:cNvSpPr>
          <p:nvPr/>
        </p:nvSpPr>
        <p:spPr>
          <a:xfrm>
            <a:off x="12362656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BA758C81-0E18-43E2-9342-8C09DC421706}"/>
              </a:ext>
            </a:extLst>
          </p:cNvPr>
          <p:cNvSpPr>
            <a:spLocks noGrp="1"/>
          </p:cNvSpPr>
          <p:nvPr/>
        </p:nvSpPr>
        <p:spPr>
          <a:xfrm>
            <a:off x="12580937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B22EC781-2B6D-4FCF-8474-5896B106BE04}"/>
              </a:ext>
            </a:extLst>
          </p:cNvPr>
          <p:cNvSpPr>
            <a:spLocks noGrp="1"/>
          </p:cNvSpPr>
          <p:nvPr/>
        </p:nvSpPr>
        <p:spPr>
          <a:xfrm>
            <a:off x="12799219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57BFC274-B868-4594-9BC3-21A082CDF26B}"/>
              </a:ext>
            </a:extLst>
          </p:cNvPr>
          <p:cNvSpPr>
            <a:spLocks noGrp="1"/>
          </p:cNvSpPr>
          <p:nvPr/>
        </p:nvSpPr>
        <p:spPr>
          <a:xfrm>
            <a:off x="13017500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FF9ED406-1854-41C4-AEA3-34E2CF17008E}"/>
              </a:ext>
            </a:extLst>
          </p:cNvPr>
          <p:cNvSpPr>
            <a:spLocks noGrp="1"/>
          </p:cNvSpPr>
          <p:nvPr/>
        </p:nvSpPr>
        <p:spPr>
          <a:xfrm>
            <a:off x="13235781" y="4048125"/>
            <a:ext cx="21828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191AD454-4E47-4CD5-8C8B-7F7284122C77}"/>
              </a:ext>
            </a:extLst>
          </p:cNvPr>
          <p:cNvSpPr>
            <a:spLocks noGrp="1"/>
          </p:cNvSpPr>
          <p:nvPr/>
        </p:nvSpPr>
        <p:spPr>
          <a:xfrm>
            <a:off x="12263438" y="4607719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39/24</a:t>
            </a:r>
          </a:p>
        </p:txBody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8F70C59E-41E4-4334-AAE9-B0BC19BA498C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19/12 &lt; 13/8</a:t>
            </a:r>
          </a:p>
        </p:txBody>
      </p:sp>
    </p:spTree>
    <p:extLst>
      <p:ext uri="{BB962C8B-B14F-4D97-AF65-F5344CB8AC3E}">
        <p14:creationId xmlns:p14="http://schemas.microsoft.com/office/powerpoint/2010/main" val="927388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  <p:bldP spid="106" grpId="0"/>
      <p:bldP spid="10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object-1">
            <a:extLst>
              <a:ext uri="{FF2B5EF4-FFF2-40B4-BE49-F238E27FC236}">
                <a16:creationId xmlns:a16="http://schemas.microsoft.com/office/drawing/2014/main" id="{0D097368-072C-40EB-8132-238D65CAD07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C07E443-9171-4556-9A78-3AAE8F569F9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Order 31/12, 21/8 from smallest to greatest.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6E47004-DD17-45C6-B8D6-C5B873DB88F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0867793-BD09-4626-8EAF-FC8D3DA32C4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Compare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8B20BE8-E1BF-45CC-B464-EE0F683BB05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3799291-B25C-4EE3-845F-3A0028C72077}"/>
              </a:ext>
            </a:extLst>
          </p:cNvPr>
          <p:cNvSpPr>
            <a:spLocks noGrp="1"/>
          </p:cNvSpPr>
          <p:nvPr/>
        </p:nvSpPr>
        <p:spPr>
          <a:xfrm>
            <a:off x="833438" y="2857500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31/12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275744C-AC00-4986-8558-200A72E4177C}"/>
              </a:ext>
            </a:extLst>
          </p:cNvPr>
          <p:cNvSpPr>
            <a:spLocks noGrp="1"/>
          </p:cNvSpPr>
          <p:nvPr/>
        </p:nvSpPr>
        <p:spPr>
          <a:xfrm>
            <a:off x="297656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1C70B71-E1BF-4602-B05C-3A5497750181}"/>
              </a:ext>
            </a:extLst>
          </p:cNvPr>
          <p:cNvSpPr>
            <a:spLocks noGrp="1"/>
          </p:cNvSpPr>
          <p:nvPr/>
        </p:nvSpPr>
        <p:spPr>
          <a:xfrm>
            <a:off x="312208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6BC9F1A-7189-4127-AE03-FB81AF4EFE25}"/>
              </a:ext>
            </a:extLst>
          </p:cNvPr>
          <p:cNvSpPr>
            <a:spLocks noGrp="1"/>
          </p:cNvSpPr>
          <p:nvPr/>
        </p:nvSpPr>
        <p:spPr>
          <a:xfrm>
            <a:off x="3267604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BCBE2F7-790B-4B24-BC50-DC9420769194}"/>
              </a:ext>
            </a:extLst>
          </p:cNvPr>
          <p:cNvSpPr>
            <a:spLocks noGrp="1"/>
          </p:cNvSpPr>
          <p:nvPr/>
        </p:nvSpPr>
        <p:spPr>
          <a:xfrm>
            <a:off x="3413125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8733261-8CF4-4A86-9160-6BC4A4DB871B}"/>
              </a:ext>
            </a:extLst>
          </p:cNvPr>
          <p:cNvSpPr>
            <a:spLocks noGrp="1"/>
          </p:cNvSpPr>
          <p:nvPr/>
        </p:nvSpPr>
        <p:spPr>
          <a:xfrm>
            <a:off x="3558646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891F2D4-C64F-4502-BC58-6500516CC8DB}"/>
              </a:ext>
            </a:extLst>
          </p:cNvPr>
          <p:cNvSpPr>
            <a:spLocks noGrp="1"/>
          </p:cNvSpPr>
          <p:nvPr/>
        </p:nvSpPr>
        <p:spPr>
          <a:xfrm>
            <a:off x="3704167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3520AB5-D634-4830-BCC4-F8CEC7C37239}"/>
              </a:ext>
            </a:extLst>
          </p:cNvPr>
          <p:cNvSpPr>
            <a:spLocks noGrp="1"/>
          </p:cNvSpPr>
          <p:nvPr/>
        </p:nvSpPr>
        <p:spPr>
          <a:xfrm>
            <a:off x="3849687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A8CC577-580D-4167-968F-7247BE007CFE}"/>
              </a:ext>
            </a:extLst>
          </p:cNvPr>
          <p:cNvSpPr>
            <a:spLocks noGrp="1"/>
          </p:cNvSpPr>
          <p:nvPr/>
        </p:nvSpPr>
        <p:spPr>
          <a:xfrm>
            <a:off x="399520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C2CF6A9-11C8-44EC-B008-96729A7F09FF}"/>
              </a:ext>
            </a:extLst>
          </p:cNvPr>
          <p:cNvSpPr>
            <a:spLocks noGrp="1"/>
          </p:cNvSpPr>
          <p:nvPr/>
        </p:nvSpPr>
        <p:spPr>
          <a:xfrm>
            <a:off x="4140729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A22FC61-9EE2-4DFD-BB2F-9177EDE85A48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96519E6-9C96-4DDC-ABF3-63849AAA1269}"/>
              </a:ext>
            </a:extLst>
          </p:cNvPr>
          <p:cNvSpPr>
            <a:spLocks noGrp="1"/>
          </p:cNvSpPr>
          <p:nvPr/>
        </p:nvSpPr>
        <p:spPr>
          <a:xfrm>
            <a:off x="4431771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AC7660E-01FD-43BE-B363-CF8B5621FF37}"/>
              </a:ext>
            </a:extLst>
          </p:cNvPr>
          <p:cNvSpPr>
            <a:spLocks noGrp="1"/>
          </p:cNvSpPr>
          <p:nvPr/>
        </p:nvSpPr>
        <p:spPr>
          <a:xfrm>
            <a:off x="4577292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E4F81D8-5884-40E4-9DC2-9567A54B1B52}"/>
              </a:ext>
            </a:extLst>
          </p:cNvPr>
          <p:cNvSpPr>
            <a:spLocks noGrp="1"/>
          </p:cNvSpPr>
          <p:nvPr/>
        </p:nvSpPr>
        <p:spPr>
          <a:xfrm>
            <a:off x="4722812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7C2DC7E-EB51-47B4-BB2E-EA1D3344839C}"/>
              </a:ext>
            </a:extLst>
          </p:cNvPr>
          <p:cNvSpPr>
            <a:spLocks noGrp="1"/>
          </p:cNvSpPr>
          <p:nvPr/>
        </p:nvSpPr>
        <p:spPr>
          <a:xfrm>
            <a:off x="486833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1F0FE16-45ED-4A35-847A-FD925460CDA3}"/>
              </a:ext>
            </a:extLst>
          </p:cNvPr>
          <p:cNvSpPr>
            <a:spLocks noGrp="1"/>
          </p:cNvSpPr>
          <p:nvPr/>
        </p:nvSpPr>
        <p:spPr>
          <a:xfrm>
            <a:off x="5013854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594BD30-C6F1-43E3-8AD6-AF31559EBDD6}"/>
              </a:ext>
            </a:extLst>
          </p:cNvPr>
          <p:cNvSpPr>
            <a:spLocks noGrp="1"/>
          </p:cNvSpPr>
          <p:nvPr/>
        </p:nvSpPr>
        <p:spPr>
          <a:xfrm>
            <a:off x="5159375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507E19E-8E62-4408-88DA-9C58F973BC71}"/>
              </a:ext>
            </a:extLst>
          </p:cNvPr>
          <p:cNvSpPr>
            <a:spLocks noGrp="1"/>
          </p:cNvSpPr>
          <p:nvPr/>
        </p:nvSpPr>
        <p:spPr>
          <a:xfrm>
            <a:off x="5304896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35E0D71-AAE4-45ED-A1F7-A8662E86556F}"/>
              </a:ext>
            </a:extLst>
          </p:cNvPr>
          <p:cNvSpPr>
            <a:spLocks noGrp="1"/>
          </p:cNvSpPr>
          <p:nvPr/>
        </p:nvSpPr>
        <p:spPr>
          <a:xfrm>
            <a:off x="5450417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B0E4A5A-5B4B-4DFE-9438-4983884E54A0}"/>
              </a:ext>
            </a:extLst>
          </p:cNvPr>
          <p:cNvSpPr>
            <a:spLocks noGrp="1"/>
          </p:cNvSpPr>
          <p:nvPr/>
        </p:nvSpPr>
        <p:spPr>
          <a:xfrm>
            <a:off x="559593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85A7EEB-D9A4-4558-B8A5-321084D5ECE1}"/>
              </a:ext>
            </a:extLst>
          </p:cNvPr>
          <p:cNvSpPr>
            <a:spLocks noGrp="1"/>
          </p:cNvSpPr>
          <p:nvPr/>
        </p:nvSpPr>
        <p:spPr>
          <a:xfrm>
            <a:off x="574145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822C1BD1-4E00-46F5-9613-EE8138FA98C0}"/>
              </a:ext>
            </a:extLst>
          </p:cNvPr>
          <p:cNvSpPr>
            <a:spLocks noGrp="1"/>
          </p:cNvSpPr>
          <p:nvPr/>
        </p:nvSpPr>
        <p:spPr>
          <a:xfrm>
            <a:off x="5886979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7A4243D-8CC8-4CC8-8183-95B2C9D9FA90}"/>
              </a:ext>
            </a:extLst>
          </p:cNvPr>
          <p:cNvSpPr>
            <a:spLocks noGrp="1"/>
          </p:cNvSpPr>
          <p:nvPr/>
        </p:nvSpPr>
        <p:spPr>
          <a:xfrm>
            <a:off x="6032500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3F59FF7-86C4-48A1-8FBB-0896DB9A05ED}"/>
              </a:ext>
            </a:extLst>
          </p:cNvPr>
          <p:cNvSpPr>
            <a:spLocks noGrp="1"/>
          </p:cNvSpPr>
          <p:nvPr/>
        </p:nvSpPr>
        <p:spPr>
          <a:xfrm>
            <a:off x="6178021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9D5A6C8-75ED-4B57-AB78-9452C8F02FFC}"/>
              </a:ext>
            </a:extLst>
          </p:cNvPr>
          <p:cNvSpPr>
            <a:spLocks noGrp="1"/>
          </p:cNvSpPr>
          <p:nvPr/>
        </p:nvSpPr>
        <p:spPr>
          <a:xfrm>
            <a:off x="6323542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BE5458D7-8542-4483-A791-B1438385FA34}"/>
              </a:ext>
            </a:extLst>
          </p:cNvPr>
          <p:cNvSpPr>
            <a:spLocks noGrp="1"/>
          </p:cNvSpPr>
          <p:nvPr/>
        </p:nvSpPr>
        <p:spPr>
          <a:xfrm>
            <a:off x="6469062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BEFA5014-6F15-4C76-9C26-2456C47E0A0A}"/>
              </a:ext>
            </a:extLst>
          </p:cNvPr>
          <p:cNvSpPr>
            <a:spLocks noGrp="1"/>
          </p:cNvSpPr>
          <p:nvPr/>
        </p:nvSpPr>
        <p:spPr>
          <a:xfrm>
            <a:off x="661458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D69A3DCB-9911-405F-93F4-9739908E6A4A}"/>
              </a:ext>
            </a:extLst>
          </p:cNvPr>
          <p:cNvSpPr>
            <a:spLocks noGrp="1"/>
          </p:cNvSpPr>
          <p:nvPr/>
        </p:nvSpPr>
        <p:spPr>
          <a:xfrm>
            <a:off x="6760104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A5F8ABE-1800-431E-9ED3-25E024C91246}"/>
              </a:ext>
            </a:extLst>
          </p:cNvPr>
          <p:cNvSpPr>
            <a:spLocks noGrp="1"/>
          </p:cNvSpPr>
          <p:nvPr/>
        </p:nvSpPr>
        <p:spPr>
          <a:xfrm>
            <a:off x="6905625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8D970AD-2883-46D8-8310-AA2005DCEC43}"/>
              </a:ext>
            </a:extLst>
          </p:cNvPr>
          <p:cNvSpPr>
            <a:spLocks noGrp="1"/>
          </p:cNvSpPr>
          <p:nvPr/>
        </p:nvSpPr>
        <p:spPr>
          <a:xfrm>
            <a:off x="7051146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AA04813-3D49-4E1B-9BE5-D168281B1C21}"/>
              </a:ext>
            </a:extLst>
          </p:cNvPr>
          <p:cNvSpPr>
            <a:spLocks noGrp="1"/>
          </p:cNvSpPr>
          <p:nvPr/>
        </p:nvSpPr>
        <p:spPr>
          <a:xfrm>
            <a:off x="7196667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A2D9899B-1BB0-4F4F-BF0D-C367DA1DB9F2}"/>
              </a:ext>
            </a:extLst>
          </p:cNvPr>
          <p:cNvSpPr>
            <a:spLocks noGrp="1"/>
          </p:cNvSpPr>
          <p:nvPr/>
        </p:nvSpPr>
        <p:spPr>
          <a:xfrm>
            <a:off x="734218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18CBE76E-3EF8-4214-ABDB-68EED6C7BDFC}"/>
              </a:ext>
            </a:extLst>
          </p:cNvPr>
          <p:cNvSpPr>
            <a:spLocks noGrp="1"/>
          </p:cNvSpPr>
          <p:nvPr/>
        </p:nvSpPr>
        <p:spPr>
          <a:xfrm>
            <a:off x="748770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B7ACDF80-F1FD-4132-8315-E77AEC1F0635}"/>
              </a:ext>
            </a:extLst>
          </p:cNvPr>
          <p:cNvSpPr>
            <a:spLocks noGrp="1"/>
          </p:cNvSpPr>
          <p:nvPr/>
        </p:nvSpPr>
        <p:spPr>
          <a:xfrm>
            <a:off x="7633229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DD2929D-4186-4C2C-BDCF-C540610C554C}"/>
              </a:ext>
            </a:extLst>
          </p:cNvPr>
          <p:cNvSpPr>
            <a:spLocks noGrp="1"/>
          </p:cNvSpPr>
          <p:nvPr/>
        </p:nvSpPr>
        <p:spPr>
          <a:xfrm>
            <a:off x="7778750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5C78331C-E602-44AA-A255-BA8A117A773D}"/>
              </a:ext>
            </a:extLst>
          </p:cNvPr>
          <p:cNvSpPr>
            <a:spLocks noGrp="1"/>
          </p:cNvSpPr>
          <p:nvPr/>
        </p:nvSpPr>
        <p:spPr>
          <a:xfrm>
            <a:off x="7924271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508CD469-86AA-4BAD-9279-874B02E6F27D}"/>
              </a:ext>
            </a:extLst>
          </p:cNvPr>
          <p:cNvSpPr>
            <a:spLocks noGrp="1"/>
          </p:cNvSpPr>
          <p:nvPr/>
        </p:nvSpPr>
        <p:spPr>
          <a:xfrm>
            <a:off x="8069792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8ED5FD6-19F5-4E99-83BF-056B63E91D16}"/>
              </a:ext>
            </a:extLst>
          </p:cNvPr>
          <p:cNvSpPr>
            <a:spLocks noGrp="1"/>
          </p:cNvSpPr>
          <p:nvPr/>
        </p:nvSpPr>
        <p:spPr>
          <a:xfrm>
            <a:off x="821531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39021966-DEDA-48DB-AFE4-1814E1B7D8C1}"/>
              </a:ext>
            </a:extLst>
          </p:cNvPr>
          <p:cNvSpPr>
            <a:spLocks noGrp="1"/>
          </p:cNvSpPr>
          <p:nvPr/>
        </p:nvSpPr>
        <p:spPr>
          <a:xfrm>
            <a:off x="836083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CDC78F4E-5B6F-40C8-9C50-2029F23FDA3D}"/>
              </a:ext>
            </a:extLst>
          </p:cNvPr>
          <p:cNvSpPr>
            <a:spLocks noGrp="1"/>
          </p:cNvSpPr>
          <p:nvPr/>
        </p:nvSpPr>
        <p:spPr>
          <a:xfrm>
            <a:off x="8506354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4C30507C-7739-4DB3-B65C-D6D67CF4F786}"/>
              </a:ext>
            </a:extLst>
          </p:cNvPr>
          <p:cNvSpPr>
            <a:spLocks noGrp="1"/>
          </p:cNvSpPr>
          <p:nvPr/>
        </p:nvSpPr>
        <p:spPr>
          <a:xfrm>
            <a:off x="8651875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8EAA3318-57FA-4785-AE4B-4B010CFA81F6}"/>
              </a:ext>
            </a:extLst>
          </p:cNvPr>
          <p:cNvSpPr>
            <a:spLocks noGrp="1"/>
          </p:cNvSpPr>
          <p:nvPr/>
        </p:nvSpPr>
        <p:spPr>
          <a:xfrm>
            <a:off x="8797396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7FAC6316-84AB-46E4-A90E-DA965773E683}"/>
              </a:ext>
            </a:extLst>
          </p:cNvPr>
          <p:cNvSpPr>
            <a:spLocks noGrp="1"/>
          </p:cNvSpPr>
          <p:nvPr/>
        </p:nvSpPr>
        <p:spPr>
          <a:xfrm>
            <a:off x="8942917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F58ADE69-6498-4F8E-9D22-B4A6504D0D21}"/>
              </a:ext>
            </a:extLst>
          </p:cNvPr>
          <p:cNvSpPr>
            <a:spLocks noGrp="1"/>
          </p:cNvSpPr>
          <p:nvPr/>
        </p:nvSpPr>
        <p:spPr>
          <a:xfrm>
            <a:off x="908843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E4FBEEC7-5B6A-4C1E-89DD-E220945DBFA2}"/>
              </a:ext>
            </a:extLst>
          </p:cNvPr>
          <p:cNvSpPr>
            <a:spLocks noGrp="1"/>
          </p:cNvSpPr>
          <p:nvPr/>
        </p:nvSpPr>
        <p:spPr>
          <a:xfrm>
            <a:off x="923395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823A4CF7-669A-4775-A246-2135B3C8ED75}"/>
              </a:ext>
            </a:extLst>
          </p:cNvPr>
          <p:cNvSpPr>
            <a:spLocks noGrp="1"/>
          </p:cNvSpPr>
          <p:nvPr/>
        </p:nvSpPr>
        <p:spPr>
          <a:xfrm>
            <a:off x="9379479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DAACEEB1-5E8C-4780-8FE6-4C75968B8936}"/>
              </a:ext>
            </a:extLst>
          </p:cNvPr>
          <p:cNvSpPr>
            <a:spLocks noGrp="1"/>
          </p:cNvSpPr>
          <p:nvPr/>
        </p:nvSpPr>
        <p:spPr>
          <a:xfrm>
            <a:off x="9525000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BBD21928-7D39-48AA-9C90-320F95550250}"/>
              </a:ext>
            </a:extLst>
          </p:cNvPr>
          <p:cNvSpPr>
            <a:spLocks noGrp="1"/>
          </p:cNvSpPr>
          <p:nvPr/>
        </p:nvSpPr>
        <p:spPr>
          <a:xfrm>
            <a:off x="9670521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54692D5E-63C6-4691-8279-8EC49E5D65B1}"/>
              </a:ext>
            </a:extLst>
          </p:cNvPr>
          <p:cNvSpPr>
            <a:spLocks noGrp="1"/>
          </p:cNvSpPr>
          <p:nvPr/>
        </p:nvSpPr>
        <p:spPr>
          <a:xfrm>
            <a:off x="9816042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A1AF0692-EF8A-4450-BF39-CE321BF5FC10}"/>
              </a:ext>
            </a:extLst>
          </p:cNvPr>
          <p:cNvSpPr>
            <a:spLocks noGrp="1"/>
          </p:cNvSpPr>
          <p:nvPr/>
        </p:nvSpPr>
        <p:spPr>
          <a:xfrm>
            <a:off x="996156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6F4AF63C-84A6-4E9C-A579-C06AC4ABAD6E}"/>
              </a:ext>
            </a:extLst>
          </p:cNvPr>
          <p:cNvSpPr>
            <a:spLocks noGrp="1"/>
          </p:cNvSpPr>
          <p:nvPr/>
        </p:nvSpPr>
        <p:spPr>
          <a:xfrm>
            <a:off x="1010708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90FE2260-9DA6-45BA-B221-08CB79E368BD}"/>
              </a:ext>
            </a:extLst>
          </p:cNvPr>
          <p:cNvSpPr>
            <a:spLocks noGrp="1"/>
          </p:cNvSpPr>
          <p:nvPr/>
        </p:nvSpPr>
        <p:spPr>
          <a:xfrm>
            <a:off x="10252604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89499ECB-C268-4B0A-BB50-0DE027873BB7}"/>
              </a:ext>
            </a:extLst>
          </p:cNvPr>
          <p:cNvSpPr>
            <a:spLocks noGrp="1"/>
          </p:cNvSpPr>
          <p:nvPr/>
        </p:nvSpPr>
        <p:spPr>
          <a:xfrm>
            <a:off x="10398125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83630214-5150-48C6-8E69-96FC8985B0DA}"/>
              </a:ext>
            </a:extLst>
          </p:cNvPr>
          <p:cNvSpPr>
            <a:spLocks noGrp="1"/>
          </p:cNvSpPr>
          <p:nvPr/>
        </p:nvSpPr>
        <p:spPr>
          <a:xfrm>
            <a:off x="10543646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A7DF3358-7FF6-4F1F-9C41-2572AA28AA80}"/>
              </a:ext>
            </a:extLst>
          </p:cNvPr>
          <p:cNvSpPr>
            <a:spLocks noGrp="1"/>
          </p:cNvSpPr>
          <p:nvPr/>
        </p:nvSpPr>
        <p:spPr>
          <a:xfrm>
            <a:off x="10689167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6F28C6F6-6E28-4761-BFDA-EBBFE0F94007}"/>
              </a:ext>
            </a:extLst>
          </p:cNvPr>
          <p:cNvSpPr>
            <a:spLocks noGrp="1"/>
          </p:cNvSpPr>
          <p:nvPr/>
        </p:nvSpPr>
        <p:spPr>
          <a:xfrm>
            <a:off x="1083468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B2255B71-5F37-4620-879B-E2C787B5D974}"/>
              </a:ext>
            </a:extLst>
          </p:cNvPr>
          <p:cNvSpPr>
            <a:spLocks noGrp="1"/>
          </p:cNvSpPr>
          <p:nvPr/>
        </p:nvSpPr>
        <p:spPr>
          <a:xfrm>
            <a:off x="10980208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12B43E05-3CBE-4490-A000-4E951CD0AC2D}"/>
              </a:ext>
            </a:extLst>
          </p:cNvPr>
          <p:cNvSpPr>
            <a:spLocks noGrp="1"/>
          </p:cNvSpPr>
          <p:nvPr/>
        </p:nvSpPr>
        <p:spPr>
          <a:xfrm>
            <a:off x="11125729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B6A55BC-22D6-498A-A933-2ED5E3A2FF81}"/>
              </a:ext>
            </a:extLst>
          </p:cNvPr>
          <p:cNvSpPr>
            <a:spLocks noGrp="1"/>
          </p:cNvSpPr>
          <p:nvPr/>
        </p:nvSpPr>
        <p:spPr>
          <a:xfrm>
            <a:off x="11271250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8E01F04-6BB3-4445-8972-6FB8D7056847}"/>
              </a:ext>
            </a:extLst>
          </p:cNvPr>
          <p:cNvSpPr>
            <a:spLocks noGrp="1"/>
          </p:cNvSpPr>
          <p:nvPr/>
        </p:nvSpPr>
        <p:spPr>
          <a:xfrm>
            <a:off x="11416771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B2971925-32D7-4A3A-892E-3B9DF47FFC8F}"/>
              </a:ext>
            </a:extLst>
          </p:cNvPr>
          <p:cNvSpPr>
            <a:spLocks noGrp="1"/>
          </p:cNvSpPr>
          <p:nvPr/>
        </p:nvSpPr>
        <p:spPr>
          <a:xfrm>
            <a:off x="11562292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4F2F282D-415A-4D83-8470-39A26923D719}"/>
              </a:ext>
            </a:extLst>
          </p:cNvPr>
          <p:cNvSpPr>
            <a:spLocks noGrp="1"/>
          </p:cNvSpPr>
          <p:nvPr/>
        </p:nvSpPr>
        <p:spPr>
          <a:xfrm>
            <a:off x="1170781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57AB82EF-227B-41C8-BE45-1CEB356E627A}"/>
              </a:ext>
            </a:extLst>
          </p:cNvPr>
          <p:cNvSpPr>
            <a:spLocks noGrp="1"/>
          </p:cNvSpPr>
          <p:nvPr/>
        </p:nvSpPr>
        <p:spPr>
          <a:xfrm>
            <a:off x="11853333" y="2857500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1A7C0FFF-1900-4E0D-81A5-6077EDBE7C05}"/>
              </a:ext>
            </a:extLst>
          </p:cNvPr>
          <p:cNvSpPr>
            <a:spLocks noGrp="1"/>
          </p:cNvSpPr>
          <p:nvPr/>
        </p:nvSpPr>
        <p:spPr>
          <a:xfrm>
            <a:off x="11998854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261C5876-6CB9-4F1D-8441-DE2B3B6DE74A}"/>
              </a:ext>
            </a:extLst>
          </p:cNvPr>
          <p:cNvSpPr>
            <a:spLocks noGrp="1"/>
          </p:cNvSpPr>
          <p:nvPr/>
        </p:nvSpPr>
        <p:spPr>
          <a:xfrm>
            <a:off x="12144375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C176B132-40E5-4E82-9070-0CD57AED3665}"/>
              </a:ext>
            </a:extLst>
          </p:cNvPr>
          <p:cNvSpPr>
            <a:spLocks noGrp="1"/>
          </p:cNvSpPr>
          <p:nvPr/>
        </p:nvSpPr>
        <p:spPr>
          <a:xfrm>
            <a:off x="12289896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F6B91EC4-E13A-456F-B543-213D03B183BF}"/>
              </a:ext>
            </a:extLst>
          </p:cNvPr>
          <p:cNvSpPr>
            <a:spLocks noGrp="1"/>
          </p:cNvSpPr>
          <p:nvPr/>
        </p:nvSpPr>
        <p:spPr>
          <a:xfrm>
            <a:off x="12435417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F65E23A5-4EFD-455B-8E8D-680D0C6102AD}"/>
              </a:ext>
            </a:extLst>
          </p:cNvPr>
          <p:cNvSpPr>
            <a:spLocks noGrp="1"/>
          </p:cNvSpPr>
          <p:nvPr/>
        </p:nvSpPr>
        <p:spPr>
          <a:xfrm>
            <a:off x="12580937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9EE7B131-3E9D-43DE-9B0E-E6E6E2627DF9}"/>
              </a:ext>
            </a:extLst>
          </p:cNvPr>
          <p:cNvSpPr>
            <a:spLocks noGrp="1"/>
          </p:cNvSpPr>
          <p:nvPr/>
        </p:nvSpPr>
        <p:spPr>
          <a:xfrm>
            <a:off x="12726458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151AEE94-50A2-4533-9D90-D34059A106C5}"/>
              </a:ext>
            </a:extLst>
          </p:cNvPr>
          <p:cNvSpPr>
            <a:spLocks noGrp="1"/>
          </p:cNvSpPr>
          <p:nvPr/>
        </p:nvSpPr>
        <p:spPr>
          <a:xfrm>
            <a:off x="12871979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B980B451-7B76-4953-A499-5E5A81FC0867}"/>
              </a:ext>
            </a:extLst>
          </p:cNvPr>
          <p:cNvSpPr>
            <a:spLocks noGrp="1"/>
          </p:cNvSpPr>
          <p:nvPr/>
        </p:nvSpPr>
        <p:spPr>
          <a:xfrm>
            <a:off x="13017500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AC26FF82-000F-483B-B5B0-A6F30A1D93B2}"/>
              </a:ext>
            </a:extLst>
          </p:cNvPr>
          <p:cNvSpPr>
            <a:spLocks noGrp="1"/>
          </p:cNvSpPr>
          <p:nvPr/>
        </p:nvSpPr>
        <p:spPr>
          <a:xfrm>
            <a:off x="13163021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FCB7A32E-6467-42BB-9B8D-CCEA30BFCB0A}"/>
              </a:ext>
            </a:extLst>
          </p:cNvPr>
          <p:cNvSpPr>
            <a:spLocks noGrp="1"/>
          </p:cNvSpPr>
          <p:nvPr/>
        </p:nvSpPr>
        <p:spPr>
          <a:xfrm>
            <a:off x="13308542" y="2857500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732EBDED-78D8-41D6-9186-6BFAB32E8C3D}"/>
              </a:ext>
            </a:extLst>
          </p:cNvPr>
          <p:cNvSpPr>
            <a:spLocks noGrp="1"/>
          </p:cNvSpPr>
          <p:nvPr/>
        </p:nvSpPr>
        <p:spPr>
          <a:xfrm>
            <a:off x="12263438" y="3417094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62/24</a:t>
            </a:r>
          </a:p>
        </p:txBody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68363117-6D24-495E-91FC-DD1820478A34}"/>
              </a:ext>
            </a:extLst>
          </p:cNvPr>
          <p:cNvSpPr>
            <a:spLocks noGrp="1"/>
          </p:cNvSpPr>
          <p:nvPr/>
        </p:nvSpPr>
        <p:spPr>
          <a:xfrm>
            <a:off x="833438" y="4048125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21/8</a:t>
            </a:r>
          </a:p>
        </p:txBody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EFEFD385-203A-49B2-8575-6F6143A95CB3}"/>
              </a:ext>
            </a:extLst>
          </p:cNvPr>
          <p:cNvSpPr>
            <a:spLocks noGrp="1"/>
          </p:cNvSpPr>
          <p:nvPr/>
        </p:nvSpPr>
        <p:spPr>
          <a:xfrm>
            <a:off x="297656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82F9968C-43D3-47A0-A5BB-7760826E9732}"/>
              </a:ext>
            </a:extLst>
          </p:cNvPr>
          <p:cNvSpPr>
            <a:spLocks noGrp="1"/>
          </p:cNvSpPr>
          <p:nvPr/>
        </p:nvSpPr>
        <p:spPr>
          <a:xfrm>
            <a:off x="312208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54593189-82A9-4C93-8AF8-228EB0F23819}"/>
              </a:ext>
            </a:extLst>
          </p:cNvPr>
          <p:cNvSpPr>
            <a:spLocks noGrp="1"/>
          </p:cNvSpPr>
          <p:nvPr/>
        </p:nvSpPr>
        <p:spPr>
          <a:xfrm>
            <a:off x="3267604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C6B1157C-F8EE-44C9-8BAD-6A14B772D885}"/>
              </a:ext>
            </a:extLst>
          </p:cNvPr>
          <p:cNvSpPr>
            <a:spLocks noGrp="1"/>
          </p:cNvSpPr>
          <p:nvPr/>
        </p:nvSpPr>
        <p:spPr>
          <a:xfrm>
            <a:off x="3413125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6CA84BC0-C4E6-4949-932B-D15F0F067F30}"/>
              </a:ext>
            </a:extLst>
          </p:cNvPr>
          <p:cNvSpPr>
            <a:spLocks noGrp="1"/>
          </p:cNvSpPr>
          <p:nvPr/>
        </p:nvSpPr>
        <p:spPr>
          <a:xfrm>
            <a:off x="3558646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2EAB986D-D567-4F83-926A-4580800C2297}"/>
              </a:ext>
            </a:extLst>
          </p:cNvPr>
          <p:cNvSpPr>
            <a:spLocks noGrp="1"/>
          </p:cNvSpPr>
          <p:nvPr/>
        </p:nvSpPr>
        <p:spPr>
          <a:xfrm>
            <a:off x="3704167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24F357B7-54D8-40D6-A5BA-7D05DC79AC43}"/>
              </a:ext>
            </a:extLst>
          </p:cNvPr>
          <p:cNvSpPr>
            <a:spLocks noGrp="1"/>
          </p:cNvSpPr>
          <p:nvPr/>
        </p:nvSpPr>
        <p:spPr>
          <a:xfrm>
            <a:off x="3849687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51C604D1-810D-4DB8-9C88-57C12CE77BCF}"/>
              </a:ext>
            </a:extLst>
          </p:cNvPr>
          <p:cNvSpPr>
            <a:spLocks noGrp="1"/>
          </p:cNvSpPr>
          <p:nvPr/>
        </p:nvSpPr>
        <p:spPr>
          <a:xfrm>
            <a:off x="399520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5967C443-2CA7-4270-A917-C8BF29F6593B}"/>
              </a:ext>
            </a:extLst>
          </p:cNvPr>
          <p:cNvSpPr>
            <a:spLocks noGrp="1"/>
          </p:cNvSpPr>
          <p:nvPr/>
        </p:nvSpPr>
        <p:spPr>
          <a:xfrm>
            <a:off x="4140729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56CC8A39-048F-4073-A1F7-09333C326B17}"/>
              </a:ext>
            </a:extLst>
          </p:cNvPr>
          <p:cNvSpPr>
            <a:spLocks noGrp="1"/>
          </p:cNvSpPr>
          <p:nvPr/>
        </p:nvSpPr>
        <p:spPr>
          <a:xfrm>
            <a:off x="4286250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5F23A64C-B493-4ACC-A2F7-9F5575BFB74F}"/>
              </a:ext>
            </a:extLst>
          </p:cNvPr>
          <p:cNvSpPr>
            <a:spLocks noGrp="1"/>
          </p:cNvSpPr>
          <p:nvPr/>
        </p:nvSpPr>
        <p:spPr>
          <a:xfrm>
            <a:off x="4431771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06C84177-680A-436C-B37B-C7450F154C88}"/>
              </a:ext>
            </a:extLst>
          </p:cNvPr>
          <p:cNvSpPr>
            <a:spLocks noGrp="1"/>
          </p:cNvSpPr>
          <p:nvPr/>
        </p:nvSpPr>
        <p:spPr>
          <a:xfrm>
            <a:off x="4577292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D1C8860E-F24D-4325-823D-368CCA5825C1}"/>
              </a:ext>
            </a:extLst>
          </p:cNvPr>
          <p:cNvSpPr>
            <a:spLocks noGrp="1"/>
          </p:cNvSpPr>
          <p:nvPr/>
        </p:nvSpPr>
        <p:spPr>
          <a:xfrm>
            <a:off x="4722812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13F20A36-8BF1-466C-A406-596986CADC0C}"/>
              </a:ext>
            </a:extLst>
          </p:cNvPr>
          <p:cNvSpPr>
            <a:spLocks noGrp="1"/>
          </p:cNvSpPr>
          <p:nvPr/>
        </p:nvSpPr>
        <p:spPr>
          <a:xfrm>
            <a:off x="486833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4EFCAB63-E025-4CD4-98CF-0B73C6232084}"/>
              </a:ext>
            </a:extLst>
          </p:cNvPr>
          <p:cNvSpPr>
            <a:spLocks noGrp="1"/>
          </p:cNvSpPr>
          <p:nvPr/>
        </p:nvSpPr>
        <p:spPr>
          <a:xfrm>
            <a:off x="5013854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9B69BF15-4122-44C3-816D-E3B85F21CA47}"/>
              </a:ext>
            </a:extLst>
          </p:cNvPr>
          <p:cNvSpPr>
            <a:spLocks noGrp="1"/>
          </p:cNvSpPr>
          <p:nvPr/>
        </p:nvSpPr>
        <p:spPr>
          <a:xfrm>
            <a:off x="5159375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969D1953-25B8-4614-98EB-BC0020ED348A}"/>
              </a:ext>
            </a:extLst>
          </p:cNvPr>
          <p:cNvSpPr>
            <a:spLocks noGrp="1"/>
          </p:cNvSpPr>
          <p:nvPr/>
        </p:nvSpPr>
        <p:spPr>
          <a:xfrm>
            <a:off x="5304896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B81AB39C-C8A3-485E-9107-C872AC144CAC}"/>
              </a:ext>
            </a:extLst>
          </p:cNvPr>
          <p:cNvSpPr>
            <a:spLocks noGrp="1"/>
          </p:cNvSpPr>
          <p:nvPr/>
        </p:nvSpPr>
        <p:spPr>
          <a:xfrm>
            <a:off x="5450417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2948283B-BAA7-4E8D-88C9-64DCA28663C3}"/>
              </a:ext>
            </a:extLst>
          </p:cNvPr>
          <p:cNvSpPr>
            <a:spLocks noGrp="1"/>
          </p:cNvSpPr>
          <p:nvPr/>
        </p:nvSpPr>
        <p:spPr>
          <a:xfrm>
            <a:off x="559593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3F8A5C42-83EF-4F5E-A218-764A63594D25}"/>
              </a:ext>
            </a:extLst>
          </p:cNvPr>
          <p:cNvSpPr>
            <a:spLocks noGrp="1"/>
          </p:cNvSpPr>
          <p:nvPr/>
        </p:nvSpPr>
        <p:spPr>
          <a:xfrm>
            <a:off x="574145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E8D6F215-EA53-47D5-B4C7-81DC8DDCDB4B}"/>
              </a:ext>
            </a:extLst>
          </p:cNvPr>
          <p:cNvSpPr>
            <a:spLocks noGrp="1"/>
          </p:cNvSpPr>
          <p:nvPr/>
        </p:nvSpPr>
        <p:spPr>
          <a:xfrm>
            <a:off x="5886979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245A51E7-C02F-44B0-854D-5F2CFC45EA9C}"/>
              </a:ext>
            </a:extLst>
          </p:cNvPr>
          <p:cNvSpPr>
            <a:spLocks noGrp="1"/>
          </p:cNvSpPr>
          <p:nvPr/>
        </p:nvSpPr>
        <p:spPr>
          <a:xfrm>
            <a:off x="6032500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096FC893-F05E-462B-974A-D9DF424EDBD8}"/>
              </a:ext>
            </a:extLst>
          </p:cNvPr>
          <p:cNvSpPr>
            <a:spLocks noGrp="1"/>
          </p:cNvSpPr>
          <p:nvPr/>
        </p:nvSpPr>
        <p:spPr>
          <a:xfrm>
            <a:off x="6178021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982B6E4A-A7B2-4C01-A49F-5C0F7134172B}"/>
              </a:ext>
            </a:extLst>
          </p:cNvPr>
          <p:cNvSpPr>
            <a:spLocks noGrp="1"/>
          </p:cNvSpPr>
          <p:nvPr/>
        </p:nvSpPr>
        <p:spPr>
          <a:xfrm>
            <a:off x="6323542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0EF4CD9A-2E05-49B1-B078-D572F4C40383}"/>
              </a:ext>
            </a:extLst>
          </p:cNvPr>
          <p:cNvSpPr>
            <a:spLocks noGrp="1"/>
          </p:cNvSpPr>
          <p:nvPr/>
        </p:nvSpPr>
        <p:spPr>
          <a:xfrm>
            <a:off x="6469062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A31CF1C3-4CD9-49E8-90D0-F906905B8DC4}"/>
              </a:ext>
            </a:extLst>
          </p:cNvPr>
          <p:cNvSpPr>
            <a:spLocks noGrp="1"/>
          </p:cNvSpPr>
          <p:nvPr/>
        </p:nvSpPr>
        <p:spPr>
          <a:xfrm>
            <a:off x="661458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C1D98789-385D-4676-90C7-F97FB0353630}"/>
              </a:ext>
            </a:extLst>
          </p:cNvPr>
          <p:cNvSpPr>
            <a:spLocks noGrp="1"/>
          </p:cNvSpPr>
          <p:nvPr/>
        </p:nvSpPr>
        <p:spPr>
          <a:xfrm>
            <a:off x="6760104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F9C7EC59-79FB-422D-ADF2-FB184DB986FF}"/>
              </a:ext>
            </a:extLst>
          </p:cNvPr>
          <p:cNvSpPr>
            <a:spLocks noGrp="1"/>
          </p:cNvSpPr>
          <p:nvPr/>
        </p:nvSpPr>
        <p:spPr>
          <a:xfrm>
            <a:off x="6905625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4CDFB0C5-9BCE-404C-A51E-FA579EA59CC1}"/>
              </a:ext>
            </a:extLst>
          </p:cNvPr>
          <p:cNvSpPr>
            <a:spLocks noGrp="1"/>
          </p:cNvSpPr>
          <p:nvPr/>
        </p:nvSpPr>
        <p:spPr>
          <a:xfrm>
            <a:off x="7051146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46432EAD-2176-4464-901D-9FA1A162CA06}"/>
              </a:ext>
            </a:extLst>
          </p:cNvPr>
          <p:cNvSpPr>
            <a:spLocks noGrp="1"/>
          </p:cNvSpPr>
          <p:nvPr/>
        </p:nvSpPr>
        <p:spPr>
          <a:xfrm>
            <a:off x="7196667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B9896462-105A-4169-A028-74978B3E0499}"/>
              </a:ext>
            </a:extLst>
          </p:cNvPr>
          <p:cNvSpPr>
            <a:spLocks noGrp="1"/>
          </p:cNvSpPr>
          <p:nvPr/>
        </p:nvSpPr>
        <p:spPr>
          <a:xfrm>
            <a:off x="734218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CD8DF82A-35F8-410B-B023-A807E0D176CA}"/>
              </a:ext>
            </a:extLst>
          </p:cNvPr>
          <p:cNvSpPr>
            <a:spLocks noGrp="1"/>
          </p:cNvSpPr>
          <p:nvPr/>
        </p:nvSpPr>
        <p:spPr>
          <a:xfrm>
            <a:off x="748770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BB33C6E0-65D3-4E51-9787-68E6A31A5CFF}"/>
              </a:ext>
            </a:extLst>
          </p:cNvPr>
          <p:cNvSpPr>
            <a:spLocks noGrp="1"/>
          </p:cNvSpPr>
          <p:nvPr/>
        </p:nvSpPr>
        <p:spPr>
          <a:xfrm>
            <a:off x="7633229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8C20C311-A8E3-43D0-B061-FFFD31A3FAE8}"/>
              </a:ext>
            </a:extLst>
          </p:cNvPr>
          <p:cNvSpPr>
            <a:spLocks noGrp="1"/>
          </p:cNvSpPr>
          <p:nvPr/>
        </p:nvSpPr>
        <p:spPr>
          <a:xfrm>
            <a:off x="7778750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3F4731D1-A764-46A3-8938-595986DFD6DE}"/>
              </a:ext>
            </a:extLst>
          </p:cNvPr>
          <p:cNvSpPr>
            <a:spLocks noGrp="1"/>
          </p:cNvSpPr>
          <p:nvPr/>
        </p:nvSpPr>
        <p:spPr>
          <a:xfrm>
            <a:off x="7924271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98469CF1-F6AC-4AD5-9238-61465FBE38A6}"/>
              </a:ext>
            </a:extLst>
          </p:cNvPr>
          <p:cNvSpPr>
            <a:spLocks noGrp="1"/>
          </p:cNvSpPr>
          <p:nvPr/>
        </p:nvSpPr>
        <p:spPr>
          <a:xfrm>
            <a:off x="8069792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CB180BF5-8B5A-4F77-AB38-16D2010E4826}"/>
              </a:ext>
            </a:extLst>
          </p:cNvPr>
          <p:cNvSpPr>
            <a:spLocks noGrp="1"/>
          </p:cNvSpPr>
          <p:nvPr/>
        </p:nvSpPr>
        <p:spPr>
          <a:xfrm>
            <a:off x="821531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E7473FF0-CACF-4D9A-B93A-DECC4F16C5EF}"/>
              </a:ext>
            </a:extLst>
          </p:cNvPr>
          <p:cNvSpPr>
            <a:spLocks noGrp="1"/>
          </p:cNvSpPr>
          <p:nvPr/>
        </p:nvSpPr>
        <p:spPr>
          <a:xfrm>
            <a:off x="836083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BE09C7B8-825D-403F-B097-650F73FD5A06}"/>
              </a:ext>
            </a:extLst>
          </p:cNvPr>
          <p:cNvSpPr>
            <a:spLocks noGrp="1"/>
          </p:cNvSpPr>
          <p:nvPr/>
        </p:nvSpPr>
        <p:spPr>
          <a:xfrm>
            <a:off x="8506354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1D7AE9AD-E0AB-436B-A713-E50862CD5AF2}"/>
              </a:ext>
            </a:extLst>
          </p:cNvPr>
          <p:cNvSpPr>
            <a:spLocks noGrp="1"/>
          </p:cNvSpPr>
          <p:nvPr/>
        </p:nvSpPr>
        <p:spPr>
          <a:xfrm>
            <a:off x="8651875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BC2AFB84-54A1-4A0D-A732-7202C21BAFEB}"/>
              </a:ext>
            </a:extLst>
          </p:cNvPr>
          <p:cNvSpPr>
            <a:spLocks noGrp="1"/>
          </p:cNvSpPr>
          <p:nvPr/>
        </p:nvSpPr>
        <p:spPr>
          <a:xfrm>
            <a:off x="8797396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233DB879-D64A-49BE-B09C-A0FF5114E0B9}"/>
              </a:ext>
            </a:extLst>
          </p:cNvPr>
          <p:cNvSpPr>
            <a:spLocks noGrp="1"/>
          </p:cNvSpPr>
          <p:nvPr/>
        </p:nvSpPr>
        <p:spPr>
          <a:xfrm>
            <a:off x="8942917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3" name="object-123">
            <a:extLst>
              <a:ext uri="{FF2B5EF4-FFF2-40B4-BE49-F238E27FC236}">
                <a16:creationId xmlns:a16="http://schemas.microsoft.com/office/drawing/2014/main" id="{40860C5F-86BE-4EBA-B278-5E8C9CB5FB75}"/>
              </a:ext>
            </a:extLst>
          </p:cNvPr>
          <p:cNvSpPr>
            <a:spLocks noGrp="1"/>
          </p:cNvSpPr>
          <p:nvPr/>
        </p:nvSpPr>
        <p:spPr>
          <a:xfrm>
            <a:off x="908843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4" name="object-124">
            <a:extLst>
              <a:ext uri="{FF2B5EF4-FFF2-40B4-BE49-F238E27FC236}">
                <a16:creationId xmlns:a16="http://schemas.microsoft.com/office/drawing/2014/main" id="{C73E575B-2C52-45EA-A929-11325A76DBF7}"/>
              </a:ext>
            </a:extLst>
          </p:cNvPr>
          <p:cNvSpPr>
            <a:spLocks noGrp="1"/>
          </p:cNvSpPr>
          <p:nvPr/>
        </p:nvSpPr>
        <p:spPr>
          <a:xfrm>
            <a:off x="923395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5" name="object-125">
            <a:extLst>
              <a:ext uri="{FF2B5EF4-FFF2-40B4-BE49-F238E27FC236}">
                <a16:creationId xmlns:a16="http://schemas.microsoft.com/office/drawing/2014/main" id="{A9F32C18-F248-4010-8EA3-920EE488D270}"/>
              </a:ext>
            </a:extLst>
          </p:cNvPr>
          <p:cNvSpPr>
            <a:spLocks noGrp="1"/>
          </p:cNvSpPr>
          <p:nvPr/>
        </p:nvSpPr>
        <p:spPr>
          <a:xfrm>
            <a:off x="9379479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6" name="object-126">
            <a:extLst>
              <a:ext uri="{FF2B5EF4-FFF2-40B4-BE49-F238E27FC236}">
                <a16:creationId xmlns:a16="http://schemas.microsoft.com/office/drawing/2014/main" id="{0EEEB123-D55E-4B2F-B8CC-E697433A2D5B}"/>
              </a:ext>
            </a:extLst>
          </p:cNvPr>
          <p:cNvSpPr>
            <a:spLocks noGrp="1"/>
          </p:cNvSpPr>
          <p:nvPr/>
        </p:nvSpPr>
        <p:spPr>
          <a:xfrm>
            <a:off x="9525000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7" name="object-127">
            <a:extLst>
              <a:ext uri="{FF2B5EF4-FFF2-40B4-BE49-F238E27FC236}">
                <a16:creationId xmlns:a16="http://schemas.microsoft.com/office/drawing/2014/main" id="{81590161-2194-4780-92C5-9B63359E545F}"/>
              </a:ext>
            </a:extLst>
          </p:cNvPr>
          <p:cNvSpPr>
            <a:spLocks noGrp="1"/>
          </p:cNvSpPr>
          <p:nvPr/>
        </p:nvSpPr>
        <p:spPr>
          <a:xfrm>
            <a:off x="9670521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8" name="object-128">
            <a:extLst>
              <a:ext uri="{FF2B5EF4-FFF2-40B4-BE49-F238E27FC236}">
                <a16:creationId xmlns:a16="http://schemas.microsoft.com/office/drawing/2014/main" id="{C6F08920-7CC2-491D-9677-7850069B0908}"/>
              </a:ext>
            </a:extLst>
          </p:cNvPr>
          <p:cNvSpPr>
            <a:spLocks noGrp="1"/>
          </p:cNvSpPr>
          <p:nvPr/>
        </p:nvSpPr>
        <p:spPr>
          <a:xfrm>
            <a:off x="9816042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9" name="object-129">
            <a:extLst>
              <a:ext uri="{FF2B5EF4-FFF2-40B4-BE49-F238E27FC236}">
                <a16:creationId xmlns:a16="http://schemas.microsoft.com/office/drawing/2014/main" id="{895974BC-19B2-4D96-9442-52898418C02D}"/>
              </a:ext>
            </a:extLst>
          </p:cNvPr>
          <p:cNvSpPr>
            <a:spLocks noGrp="1"/>
          </p:cNvSpPr>
          <p:nvPr/>
        </p:nvSpPr>
        <p:spPr>
          <a:xfrm>
            <a:off x="996156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0" name="object-130">
            <a:extLst>
              <a:ext uri="{FF2B5EF4-FFF2-40B4-BE49-F238E27FC236}">
                <a16:creationId xmlns:a16="http://schemas.microsoft.com/office/drawing/2014/main" id="{3FA06D6E-3D5E-408B-AC64-51C66463292D}"/>
              </a:ext>
            </a:extLst>
          </p:cNvPr>
          <p:cNvSpPr>
            <a:spLocks noGrp="1"/>
          </p:cNvSpPr>
          <p:nvPr/>
        </p:nvSpPr>
        <p:spPr>
          <a:xfrm>
            <a:off x="1010708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1" name="object-131">
            <a:extLst>
              <a:ext uri="{FF2B5EF4-FFF2-40B4-BE49-F238E27FC236}">
                <a16:creationId xmlns:a16="http://schemas.microsoft.com/office/drawing/2014/main" id="{67E29044-69E2-4E02-8CEB-ABC19FE0E9C7}"/>
              </a:ext>
            </a:extLst>
          </p:cNvPr>
          <p:cNvSpPr>
            <a:spLocks noGrp="1"/>
          </p:cNvSpPr>
          <p:nvPr/>
        </p:nvSpPr>
        <p:spPr>
          <a:xfrm>
            <a:off x="10252604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2" name="object-132">
            <a:extLst>
              <a:ext uri="{FF2B5EF4-FFF2-40B4-BE49-F238E27FC236}">
                <a16:creationId xmlns:a16="http://schemas.microsoft.com/office/drawing/2014/main" id="{0994746B-955C-4931-9CDF-14E7DD70A5C2}"/>
              </a:ext>
            </a:extLst>
          </p:cNvPr>
          <p:cNvSpPr>
            <a:spLocks noGrp="1"/>
          </p:cNvSpPr>
          <p:nvPr/>
        </p:nvSpPr>
        <p:spPr>
          <a:xfrm>
            <a:off x="10398125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3" name="object-133">
            <a:extLst>
              <a:ext uri="{FF2B5EF4-FFF2-40B4-BE49-F238E27FC236}">
                <a16:creationId xmlns:a16="http://schemas.microsoft.com/office/drawing/2014/main" id="{FE95E436-214B-4431-B758-54DB903E98A3}"/>
              </a:ext>
            </a:extLst>
          </p:cNvPr>
          <p:cNvSpPr>
            <a:spLocks noGrp="1"/>
          </p:cNvSpPr>
          <p:nvPr/>
        </p:nvSpPr>
        <p:spPr>
          <a:xfrm>
            <a:off x="10543646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4" name="object-134">
            <a:extLst>
              <a:ext uri="{FF2B5EF4-FFF2-40B4-BE49-F238E27FC236}">
                <a16:creationId xmlns:a16="http://schemas.microsoft.com/office/drawing/2014/main" id="{EC0682A5-4421-44D8-9571-55BEDF248995}"/>
              </a:ext>
            </a:extLst>
          </p:cNvPr>
          <p:cNvSpPr>
            <a:spLocks noGrp="1"/>
          </p:cNvSpPr>
          <p:nvPr/>
        </p:nvSpPr>
        <p:spPr>
          <a:xfrm>
            <a:off x="10689167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5" name="object-135">
            <a:extLst>
              <a:ext uri="{FF2B5EF4-FFF2-40B4-BE49-F238E27FC236}">
                <a16:creationId xmlns:a16="http://schemas.microsoft.com/office/drawing/2014/main" id="{12E33BFA-6F6F-4334-A12F-30A42AF68622}"/>
              </a:ext>
            </a:extLst>
          </p:cNvPr>
          <p:cNvSpPr>
            <a:spLocks noGrp="1"/>
          </p:cNvSpPr>
          <p:nvPr/>
        </p:nvSpPr>
        <p:spPr>
          <a:xfrm>
            <a:off x="1083468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6" name="object-136">
            <a:extLst>
              <a:ext uri="{FF2B5EF4-FFF2-40B4-BE49-F238E27FC236}">
                <a16:creationId xmlns:a16="http://schemas.microsoft.com/office/drawing/2014/main" id="{0D02560E-4244-4F16-9F3E-E98A77F5BB0D}"/>
              </a:ext>
            </a:extLst>
          </p:cNvPr>
          <p:cNvSpPr>
            <a:spLocks noGrp="1"/>
          </p:cNvSpPr>
          <p:nvPr/>
        </p:nvSpPr>
        <p:spPr>
          <a:xfrm>
            <a:off x="10980208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7" name="object-137">
            <a:extLst>
              <a:ext uri="{FF2B5EF4-FFF2-40B4-BE49-F238E27FC236}">
                <a16:creationId xmlns:a16="http://schemas.microsoft.com/office/drawing/2014/main" id="{93A06007-2A43-4765-AE39-C3D7FD81E2A7}"/>
              </a:ext>
            </a:extLst>
          </p:cNvPr>
          <p:cNvSpPr>
            <a:spLocks noGrp="1"/>
          </p:cNvSpPr>
          <p:nvPr/>
        </p:nvSpPr>
        <p:spPr>
          <a:xfrm>
            <a:off x="11125729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8" name="object-138">
            <a:extLst>
              <a:ext uri="{FF2B5EF4-FFF2-40B4-BE49-F238E27FC236}">
                <a16:creationId xmlns:a16="http://schemas.microsoft.com/office/drawing/2014/main" id="{6E62B8C6-51AA-4EC2-AB5C-9DE1CA0ECB01}"/>
              </a:ext>
            </a:extLst>
          </p:cNvPr>
          <p:cNvSpPr>
            <a:spLocks noGrp="1"/>
          </p:cNvSpPr>
          <p:nvPr/>
        </p:nvSpPr>
        <p:spPr>
          <a:xfrm>
            <a:off x="11271250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9" name="object-139">
            <a:extLst>
              <a:ext uri="{FF2B5EF4-FFF2-40B4-BE49-F238E27FC236}">
                <a16:creationId xmlns:a16="http://schemas.microsoft.com/office/drawing/2014/main" id="{ED9B36F1-0C4B-444B-A842-5D47552904A5}"/>
              </a:ext>
            </a:extLst>
          </p:cNvPr>
          <p:cNvSpPr>
            <a:spLocks noGrp="1"/>
          </p:cNvSpPr>
          <p:nvPr/>
        </p:nvSpPr>
        <p:spPr>
          <a:xfrm>
            <a:off x="11416771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0" name="object-140">
            <a:extLst>
              <a:ext uri="{FF2B5EF4-FFF2-40B4-BE49-F238E27FC236}">
                <a16:creationId xmlns:a16="http://schemas.microsoft.com/office/drawing/2014/main" id="{F4BE1ED0-1ECB-4045-8597-F4272B5FF04F}"/>
              </a:ext>
            </a:extLst>
          </p:cNvPr>
          <p:cNvSpPr>
            <a:spLocks noGrp="1"/>
          </p:cNvSpPr>
          <p:nvPr/>
        </p:nvSpPr>
        <p:spPr>
          <a:xfrm>
            <a:off x="11562292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1" name="object-141">
            <a:extLst>
              <a:ext uri="{FF2B5EF4-FFF2-40B4-BE49-F238E27FC236}">
                <a16:creationId xmlns:a16="http://schemas.microsoft.com/office/drawing/2014/main" id="{4DEA62E7-683C-47F0-BE44-51D4848F96BA}"/>
              </a:ext>
            </a:extLst>
          </p:cNvPr>
          <p:cNvSpPr>
            <a:spLocks noGrp="1"/>
          </p:cNvSpPr>
          <p:nvPr/>
        </p:nvSpPr>
        <p:spPr>
          <a:xfrm>
            <a:off x="1170781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2" name="object-142">
            <a:extLst>
              <a:ext uri="{FF2B5EF4-FFF2-40B4-BE49-F238E27FC236}">
                <a16:creationId xmlns:a16="http://schemas.microsoft.com/office/drawing/2014/main" id="{E8D19A38-5EBB-4938-A6D1-561861AC657D}"/>
              </a:ext>
            </a:extLst>
          </p:cNvPr>
          <p:cNvSpPr>
            <a:spLocks noGrp="1"/>
          </p:cNvSpPr>
          <p:nvPr/>
        </p:nvSpPr>
        <p:spPr>
          <a:xfrm>
            <a:off x="11853333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3" name="object-143">
            <a:extLst>
              <a:ext uri="{FF2B5EF4-FFF2-40B4-BE49-F238E27FC236}">
                <a16:creationId xmlns:a16="http://schemas.microsoft.com/office/drawing/2014/main" id="{E2556E72-2F45-460A-8A3C-7763C794C342}"/>
              </a:ext>
            </a:extLst>
          </p:cNvPr>
          <p:cNvSpPr>
            <a:spLocks noGrp="1"/>
          </p:cNvSpPr>
          <p:nvPr/>
        </p:nvSpPr>
        <p:spPr>
          <a:xfrm>
            <a:off x="11998854" y="4048125"/>
            <a:ext cx="14552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4" name="object-144">
            <a:extLst>
              <a:ext uri="{FF2B5EF4-FFF2-40B4-BE49-F238E27FC236}">
                <a16:creationId xmlns:a16="http://schemas.microsoft.com/office/drawing/2014/main" id="{B51A3A83-2F86-43E3-B8C3-95571F6567D6}"/>
              </a:ext>
            </a:extLst>
          </p:cNvPr>
          <p:cNvSpPr>
            <a:spLocks noGrp="1"/>
          </p:cNvSpPr>
          <p:nvPr/>
        </p:nvSpPr>
        <p:spPr>
          <a:xfrm>
            <a:off x="12144375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5" name="object-145">
            <a:extLst>
              <a:ext uri="{FF2B5EF4-FFF2-40B4-BE49-F238E27FC236}">
                <a16:creationId xmlns:a16="http://schemas.microsoft.com/office/drawing/2014/main" id="{5CEC5CDF-538C-4265-AC43-8244F3355FC8}"/>
              </a:ext>
            </a:extLst>
          </p:cNvPr>
          <p:cNvSpPr>
            <a:spLocks noGrp="1"/>
          </p:cNvSpPr>
          <p:nvPr/>
        </p:nvSpPr>
        <p:spPr>
          <a:xfrm>
            <a:off x="12289896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6" name="object-146">
            <a:extLst>
              <a:ext uri="{FF2B5EF4-FFF2-40B4-BE49-F238E27FC236}">
                <a16:creationId xmlns:a16="http://schemas.microsoft.com/office/drawing/2014/main" id="{417E1A7E-0FBE-4457-A172-9B4718C05063}"/>
              </a:ext>
            </a:extLst>
          </p:cNvPr>
          <p:cNvSpPr>
            <a:spLocks noGrp="1"/>
          </p:cNvSpPr>
          <p:nvPr/>
        </p:nvSpPr>
        <p:spPr>
          <a:xfrm>
            <a:off x="12435417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7" name="object-147">
            <a:extLst>
              <a:ext uri="{FF2B5EF4-FFF2-40B4-BE49-F238E27FC236}">
                <a16:creationId xmlns:a16="http://schemas.microsoft.com/office/drawing/2014/main" id="{B1D3F41B-1AA9-4120-B058-D72628FAAB13}"/>
              </a:ext>
            </a:extLst>
          </p:cNvPr>
          <p:cNvSpPr>
            <a:spLocks noGrp="1"/>
          </p:cNvSpPr>
          <p:nvPr/>
        </p:nvSpPr>
        <p:spPr>
          <a:xfrm>
            <a:off x="12580937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8" name="object-148">
            <a:extLst>
              <a:ext uri="{FF2B5EF4-FFF2-40B4-BE49-F238E27FC236}">
                <a16:creationId xmlns:a16="http://schemas.microsoft.com/office/drawing/2014/main" id="{55AE4EF6-2CA1-4316-A093-0F0CBE135106}"/>
              </a:ext>
            </a:extLst>
          </p:cNvPr>
          <p:cNvSpPr>
            <a:spLocks noGrp="1"/>
          </p:cNvSpPr>
          <p:nvPr/>
        </p:nvSpPr>
        <p:spPr>
          <a:xfrm>
            <a:off x="12726458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9" name="object-149">
            <a:extLst>
              <a:ext uri="{FF2B5EF4-FFF2-40B4-BE49-F238E27FC236}">
                <a16:creationId xmlns:a16="http://schemas.microsoft.com/office/drawing/2014/main" id="{84D9E85A-82B6-40F9-AF52-6362FA683039}"/>
              </a:ext>
            </a:extLst>
          </p:cNvPr>
          <p:cNvSpPr>
            <a:spLocks noGrp="1"/>
          </p:cNvSpPr>
          <p:nvPr/>
        </p:nvSpPr>
        <p:spPr>
          <a:xfrm>
            <a:off x="12871979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0" name="object-150">
            <a:extLst>
              <a:ext uri="{FF2B5EF4-FFF2-40B4-BE49-F238E27FC236}">
                <a16:creationId xmlns:a16="http://schemas.microsoft.com/office/drawing/2014/main" id="{46DAEA26-6316-464E-B64B-C1C9454E77DD}"/>
              </a:ext>
            </a:extLst>
          </p:cNvPr>
          <p:cNvSpPr>
            <a:spLocks noGrp="1"/>
          </p:cNvSpPr>
          <p:nvPr/>
        </p:nvSpPr>
        <p:spPr>
          <a:xfrm>
            <a:off x="13017500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1" name="object-151">
            <a:extLst>
              <a:ext uri="{FF2B5EF4-FFF2-40B4-BE49-F238E27FC236}">
                <a16:creationId xmlns:a16="http://schemas.microsoft.com/office/drawing/2014/main" id="{FB3EA69F-F008-4910-90F8-CCDC50EA8A60}"/>
              </a:ext>
            </a:extLst>
          </p:cNvPr>
          <p:cNvSpPr>
            <a:spLocks noGrp="1"/>
          </p:cNvSpPr>
          <p:nvPr/>
        </p:nvSpPr>
        <p:spPr>
          <a:xfrm>
            <a:off x="13163021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2" name="object-152">
            <a:extLst>
              <a:ext uri="{FF2B5EF4-FFF2-40B4-BE49-F238E27FC236}">
                <a16:creationId xmlns:a16="http://schemas.microsoft.com/office/drawing/2014/main" id="{AE256BE8-B489-44A8-A3BF-28655273B54E}"/>
              </a:ext>
            </a:extLst>
          </p:cNvPr>
          <p:cNvSpPr>
            <a:spLocks noGrp="1"/>
          </p:cNvSpPr>
          <p:nvPr/>
        </p:nvSpPr>
        <p:spPr>
          <a:xfrm>
            <a:off x="13308542" y="4048125"/>
            <a:ext cx="14552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3" name="object-153">
            <a:extLst>
              <a:ext uri="{FF2B5EF4-FFF2-40B4-BE49-F238E27FC236}">
                <a16:creationId xmlns:a16="http://schemas.microsoft.com/office/drawing/2014/main" id="{1B997A47-52E8-4FFC-B833-AD23392F8968}"/>
              </a:ext>
            </a:extLst>
          </p:cNvPr>
          <p:cNvSpPr>
            <a:spLocks noGrp="1"/>
          </p:cNvSpPr>
          <p:nvPr/>
        </p:nvSpPr>
        <p:spPr>
          <a:xfrm>
            <a:off x="12263438" y="4607719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63/24</a:t>
            </a:r>
          </a:p>
        </p:txBody>
      </p:sp>
      <p:sp>
        <p:nvSpPr>
          <p:cNvPr id="154" name="object-154">
            <a:extLst>
              <a:ext uri="{FF2B5EF4-FFF2-40B4-BE49-F238E27FC236}">
                <a16:creationId xmlns:a16="http://schemas.microsoft.com/office/drawing/2014/main" id="{241E765C-FFE9-442C-A395-BF1B1C8ACCD1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31/12 &lt; 21/8</a:t>
            </a:r>
          </a:p>
        </p:txBody>
      </p:sp>
    </p:spTree>
    <p:extLst>
      <p:ext uri="{BB962C8B-B14F-4D97-AF65-F5344CB8AC3E}">
        <p14:creationId xmlns:p14="http://schemas.microsoft.com/office/powerpoint/2010/main" val="666629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153" grpId="0"/>
      <p:bldP spid="15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object-1">
            <a:extLst>
              <a:ext uri="{FF2B5EF4-FFF2-40B4-BE49-F238E27FC236}">
                <a16:creationId xmlns:a16="http://schemas.microsoft.com/office/drawing/2014/main" id="{70ABCD3F-C394-4DF7-8907-70DEA97CD76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7AE1DE3-5711-42B4-A8B5-E9E2288D2D9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DC4F5A4-43F7-4A2F-A924-0810DA0B52C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Order 43/12, 29/8 from smallest to greatest.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2891EFE-13EE-49D2-8930-5E989268D64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16AFAE0-8D3D-482A-A2B9-B87B55262C5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Compare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4C75592-D741-4905-A477-FEF75C4132C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7C4E1A1-3FD5-4AA5-8644-CF14BA2442CE}"/>
              </a:ext>
            </a:extLst>
          </p:cNvPr>
          <p:cNvSpPr>
            <a:spLocks noGrp="1"/>
          </p:cNvSpPr>
          <p:nvPr/>
        </p:nvSpPr>
        <p:spPr>
          <a:xfrm>
            <a:off x="833438" y="2857500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43/12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E482B53-F997-4A40-9AA3-A196E98AA615}"/>
              </a:ext>
            </a:extLst>
          </p:cNvPr>
          <p:cNvSpPr>
            <a:spLocks noGrp="1"/>
          </p:cNvSpPr>
          <p:nvPr/>
        </p:nvSpPr>
        <p:spPr>
          <a:xfrm>
            <a:off x="297656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64C7F6A-1F0D-4BE5-B024-06788D155E2C}"/>
              </a:ext>
            </a:extLst>
          </p:cNvPr>
          <p:cNvSpPr>
            <a:spLocks noGrp="1"/>
          </p:cNvSpPr>
          <p:nvPr/>
        </p:nvSpPr>
        <p:spPr>
          <a:xfrm>
            <a:off x="308570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68FD44B-9B35-4C6B-B1CD-78F5E245F6FF}"/>
              </a:ext>
            </a:extLst>
          </p:cNvPr>
          <p:cNvSpPr>
            <a:spLocks noGrp="1"/>
          </p:cNvSpPr>
          <p:nvPr/>
        </p:nvSpPr>
        <p:spPr>
          <a:xfrm>
            <a:off x="319484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FB0BF9B-3492-4121-A4D2-5A4E946A5C30}"/>
              </a:ext>
            </a:extLst>
          </p:cNvPr>
          <p:cNvSpPr>
            <a:spLocks noGrp="1"/>
          </p:cNvSpPr>
          <p:nvPr/>
        </p:nvSpPr>
        <p:spPr>
          <a:xfrm>
            <a:off x="330398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7DE0512-BB67-484E-8D37-DBCCE477FC53}"/>
              </a:ext>
            </a:extLst>
          </p:cNvPr>
          <p:cNvSpPr>
            <a:spLocks noGrp="1"/>
          </p:cNvSpPr>
          <p:nvPr/>
        </p:nvSpPr>
        <p:spPr>
          <a:xfrm>
            <a:off x="3413125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67D610E-7CA7-423C-B787-4BB32B9DFE8B}"/>
              </a:ext>
            </a:extLst>
          </p:cNvPr>
          <p:cNvSpPr>
            <a:spLocks noGrp="1"/>
          </p:cNvSpPr>
          <p:nvPr/>
        </p:nvSpPr>
        <p:spPr>
          <a:xfrm>
            <a:off x="352226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5B2B611-DDCA-4D24-BC97-7AD11F4D7A64}"/>
              </a:ext>
            </a:extLst>
          </p:cNvPr>
          <p:cNvSpPr>
            <a:spLocks noGrp="1"/>
          </p:cNvSpPr>
          <p:nvPr/>
        </p:nvSpPr>
        <p:spPr>
          <a:xfrm>
            <a:off x="363140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4606B83-5967-42DD-87BF-BCDF2C162D82}"/>
              </a:ext>
            </a:extLst>
          </p:cNvPr>
          <p:cNvSpPr>
            <a:spLocks noGrp="1"/>
          </p:cNvSpPr>
          <p:nvPr/>
        </p:nvSpPr>
        <p:spPr>
          <a:xfrm>
            <a:off x="3740547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C51FBE3-8502-4B34-B9E7-F629BCC5A063}"/>
              </a:ext>
            </a:extLst>
          </p:cNvPr>
          <p:cNvSpPr>
            <a:spLocks noGrp="1"/>
          </p:cNvSpPr>
          <p:nvPr/>
        </p:nvSpPr>
        <p:spPr>
          <a:xfrm>
            <a:off x="3849687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343B841-E213-41A1-8288-3BCF9E2E4EF7}"/>
              </a:ext>
            </a:extLst>
          </p:cNvPr>
          <p:cNvSpPr>
            <a:spLocks noGrp="1"/>
          </p:cNvSpPr>
          <p:nvPr/>
        </p:nvSpPr>
        <p:spPr>
          <a:xfrm>
            <a:off x="395882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106C2F6-91D8-44ED-9DE0-D8E6C56E856D}"/>
              </a:ext>
            </a:extLst>
          </p:cNvPr>
          <p:cNvSpPr>
            <a:spLocks noGrp="1"/>
          </p:cNvSpPr>
          <p:nvPr/>
        </p:nvSpPr>
        <p:spPr>
          <a:xfrm>
            <a:off x="406796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B24DA99-F256-4756-B169-780DB923011F}"/>
              </a:ext>
            </a:extLst>
          </p:cNvPr>
          <p:cNvSpPr>
            <a:spLocks noGrp="1"/>
          </p:cNvSpPr>
          <p:nvPr/>
        </p:nvSpPr>
        <p:spPr>
          <a:xfrm>
            <a:off x="417710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086B14E-50AD-4E90-83CC-2695AFCD51AD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0BB6763-CCD9-4F31-A0B1-3A287FC74622}"/>
              </a:ext>
            </a:extLst>
          </p:cNvPr>
          <p:cNvSpPr>
            <a:spLocks noGrp="1"/>
          </p:cNvSpPr>
          <p:nvPr/>
        </p:nvSpPr>
        <p:spPr>
          <a:xfrm>
            <a:off x="439539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1A566BF-69C3-4E78-B675-9AC4781C52E9}"/>
              </a:ext>
            </a:extLst>
          </p:cNvPr>
          <p:cNvSpPr>
            <a:spLocks noGrp="1"/>
          </p:cNvSpPr>
          <p:nvPr/>
        </p:nvSpPr>
        <p:spPr>
          <a:xfrm>
            <a:off x="450453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9185C4A-CD39-4E70-8E7F-70090E5F7CDF}"/>
              </a:ext>
            </a:extLst>
          </p:cNvPr>
          <p:cNvSpPr>
            <a:spLocks noGrp="1"/>
          </p:cNvSpPr>
          <p:nvPr/>
        </p:nvSpPr>
        <p:spPr>
          <a:xfrm>
            <a:off x="4613672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E494B24-7638-4A3A-8E5F-46D6B1481938}"/>
              </a:ext>
            </a:extLst>
          </p:cNvPr>
          <p:cNvSpPr>
            <a:spLocks noGrp="1"/>
          </p:cNvSpPr>
          <p:nvPr/>
        </p:nvSpPr>
        <p:spPr>
          <a:xfrm>
            <a:off x="4722812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282C647-4317-4E78-A702-4DB560FB3A11}"/>
              </a:ext>
            </a:extLst>
          </p:cNvPr>
          <p:cNvSpPr>
            <a:spLocks noGrp="1"/>
          </p:cNvSpPr>
          <p:nvPr/>
        </p:nvSpPr>
        <p:spPr>
          <a:xfrm>
            <a:off x="483195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2901D655-DCCD-4237-B9F7-8572716CC3E1}"/>
              </a:ext>
            </a:extLst>
          </p:cNvPr>
          <p:cNvSpPr>
            <a:spLocks noGrp="1"/>
          </p:cNvSpPr>
          <p:nvPr/>
        </p:nvSpPr>
        <p:spPr>
          <a:xfrm>
            <a:off x="494109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A55775AC-6E58-4A8C-8D7C-ED6F0A5641DD}"/>
              </a:ext>
            </a:extLst>
          </p:cNvPr>
          <p:cNvSpPr>
            <a:spLocks noGrp="1"/>
          </p:cNvSpPr>
          <p:nvPr/>
        </p:nvSpPr>
        <p:spPr>
          <a:xfrm>
            <a:off x="505023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E72D0206-EA03-4E3D-8A45-B91BCF1229C1}"/>
              </a:ext>
            </a:extLst>
          </p:cNvPr>
          <p:cNvSpPr>
            <a:spLocks noGrp="1"/>
          </p:cNvSpPr>
          <p:nvPr/>
        </p:nvSpPr>
        <p:spPr>
          <a:xfrm>
            <a:off x="5159375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DA0AC3A0-4E4A-4874-917D-A479E91E2EBC}"/>
              </a:ext>
            </a:extLst>
          </p:cNvPr>
          <p:cNvSpPr>
            <a:spLocks noGrp="1"/>
          </p:cNvSpPr>
          <p:nvPr/>
        </p:nvSpPr>
        <p:spPr>
          <a:xfrm>
            <a:off x="526851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E0480320-F6A7-4975-AACA-57B7C431F2DB}"/>
              </a:ext>
            </a:extLst>
          </p:cNvPr>
          <p:cNvSpPr>
            <a:spLocks noGrp="1"/>
          </p:cNvSpPr>
          <p:nvPr/>
        </p:nvSpPr>
        <p:spPr>
          <a:xfrm>
            <a:off x="537765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9BB02000-8E76-4C37-A64C-7B35DE9843DA}"/>
              </a:ext>
            </a:extLst>
          </p:cNvPr>
          <p:cNvSpPr>
            <a:spLocks noGrp="1"/>
          </p:cNvSpPr>
          <p:nvPr/>
        </p:nvSpPr>
        <p:spPr>
          <a:xfrm>
            <a:off x="5486797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B8F16F4B-9B7C-411A-ABE7-3876DAA117D9}"/>
              </a:ext>
            </a:extLst>
          </p:cNvPr>
          <p:cNvSpPr>
            <a:spLocks noGrp="1"/>
          </p:cNvSpPr>
          <p:nvPr/>
        </p:nvSpPr>
        <p:spPr>
          <a:xfrm>
            <a:off x="559593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19056352-FD1F-43A7-BFA3-47D283864D76}"/>
              </a:ext>
            </a:extLst>
          </p:cNvPr>
          <p:cNvSpPr>
            <a:spLocks noGrp="1"/>
          </p:cNvSpPr>
          <p:nvPr/>
        </p:nvSpPr>
        <p:spPr>
          <a:xfrm>
            <a:off x="570507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930C1831-EE11-4170-9EB3-5240996D4309}"/>
              </a:ext>
            </a:extLst>
          </p:cNvPr>
          <p:cNvSpPr>
            <a:spLocks noGrp="1"/>
          </p:cNvSpPr>
          <p:nvPr/>
        </p:nvSpPr>
        <p:spPr>
          <a:xfrm>
            <a:off x="581421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38752380-35D8-4B62-97C3-B4C73DAEB53A}"/>
              </a:ext>
            </a:extLst>
          </p:cNvPr>
          <p:cNvSpPr>
            <a:spLocks noGrp="1"/>
          </p:cNvSpPr>
          <p:nvPr/>
        </p:nvSpPr>
        <p:spPr>
          <a:xfrm>
            <a:off x="592335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B1EAE0DE-3C75-476E-BFDB-CF70984BC2EE}"/>
              </a:ext>
            </a:extLst>
          </p:cNvPr>
          <p:cNvSpPr>
            <a:spLocks noGrp="1"/>
          </p:cNvSpPr>
          <p:nvPr/>
        </p:nvSpPr>
        <p:spPr>
          <a:xfrm>
            <a:off x="6032500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D43B14FF-5FBF-4E54-BC68-EA2354DD3D38}"/>
              </a:ext>
            </a:extLst>
          </p:cNvPr>
          <p:cNvSpPr>
            <a:spLocks noGrp="1"/>
          </p:cNvSpPr>
          <p:nvPr/>
        </p:nvSpPr>
        <p:spPr>
          <a:xfrm>
            <a:off x="614164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A57CA33A-4C1A-4B9E-83FB-52477B393A77}"/>
              </a:ext>
            </a:extLst>
          </p:cNvPr>
          <p:cNvSpPr>
            <a:spLocks noGrp="1"/>
          </p:cNvSpPr>
          <p:nvPr/>
        </p:nvSpPr>
        <p:spPr>
          <a:xfrm>
            <a:off x="625078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188FE3AB-07D0-4706-8F12-CBB56EB159C9}"/>
              </a:ext>
            </a:extLst>
          </p:cNvPr>
          <p:cNvSpPr>
            <a:spLocks noGrp="1"/>
          </p:cNvSpPr>
          <p:nvPr/>
        </p:nvSpPr>
        <p:spPr>
          <a:xfrm>
            <a:off x="6359922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24F9C32C-6FF3-4569-92C3-59BF6B519E50}"/>
              </a:ext>
            </a:extLst>
          </p:cNvPr>
          <p:cNvSpPr>
            <a:spLocks noGrp="1"/>
          </p:cNvSpPr>
          <p:nvPr/>
        </p:nvSpPr>
        <p:spPr>
          <a:xfrm>
            <a:off x="6469062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FE65B128-E7E3-4C24-AEA7-EF00B4DEA676}"/>
              </a:ext>
            </a:extLst>
          </p:cNvPr>
          <p:cNvSpPr>
            <a:spLocks noGrp="1"/>
          </p:cNvSpPr>
          <p:nvPr/>
        </p:nvSpPr>
        <p:spPr>
          <a:xfrm>
            <a:off x="657820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2BD65DF6-40B0-4905-8D16-49C400A1D40D}"/>
              </a:ext>
            </a:extLst>
          </p:cNvPr>
          <p:cNvSpPr>
            <a:spLocks noGrp="1"/>
          </p:cNvSpPr>
          <p:nvPr/>
        </p:nvSpPr>
        <p:spPr>
          <a:xfrm>
            <a:off x="668734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45E70CB9-1AFA-4396-88C8-F392EDC5D10A}"/>
              </a:ext>
            </a:extLst>
          </p:cNvPr>
          <p:cNvSpPr>
            <a:spLocks noGrp="1"/>
          </p:cNvSpPr>
          <p:nvPr/>
        </p:nvSpPr>
        <p:spPr>
          <a:xfrm>
            <a:off x="679648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EF3E259D-D769-441D-88FE-57915BF5D6AE}"/>
              </a:ext>
            </a:extLst>
          </p:cNvPr>
          <p:cNvSpPr>
            <a:spLocks noGrp="1"/>
          </p:cNvSpPr>
          <p:nvPr/>
        </p:nvSpPr>
        <p:spPr>
          <a:xfrm>
            <a:off x="6905625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CCC3102F-B668-41BC-A012-4537BD67150A}"/>
              </a:ext>
            </a:extLst>
          </p:cNvPr>
          <p:cNvSpPr>
            <a:spLocks noGrp="1"/>
          </p:cNvSpPr>
          <p:nvPr/>
        </p:nvSpPr>
        <p:spPr>
          <a:xfrm>
            <a:off x="701476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C5218E74-223D-444A-8746-364F9CACC12B}"/>
              </a:ext>
            </a:extLst>
          </p:cNvPr>
          <p:cNvSpPr>
            <a:spLocks noGrp="1"/>
          </p:cNvSpPr>
          <p:nvPr/>
        </p:nvSpPr>
        <p:spPr>
          <a:xfrm>
            <a:off x="712390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8756304B-3F56-4313-9AA0-A0DF67DA204E}"/>
              </a:ext>
            </a:extLst>
          </p:cNvPr>
          <p:cNvSpPr>
            <a:spLocks noGrp="1"/>
          </p:cNvSpPr>
          <p:nvPr/>
        </p:nvSpPr>
        <p:spPr>
          <a:xfrm>
            <a:off x="7233047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177A66B3-3F05-450D-A76D-DA28BAA56B04}"/>
              </a:ext>
            </a:extLst>
          </p:cNvPr>
          <p:cNvSpPr>
            <a:spLocks noGrp="1"/>
          </p:cNvSpPr>
          <p:nvPr/>
        </p:nvSpPr>
        <p:spPr>
          <a:xfrm>
            <a:off x="734218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63D75B6A-1582-43D5-83ED-1613CE81F75E}"/>
              </a:ext>
            </a:extLst>
          </p:cNvPr>
          <p:cNvSpPr>
            <a:spLocks noGrp="1"/>
          </p:cNvSpPr>
          <p:nvPr/>
        </p:nvSpPr>
        <p:spPr>
          <a:xfrm>
            <a:off x="745132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3EDEF107-BF86-42AF-BEC0-FE79AB8DCEE3}"/>
              </a:ext>
            </a:extLst>
          </p:cNvPr>
          <p:cNvSpPr>
            <a:spLocks noGrp="1"/>
          </p:cNvSpPr>
          <p:nvPr/>
        </p:nvSpPr>
        <p:spPr>
          <a:xfrm>
            <a:off x="756046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CD9A1AF2-A6EC-4867-AAF5-FBA1313FE15D}"/>
              </a:ext>
            </a:extLst>
          </p:cNvPr>
          <p:cNvSpPr>
            <a:spLocks noGrp="1"/>
          </p:cNvSpPr>
          <p:nvPr/>
        </p:nvSpPr>
        <p:spPr>
          <a:xfrm>
            <a:off x="766960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847936B6-0300-47A6-903F-72CF44AA2017}"/>
              </a:ext>
            </a:extLst>
          </p:cNvPr>
          <p:cNvSpPr>
            <a:spLocks noGrp="1"/>
          </p:cNvSpPr>
          <p:nvPr/>
        </p:nvSpPr>
        <p:spPr>
          <a:xfrm>
            <a:off x="7778750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A1DAC5C0-4260-4438-A91F-DB9BD9722340}"/>
              </a:ext>
            </a:extLst>
          </p:cNvPr>
          <p:cNvSpPr>
            <a:spLocks noGrp="1"/>
          </p:cNvSpPr>
          <p:nvPr/>
        </p:nvSpPr>
        <p:spPr>
          <a:xfrm>
            <a:off x="788789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D12DB0AF-B8D5-405F-97FF-ABC2278F4B5D}"/>
              </a:ext>
            </a:extLst>
          </p:cNvPr>
          <p:cNvSpPr>
            <a:spLocks noGrp="1"/>
          </p:cNvSpPr>
          <p:nvPr/>
        </p:nvSpPr>
        <p:spPr>
          <a:xfrm>
            <a:off x="799703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41F2B234-C3BA-4D1A-8C24-148BD065B545}"/>
              </a:ext>
            </a:extLst>
          </p:cNvPr>
          <p:cNvSpPr>
            <a:spLocks noGrp="1"/>
          </p:cNvSpPr>
          <p:nvPr/>
        </p:nvSpPr>
        <p:spPr>
          <a:xfrm>
            <a:off x="8106172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38BD1A03-994C-46D4-BACB-FDA7B3B773BD}"/>
              </a:ext>
            </a:extLst>
          </p:cNvPr>
          <p:cNvSpPr>
            <a:spLocks noGrp="1"/>
          </p:cNvSpPr>
          <p:nvPr/>
        </p:nvSpPr>
        <p:spPr>
          <a:xfrm>
            <a:off x="821531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B6C4B755-C38D-4619-9A55-FD4B61A6CA17}"/>
              </a:ext>
            </a:extLst>
          </p:cNvPr>
          <p:cNvSpPr>
            <a:spLocks noGrp="1"/>
          </p:cNvSpPr>
          <p:nvPr/>
        </p:nvSpPr>
        <p:spPr>
          <a:xfrm>
            <a:off x="832445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13C5B0C4-3DAB-438A-93BD-2E5FCEA45741}"/>
              </a:ext>
            </a:extLst>
          </p:cNvPr>
          <p:cNvSpPr>
            <a:spLocks noGrp="1"/>
          </p:cNvSpPr>
          <p:nvPr/>
        </p:nvSpPr>
        <p:spPr>
          <a:xfrm>
            <a:off x="843359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F7F8B765-FB59-4724-BBE4-B659BFA057D2}"/>
              </a:ext>
            </a:extLst>
          </p:cNvPr>
          <p:cNvSpPr>
            <a:spLocks noGrp="1"/>
          </p:cNvSpPr>
          <p:nvPr/>
        </p:nvSpPr>
        <p:spPr>
          <a:xfrm>
            <a:off x="854273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E7C4754D-AE95-4385-BBCA-571EC8EE8953}"/>
              </a:ext>
            </a:extLst>
          </p:cNvPr>
          <p:cNvSpPr>
            <a:spLocks noGrp="1"/>
          </p:cNvSpPr>
          <p:nvPr/>
        </p:nvSpPr>
        <p:spPr>
          <a:xfrm>
            <a:off x="8651875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C5A1040B-F54A-4140-B2CE-B709379D871A}"/>
              </a:ext>
            </a:extLst>
          </p:cNvPr>
          <p:cNvSpPr>
            <a:spLocks noGrp="1"/>
          </p:cNvSpPr>
          <p:nvPr/>
        </p:nvSpPr>
        <p:spPr>
          <a:xfrm>
            <a:off x="876101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3F55D8E1-1775-48DF-9C29-B84DF989FDE9}"/>
              </a:ext>
            </a:extLst>
          </p:cNvPr>
          <p:cNvSpPr>
            <a:spLocks noGrp="1"/>
          </p:cNvSpPr>
          <p:nvPr/>
        </p:nvSpPr>
        <p:spPr>
          <a:xfrm>
            <a:off x="887015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750FC095-D1AB-4710-A67D-ED1ED8B0773E}"/>
              </a:ext>
            </a:extLst>
          </p:cNvPr>
          <p:cNvSpPr>
            <a:spLocks noGrp="1"/>
          </p:cNvSpPr>
          <p:nvPr/>
        </p:nvSpPr>
        <p:spPr>
          <a:xfrm>
            <a:off x="8979297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4A5AB65B-D8D2-4B81-BA19-259A88F54CAA}"/>
              </a:ext>
            </a:extLst>
          </p:cNvPr>
          <p:cNvSpPr>
            <a:spLocks noGrp="1"/>
          </p:cNvSpPr>
          <p:nvPr/>
        </p:nvSpPr>
        <p:spPr>
          <a:xfrm>
            <a:off x="908843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3ED6A967-BE4F-474D-96F1-884187A8D22F}"/>
              </a:ext>
            </a:extLst>
          </p:cNvPr>
          <p:cNvSpPr>
            <a:spLocks noGrp="1"/>
          </p:cNvSpPr>
          <p:nvPr/>
        </p:nvSpPr>
        <p:spPr>
          <a:xfrm>
            <a:off x="919757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9B284BD1-EB52-45F7-8A2C-D4BAB2020963}"/>
              </a:ext>
            </a:extLst>
          </p:cNvPr>
          <p:cNvSpPr>
            <a:spLocks noGrp="1"/>
          </p:cNvSpPr>
          <p:nvPr/>
        </p:nvSpPr>
        <p:spPr>
          <a:xfrm>
            <a:off x="930671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0AB086A9-EB61-4E95-BECF-1766FE077C9A}"/>
              </a:ext>
            </a:extLst>
          </p:cNvPr>
          <p:cNvSpPr>
            <a:spLocks noGrp="1"/>
          </p:cNvSpPr>
          <p:nvPr/>
        </p:nvSpPr>
        <p:spPr>
          <a:xfrm>
            <a:off x="941585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800DD50F-E6A1-44CA-9C14-8A92808E1A52}"/>
              </a:ext>
            </a:extLst>
          </p:cNvPr>
          <p:cNvSpPr>
            <a:spLocks noGrp="1"/>
          </p:cNvSpPr>
          <p:nvPr/>
        </p:nvSpPr>
        <p:spPr>
          <a:xfrm>
            <a:off x="9525000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743676DC-98EC-42DB-A1BA-40529C3B3F02}"/>
              </a:ext>
            </a:extLst>
          </p:cNvPr>
          <p:cNvSpPr>
            <a:spLocks noGrp="1"/>
          </p:cNvSpPr>
          <p:nvPr/>
        </p:nvSpPr>
        <p:spPr>
          <a:xfrm>
            <a:off x="963414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DDE4F30D-D1D7-4FDD-839B-E5EB1E5EA2A1}"/>
              </a:ext>
            </a:extLst>
          </p:cNvPr>
          <p:cNvSpPr>
            <a:spLocks noGrp="1"/>
          </p:cNvSpPr>
          <p:nvPr/>
        </p:nvSpPr>
        <p:spPr>
          <a:xfrm>
            <a:off x="974328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A891905D-DC95-4CD5-ABEA-FF2A76B9B1ED}"/>
              </a:ext>
            </a:extLst>
          </p:cNvPr>
          <p:cNvSpPr>
            <a:spLocks noGrp="1"/>
          </p:cNvSpPr>
          <p:nvPr/>
        </p:nvSpPr>
        <p:spPr>
          <a:xfrm>
            <a:off x="9852422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DBD54C84-3E91-4666-9A23-A0F2B669674E}"/>
              </a:ext>
            </a:extLst>
          </p:cNvPr>
          <p:cNvSpPr>
            <a:spLocks noGrp="1"/>
          </p:cNvSpPr>
          <p:nvPr/>
        </p:nvSpPr>
        <p:spPr>
          <a:xfrm>
            <a:off x="996156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DCB19DD7-71E6-4BB8-9671-67A37AFEB848}"/>
              </a:ext>
            </a:extLst>
          </p:cNvPr>
          <p:cNvSpPr>
            <a:spLocks noGrp="1"/>
          </p:cNvSpPr>
          <p:nvPr/>
        </p:nvSpPr>
        <p:spPr>
          <a:xfrm>
            <a:off x="1007070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BE8F3111-5DA6-42E8-AA34-231D6C404C42}"/>
              </a:ext>
            </a:extLst>
          </p:cNvPr>
          <p:cNvSpPr>
            <a:spLocks noGrp="1"/>
          </p:cNvSpPr>
          <p:nvPr/>
        </p:nvSpPr>
        <p:spPr>
          <a:xfrm>
            <a:off x="1017984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6466F315-650C-4347-829F-DB3F7BBAB299}"/>
              </a:ext>
            </a:extLst>
          </p:cNvPr>
          <p:cNvSpPr>
            <a:spLocks noGrp="1"/>
          </p:cNvSpPr>
          <p:nvPr/>
        </p:nvSpPr>
        <p:spPr>
          <a:xfrm>
            <a:off x="1028898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74398AD0-579C-426B-9A86-2C8E9ECCD94A}"/>
              </a:ext>
            </a:extLst>
          </p:cNvPr>
          <p:cNvSpPr>
            <a:spLocks noGrp="1"/>
          </p:cNvSpPr>
          <p:nvPr/>
        </p:nvSpPr>
        <p:spPr>
          <a:xfrm>
            <a:off x="10398125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97842C15-AF8F-4408-A27E-C7F44B9C16A6}"/>
              </a:ext>
            </a:extLst>
          </p:cNvPr>
          <p:cNvSpPr>
            <a:spLocks noGrp="1"/>
          </p:cNvSpPr>
          <p:nvPr/>
        </p:nvSpPr>
        <p:spPr>
          <a:xfrm>
            <a:off x="1050726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70D931CD-A04B-4205-9F53-090985134CB3}"/>
              </a:ext>
            </a:extLst>
          </p:cNvPr>
          <p:cNvSpPr>
            <a:spLocks noGrp="1"/>
          </p:cNvSpPr>
          <p:nvPr/>
        </p:nvSpPr>
        <p:spPr>
          <a:xfrm>
            <a:off x="1061640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F0F75481-E0AC-4ED2-81FF-6AEB5F798FEE}"/>
              </a:ext>
            </a:extLst>
          </p:cNvPr>
          <p:cNvSpPr>
            <a:spLocks noGrp="1"/>
          </p:cNvSpPr>
          <p:nvPr/>
        </p:nvSpPr>
        <p:spPr>
          <a:xfrm>
            <a:off x="10725547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BC7DFAF7-6402-4C71-A785-84600D2BB00D}"/>
              </a:ext>
            </a:extLst>
          </p:cNvPr>
          <p:cNvSpPr>
            <a:spLocks noGrp="1"/>
          </p:cNvSpPr>
          <p:nvPr/>
        </p:nvSpPr>
        <p:spPr>
          <a:xfrm>
            <a:off x="1083468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56370256-CC79-4808-8AE7-AD74C44DF24F}"/>
              </a:ext>
            </a:extLst>
          </p:cNvPr>
          <p:cNvSpPr>
            <a:spLocks noGrp="1"/>
          </p:cNvSpPr>
          <p:nvPr/>
        </p:nvSpPr>
        <p:spPr>
          <a:xfrm>
            <a:off x="10943828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489BD7B4-2E5F-4C56-9D02-886A6F7533F3}"/>
              </a:ext>
            </a:extLst>
          </p:cNvPr>
          <p:cNvSpPr>
            <a:spLocks noGrp="1"/>
          </p:cNvSpPr>
          <p:nvPr/>
        </p:nvSpPr>
        <p:spPr>
          <a:xfrm>
            <a:off x="1105296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6671B6E6-84DA-4507-A43B-45BDED831C3B}"/>
              </a:ext>
            </a:extLst>
          </p:cNvPr>
          <p:cNvSpPr>
            <a:spLocks noGrp="1"/>
          </p:cNvSpPr>
          <p:nvPr/>
        </p:nvSpPr>
        <p:spPr>
          <a:xfrm>
            <a:off x="11162109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A742B11C-AB53-4C11-9707-9D3705AF8255}"/>
              </a:ext>
            </a:extLst>
          </p:cNvPr>
          <p:cNvSpPr>
            <a:spLocks noGrp="1"/>
          </p:cNvSpPr>
          <p:nvPr/>
        </p:nvSpPr>
        <p:spPr>
          <a:xfrm>
            <a:off x="11271250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0C2591B3-4210-4529-B4B9-FB93A855BAB7}"/>
              </a:ext>
            </a:extLst>
          </p:cNvPr>
          <p:cNvSpPr>
            <a:spLocks noGrp="1"/>
          </p:cNvSpPr>
          <p:nvPr/>
        </p:nvSpPr>
        <p:spPr>
          <a:xfrm>
            <a:off x="1138039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A877FA71-BEB5-4B27-99D6-FC045D682B48}"/>
              </a:ext>
            </a:extLst>
          </p:cNvPr>
          <p:cNvSpPr>
            <a:spLocks noGrp="1"/>
          </p:cNvSpPr>
          <p:nvPr/>
        </p:nvSpPr>
        <p:spPr>
          <a:xfrm>
            <a:off x="11489531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3F343DEA-6ACD-41BD-B766-F585C0E74FBD}"/>
              </a:ext>
            </a:extLst>
          </p:cNvPr>
          <p:cNvSpPr>
            <a:spLocks noGrp="1"/>
          </p:cNvSpPr>
          <p:nvPr/>
        </p:nvSpPr>
        <p:spPr>
          <a:xfrm>
            <a:off x="11598672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E8630218-FC50-4357-BE23-687D4006DB3F}"/>
              </a:ext>
            </a:extLst>
          </p:cNvPr>
          <p:cNvSpPr>
            <a:spLocks noGrp="1"/>
          </p:cNvSpPr>
          <p:nvPr/>
        </p:nvSpPr>
        <p:spPr>
          <a:xfrm>
            <a:off x="1170781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8B5BAF4F-0490-4706-B1D3-DBFC541D7224}"/>
              </a:ext>
            </a:extLst>
          </p:cNvPr>
          <p:cNvSpPr>
            <a:spLocks noGrp="1"/>
          </p:cNvSpPr>
          <p:nvPr/>
        </p:nvSpPr>
        <p:spPr>
          <a:xfrm>
            <a:off x="11816953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42FD0708-ABAB-4FC3-8FA7-2F7EB96AD82A}"/>
              </a:ext>
            </a:extLst>
          </p:cNvPr>
          <p:cNvSpPr>
            <a:spLocks noGrp="1"/>
          </p:cNvSpPr>
          <p:nvPr/>
        </p:nvSpPr>
        <p:spPr>
          <a:xfrm>
            <a:off x="1192609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636D81B5-B72B-4012-B7EF-063912F56D10}"/>
              </a:ext>
            </a:extLst>
          </p:cNvPr>
          <p:cNvSpPr>
            <a:spLocks noGrp="1"/>
          </p:cNvSpPr>
          <p:nvPr/>
        </p:nvSpPr>
        <p:spPr>
          <a:xfrm>
            <a:off x="12035234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44853718-98C0-401F-809F-47DB23338F4B}"/>
              </a:ext>
            </a:extLst>
          </p:cNvPr>
          <p:cNvSpPr>
            <a:spLocks noGrp="1"/>
          </p:cNvSpPr>
          <p:nvPr/>
        </p:nvSpPr>
        <p:spPr>
          <a:xfrm>
            <a:off x="12144375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EB1F3091-0B88-47FA-B727-52C9818931D9}"/>
              </a:ext>
            </a:extLst>
          </p:cNvPr>
          <p:cNvSpPr>
            <a:spLocks noGrp="1"/>
          </p:cNvSpPr>
          <p:nvPr/>
        </p:nvSpPr>
        <p:spPr>
          <a:xfrm>
            <a:off x="12253516" y="2857500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15546E83-E0E2-4302-98D4-929E208EA85E}"/>
              </a:ext>
            </a:extLst>
          </p:cNvPr>
          <p:cNvSpPr>
            <a:spLocks noGrp="1"/>
          </p:cNvSpPr>
          <p:nvPr/>
        </p:nvSpPr>
        <p:spPr>
          <a:xfrm>
            <a:off x="12362656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E528A3F0-344C-4C0A-B577-7D19343F00B3}"/>
              </a:ext>
            </a:extLst>
          </p:cNvPr>
          <p:cNvSpPr>
            <a:spLocks noGrp="1"/>
          </p:cNvSpPr>
          <p:nvPr/>
        </p:nvSpPr>
        <p:spPr>
          <a:xfrm>
            <a:off x="12471797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BEACF389-BCAC-47C3-BC92-7EA360BE387A}"/>
              </a:ext>
            </a:extLst>
          </p:cNvPr>
          <p:cNvSpPr>
            <a:spLocks noGrp="1"/>
          </p:cNvSpPr>
          <p:nvPr/>
        </p:nvSpPr>
        <p:spPr>
          <a:xfrm>
            <a:off x="12580937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94DDED6C-F738-4FE5-9231-BD4AFBC87C62}"/>
              </a:ext>
            </a:extLst>
          </p:cNvPr>
          <p:cNvSpPr>
            <a:spLocks noGrp="1"/>
          </p:cNvSpPr>
          <p:nvPr/>
        </p:nvSpPr>
        <p:spPr>
          <a:xfrm>
            <a:off x="12690078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F8841D61-A0DA-4E38-85E8-DA615C23F1AD}"/>
              </a:ext>
            </a:extLst>
          </p:cNvPr>
          <p:cNvSpPr>
            <a:spLocks noGrp="1"/>
          </p:cNvSpPr>
          <p:nvPr/>
        </p:nvSpPr>
        <p:spPr>
          <a:xfrm>
            <a:off x="12799219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72354D9A-EF69-4B87-B636-859370B545C4}"/>
              </a:ext>
            </a:extLst>
          </p:cNvPr>
          <p:cNvSpPr>
            <a:spLocks noGrp="1"/>
          </p:cNvSpPr>
          <p:nvPr/>
        </p:nvSpPr>
        <p:spPr>
          <a:xfrm>
            <a:off x="12908359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D32B5597-E13F-4466-BD99-B764FA9CF4B3}"/>
              </a:ext>
            </a:extLst>
          </p:cNvPr>
          <p:cNvSpPr>
            <a:spLocks noGrp="1"/>
          </p:cNvSpPr>
          <p:nvPr/>
        </p:nvSpPr>
        <p:spPr>
          <a:xfrm>
            <a:off x="13017500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6270F7CB-94C6-4111-B7D6-16B01DB6D7C9}"/>
              </a:ext>
            </a:extLst>
          </p:cNvPr>
          <p:cNvSpPr>
            <a:spLocks noGrp="1"/>
          </p:cNvSpPr>
          <p:nvPr/>
        </p:nvSpPr>
        <p:spPr>
          <a:xfrm>
            <a:off x="13126641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372DC36F-EC71-49C1-B571-DFFD302D71FD}"/>
              </a:ext>
            </a:extLst>
          </p:cNvPr>
          <p:cNvSpPr>
            <a:spLocks noGrp="1"/>
          </p:cNvSpPr>
          <p:nvPr/>
        </p:nvSpPr>
        <p:spPr>
          <a:xfrm>
            <a:off x="13235781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2E646533-0FF2-4380-81F4-1EE736950F9E}"/>
              </a:ext>
            </a:extLst>
          </p:cNvPr>
          <p:cNvSpPr>
            <a:spLocks noGrp="1"/>
          </p:cNvSpPr>
          <p:nvPr/>
        </p:nvSpPr>
        <p:spPr>
          <a:xfrm>
            <a:off x="13344922" y="2857500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F8EB5FE1-E191-4594-87C2-9FC03FFDAB8E}"/>
              </a:ext>
            </a:extLst>
          </p:cNvPr>
          <p:cNvSpPr>
            <a:spLocks noGrp="1"/>
          </p:cNvSpPr>
          <p:nvPr/>
        </p:nvSpPr>
        <p:spPr>
          <a:xfrm>
            <a:off x="12263438" y="3417094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86/24</a:t>
            </a:r>
          </a:p>
        </p:txBody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FAFB88A2-CCF2-41F4-B9CE-E7E55DAF1666}"/>
              </a:ext>
            </a:extLst>
          </p:cNvPr>
          <p:cNvSpPr>
            <a:spLocks noGrp="1"/>
          </p:cNvSpPr>
          <p:nvPr/>
        </p:nvSpPr>
        <p:spPr>
          <a:xfrm>
            <a:off x="833438" y="4048125"/>
            <a:ext cx="1905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29/8</a:t>
            </a:r>
          </a:p>
        </p:txBody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63CB7764-46C7-45D9-ABE4-B0D1316657DA}"/>
              </a:ext>
            </a:extLst>
          </p:cNvPr>
          <p:cNvSpPr>
            <a:spLocks noGrp="1"/>
          </p:cNvSpPr>
          <p:nvPr/>
        </p:nvSpPr>
        <p:spPr>
          <a:xfrm>
            <a:off x="297656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66B0E2E2-7FE7-44EA-BBC8-E452530877D6}"/>
              </a:ext>
            </a:extLst>
          </p:cNvPr>
          <p:cNvSpPr>
            <a:spLocks noGrp="1"/>
          </p:cNvSpPr>
          <p:nvPr/>
        </p:nvSpPr>
        <p:spPr>
          <a:xfrm>
            <a:off x="308570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517CA89F-B51E-4F1B-94A1-38A34AC7037E}"/>
              </a:ext>
            </a:extLst>
          </p:cNvPr>
          <p:cNvSpPr>
            <a:spLocks noGrp="1"/>
          </p:cNvSpPr>
          <p:nvPr/>
        </p:nvSpPr>
        <p:spPr>
          <a:xfrm>
            <a:off x="319484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C3395F2A-FCEA-411A-A813-6AB8DF6C681D}"/>
              </a:ext>
            </a:extLst>
          </p:cNvPr>
          <p:cNvSpPr>
            <a:spLocks noGrp="1"/>
          </p:cNvSpPr>
          <p:nvPr/>
        </p:nvSpPr>
        <p:spPr>
          <a:xfrm>
            <a:off x="330398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9D627539-76EE-4779-89AE-F04145EBAA52}"/>
              </a:ext>
            </a:extLst>
          </p:cNvPr>
          <p:cNvSpPr>
            <a:spLocks noGrp="1"/>
          </p:cNvSpPr>
          <p:nvPr/>
        </p:nvSpPr>
        <p:spPr>
          <a:xfrm>
            <a:off x="3413125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E48586C3-CE4D-45F7-8BD0-35FF9BC5D407}"/>
              </a:ext>
            </a:extLst>
          </p:cNvPr>
          <p:cNvSpPr>
            <a:spLocks noGrp="1"/>
          </p:cNvSpPr>
          <p:nvPr/>
        </p:nvSpPr>
        <p:spPr>
          <a:xfrm>
            <a:off x="352226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7433703D-47A7-4BC4-B8F5-B8CB0B214FE0}"/>
              </a:ext>
            </a:extLst>
          </p:cNvPr>
          <p:cNvSpPr>
            <a:spLocks noGrp="1"/>
          </p:cNvSpPr>
          <p:nvPr/>
        </p:nvSpPr>
        <p:spPr>
          <a:xfrm>
            <a:off x="363140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8CCF90A4-8B73-42C7-A714-6B7BF7EBB5CB}"/>
              </a:ext>
            </a:extLst>
          </p:cNvPr>
          <p:cNvSpPr>
            <a:spLocks noGrp="1"/>
          </p:cNvSpPr>
          <p:nvPr/>
        </p:nvSpPr>
        <p:spPr>
          <a:xfrm>
            <a:off x="3740547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8BC07C0D-5CE9-4CBD-AD1A-F25E01443433}"/>
              </a:ext>
            </a:extLst>
          </p:cNvPr>
          <p:cNvSpPr>
            <a:spLocks noGrp="1"/>
          </p:cNvSpPr>
          <p:nvPr/>
        </p:nvSpPr>
        <p:spPr>
          <a:xfrm>
            <a:off x="3849687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A5208506-5EDC-425F-A066-2974A942E456}"/>
              </a:ext>
            </a:extLst>
          </p:cNvPr>
          <p:cNvSpPr>
            <a:spLocks noGrp="1"/>
          </p:cNvSpPr>
          <p:nvPr/>
        </p:nvSpPr>
        <p:spPr>
          <a:xfrm>
            <a:off x="395882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2E063A04-0E04-4014-B870-B9189D2E48B9}"/>
              </a:ext>
            </a:extLst>
          </p:cNvPr>
          <p:cNvSpPr>
            <a:spLocks noGrp="1"/>
          </p:cNvSpPr>
          <p:nvPr/>
        </p:nvSpPr>
        <p:spPr>
          <a:xfrm>
            <a:off x="406796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C5AB1822-7633-4181-A10C-218B03A50C07}"/>
              </a:ext>
            </a:extLst>
          </p:cNvPr>
          <p:cNvSpPr>
            <a:spLocks noGrp="1"/>
          </p:cNvSpPr>
          <p:nvPr/>
        </p:nvSpPr>
        <p:spPr>
          <a:xfrm>
            <a:off x="417710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217F005C-9D70-475B-934E-49AA07CF2B9C}"/>
              </a:ext>
            </a:extLst>
          </p:cNvPr>
          <p:cNvSpPr>
            <a:spLocks noGrp="1"/>
          </p:cNvSpPr>
          <p:nvPr/>
        </p:nvSpPr>
        <p:spPr>
          <a:xfrm>
            <a:off x="4286250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D0D2F128-95D8-4B1A-B5DB-E7B777395281}"/>
              </a:ext>
            </a:extLst>
          </p:cNvPr>
          <p:cNvSpPr>
            <a:spLocks noGrp="1"/>
          </p:cNvSpPr>
          <p:nvPr/>
        </p:nvSpPr>
        <p:spPr>
          <a:xfrm>
            <a:off x="439539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42DCA9B5-1F9A-46B1-BAB4-04C853475B3E}"/>
              </a:ext>
            </a:extLst>
          </p:cNvPr>
          <p:cNvSpPr>
            <a:spLocks noGrp="1"/>
          </p:cNvSpPr>
          <p:nvPr/>
        </p:nvSpPr>
        <p:spPr>
          <a:xfrm>
            <a:off x="450453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8749426F-2C8C-48E8-8E08-FA07F614BB8D}"/>
              </a:ext>
            </a:extLst>
          </p:cNvPr>
          <p:cNvSpPr>
            <a:spLocks noGrp="1"/>
          </p:cNvSpPr>
          <p:nvPr/>
        </p:nvSpPr>
        <p:spPr>
          <a:xfrm>
            <a:off x="4613672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3AA8BA21-3B61-4B61-A8D2-72520FA963FD}"/>
              </a:ext>
            </a:extLst>
          </p:cNvPr>
          <p:cNvSpPr>
            <a:spLocks noGrp="1"/>
          </p:cNvSpPr>
          <p:nvPr/>
        </p:nvSpPr>
        <p:spPr>
          <a:xfrm>
            <a:off x="4722812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3" name="object-123">
            <a:extLst>
              <a:ext uri="{FF2B5EF4-FFF2-40B4-BE49-F238E27FC236}">
                <a16:creationId xmlns:a16="http://schemas.microsoft.com/office/drawing/2014/main" id="{CE210D52-C93F-47B5-9833-BFC8BA1118F7}"/>
              </a:ext>
            </a:extLst>
          </p:cNvPr>
          <p:cNvSpPr>
            <a:spLocks noGrp="1"/>
          </p:cNvSpPr>
          <p:nvPr/>
        </p:nvSpPr>
        <p:spPr>
          <a:xfrm>
            <a:off x="483195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4" name="object-124">
            <a:extLst>
              <a:ext uri="{FF2B5EF4-FFF2-40B4-BE49-F238E27FC236}">
                <a16:creationId xmlns:a16="http://schemas.microsoft.com/office/drawing/2014/main" id="{745EB81A-BD78-4B3F-8A39-CFA8901DC3D1}"/>
              </a:ext>
            </a:extLst>
          </p:cNvPr>
          <p:cNvSpPr>
            <a:spLocks noGrp="1"/>
          </p:cNvSpPr>
          <p:nvPr/>
        </p:nvSpPr>
        <p:spPr>
          <a:xfrm>
            <a:off x="494109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5" name="object-125">
            <a:extLst>
              <a:ext uri="{FF2B5EF4-FFF2-40B4-BE49-F238E27FC236}">
                <a16:creationId xmlns:a16="http://schemas.microsoft.com/office/drawing/2014/main" id="{B4A2C76E-5F0B-441E-ABB4-9EC3898B090E}"/>
              </a:ext>
            </a:extLst>
          </p:cNvPr>
          <p:cNvSpPr>
            <a:spLocks noGrp="1"/>
          </p:cNvSpPr>
          <p:nvPr/>
        </p:nvSpPr>
        <p:spPr>
          <a:xfrm>
            <a:off x="505023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6" name="object-126">
            <a:extLst>
              <a:ext uri="{FF2B5EF4-FFF2-40B4-BE49-F238E27FC236}">
                <a16:creationId xmlns:a16="http://schemas.microsoft.com/office/drawing/2014/main" id="{DAEC5594-1160-4442-BCA1-2EFAC74408C9}"/>
              </a:ext>
            </a:extLst>
          </p:cNvPr>
          <p:cNvSpPr>
            <a:spLocks noGrp="1"/>
          </p:cNvSpPr>
          <p:nvPr/>
        </p:nvSpPr>
        <p:spPr>
          <a:xfrm>
            <a:off x="5159375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7" name="object-127">
            <a:extLst>
              <a:ext uri="{FF2B5EF4-FFF2-40B4-BE49-F238E27FC236}">
                <a16:creationId xmlns:a16="http://schemas.microsoft.com/office/drawing/2014/main" id="{EC6F5F10-4070-4E86-801E-F45E7BA0F430}"/>
              </a:ext>
            </a:extLst>
          </p:cNvPr>
          <p:cNvSpPr>
            <a:spLocks noGrp="1"/>
          </p:cNvSpPr>
          <p:nvPr/>
        </p:nvSpPr>
        <p:spPr>
          <a:xfrm>
            <a:off x="526851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8" name="object-128">
            <a:extLst>
              <a:ext uri="{FF2B5EF4-FFF2-40B4-BE49-F238E27FC236}">
                <a16:creationId xmlns:a16="http://schemas.microsoft.com/office/drawing/2014/main" id="{C6538874-00D0-41F1-B2DA-7DB3479B5DC9}"/>
              </a:ext>
            </a:extLst>
          </p:cNvPr>
          <p:cNvSpPr>
            <a:spLocks noGrp="1"/>
          </p:cNvSpPr>
          <p:nvPr/>
        </p:nvSpPr>
        <p:spPr>
          <a:xfrm>
            <a:off x="537765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9" name="object-129">
            <a:extLst>
              <a:ext uri="{FF2B5EF4-FFF2-40B4-BE49-F238E27FC236}">
                <a16:creationId xmlns:a16="http://schemas.microsoft.com/office/drawing/2014/main" id="{900C086B-EAF9-4D6D-AF40-A0B9B81882F7}"/>
              </a:ext>
            </a:extLst>
          </p:cNvPr>
          <p:cNvSpPr>
            <a:spLocks noGrp="1"/>
          </p:cNvSpPr>
          <p:nvPr/>
        </p:nvSpPr>
        <p:spPr>
          <a:xfrm>
            <a:off x="5486797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0" name="object-130">
            <a:extLst>
              <a:ext uri="{FF2B5EF4-FFF2-40B4-BE49-F238E27FC236}">
                <a16:creationId xmlns:a16="http://schemas.microsoft.com/office/drawing/2014/main" id="{1AD11127-F0A8-42B7-83EA-2B3BDAA7DE06}"/>
              </a:ext>
            </a:extLst>
          </p:cNvPr>
          <p:cNvSpPr>
            <a:spLocks noGrp="1"/>
          </p:cNvSpPr>
          <p:nvPr/>
        </p:nvSpPr>
        <p:spPr>
          <a:xfrm>
            <a:off x="559593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1" name="object-131">
            <a:extLst>
              <a:ext uri="{FF2B5EF4-FFF2-40B4-BE49-F238E27FC236}">
                <a16:creationId xmlns:a16="http://schemas.microsoft.com/office/drawing/2014/main" id="{41DA0842-828A-424F-AC93-72C369F3A685}"/>
              </a:ext>
            </a:extLst>
          </p:cNvPr>
          <p:cNvSpPr>
            <a:spLocks noGrp="1"/>
          </p:cNvSpPr>
          <p:nvPr/>
        </p:nvSpPr>
        <p:spPr>
          <a:xfrm>
            <a:off x="570507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2" name="object-132">
            <a:extLst>
              <a:ext uri="{FF2B5EF4-FFF2-40B4-BE49-F238E27FC236}">
                <a16:creationId xmlns:a16="http://schemas.microsoft.com/office/drawing/2014/main" id="{FFE593D0-189A-48FA-B985-309468D36A38}"/>
              </a:ext>
            </a:extLst>
          </p:cNvPr>
          <p:cNvSpPr>
            <a:spLocks noGrp="1"/>
          </p:cNvSpPr>
          <p:nvPr/>
        </p:nvSpPr>
        <p:spPr>
          <a:xfrm>
            <a:off x="581421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3" name="object-133">
            <a:extLst>
              <a:ext uri="{FF2B5EF4-FFF2-40B4-BE49-F238E27FC236}">
                <a16:creationId xmlns:a16="http://schemas.microsoft.com/office/drawing/2014/main" id="{CAE87332-5420-4135-8CF4-9FF5E9267306}"/>
              </a:ext>
            </a:extLst>
          </p:cNvPr>
          <p:cNvSpPr>
            <a:spLocks noGrp="1"/>
          </p:cNvSpPr>
          <p:nvPr/>
        </p:nvSpPr>
        <p:spPr>
          <a:xfrm>
            <a:off x="592335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4" name="object-134">
            <a:extLst>
              <a:ext uri="{FF2B5EF4-FFF2-40B4-BE49-F238E27FC236}">
                <a16:creationId xmlns:a16="http://schemas.microsoft.com/office/drawing/2014/main" id="{E07101CB-0096-4B60-BAC2-17155E492C4C}"/>
              </a:ext>
            </a:extLst>
          </p:cNvPr>
          <p:cNvSpPr>
            <a:spLocks noGrp="1"/>
          </p:cNvSpPr>
          <p:nvPr/>
        </p:nvSpPr>
        <p:spPr>
          <a:xfrm>
            <a:off x="6032500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5" name="object-135">
            <a:extLst>
              <a:ext uri="{FF2B5EF4-FFF2-40B4-BE49-F238E27FC236}">
                <a16:creationId xmlns:a16="http://schemas.microsoft.com/office/drawing/2014/main" id="{37426964-8DC2-4068-BBD0-BC963F97ECFE}"/>
              </a:ext>
            </a:extLst>
          </p:cNvPr>
          <p:cNvSpPr>
            <a:spLocks noGrp="1"/>
          </p:cNvSpPr>
          <p:nvPr/>
        </p:nvSpPr>
        <p:spPr>
          <a:xfrm>
            <a:off x="614164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6" name="object-136">
            <a:extLst>
              <a:ext uri="{FF2B5EF4-FFF2-40B4-BE49-F238E27FC236}">
                <a16:creationId xmlns:a16="http://schemas.microsoft.com/office/drawing/2014/main" id="{E1F83275-0D28-4EDE-BF6D-696AFF22C4ED}"/>
              </a:ext>
            </a:extLst>
          </p:cNvPr>
          <p:cNvSpPr>
            <a:spLocks noGrp="1"/>
          </p:cNvSpPr>
          <p:nvPr/>
        </p:nvSpPr>
        <p:spPr>
          <a:xfrm>
            <a:off x="625078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7" name="object-137">
            <a:extLst>
              <a:ext uri="{FF2B5EF4-FFF2-40B4-BE49-F238E27FC236}">
                <a16:creationId xmlns:a16="http://schemas.microsoft.com/office/drawing/2014/main" id="{087A6D34-56E5-4EB1-886C-71E501BE5377}"/>
              </a:ext>
            </a:extLst>
          </p:cNvPr>
          <p:cNvSpPr>
            <a:spLocks noGrp="1"/>
          </p:cNvSpPr>
          <p:nvPr/>
        </p:nvSpPr>
        <p:spPr>
          <a:xfrm>
            <a:off x="6359922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8" name="object-138">
            <a:extLst>
              <a:ext uri="{FF2B5EF4-FFF2-40B4-BE49-F238E27FC236}">
                <a16:creationId xmlns:a16="http://schemas.microsoft.com/office/drawing/2014/main" id="{3DD6CC1E-D18E-4F60-A380-B1BAA3623607}"/>
              </a:ext>
            </a:extLst>
          </p:cNvPr>
          <p:cNvSpPr>
            <a:spLocks noGrp="1"/>
          </p:cNvSpPr>
          <p:nvPr/>
        </p:nvSpPr>
        <p:spPr>
          <a:xfrm>
            <a:off x="6469062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39" name="object-139">
            <a:extLst>
              <a:ext uri="{FF2B5EF4-FFF2-40B4-BE49-F238E27FC236}">
                <a16:creationId xmlns:a16="http://schemas.microsoft.com/office/drawing/2014/main" id="{A1EF5036-7C67-44AF-9D1B-AE8EB028B442}"/>
              </a:ext>
            </a:extLst>
          </p:cNvPr>
          <p:cNvSpPr>
            <a:spLocks noGrp="1"/>
          </p:cNvSpPr>
          <p:nvPr/>
        </p:nvSpPr>
        <p:spPr>
          <a:xfrm>
            <a:off x="657820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0" name="object-140">
            <a:extLst>
              <a:ext uri="{FF2B5EF4-FFF2-40B4-BE49-F238E27FC236}">
                <a16:creationId xmlns:a16="http://schemas.microsoft.com/office/drawing/2014/main" id="{8567A805-E30C-4CA7-AB13-CF5634887585}"/>
              </a:ext>
            </a:extLst>
          </p:cNvPr>
          <p:cNvSpPr>
            <a:spLocks noGrp="1"/>
          </p:cNvSpPr>
          <p:nvPr/>
        </p:nvSpPr>
        <p:spPr>
          <a:xfrm>
            <a:off x="668734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1" name="object-141">
            <a:extLst>
              <a:ext uri="{FF2B5EF4-FFF2-40B4-BE49-F238E27FC236}">
                <a16:creationId xmlns:a16="http://schemas.microsoft.com/office/drawing/2014/main" id="{B3C06B08-84EF-4304-AE9E-BE551362ABD8}"/>
              </a:ext>
            </a:extLst>
          </p:cNvPr>
          <p:cNvSpPr>
            <a:spLocks noGrp="1"/>
          </p:cNvSpPr>
          <p:nvPr/>
        </p:nvSpPr>
        <p:spPr>
          <a:xfrm>
            <a:off x="679648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2" name="object-142">
            <a:extLst>
              <a:ext uri="{FF2B5EF4-FFF2-40B4-BE49-F238E27FC236}">
                <a16:creationId xmlns:a16="http://schemas.microsoft.com/office/drawing/2014/main" id="{B167C2AA-BB85-4319-9D07-A23B533607FD}"/>
              </a:ext>
            </a:extLst>
          </p:cNvPr>
          <p:cNvSpPr>
            <a:spLocks noGrp="1"/>
          </p:cNvSpPr>
          <p:nvPr/>
        </p:nvSpPr>
        <p:spPr>
          <a:xfrm>
            <a:off x="6905625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3" name="object-143">
            <a:extLst>
              <a:ext uri="{FF2B5EF4-FFF2-40B4-BE49-F238E27FC236}">
                <a16:creationId xmlns:a16="http://schemas.microsoft.com/office/drawing/2014/main" id="{C833944B-36BB-48A3-BA24-CA6331607330}"/>
              </a:ext>
            </a:extLst>
          </p:cNvPr>
          <p:cNvSpPr>
            <a:spLocks noGrp="1"/>
          </p:cNvSpPr>
          <p:nvPr/>
        </p:nvSpPr>
        <p:spPr>
          <a:xfrm>
            <a:off x="701476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4" name="object-144">
            <a:extLst>
              <a:ext uri="{FF2B5EF4-FFF2-40B4-BE49-F238E27FC236}">
                <a16:creationId xmlns:a16="http://schemas.microsoft.com/office/drawing/2014/main" id="{EC44DB18-D441-4EA0-B73D-EAC9827C3522}"/>
              </a:ext>
            </a:extLst>
          </p:cNvPr>
          <p:cNvSpPr>
            <a:spLocks noGrp="1"/>
          </p:cNvSpPr>
          <p:nvPr/>
        </p:nvSpPr>
        <p:spPr>
          <a:xfrm>
            <a:off x="712390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5" name="object-145">
            <a:extLst>
              <a:ext uri="{FF2B5EF4-FFF2-40B4-BE49-F238E27FC236}">
                <a16:creationId xmlns:a16="http://schemas.microsoft.com/office/drawing/2014/main" id="{22E61152-790C-47DA-8CAE-10E636DB1BF1}"/>
              </a:ext>
            </a:extLst>
          </p:cNvPr>
          <p:cNvSpPr>
            <a:spLocks noGrp="1"/>
          </p:cNvSpPr>
          <p:nvPr/>
        </p:nvSpPr>
        <p:spPr>
          <a:xfrm>
            <a:off x="7233047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6" name="object-146">
            <a:extLst>
              <a:ext uri="{FF2B5EF4-FFF2-40B4-BE49-F238E27FC236}">
                <a16:creationId xmlns:a16="http://schemas.microsoft.com/office/drawing/2014/main" id="{E7DECEE3-8A6A-4305-BF39-E54F07B245B1}"/>
              </a:ext>
            </a:extLst>
          </p:cNvPr>
          <p:cNvSpPr>
            <a:spLocks noGrp="1"/>
          </p:cNvSpPr>
          <p:nvPr/>
        </p:nvSpPr>
        <p:spPr>
          <a:xfrm>
            <a:off x="734218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7" name="object-147">
            <a:extLst>
              <a:ext uri="{FF2B5EF4-FFF2-40B4-BE49-F238E27FC236}">
                <a16:creationId xmlns:a16="http://schemas.microsoft.com/office/drawing/2014/main" id="{DF394BF6-A234-4515-9508-F5B869BDBB36}"/>
              </a:ext>
            </a:extLst>
          </p:cNvPr>
          <p:cNvSpPr>
            <a:spLocks noGrp="1"/>
          </p:cNvSpPr>
          <p:nvPr/>
        </p:nvSpPr>
        <p:spPr>
          <a:xfrm>
            <a:off x="745132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8" name="object-148">
            <a:extLst>
              <a:ext uri="{FF2B5EF4-FFF2-40B4-BE49-F238E27FC236}">
                <a16:creationId xmlns:a16="http://schemas.microsoft.com/office/drawing/2014/main" id="{5E00C07B-FC4F-4A04-A2FD-87063707AD49}"/>
              </a:ext>
            </a:extLst>
          </p:cNvPr>
          <p:cNvSpPr>
            <a:spLocks noGrp="1"/>
          </p:cNvSpPr>
          <p:nvPr/>
        </p:nvSpPr>
        <p:spPr>
          <a:xfrm>
            <a:off x="756046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9" name="object-149">
            <a:extLst>
              <a:ext uri="{FF2B5EF4-FFF2-40B4-BE49-F238E27FC236}">
                <a16:creationId xmlns:a16="http://schemas.microsoft.com/office/drawing/2014/main" id="{92DC9B25-73A7-4E45-BD0F-88B522E44E8B}"/>
              </a:ext>
            </a:extLst>
          </p:cNvPr>
          <p:cNvSpPr>
            <a:spLocks noGrp="1"/>
          </p:cNvSpPr>
          <p:nvPr/>
        </p:nvSpPr>
        <p:spPr>
          <a:xfrm>
            <a:off x="766960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0" name="object-150">
            <a:extLst>
              <a:ext uri="{FF2B5EF4-FFF2-40B4-BE49-F238E27FC236}">
                <a16:creationId xmlns:a16="http://schemas.microsoft.com/office/drawing/2014/main" id="{4D59FC9D-956F-46FC-9170-0043846CF4F1}"/>
              </a:ext>
            </a:extLst>
          </p:cNvPr>
          <p:cNvSpPr>
            <a:spLocks noGrp="1"/>
          </p:cNvSpPr>
          <p:nvPr/>
        </p:nvSpPr>
        <p:spPr>
          <a:xfrm>
            <a:off x="7778750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1" name="object-151">
            <a:extLst>
              <a:ext uri="{FF2B5EF4-FFF2-40B4-BE49-F238E27FC236}">
                <a16:creationId xmlns:a16="http://schemas.microsoft.com/office/drawing/2014/main" id="{2AFF6471-D8C1-4483-B35F-3FB17ACF0E7E}"/>
              </a:ext>
            </a:extLst>
          </p:cNvPr>
          <p:cNvSpPr>
            <a:spLocks noGrp="1"/>
          </p:cNvSpPr>
          <p:nvPr/>
        </p:nvSpPr>
        <p:spPr>
          <a:xfrm>
            <a:off x="788789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2" name="object-152">
            <a:extLst>
              <a:ext uri="{FF2B5EF4-FFF2-40B4-BE49-F238E27FC236}">
                <a16:creationId xmlns:a16="http://schemas.microsoft.com/office/drawing/2014/main" id="{FFFB72A9-52FC-46AF-A62B-C498A4807894}"/>
              </a:ext>
            </a:extLst>
          </p:cNvPr>
          <p:cNvSpPr>
            <a:spLocks noGrp="1"/>
          </p:cNvSpPr>
          <p:nvPr/>
        </p:nvSpPr>
        <p:spPr>
          <a:xfrm>
            <a:off x="799703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3" name="object-153">
            <a:extLst>
              <a:ext uri="{FF2B5EF4-FFF2-40B4-BE49-F238E27FC236}">
                <a16:creationId xmlns:a16="http://schemas.microsoft.com/office/drawing/2014/main" id="{E669D511-DA8E-456F-93D5-084ACEBA5439}"/>
              </a:ext>
            </a:extLst>
          </p:cNvPr>
          <p:cNvSpPr>
            <a:spLocks noGrp="1"/>
          </p:cNvSpPr>
          <p:nvPr/>
        </p:nvSpPr>
        <p:spPr>
          <a:xfrm>
            <a:off x="8106172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4" name="object-154">
            <a:extLst>
              <a:ext uri="{FF2B5EF4-FFF2-40B4-BE49-F238E27FC236}">
                <a16:creationId xmlns:a16="http://schemas.microsoft.com/office/drawing/2014/main" id="{137DAB53-EE31-47A8-987B-5E978BDB39D5}"/>
              </a:ext>
            </a:extLst>
          </p:cNvPr>
          <p:cNvSpPr>
            <a:spLocks noGrp="1"/>
          </p:cNvSpPr>
          <p:nvPr/>
        </p:nvSpPr>
        <p:spPr>
          <a:xfrm>
            <a:off x="821531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5" name="object-155">
            <a:extLst>
              <a:ext uri="{FF2B5EF4-FFF2-40B4-BE49-F238E27FC236}">
                <a16:creationId xmlns:a16="http://schemas.microsoft.com/office/drawing/2014/main" id="{5D43B84A-2469-435F-85B3-654537458E01}"/>
              </a:ext>
            </a:extLst>
          </p:cNvPr>
          <p:cNvSpPr>
            <a:spLocks noGrp="1"/>
          </p:cNvSpPr>
          <p:nvPr/>
        </p:nvSpPr>
        <p:spPr>
          <a:xfrm>
            <a:off x="832445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6" name="object-156">
            <a:extLst>
              <a:ext uri="{FF2B5EF4-FFF2-40B4-BE49-F238E27FC236}">
                <a16:creationId xmlns:a16="http://schemas.microsoft.com/office/drawing/2014/main" id="{0B6321F9-0BF1-4BE1-A7E3-5D6C74AF7321}"/>
              </a:ext>
            </a:extLst>
          </p:cNvPr>
          <p:cNvSpPr>
            <a:spLocks noGrp="1"/>
          </p:cNvSpPr>
          <p:nvPr/>
        </p:nvSpPr>
        <p:spPr>
          <a:xfrm>
            <a:off x="843359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7" name="object-157">
            <a:extLst>
              <a:ext uri="{FF2B5EF4-FFF2-40B4-BE49-F238E27FC236}">
                <a16:creationId xmlns:a16="http://schemas.microsoft.com/office/drawing/2014/main" id="{3FDC9792-CBE5-48D0-B189-1D985FEE5FCC}"/>
              </a:ext>
            </a:extLst>
          </p:cNvPr>
          <p:cNvSpPr>
            <a:spLocks noGrp="1"/>
          </p:cNvSpPr>
          <p:nvPr/>
        </p:nvSpPr>
        <p:spPr>
          <a:xfrm>
            <a:off x="854273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8" name="object-158">
            <a:extLst>
              <a:ext uri="{FF2B5EF4-FFF2-40B4-BE49-F238E27FC236}">
                <a16:creationId xmlns:a16="http://schemas.microsoft.com/office/drawing/2014/main" id="{6132E38D-89D0-43B1-8D37-101CA2B6B3EA}"/>
              </a:ext>
            </a:extLst>
          </p:cNvPr>
          <p:cNvSpPr>
            <a:spLocks noGrp="1"/>
          </p:cNvSpPr>
          <p:nvPr/>
        </p:nvSpPr>
        <p:spPr>
          <a:xfrm>
            <a:off x="8651875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9" name="object-159">
            <a:extLst>
              <a:ext uri="{FF2B5EF4-FFF2-40B4-BE49-F238E27FC236}">
                <a16:creationId xmlns:a16="http://schemas.microsoft.com/office/drawing/2014/main" id="{241AF01A-52D2-4954-8369-2D322EAE98BD}"/>
              </a:ext>
            </a:extLst>
          </p:cNvPr>
          <p:cNvSpPr>
            <a:spLocks noGrp="1"/>
          </p:cNvSpPr>
          <p:nvPr/>
        </p:nvSpPr>
        <p:spPr>
          <a:xfrm>
            <a:off x="876101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0" name="object-160">
            <a:extLst>
              <a:ext uri="{FF2B5EF4-FFF2-40B4-BE49-F238E27FC236}">
                <a16:creationId xmlns:a16="http://schemas.microsoft.com/office/drawing/2014/main" id="{B08DB411-4BCE-4B15-9BA9-0B84B2281E24}"/>
              </a:ext>
            </a:extLst>
          </p:cNvPr>
          <p:cNvSpPr>
            <a:spLocks noGrp="1"/>
          </p:cNvSpPr>
          <p:nvPr/>
        </p:nvSpPr>
        <p:spPr>
          <a:xfrm>
            <a:off x="887015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1" name="object-161">
            <a:extLst>
              <a:ext uri="{FF2B5EF4-FFF2-40B4-BE49-F238E27FC236}">
                <a16:creationId xmlns:a16="http://schemas.microsoft.com/office/drawing/2014/main" id="{C5318F66-056D-4DE3-86A3-A6185C9C8716}"/>
              </a:ext>
            </a:extLst>
          </p:cNvPr>
          <p:cNvSpPr>
            <a:spLocks noGrp="1"/>
          </p:cNvSpPr>
          <p:nvPr/>
        </p:nvSpPr>
        <p:spPr>
          <a:xfrm>
            <a:off x="8979297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2" name="object-162">
            <a:extLst>
              <a:ext uri="{FF2B5EF4-FFF2-40B4-BE49-F238E27FC236}">
                <a16:creationId xmlns:a16="http://schemas.microsoft.com/office/drawing/2014/main" id="{B1D941B2-3FBF-475E-96B1-371E1CDA7BDD}"/>
              </a:ext>
            </a:extLst>
          </p:cNvPr>
          <p:cNvSpPr>
            <a:spLocks noGrp="1"/>
          </p:cNvSpPr>
          <p:nvPr/>
        </p:nvSpPr>
        <p:spPr>
          <a:xfrm>
            <a:off x="908843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3" name="object-163">
            <a:extLst>
              <a:ext uri="{FF2B5EF4-FFF2-40B4-BE49-F238E27FC236}">
                <a16:creationId xmlns:a16="http://schemas.microsoft.com/office/drawing/2014/main" id="{3454A302-DCA4-4067-8E6E-EE209F30F529}"/>
              </a:ext>
            </a:extLst>
          </p:cNvPr>
          <p:cNvSpPr>
            <a:spLocks noGrp="1"/>
          </p:cNvSpPr>
          <p:nvPr/>
        </p:nvSpPr>
        <p:spPr>
          <a:xfrm>
            <a:off x="919757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4" name="object-164">
            <a:extLst>
              <a:ext uri="{FF2B5EF4-FFF2-40B4-BE49-F238E27FC236}">
                <a16:creationId xmlns:a16="http://schemas.microsoft.com/office/drawing/2014/main" id="{086166EB-471F-45CD-B783-EC841B10A2A9}"/>
              </a:ext>
            </a:extLst>
          </p:cNvPr>
          <p:cNvSpPr>
            <a:spLocks noGrp="1"/>
          </p:cNvSpPr>
          <p:nvPr/>
        </p:nvSpPr>
        <p:spPr>
          <a:xfrm>
            <a:off x="930671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5" name="object-165">
            <a:extLst>
              <a:ext uri="{FF2B5EF4-FFF2-40B4-BE49-F238E27FC236}">
                <a16:creationId xmlns:a16="http://schemas.microsoft.com/office/drawing/2014/main" id="{3397387D-0210-4B86-BDE5-C19E7759E537}"/>
              </a:ext>
            </a:extLst>
          </p:cNvPr>
          <p:cNvSpPr>
            <a:spLocks noGrp="1"/>
          </p:cNvSpPr>
          <p:nvPr/>
        </p:nvSpPr>
        <p:spPr>
          <a:xfrm>
            <a:off x="941585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6" name="object-166">
            <a:extLst>
              <a:ext uri="{FF2B5EF4-FFF2-40B4-BE49-F238E27FC236}">
                <a16:creationId xmlns:a16="http://schemas.microsoft.com/office/drawing/2014/main" id="{A12086CF-E4E2-4209-9B2D-29905350E681}"/>
              </a:ext>
            </a:extLst>
          </p:cNvPr>
          <p:cNvSpPr>
            <a:spLocks noGrp="1"/>
          </p:cNvSpPr>
          <p:nvPr/>
        </p:nvSpPr>
        <p:spPr>
          <a:xfrm>
            <a:off x="9525000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7" name="object-167">
            <a:extLst>
              <a:ext uri="{FF2B5EF4-FFF2-40B4-BE49-F238E27FC236}">
                <a16:creationId xmlns:a16="http://schemas.microsoft.com/office/drawing/2014/main" id="{5900987C-F23F-45FD-AC1E-27891F51C8A1}"/>
              </a:ext>
            </a:extLst>
          </p:cNvPr>
          <p:cNvSpPr>
            <a:spLocks noGrp="1"/>
          </p:cNvSpPr>
          <p:nvPr/>
        </p:nvSpPr>
        <p:spPr>
          <a:xfrm>
            <a:off x="963414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8" name="object-168">
            <a:extLst>
              <a:ext uri="{FF2B5EF4-FFF2-40B4-BE49-F238E27FC236}">
                <a16:creationId xmlns:a16="http://schemas.microsoft.com/office/drawing/2014/main" id="{6AA631E0-22C9-4DB4-BCF0-BFECD51FCC4D}"/>
              </a:ext>
            </a:extLst>
          </p:cNvPr>
          <p:cNvSpPr>
            <a:spLocks noGrp="1"/>
          </p:cNvSpPr>
          <p:nvPr/>
        </p:nvSpPr>
        <p:spPr>
          <a:xfrm>
            <a:off x="974328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9" name="object-169">
            <a:extLst>
              <a:ext uri="{FF2B5EF4-FFF2-40B4-BE49-F238E27FC236}">
                <a16:creationId xmlns:a16="http://schemas.microsoft.com/office/drawing/2014/main" id="{2490A3C9-27AF-493D-B2CB-B5E758F8F25C}"/>
              </a:ext>
            </a:extLst>
          </p:cNvPr>
          <p:cNvSpPr>
            <a:spLocks noGrp="1"/>
          </p:cNvSpPr>
          <p:nvPr/>
        </p:nvSpPr>
        <p:spPr>
          <a:xfrm>
            <a:off x="9852422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0" name="object-170">
            <a:extLst>
              <a:ext uri="{FF2B5EF4-FFF2-40B4-BE49-F238E27FC236}">
                <a16:creationId xmlns:a16="http://schemas.microsoft.com/office/drawing/2014/main" id="{E0B690D2-F30E-4881-9A64-F12B98255E20}"/>
              </a:ext>
            </a:extLst>
          </p:cNvPr>
          <p:cNvSpPr>
            <a:spLocks noGrp="1"/>
          </p:cNvSpPr>
          <p:nvPr/>
        </p:nvSpPr>
        <p:spPr>
          <a:xfrm>
            <a:off x="996156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1" name="object-171">
            <a:extLst>
              <a:ext uri="{FF2B5EF4-FFF2-40B4-BE49-F238E27FC236}">
                <a16:creationId xmlns:a16="http://schemas.microsoft.com/office/drawing/2014/main" id="{772AF49F-EB3A-48E8-86B7-829ACE988BEA}"/>
              </a:ext>
            </a:extLst>
          </p:cNvPr>
          <p:cNvSpPr>
            <a:spLocks noGrp="1"/>
          </p:cNvSpPr>
          <p:nvPr/>
        </p:nvSpPr>
        <p:spPr>
          <a:xfrm>
            <a:off x="1007070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2" name="object-172">
            <a:extLst>
              <a:ext uri="{FF2B5EF4-FFF2-40B4-BE49-F238E27FC236}">
                <a16:creationId xmlns:a16="http://schemas.microsoft.com/office/drawing/2014/main" id="{B97CBFA7-FA4F-4140-A878-700DCA0EE21F}"/>
              </a:ext>
            </a:extLst>
          </p:cNvPr>
          <p:cNvSpPr>
            <a:spLocks noGrp="1"/>
          </p:cNvSpPr>
          <p:nvPr/>
        </p:nvSpPr>
        <p:spPr>
          <a:xfrm>
            <a:off x="1017984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3" name="object-173">
            <a:extLst>
              <a:ext uri="{FF2B5EF4-FFF2-40B4-BE49-F238E27FC236}">
                <a16:creationId xmlns:a16="http://schemas.microsoft.com/office/drawing/2014/main" id="{11BC4961-14A3-4E9F-8421-17D3A6804CC3}"/>
              </a:ext>
            </a:extLst>
          </p:cNvPr>
          <p:cNvSpPr>
            <a:spLocks noGrp="1"/>
          </p:cNvSpPr>
          <p:nvPr/>
        </p:nvSpPr>
        <p:spPr>
          <a:xfrm>
            <a:off x="1028898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4" name="object-174">
            <a:extLst>
              <a:ext uri="{FF2B5EF4-FFF2-40B4-BE49-F238E27FC236}">
                <a16:creationId xmlns:a16="http://schemas.microsoft.com/office/drawing/2014/main" id="{B085B671-55CA-4E5C-9F48-44368D28FCDC}"/>
              </a:ext>
            </a:extLst>
          </p:cNvPr>
          <p:cNvSpPr>
            <a:spLocks noGrp="1"/>
          </p:cNvSpPr>
          <p:nvPr/>
        </p:nvSpPr>
        <p:spPr>
          <a:xfrm>
            <a:off x="10398125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5" name="object-175">
            <a:extLst>
              <a:ext uri="{FF2B5EF4-FFF2-40B4-BE49-F238E27FC236}">
                <a16:creationId xmlns:a16="http://schemas.microsoft.com/office/drawing/2014/main" id="{F5A258AF-00F3-45C6-8F20-45F2B86ECC0D}"/>
              </a:ext>
            </a:extLst>
          </p:cNvPr>
          <p:cNvSpPr>
            <a:spLocks noGrp="1"/>
          </p:cNvSpPr>
          <p:nvPr/>
        </p:nvSpPr>
        <p:spPr>
          <a:xfrm>
            <a:off x="1050726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6" name="object-176">
            <a:extLst>
              <a:ext uri="{FF2B5EF4-FFF2-40B4-BE49-F238E27FC236}">
                <a16:creationId xmlns:a16="http://schemas.microsoft.com/office/drawing/2014/main" id="{38597145-1E72-410B-99B0-DD3B72E806F0}"/>
              </a:ext>
            </a:extLst>
          </p:cNvPr>
          <p:cNvSpPr>
            <a:spLocks noGrp="1"/>
          </p:cNvSpPr>
          <p:nvPr/>
        </p:nvSpPr>
        <p:spPr>
          <a:xfrm>
            <a:off x="1061640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7" name="object-177">
            <a:extLst>
              <a:ext uri="{FF2B5EF4-FFF2-40B4-BE49-F238E27FC236}">
                <a16:creationId xmlns:a16="http://schemas.microsoft.com/office/drawing/2014/main" id="{28FB4329-FBFB-45D9-9B9D-E3FA56FF2624}"/>
              </a:ext>
            </a:extLst>
          </p:cNvPr>
          <p:cNvSpPr>
            <a:spLocks noGrp="1"/>
          </p:cNvSpPr>
          <p:nvPr/>
        </p:nvSpPr>
        <p:spPr>
          <a:xfrm>
            <a:off x="10725547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8" name="object-178">
            <a:extLst>
              <a:ext uri="{FF2B5EF4-FFF2-40B4-BE49-F238E27FC236}">
                <a16:creationId xmlns:a16="http://schemas.microsoft.com/office/drawing/2014/main" id="{482BBBE0-E0F2-4054-AD24-58836684898B}"/>
              </a:ext>
            </a:extLst>
          </p:cNvPr>
          <p:cNvSpPr>
            <a:spLocks noGrp="1"/>
          </p:cNvSpPr>
          <p:nvPr/>
        </p:nvSpPr>
        <p:spPr>
          <a:xfrm>
            <a:off x="1083468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9" name="object-179">
            <a:extLst>
              <a:ext uri="{FF2B5EF4-FFF2-40B4-BE49-F238E27FC236}">
                <a16:creationId xmlns:a16="http://schemas.microsoft.com/office/drawing/2014/main" id="{599E878B-2CD3-4671-9BC4-CE9242A8D4B6}"/>
              </a:ext>
            </a:extLst>
          </p:cNvPr>
          <p:cNvSpPr>
            <a:spLocks noGrp="1"/>
          </p:cNvSpPr>
          <p:nvPr/>
        </p:nvSpPr>
        <p:spPr>
          <a:xfrm>
            <a:off x="10943828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0" name="object-180">
            <a:extLst>
              <a:ext uri="{FF2B5EF4-FFF2-40B4-BE49-F238E27FC236}">
                <a16:creationId xmlns:a16="http://schemas.microsoft.com/office/drawing/2014/main" id="{96CC057C-E8A1-4213-880E-C1C3D1960BD4}"/>
              </a:ext>
            </a:extLst>
          </p:cNvPr>
          <p:cNvSpPr>
            <a:spLocks noGrp="1"/>
          </p:cNvSpPr>
          <p:nvPr/>
        </p:nvSpPr>
        <p:spPr>
          <a:xfrm>
            <a:off x="1105296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1" name="object-181">
            <a:extLst>
              <a:ext uri="{FF2B5EF4-FFF2-40B4-BE49-F238E27FC236}">
                <a16:creationId xmlns:a16="http://schemas.microsoft.com/office/drawing/2014/main" id="{94AE5A5D-B92B-4613-9C60-4BA4E91AD346}"/>
              </a:ext>
            </a:extLst>
          </p:cNvPr>
          <p:cNvSpPr>
            <a:spLocks noGrp="1"/>
          </p:cNvSpPr>
          <p:nvPr/>
        </p:nvSpPr>
        <p:spPr>
          <a:xfrm>
            <a:off x="11162109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2" name="object-182">
            <a:extLst>
              <a:ext uri="{FF2B5EF4-FFF2-40B4-BE49-F238E27FC236}">
                <a16:creationId xmlns:a16="http://schemas.microsoft.com/office/drawing/2014/main" id="{F6D1FED8-2430-49B1-890E-2C6278D19C23}"/>
              </a:ext>
            </a:extLst>
          </p:cNvPr>
          <p:cNvSpPr>
            <a:spLocks noGrp="1"/>
          </p:cNvSpPr>
          <p:nvPr/>
        </p:nvSpPr>
        <p:spPr>
          <a:xfrm>
            <a:off x="11271250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3" name="object-183">
            <a:extLst>
              <a:ext uri="{FF2B5EF4-FFF2-40B4-BE49-F238E27FC236}">
                <a16:creationId xmlns:a16="http://schemas.microsoft.com/office/drawing/2014/main" id="{A49815B9-C433-43A9-8BC4-3AF8D3C1C31C}"/>
              </a:ext>
            </a:extLst>
          </p:cNvPr>
          <p:cNvSpPr>
            <a:spLocks noGrp="1"/>
          </p:cNvSpPr>
          <p:nvPr/>
        </p:nvSpPr>
        <p:spPr>
          <a:xfrm>
            <a:off x="1138039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4" name="object-184">
            <a:extLst>
              <a:ext uri="{FF2B5EF4-FFF2-40B4-BE49-F238E27FC236}">
                <a16:creationId xmlns:a16="http://schemas.microsoft.com/office/drawing/2014/main" id="{E6810433-CB91-4192-9285-EBA59A960F0B}"/>
              </a:ext>
            </a:extLst>
          </p:cNvPr>
          <p:cNvSpPr>
            <a:spLocks noGrp="1"/>
          </p:cNvSpPr>
          <p:nvPr/>
        </p:nvSpPr>
        <p:spPr>
          <a:xfrm>
            <a:off x="11489531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5" name="object-185">
            <a:extLst>
              <a:ext uri="{FF2B5EF4-FFF2-40B4-BE49-F238E27FC236}">
                <a16:creationId xmlns:a16="http://schemas.microsoft.com/office/drawing/2014/main" id="{2DAB3016-6131-4B12-9E46-D675FAA42A40}"/>
              </a:ext>
            </a:extLst>
          </p:cNvPr>
          <p:cNvSpPr>
            <a:spLocks noGrp="1"/>
          </p:cNvSpPr>
          <p:nvPr/>
        </p:nvSpPr>
        <p:spPr>
          <a:xfrm>
            <a:off x="11598672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6" name="object-186">
            <a:extLst>
              <a:ext uri="{FF2B5EF4-FFF2-40B4-BE49-F238E27FC236}">
                <a16:creationId xmlns:a16="http://schemas.microsoft.com/office/drawing/2014/main" id="{4FA73C1A-A534-4CF7-A98F-33713E21975C}"/>
              </a:ext>
            </a:extLst>
          </p:cNvPr>
          <p:cNvSpPr>
            <a:spLocks noGrp="1"/>
          </p:cNvSpPr>
          <p:nvPr/>
        </p:nvSpPr>
        <p:spPr>
          <a:xfrm>
            <a:off x="1170781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7" name="object-187">
            <a:extLst>
              <a:ext uri="{FF2B5EF4-FFF2-40B4-BE49-F238E27FC236}">
                <a16:creationId xmlns:a16="http://schemas.microsoft.com/office/drawing/2014/main" id="{8176CFC3-38B0-400F-A25C-3EB4DAB0F745}"/>
              </a:ext>
            </a:extLst>
          </p:cNvPr>
          <p:cNvSpPr>
            <a:spLocks noGrp="1"/>
          </p:cNvSpPr>
          <p:nvPr/>
        </p:nvSpPr>
        <p:spPr>
          <a:xfrm>
            <a:off x="11816953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8" name="object-188">
            <a:extLst>
              <a:ext uri="{FF2B5EF4-FFF2-40B4-BE49-F238E27FC236}">
                <a16:creationId xmlns:a16="http://schemas.microsoft.com/office/drawing/2014/main" id="{1B5A96E0-6F49-4546-BE53-003A3CA40297}"/>
              </a:ext>
            </a:extLst>
          </p:cNvPr>
          <p:cNvSpPr>
            <a:spLocks noGrp="1"/>
          </p:cNvSpPr>
          <p:nvPr/>
        </p:nvSpPr>
        <p:spPr>
          <a:xfrm>
            <a:off x="1192609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9" name="object-189">
            <a:extLst>
              <a:ext uri="{FF2B5EF4-FFF2-40B4-BE49-F238E27FC236}">
                <a16:creationId xmlns:a16="http://schemas.microsoft.com/office/drawing/2014/main" id="{6CE323A5-2046-4A4D-80BD-060813E1BD67}"/>
              </a:ext>
            </a:extLst>
          </p:cNvPr>
          <p:cNvSpPr>
            <a:spLocks noGrp="1"/>
          </p:cNvSpPr>
          <p:nvPr/>
        </p:nvSpPr>
        <p:spPr>
          <a:xfrm>
            <a:off x="12035234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0" name="object-190">
            <a:extLst>
              <a:ext uri="{FF2B5EF4-FFF2-40B4-BE49-F238E27FC236}">
                <a16:creationId xmlns:a16="http://schemas.microsoft.com/office/drawing/2014/main" id="{5D5C95BF-9B82-4884-943F-C5A89176C1E4}"/>
              </a:ext>
            </a:extLst>
          </p:cNvPr>
          <p:cNvSpPr>
            <a:spLocks noGrp="1"/>
          </p:cNvSpPr>
          <p:nvPr/>
        </p:nvSpPr>
        <p:spPr>
          <a:xfrm>
            <a:off x="12144375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1" name="object-191">
            <a:extLst>
              <a:ext uri="{FF2B5EF4-FFF2-40B4-BE49-F238E27FC236}">
                <a16:creationId xmlns:a16="http://schemas.microsoft.com/office/drawing/2014/main" id="{C4496954-9556-4F45-A9B9-C19901E366C6}"/>
              </a:ext>
            </a:extLst>
          </p:cNvPr>
          <p:cNvSpPr>
            <a:spLocks noGrp="1"/>
          </p:cNvSpPr>
          <p:nvPr/>
        </p:nvSpPr>
        <p:spPr>
          <a:xfrm>
            <a:off x="1225351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2" name="object-192">
            <a:extLst>
              <a:ext uri="{FF2B5EF4-FFF2-40B4-BE49-F238E27FC236}">
                <a16:creationId xmlns:a16="http://schemas.microsoft.com/office/drawing/2014/main" id="{07688136-3459-40EA-BF13-36A0143B486F}"/>
              </a:ext>
            </a:extLst>
          </p:cNvPr>
          <p:cNvSpPr>
            <a:spLocks noGrp="1"/>
          </p:cNvSpPr>
          <p:nvPr/>
        </p:nvSpPr>
        <p:spPr>
          <a:xfrm>
            <a:off x="12362656" y="4048125"/>
            <a:ext cx="109141" cy="547688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3" name="object-193">
            <a:extLst>
              <a:ext uri="{FF2B5EF4-FFF2-40B4-BE49-F238E27FC236}">
                <a16:creationId xmlns:a16="http://schemas.microsoft.com/office/drawing/2014/main" id="{19746E04-522D-4CFF-B5F5-7FE0F0B515D0}"/>
              </a:ext>
            </a:extLst>
          </p:cNvPr>
          <p:cNvSpPr>
            <a:spLocks noGrp="1"/>
          </p:cNvSpPr>
          <p:nvPr/>
        </p:nvSpPr>
        <p:spPr>
          <a:xfrm>
            <a:off x="12471797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4" name="object-194">
            <a:extLst>
              <a:ext uri="{FF2B5EF4-FFF2-40B4-BE49-F238E27FC236}">
                <a16:creationId xmlns:a16="http://schemas.microsoft.com/office/drawing/2014/main" id="{CD209E90-BBDA-46C9-8E4B-4B94E6582895}"/>
              </a:ext>
            </a:extLst>
          </p:cNvPr>
          <p:cNvSpPr>
            <a:spLocks noGrp="1"/>
          </p:cNvSpPr>
          <p:nvPr/>
        </p:nvSpPr>
        <p:spPr>
          <a:xfrm>
            <a:off x="12580937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5" name="object-195">
            <a:extLst>
              <a:ext uri="{FF2B5EF4-FFF2-40B4-BE49-F238E27FC236}">
                <a16:creationId xmlns:a16="http://schemas.microsoft.com/office/drawing/2014/main" id="{7863C4AE-0516-426D-A531-93DC2B777319}"/>
              </a:ext>
            </a:extLst>
          </p:cNvPr>
          <p:cNvSpPr>
            <a:spLocks noGrp="1"/>
          </p:cNvSpPr>
          <p:nvPr/>
        </p:nvSpPr>
        <p:spPr>
          <a:xfrm>
            <a:off x="12690078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6" name="object-196">
            <a:extLst>
              <a:ext uri="{FF2B5EF4-FFF2-40B4-BE49-F238E27FC236}">
                <a16:creationId xmlns:a16="http://schemas.microsoft.com/office/drawing/2014/main" id="{336475AF-DAEC-49AD-B694-CD1D003543E3}"/>
              </a:ext>
            </a:extLst>
          </p:cNvPr>
          <p:cNvSpPr>
            <a:spLocks noGrp="1"/>
          </p:cNvSpPr>
          <p:nvPr/>
        </p:nvSpPr>
        <p:spPr>
          <a:xfrm>
            <a:off x="12799219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7" name="object-197">
            <a:extLst>
              <a:ext uri="{FF2B5EF4-FFF2-40B4-BE49-F238E27FC236}">
                <a16:creationId xmlns:a16="http://schemas.microsoft.com/office/drawing/2014/main" id="{300BF8B0-915A-4C3C-8912-9F06A80048E0}"/>
              </a:ext>
            </a:extLst>
          </p:cNvPr>
          <p:cNvSpPr>
            <a:spLocks noGrp="1"/>
          </p:cNvSpPr>
          <p:nvPr/>
        </p:nvSpPr>
        <p:spPr>
          <a:xfrm>
            <a:off x="12908359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8" name="object-198">
            <a:extLst>
              <a:ext uri="{FF2B5EF4-FFF2-40B4-BE49-F238E27FC236}">
                <a16:creationId xmlns:a16="http://schemas.microsoft.com/office/drawing/2014/main" id="{566EB926-0D81-4C64-9E7C-A4948A3E38DF}"/>
              </a:ext>
            </a:extLst>
          </p:cNvPr>
          <p:cNvSpPr>
            <a:spLocks noGrp="1"/>
          </p:cNvSpPr>
          <p:nvPr/>
        </p:nvSpPr>
        <p:spPr>
          <a:xfrm>
            <a:off x="13017500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9" name="object-199">
            <a:extLst>
              <a:ext uri="{FF2B5EF4-FFF2-40B4-BE49-F238E27FC236}">
                <a16:creationId xmlns:a16="http://schemas.microsoft.com/office/drawing/2014/main" id="{862BE3CF-E281-43C8-BDB5-A75F661CDA47}"/>
              </a:ext>
            </a:extLst>
          </p:cNvPr>
          <p:cNvSpPr>
            <a:spLocks noGrp="1"/>
          </p:cNvSpPr>
          <p:nvPr/>
        </p:nvSpPr>
        <p:spPr>
          <a:xfrm>
            <a:off x="13126641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0" name="object-200">
            <a:extLst>
              <a:ext uri="{FF2B5EF4-FFF2-40B4-BE49-F238E27FC236}">
                <a16:creationId xmlns:a16="http://schemas.microsoft.com/office/drawing/2014/main" id="{98688372-5AB6-4D1B-9955-882A9D320AC4}"/>
              </a:ext>
            </a:extLst>
          </p:cNvPr>
          <p:cNvSpPr>
            <a:spLocks noGrp="1"/>
          </p:cNvSpPr>
          <p:nvPr/>
        </p:nvSpPr>
        <p:spPr>
          <a:xfrm>
            <a:off x="13235781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1" name="object-201">
            <a:extLst>
              <a:ext uri="{FF2B5EF4-FFF2-40B4-BE49-F238E27FC236}">
                <a16:creationId xmlns:a16="http://schemas.microsoft.com/office/drawing/2014/main" id="{67C56C41-1A78-4C04-BA63-39D47385342D}"/>
              </a:ext>
            </a:extLst>
          </p:cNvPr>
          <p:cNvSpPr>
            <a:spLocks noGrp="1"/>
          </p:cNvSpPr>
          <p:nvPr/>
        </p:nvSpPr>
        <p:spPr>
          <a:xfrm>
            <a:off x="13344922" y="4048125"/>
            <a:ext cx="109141" cy="547688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2" name="object-202">
            <a:extLst>
              <a:ext uri="{FF2B5EF4-FFF2-40B4-BE49-F238E27FC236}">
                <a16:creationId xmlns:a16="http://schemas.microsoft.com/office/drawing/2014/main" id="{02CF16CF-2D02-4ACE-8020-EF09874E21D6}"/>
              </a:ext>
            </a:extLst>
          </p:cNvPr>
          <p:cNvSpPr>
            <a:spLocks noGrp="1"/>
          </p:cNvSpPr>
          <p:nvPr/>
        </p:nvSpPr>
        <p:spPr>
          <a:xfrm>
            <a:off x="12263438" y="4607719"/>
            <a:ext cx="1905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87/24</a:t>
            </a:r>
          </a:p>
        </p:txBody>
      </p:sp>
      <p:sp>
        <p:nvSpPr>
          <p:cNvPr id="203" name="object-203">
            <a:extLst>
              <a:ext uri="{FF2B5EF4-FFF2-40B4-BE49-F238E27FC236}">
                <a16:creationId xmlns:a16="http://schemas.microsoft.com/office/drawing/2014/main" id="{CFC1AA1B-EACA-4980-8723-DA7DA6265FD7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43/12 &lt; 29/8</a:t>
            </a:r>
          </a:p>
        </p:txBody>
      </p:sp>
    </p:spTree>
    <p:extLst>
      <p:ext uri="{BB962C8B-B14F-4D97-AF65-F5344CB8AC3E}">
        <p14:creationId xmlns:p14="http://schemas.microsoft.com/office/powerpoint/2010/main" val="914897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202" grpId="0"/>
      <p:bldP spid="20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9CB13F7A-614F-4133-87AF-224D80F5FF1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1FD4502-88CF-4C5A-9E3D-885B293BBFF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AB2BB65-9CF2-4327-89DA-808E0932EFB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A357262-061E-4C36-A7A7-EA9AB90D2C3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E08C45B-A5E7-4D9E-A979-8883FFE212F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Compare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B45BD59-E8B6-4D54-A00D-3390EC3FA69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820AC4F-918A-4705-99FE-FD5A05EDAF89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E8402ED-FB44-445F-9FF5-83D7421B819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5F77F36-8DE1-470A-9ABC-AC7E341CF663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7E5AE86-6438-4E69-A78C-744B778146EA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E304888-A09F-402D-BEDF-641A863DC2F3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00BF1A1-5C0C-4D40-8B2D-2D0D051CA717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663CFC9-CDA3-45D9-AB90-3B6093112DC3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1A954DB-2AF6-46D2-8BB3-B693C815418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Which is greater, 7/12 or 5/8?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DB6F1F9-220C-414C-9C78-E79CF029F445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8B66565-1374-442E-8157-F9CEA5C882E1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Order 2/3, 3/4 and 5/6 from least to greatest.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1C9A5C2-D04B-4426-907C-4013A369FC7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2E01DD3-49C7-44D5-8C18-E8F9853AC0A4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Give a fraction between 3/5 and 2/3.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A6780B5-3BA0-4653-BC6B-2CE4AF5C9FE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9AC5EB0-036E-439F-93F5-0E8018C2182B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Write 5/6 with denominator 24.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F48CC71-99C7-4235-9EF5-A06150098B5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8E73860-D7EF-473C-9FED-5357EF235CAC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compares fractions by looking only at the denominators.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3F4F025-DE9E-4041-8A0B-D4CC0A81F49C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8CAE76E-048D-480C-806A-4FF0567AE47D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0970D3A-93FC-4960-907E-FA1CBAC1EEC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FFC86CC-7641-434A-8A2A-08DE95C2D74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Give a fraction between 3/5 and 2/3.</a:t>
            </a:r>
          </a:p>
        </p:txBody>
      </p:sp>
    </p:spTree>
    <p:extLst>
      <p:ext uri="{BB962C8B-B14F-4D97-AF65-F5344CB8AC3E}">
        <p14:creationId xmlns:p14="http://schemas.microsoft.com/office/powerpoint/2010/main" val="1073844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0803CD6E-6B00-42D8-8C6A-54C330E0F89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7BE94A0-F07E-40B6-B568-42ACBCACA27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C2D5F3F-5EBF-4A72-845A-6447171A33B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86726DC-3ADC-4289-8694-D05368CBA77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Compare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B6914E8-9B72-40EC-B3CF-CCEFF07F568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621ACF3-F357-413B-9A6E-3926B7F2980B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F1C2EE9-3E79-4FBD-AC3D-0D9BCEE567E5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5/8 because 7/12 = 14/24 and 5/8 = 15/24.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70358CD-6510-4EEB-9D82-6EA712FB00B2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0546EE6-85FE-400F-AD0E-76FBEF9789B3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2/3, 3/4, 5/6.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F7A066B-F0AB-4E6A-8EE9-CC91E6AD69C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46BE7B8-1721-48BC-BBC4-929295529FC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5/8 is one possible answer.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7A8D8A0-2CCE-448A-BF7A-BFCCA61B21E9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598DA89-46D0-4889-9728-E28B7D6514A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5/8 because 7/12 = 14/24 and 5/8 = 15/24.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33C40A1-0EA2-45BC-8EE4-7C4538D5E2E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45A2A80-77C9-4A78-A819-2F9A74605C95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2/3, 3/4, 5/6.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8C607D7-5B55-420E-9100-F2981EA859C8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3E941B5-2639-4F16-9BF2-EA5F80E3B21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5/8 is one possible answer.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CC70169-35DD-4C39-824D-EDEF6063BDD4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81F0072-1DA3-4995-9E45-B61241E5022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20/24.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4D14AF5-697D-4CE3-8D15-D324840B5D1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59A1A10-E22E-4A41-BEAC-901F7C10C5D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D8F7388-8702-4E88-A95F-F16F827E231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A95A548-1F0E-4F07-A625-4522B62A827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62F3629-EB1A-48DC-B840-4F8CA322756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4EC5403-F666-4951-A362-A6B0DC3082A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7167672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852</Words>
  <Application>Microsoft Office PowerPoint</Application>
  <DocSecurity>0</DocSecurity>
  <PresentationFormat>Custom</PresentationFormat>
  <Paragraphs>106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2026-09-14T13:19:11Z</dcterms:created>
  <dcterms:modified xsi:type="dcterms:W3CDTF">2026-09-14T13:19:31Z</dcterms:modified>
</cp:coreProperties>
</file>