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15d76bc9f64750" /><Relationship Type="http://schemas.openxmlformats.org/officeDocument/2006/relationships/extended-properties" Target="/docProps/app.xml" Id="R89650849ead54c29" /><Relationship Type="http://schemas.openxmlformats.org/officeDocument/2006/relationships/officeDocument" Target="/ppt/presentation.xml" Id="Rfa5e777af2ee49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cba02b3c3148ba"/>
  </p:sldMasterIdLst>
  <p:notesMasterIdLst>
    <p:notesMasterId xmlns:r="http://schemas.openxmlformats.org/officeDocument/2006/relationships" r:id="R24c3dda0e3314508"/>
  </p:notesMasterIdLst>
  <p:sldIdLst>
    <p:sldId xmlns:r="http://schemas.openxmlformats.org/officeDocument/2006/relationships" id="256" r:id="Re0f4f8e74c334e46"/>
    <p:sldId xmlns:r="http://schemas.openxmlformats.org/officeDocument/2006/relationships" id="257" r:id="R2920094dad104028"/>
    <p:sldId xmlns:r="http://schemas.openxmlformats.org/officeDocument/2006/relationships" id="258" r:id="R6e4647b6da304d3d"/>
    <p:sldId xmlns:r="http://schemas.openxmlformats.org/officeDocument/2006/relationships" id="259" r:id="R9fd3c3d7cc084ff5"/>
    <p:sldId xmlns:r="http://schemas.openxmlformats.org/officeDocument/2006/relationships" id="260" r:id="R018d8934146042ef"/>
    <p:sldId xmlns:r="http://schemas.openxmlformats.org/officeDocument/2006/relationships" id="261" r:id="Ra6e50f721c0640dd"/>
    <p:sldId xmlns:r="http://schemas.openxmlformats.org/officeDocument/2006/relationships" id="262" r:id="Ra202f460a60048d4"/>
    <p:sldId xmlns:r="http://schemas.openxmlformats.org/officeDocument/2006/relationships" id="263" r:id="Re3a5177055044bfd"/>
    <p:sldId xmlns:r="http://schemas.openxmlformats.org/officeDocument/2006/relationships" id="264" r:id="Rd5a3f922a9af41b1"/>
    <p:sldId xmlns:r="http://schemas.openxmlformats.org/officeDocument/2006/relationships" id="265" r:id="R78f59ac56dca4745"/>
    <p:sldId xmlns:r="http://schemas.openxmlformats.org/officeDocument/2006/relationships" id="266" r:id="R202f60e80811475b"/>
    <p:sldId xmlns:r="http://schemas.openxmlformats.org/officeDocument/2006/relationships" id="267" r:id="Ra7fbab296c7c43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577408635241ba" /><Relationship Type="http://schemas.openxmlformats.org/officeDocument/2006/relationships/slideMaster" Target="/ppt/slideMasters/slideMaster1.xml" Id="R3ccba02b3c3148ba" /><Relationship Type="http://schemas.openxmlformats.org/officeDocument/2006/relationships/notesMaster" Target="/ppt/notesMasters/notesMaster1.xml" Id="R24c3dda0e3314508" /><Relationship Type="http://schemas.openxmlformats.org/officeDocument/2006/relationships/presProps" Target="/ppt/presProps.xml" Id="Ra205c9e72c5a443e" /><Relationship Type="http://schemas.openxmlformats.org/officeDocument/2006/relationships/tableStyles" Target="/ppt/tableStyles.xml" Id="R7219ffe8368f4fbd" /><Relationship Type="http://schemas.openxmlformats.org/officeDocument/2006/relationships/slide" Target="/ppt/slides/slide1.xml" Id="Re0f4f8e74c334e46" /><Relationship Type="http://schemas.openxmlformats.org/officeDocument/2006/relationships/slide" Target="/ppt/slides/slide2.xml" Id="R2920094dad104028" /><Relationship Type="http://schemas.openxmlformats.org/officeDocument/2006/relationships/slide" Target="/ppt/slides/slide3.xml" Id="R6e4647b6da304d3d" /><Relationship Type="http://schemas.openxmlformats.org/officeDocument/2006/relationships/slide" Target="/ppt/slides/slide4.xml" Id="R9fd3c3d7cc084ff5" /><Relationship Type="http://schemas.openxmlformats.org/officeDocument/2006/relationships/slide" Target="/ppt/slides/slide5.xml" Id="R018d8934146042ef" /><Relationship Type="http://schemas.openxmlformats.org/officeDocument/2006/relationships/slide" Target="/ppt/slides/slide6.xml" Id="Ra6e50f721c0640dd" /><Relationship Type="http://schemas.openxmlformats.org/officeDocument/2006/relationships/slide" Target="/ppt/slides/slide7.xml" Id="Ra202f460a60048d4" /><Relationship Type="http://schemas.openxmlformats.org/officeDocument/2006/relationships/slide" Target="/ppt/slides/slide8.xml" Id="Re3a5177055044bfd" /><Relationship Type="http://schemas.openxmlformats.org/officeDocument/2006/relationships/slide" Target="/ppt/slides/slide9.xml" Id="Rd5a3f922a9af41b1" /><Relationship Type="http://schemas.openxmlformats.org/officeDocument/2006/relationships/slide" Target="/ppt/slides/slide10.xml" Id="R78f59ac56dca4745" /><Relationship Type="http://schemas.openxmlformats.org/officeDocument/2006/relationships/slide" Target="/ppt/slides/slide11.xml" Id="R202f60e80811475b" /><Relationship Type="http://schemas.openxmlformats.org/officeDocument/2006/relationships/slide" Target="/ppt/slides/slide12.xml" Id="Ra7fbab296c7c43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3340a9490743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fe81951ce14f66" /><Relationship Type="http://schemas.openxmlformats.org/officeDocument/2006/relationships/notesMaster" Target="/ppt/notesMasters/notesMaster1.xml" Id="Rf83b29b9f6b640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4a24a90ed14d12" /><Relationship Type="http://schemas.openxmlformats.org/officeDocument/2006/relationships/notesMaster" Target="/ppt/notesMasters/notesMaster1.xml" Id="R705a63d899c542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801a2fc386445e" /><Relationship Type="http://schemas.openxmlformats.org/officeDocument/2006/relationships/notesMaster" Target="/ppt/notesMasters/notesMaster1.xml" Id="R7afa2bd0ef834f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86836507fb41b6" /><Relationship Type="http://schemas.openxmlformats.org/officeDocument/2006/relationships/notesMaster" Target="/ppt/notesMasters/notesMaster1.xml" Id="R80cba7d37b2845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c84b07b51f4aa7" /><Relationship Type="http://schemas.openxmlformats.org/officeDocument/2006/relationships/notesMaster" Target="/ppt/notesMasters/notesMaster1.xml" Id="R4619c5cb06a449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92cacacc314994" /><Relationship Type="http://schemas.openxmlformats.org/officeDocument/2006/relationships/notesMaster" Target="/ppt/notesMasters/notesMaster1.xml" Id="Rbf0df8c5a8104e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ce50652f214ec4" /><Relationship Type="http://schemas.openxmlformats.org/officeDocument/2006/relationships/notesMaster" Target="/ppt/notesMasters/notesMaster1.xml" Id="R911dac40bc8c44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5b2c6a8056491b" /><Relationship Type="http://schemas.openxmlformats.org/officeDocument/2006/relationships/notesMaster" Target="/ppt/notesMasters/notesMaster1.xml" Id="Rf7d77597470345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d0515c2ad0432f" /><Relationship Type="http://schemas.openxmlformats.org/officeDocument/2006/relationships/notesMaster" Target="/ppt/notesMasters/notesMaster1.xml" Id="Rbc318981c4b94d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3a7182cd934c80" /><Relationship Type="http://schemas.openxmlformats.org/officeDocument/2006/relationships/notesMaster" Target="/ppt/notesMasters/notesMaster1.xml" Id="R7f9b9b8cfee844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f722532dc84130" /><Relationship Type="http://schemas.openxmlformats.org/officeDocument/2006/relationships/notesMaster" Target="/ppt/notesMasters/notesMaster1.xml" Id="R4e64d96fdd514b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60e441aef54b77" /><Relationship Type="http://schemas.openxmlformats.org/officeDocument/2006/relationships/notesMaster" Target="/ppt/notesMasters/notesMaster1.xml" Id="R4beaada21b7b4b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Fraction strips, multiplication grid, factor cards, number lines,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2/3, 3/4, 5/6. | Identify useful common factors or a common denominator. | Convert the fractions to equivalent forms or use a shared benchmark before comparing.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numerator, denominator, equivalent, simplify, common factor, common denominator.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5/8 because 7/12 = 14/24 and 5/8 = 15/24.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2/3, 3/4, 5/6.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Convert the fractions to equivalent forms or use a shared benchmark before comparing.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2/3, 3/4, 5/6..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5/8 is one possible answer..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20/24.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5/8 is one possible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5/8 is one possible answer. | Convert the fractions to equivalent forms or use a shared benchmark before comparing.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e33d55a94b41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77c40b0dac4d51" /><Relationship Type="http://schemas.openxmlformats.org/officeDocument/2006/relationships/slideLayout" Target="/ppt/slideLayouts/slideLayout1.xml" Id="R70e597d32f2341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e597d32f2341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a082e01ca4994" /><Relationship Type="http://schemas.openxmlformats.org/officeDocument/2006/relationships/notesSlide" Target="/ppt/notesSlides/notesSlide1.xml" Id="Rb4498450183d48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6302bbf544c59" /><Relationship Type="http://schemas.openxmlformats.org/officeDocument/2006/relationships/notesSlide" Target="/ppt/notesSlides/notesSlide2.xml" Id="R761f5f64cc4e4d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26aebea3a4b15" /><Relationship Type="http://schemas.openxmlformats.org/officeDocument/2006/relationships/notesSlide" Target="/ppt/notesSlides/notesSlide3.xml" Id="R0a1b9c8205e041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fe8f4d0c74a4f" /><Relationship Type="http://schemas.openxmlformats.org/officeDocument/2006/relationships/notesSlide" Target="/ppt/notesSlides/notesSlide4.xml" Id="R554c91ce901341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847ea843c453d" /><Relationship Type="http://schemas.openxmlformats.org/officeDocument/2006/relationships/notesSlide" Target="/ppt/notesSlides/notesSlide5.xml" Id="Rd7a9ba79c36046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36396948a4edd" /><Relationship Type="http://schemas.openxmlformats.org/officeDocument/2006/relationships/notesSlide" Target="/ppt/notesSlides/notesSlide6.xml" Id="Ra5b1ff88891640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7f96bfa7541db" /><Relationship Type="http://schemas.openxmlformats.org/officeDocument/2006/relationships/image" Target="/ppt/media/image.png" Id="Rfbae1438b0b14bb8" /><Relationship Type="http://schemas.openxmlformats.org/officeDocument/2006/relationships/notesSlide" Target="/ppt/notesSlides/notesSlide7.xml" Id="R5e7acfb61bc548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544fd9e784a54" /><Relationship Type="http://schemas.openxmlformats.org/officeDocument/2006/relationships/notesSlide" Target="/ppt/notesSlides/notesSlide8.xml" Id="R3f343c1a297a45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2fb425c334a7e" /><Relationship Type="http://schemas.openxmlformats.org/officeDocument/2006/relationships/notesSlide" Target="/ppt/notesSlides/notesSlide9.xml" Id="R08a108664b4a43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d9d2609424ca4" /><Relationship Type="http://schemas.openxmlformats.org/officeDocument/2006/relationships/notesSlide" Target="/ppt/notesSlides/notesSlide10.xml" Id="Rb4483a1561ec40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ff545d4cb47ca" /><Relationship Type="http://schemas.openxmlformats.org/officeDocument/2006/relationships/notesSlide" Target="/ppt/notesSlides/notesSlide11.xml" Id="Rde5f1c65ae7441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cd99ca87a41ac" /><Relationship Type="http://schemas.openxmlformats.org/officeDocument/2006/relationships/notesSlide" Target="/ppt/notesSlides/notesSlide12.xml" Id="Rf09966d3efe64f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B26F03-12CC-44AF-BF48-484C3F2A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652FE-5715-48EC-B5E3-500839A4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F547C-30F5-4739-AF77-9BDA8873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A1813-CB32-45B5-8DA4-6C786C49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3EAB8-9973-4D4A-9F69-BDAC84EB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fractions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9FDEB-714C-4C14-B848-BDEB325D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65840-181C-4D9C-AC94-DCD005F7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60615-067B-4B5E-8FC9-CC405DBD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24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compare fractions using a common denominator or numerator.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1A448F-1B8F-4367-B926-22DDE1F6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3D197-FB73-4721-9D78-E835B177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Fraction strips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6514E-D5A0-4557-96E2-66CDB9DE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6247944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8E56E3-E3D6-451D-BF2E-96D2A7BA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6C7E9-94D5-4758-8850-4B599550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0278D-5707-422D-BB90-DF2EA023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AF9CA-A5F6-4B84-A459-1DE8AC8D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7700C-7DF9-4947-BE5C-AAFB6E55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37365-6050-45F5-AFBC-3B136C35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8D866-B3E0-455E-9FE2-36DEC1D3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5431B-BA57-4445-B471-7D6E338C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8846B-F8E3-4159-BCD2-3F7C9BBD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3CE33-1F78-44E2-B465-977FE587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9DF10B-FF39-4908-9EE4-736C48F1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0797BC-34D6-4F0B-9295-2222B2CB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E7FF9E-8C75-4496-A0BD-C2D26C10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Recognise equivalent fractions and use common factors and multiples.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55429-C8B4-40A7-B6FD-30C3D9A3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8FA015-9CC6-4CC8-A6B6-31F35F09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1B9CC7-6FF5-4015-A566-90932FA5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8ED0B6-DEDA-4C9F-BC74-63F3B8C7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Order 2/3, 3/4 and 5/6 from least to greatest.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D7CC0D-A746-48BD-873E-1B0CF6F5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FE9831-77CF-4974-8F6B-EB502BB0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10D325-B54E-4CBF-B2C8-2C1B3A45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F28FA5-0AA0-41A3-8EB3-59713A7B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Which is greater, 7/12 or 5/8?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56F6D9-D11F-48AA-9F07-3CC22158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86004347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3746BC-2BC4-43A4-A9A5-8CF992D0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FD7CB-7F5C-4462-86BB-ACBA2534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08284-B19E-4330-AA71-F7CCAA4E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CCB9F-A3FE-4862-A8B2-941385FB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C442E-F268-4183-B584-2BBABB70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37853-9AA8-4C86-9DDB-7C8727D3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D7562-A711-4ADA-A6FF-A1A8A1DA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8E639-96EE-4E12-9C49-DA00CF33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9D64E-F071-4318-8E4B-4F8D2FCD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4A655-B36A-42DE-8681-E834F228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compare fractions using a common denominator or numerator.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33893-C9FD-474C-9BE1-DD1F8CEE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F9FB8-D4DC-442B-9092-E06A22A6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Identify useful common factors or a common denominator.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A10CF3-7A56-4308-AB65-772954CB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Convert or simplify without changing the fraction's value.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0CA971-040D-4393-9EFE-8BEB4A65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Compare the new forms and justify the conclusion.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314A56-DED3-43BD-B500-BB8DC3FD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numerator  |  denominator  |  equivalent  |  simplify  |  common factor  |  common denominator</a:t>
            </a:r>
          </a:p>
        </p:txBody>
      </p:sp>
    </p:spTree>
    <p:extLst>
      <p:ext uri="{BB962C8B-B14F-4D97-AF65-F5344CB8AC3E}">
        <p14:creationId xmlns:p14="http://schemas.microsoft.com/office/powerpoint/2010/main" val="78668052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AFE903-6579-45E3-AB58-EBC59648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A2F3C-5091-473E-BF98-C178E86F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09080-1C80-403C-A232-763F0365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B0598-F7BC-4E1E-B9C7-E46A371C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2EA2D-362A-45A1-B470-B4F94CCD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E5CB9-AE2F-426D-8221-7C1EACE8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E981E-0DC6-40FB-883F-EB6C10C4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9CDA8-BAA2-4D0C-A942-08D83CD3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5CD1C3-5C59-409D-A3E3-F6000FDB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98659-318F-430D-8FF0-9C9DF0DE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is greater, 7/12 or 5/8?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C4BAA-6DC3-4E50-89B2-5DD2926C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8D855-1FA4-4152-872E-3C34999E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93F085-2ABC-41C2-90DC-373A9B17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7/12 and 5/8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98ED3-4BA5-4197-A484-327055D6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EB1880-6118-4C2C-9850-CF6D834F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4048EE-25C5-4B1A-87BF-491CA54C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Common denominator = 24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066D93-62FA-45B5-9640-212F3D54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24E88A-2802-476E-B141-C4C6FC59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8738A-2BD7-4EFA-89C2-2FDAA26A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7/12 = 14/24     5/8 = 15/24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5C54D3-A9C0-46E2-A49C-54B29D1C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790DE5-8E35-4783-A579-339BE29E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711030-9FF5-4FE5-A4E6-4355D5BF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15/24 &gt; 14/24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17283A-B060-4FCC-AD0A-D834A9CC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092388-9569-4BDD-A5F8-979154A9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E9BBF7-395E-47C0-ACBF-EBEE753B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5/8 is greater</a:t>
            </a:r>
          </a:p>
        </p:txBody>
      </p:sp>
    </p:spTree>
    <p:extLst>
      <p:ext uri="{BB962C8B-B14F-4D97-AF65-F5344CB8AC3E}">
        <p14:creationId xmlns:p14="http://schemas.microsoft.com/office/powerpoint/2010/main" val="169227757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7D2350-3261-4F39-A6FE-65D34A4F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AE2FC-BF87-4AC1-9ED9-805AB230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4005F-CEEE-4ABF-81CD-5AE5A850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ADC72-6E60-4847-9110-DA9C1228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3E022-F787-4389-BE81-A62A4B5C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06B52-C9D6-4877-B56E-886DBA22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C66D0-CE49-49EF-B4C4-84D62BF2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75E8B-59C3-4F34-8270-DDA81FB5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4E97B-AD15-42AB-95E5-21071A99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274BAC-0EFD-45BB-886A-9534116F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86ECDE-C943-4ACD-8B47-DDA3462F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5/8 because 7/12 = 14/24 and 5/8 = 15/24.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77AB6-9CBF-465A-BACC-84F33E07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48394C-2198-4804-8B1B-6F2DEEFA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Compare the new forms and justify the conclusion.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1FBE13-405B-42AE-9D1A-A8726325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93760958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F45468-5056-48ED-8309-A7D8398C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31078-2512-4B2D-89B8-01300FF8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52D6B-D3C9-406F-ADBB-1CF6A491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794B5-17F4-4323-AB7E-AB4C1287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955CF-F03C-4CA1-B9A7-54A42FE6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23267-1B44-440C-AA22-9CCF4BD0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784E5-D564-4173-8FC3-EAC15C21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CB80B-9247-46DF-9ED6-1D9FF50B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4B563-A398-4C55-B069-D2CEA429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EA6740-75EF-4FB6-B74A-8D421B2D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Order 2/3, 3/4 and 5/6 from least to greatest.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C33C0-BBFA-4B6B-95C5-DDE63F44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AAD91-0241-4661-82CD-40943459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0EC2EB-710D-4B79-8E2A-4DF40D6F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016E4F-A576-42CE-A797-D10DCFA3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6744F-B730-43A1-A09D-65BC94FF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2/3, 3/4, 5/6.</a:t>
            </a:r>
          </a:p>
        </p:txBody>
      </p:sp>
    </p:spTree>
    <p:extLst>
      <p:ext uri="{BB962C8B-B14F-4D97-AF65-F5344CB8AC3E}">
        <p14:creationId xmlns:p14="http://schemas.microsoft.com/office/powerpoint/2010/main" val="128970565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FD35C9-E821-4C38-BEB1-869FB1A7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809BE-AF00-4FF5-BF0C-BF94D8B5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2793E-A065-425D-8EAC-439855D1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D90F1-51E5-42DC-A937-DA12EA72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F33C8-F561-4335-BCCA-66AEA340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2C619-54B9-44B0-A375-2E944FA2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4C2B8-65C9-4272-ABF8-89EE8C4A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C1443C-0742-4509-92B3-7BCA839A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8127D-AD83-48B1-A78A-0C963673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fractions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ae1438b0b14bb8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8FC4F-3096-4749-BFF1-0F11A759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E290B-8160-41BF-955F-8D64B4EA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compares fractions by looking only at the denominators.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CC623-2337-41A2-8D22-6F547E10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1B68A-6F65-4C60-A445-78BB888C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CF9BB8-FC56-416B-AE35-528345F8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Convert the fractions to equivalent forms or use a shared benchmark before comparing.</a:t>
            </a:r>
          </a:p>
        </p:txBody>
      </p:sp>
    </p:spTree>
    <p:extLst>
      <p:ext uri="{BB962C8B-B14F-4D97-AF65-F5344CB8AC3E}">
        <p14:creationId xmlns:p14="http://schemas.microsoft.com/office/powerpoint/2010/main" val="67734788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65AE45-2879-4484-90E9-B3F7D2B3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0729F-57C0-4F5F-B989-8016436E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E2415-700C-4BF4-B598-A05375DC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89B02-C245-4DAC-9780-441E3EB2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42207-980B-482A-A195-510DDA0E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0D3D1-FA28-4747-B539-EB5FCCD3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DAF63-D223-47EE-A4AD-FBA3B43A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EED783-78C8-4DEA-95E7-4C6822EA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4F994-66BF-406A-8631-39EB73D3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06670-74E4-4CA6-AFDF-A75BEEC4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887830-27D0-4B32-B6B8-EA3A456B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19D85-7B47-4921-8171-07B446C5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07D05-EAD9-43B4-A703-49770345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Order 2/3, 3/4 and 5/6 from least to greatest.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A98D3E-8307-4A53-9247-893F753E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213A4E-06AC-40C4-A286-8A6E4031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2FB1A0-BFD9-45B9-9C92-36A8867E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52B964-FF2C-4C08-82EF-1ADDC71E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E9BAA7-2E27-40DC-8E93-CF7CD479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5085CA-8D40-4415-A74C-979B1ECE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C7F6EF-3CD5-4DA7-9CD3-7E52119F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BF27D7-D83B-4A30-9436-E66005BA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2/3, 3/4, 5/6.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0C0270-AA3D-4F75-92A0-0A2C8FAC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200293610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A76D7C-9970-48DD-9BDF-DBF4EE7B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A184C-CD31-49B4-B158-70E21A3A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39039-EEF6-4461-8284-7A6E1BD4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7F489-D941-4B75-AEC7-BF70D19E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064B6-B006-45BB-A84F-D29477D3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29B0B-2901-4C92-A814-36D45C77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CE771-2F87-4CA2-BC82-AF72C55F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FE176-A8C6-4B0D-9C12-680F5622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9FF37-2D26-48F5-9384-629E52B1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BB034-EA0C-46FD-9320-EF026DD2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8A74E4-EAF1-4EA8-B4F4-A8D768F0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B025BA-EC32-4F45-A512-A7CEDC79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BAD113-A669-40BB-9D07-234B7885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Give a fraction between 3/5 and 2/3.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470903-9A52-4456-B90C-0EDDE8F3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AC19A-B435-412D-B50A-E596977A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20AB3-8FBA-4DAF-B2BF-5299C936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BBE83E-ACEA-4050-B554-D201F3D8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9D2AE9-C863-43F4-AC02-784A356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F69CDD-40F6-4318-A92C-B6070F51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AC7815-BAB6-4D83-AF00-80362DC2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213392-D102-4F2B-8E68-16557023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0595473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509A7-0820-44E3-8A6A-7ED23A0F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06F47-47AE-4384-8C76-923374C8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68AC1-4352-4014-A0E2-35773125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D27D2-B3DE-49DE-99E4-1FA8840D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6B6D4-1F39-4270-B582-812044B3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AECE7-65D6-423A-898C-321E7594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DC466-235D-455E-95BC-38320DB7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EF709-F57A-4190-A622-3ECCEF58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F837A-2B43-45F8-8ECE-E9D99877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0747D3-13A5-4EB0-B692-C878B12B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Write 5/6 with denominator 24.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E2CBD2-D85D-4722-9172-D4D538A3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3CCBA1-EEC1-463B-952E-FA7A441A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674018-AA47-4332-B214-90A1DF9A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20/24.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96972749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58C0CA-CD69-4F74-B8AA-706DEC34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98718-3716-4DC1-A29E-D4F4CE64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092D2-0BF8-424D-A2C4-F8CF9DE0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417DA-1D58-4119-A624-3309294F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37FE6-42FA-4BA4-BBDE-114D9A6C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52DEA-ED0B-43B9-92DC-C5C2E25A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A1E39-1850-46A6-A50D-9F2BB37C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6CD23-95F0-447E-BF85-4FAFDE3A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DC878-A377-4533-B654-D79A9227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65DED9-0E42-4CD1-8751-4E7FAEEB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E920AB-1ECC-4826-8862-6C69996D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C69E5-0EFD-4FD1-A14B-0110B663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Give a fraction between 3/5 and 2/3.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5B9B9C-E34C-4B63-A3C2-17EEE831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2C06EA-9E8D-4B6C-AB49-9867668B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20386-E511-4D22-98A8-3AE45C3A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4E01DC-EF9B-4E39-8C93-F2B8AB75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72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5/8 is one possible answer.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D7C893-21F4-44B3-8B8D-DFDC4AF3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D3D6FD-4B38-4621-8F9B-6EE7BBCD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68348343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C610DB-B2DA-486C-9013-19A8170B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3AF95-9A48-411B-ADDB-2F533D76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A3926-B82E-45A7-A475-8DF3A5C8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FC29C6-8B89-4A84-A25C-61476FEB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573BC-B41B-4377-A74C-1364BBFB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A20C4-972E-4C3A-8147-9876EE22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8884D-E286-4820-BD5E-7CD0EC16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283DE-F735-49D3-BF4B-B7241354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CB2C25-25BB-452A-A19B-F950A151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DEA10B-E336-4380-9BBA-7CFFAEB1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C6AD2-680B-4B7D-AD48-97D44EE9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EB9D0-5749-4864-BBE8-28188207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8FB16E-9724-4314-A70F-C4B6AA6D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Give a fraction between 3/5 and 2/3.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CCF802-70F6-4DFE-B0D8-AAA98425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80406B-232B-430C-B901-4D997FB7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47D8FB-BE83-4122-B6FC-F33B629A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49F1CE-8794-44E1-9DB9-E9360BC6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compares fractions by looking only at the denominators.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37DC45-7DFD-4DCE-ABA1-0A46F10A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96D56E-18E2-496C-B47F-3B176298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E18136-B20A-4C91-AD5D-8E26D8F8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5F219A-CDD8-4380-9E71-26359507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38DE20-5C83-48EE-A56A-AA5D88A1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27686195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2026-09-09T22:13:27.2910000Z</dcterms:created>
  <dcterms:modified xsi:type="dcterms:W3CDTF">2026-09-09T22:13:27.2910000Z</dcterms:modified>
</coreProperties>
</file>