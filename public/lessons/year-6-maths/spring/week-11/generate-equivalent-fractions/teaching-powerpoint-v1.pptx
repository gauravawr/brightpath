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c3f891074f4960" /><Relationship Type="http://schemas.openxmlformats.org/officeDocument/2006/relationships/extended-properties" Target="/docProps/app.xml" Id="R46efd9b5db2a4a8c" /><Relationship Type="http://schemas.openxmlformats.org/officeDocument/2006/relationships/officeDocument" Target="/ppt/presentation.xml" Id="Re1115cdbf20f49c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57c4cbb40d4c67"/>
  </p:sldMasterIdLst>
  <p:notesMasterIdLst>
    <p:notesMasterId xmlns:r="http://schemas.openxmlformats.org/officeDocument/2006/relationships" r:id="R1d3d5c90cf0f4800"/>
  </p:notesMasterIdLst>
  <p:sldIdLst>
    <p:sldId xmlns:r="http://schemas.openxmlformats.org/officeDocument/2006/relationships" id="256" r:id="R1bc2343f0caf48f1"/>
    <p:sldId xmlns:r="http://schemas.openxmlformats.org/officeDocument/2006/relationships" id="257" r:id="Rec8e8c2d8c1d4aed"/>
    <p:sldId xmlns:r="http://schemas.openxmlformats.org/officeDocument/2006/relationships" id="258" r:id="Re9f1dfb3913a4fa8"/>
    <p:sldId xmlns:r="http://schemas.openxmlformats.org/officeDocument/2006/relationships" id="259" r:id="Rbee81ff6c24a4439"/>
    <p:sldId xmlns:r="http://schemas.openxmlformats.org/officeDocument/2006/relationships" id="260" r:id="Rf66371f56f24481e"/>
    <p:sldId xmlns:r="http://schemas.openxmlformats.org/officeDocument/2006/relationships" id="261" r:id="Rc9e68252999240c3"/>
    <p:sldId xmlns:r="http://schemas.openxmlformats.org/officeDocument/2006/relationships" id="262" r:id="R04817700a2e14d4d"/>
    <p:sldId xmlns:r="http://schemas.openxmlformats.org/officeDocument/2006/relationships" id="263" r:id="Ra3899e748c604a09"/>
    <p:sldId xmlns:r="http://schemas.openxmlformats.org/officeDocument/2006/relationships" id="264" r:id="Rf52b6b84cbbb4f2c"/>
    <p:sldId xmlns:r="http://schemas.openxmlformats.org/officeDocument/2006/relationships" id="265" r:id="R5b5829cb98c94611"/>
    <p:sldId xmlns:r="http://schemas.openxmlformats.org/officeDocument/2006/relationships" id="266" r:id="R644005c65dd34794"/>
    <p:sldId xmlns:r="http://schemas.openxmlformats.org/officeDocument/2006/relationships" id="267" r:id="R111524d9123841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20b5f330d64fb2" /><Relationship Type="http://schemas.openxmlformats.org/officeDocument/2006/relationships/slideMaster" Target="/ppt/slideMasters/slideMaster1.xml" Id="Re057c4cbb40d4c67" /><Relationship Type="http://schemas.openxmlformats.org/officeDocument/2006/relationships/notesMaster" Target="/ppt/notesMasters/notesMaster1.xml" Id="R1d3d5c90cf0f4800" /><Relationship Type="http://schemas.openxmlformats.org/officeDocument/2006/relationships/presProps" Target="/ppt/presProps.xml" Id="Rd3fc816216254efe" /><Relationship Type="http://schemas.openxmlformats.org/officeDocument/2006/relationships/tableStyles" Target="/ppt/tableStyles.xml" Id="R56ae144e7db148c1" /><Relationship Type="http://schemas.openxmlformats.org/officeDocument/2006/relationships/slide" Target="/ppt/slides/slide1.xml" Id="R1bc2343f0caf48f1" /><Relationship Type="http://schemas.openxmlformats.org/officeDocument/2006/relationships/slide" Target="/ppt/slides/slide2.xml" Id="Rec8e8c2d8c1d4aed" /><Relationship Type="http://schemas.openxmlformats.org/officeDocument/2006/relationships/slide" Target="/ppt/slides/slide3.xml" Id="Re9f1dfb3913a4fa8" /><Relationship Type="http://schemas.openxmlformats.org/officeDocument/2006/relationships/slide" Target="/ppt/slides/slide4.xml" Id="Rbee81ff6c24a4439" /><Relationship Type="http://schemas.openxmlformats.org/officeDocument/2006/relationships/slide" Target="/ppt/slides/slide5.xml" Id="Rf66371f56f24481e" /><Relationship Type="http://schemas.openxmlformats.org/officeDocument/2006/relationships/slide" Target="/ppt/slides/slide6.xml" Id="Rc9e68252999240c3" /><Relationship Type="http://schemas.openxmlformats.org/officeDocument/2006/relationships/slide" Target="/ppt/slides/slide7.xml" Id="R04817700a2e14d4d" /><Relationship Type="http://schemas.openxmlformats.org/officeDocument/2006/relationships/slide" Target="/ppt/slides/slide8.xml" Id="Ra3899e748c604a09" /><Relationship Type="http://schemas.openxmlformats.org/officeDocument/2006/relationships/slide" Target="/ppt/slides/slide9.xml" Id="Rf52b6b84cbbb4f2c" /><Relationship Type="http://schemas.openxmlformats.org/officeDocument/2006/relationships/slide" Target="/ppt/slides/slide10.xml" Id="R5b5829cb98c94611" /><Relationship Type="http://schemas.openxmlformats.org/officeDocument/2006/relationships/slide" Target="/ppt/slides/slide11.xml" Id="R644005c65dd34794" /><Relationship Type="http://schemas.openxmlformats.org/officeDocument/2006/relationships/slide" Target="/ppt/slides/slide12.xml" Id="R111524d9123841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9f284cd35f44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e4bb111f414f16" /><Relationship Type="http://schemas.openxmlformats.org/officeDocument/2006/relationships/notesMaster" Target="/ppt/notesMasters/notesMaster1.xml" Id="Racc37724f2a246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074dbdc46b4de7" /><Relationship Type="http://schemas.openxmlformats.org/officeDocument/2006/relationships/notesMaster" Target="/ppt/notesMasters/notesMaster1.xml" Id="R00538a112f5e4e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064e73d21347e6" /><Relationship Type="http://schemas.openxmlformats.org/officeDocument/2006/relationships/notesMaster" Target="/ppt/notesMasters/notesMaster1.xml" Id="R374ca36b3ad145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476e07c51d4fc1" /><Relationship Type="http://schemas.openxmlformats.org/officeDocument/2006/relationships/notesMaster" Target="/ppt/notesMasters/notesMaster1.xml" Id="Rb29ec217af2c4c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74d86d9d294ca7" /><Relationship Type="http://schemas.openxmlformats.org/officeDocument/2006/relationships/notesMaster" Target="/ppt/notesMasters/notesMaster1.xml" Id="R460ef2deb4d346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c66a53e0ae4fec" /><Relationship Type="http://schemas.openxmlformats.org/officeDocument/2006/relationships/notesMaster" Target="/ppt/notesMasters/notesMaster1.xml" Id="Ra79a651ce1b543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1c5b4ea5a941b4" /><Relationship Type="http://schemas.openxmlformats.org/officeDocument/2006/relationships/notesMaster" Target="/ppt/notesMasters/notesMaster1.xml" Id="Ra91d88b664454f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7573fd56af4fc7" /><Relationship Type="http://schemas.openxmlformats.org/officeDocument/2006/relationships/notesMaster" Target="/ppt/notesMasters/notesMaster1.xml" Id="R05435d79262443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f6c29bf521472d" /><Relationship Type="http://schemas.openxmlformats.org/officeDocument/2006/relationships/notesMaster" Target="/ppt/notesMasters/notesMaster1.xml" Id="R9be89f531b3c40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2f56c5cc6e43ad" /><Relationship Type="http://schemas.openxmlformats.org/officeDocument/2006/relationships/notesMaster" Target="/ppt/notesMasters/notesMaster1.xml" Id="R09314b4ce7944f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49c11b28984ca7" /><Relationship Type="http://schemas.openxmlformats.org/officeDocument/2006/relationships/notesMaster" Target="/ppt/notesMasters/notesMaster1.xml" Id="Reb63fc1214c549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13fbd9ad2e4406" /><Relationship Type="http://schemas.openxmlformats.org/officeDocument/2006/relationships/notesMaster" Target="/ppt/notesMasters/notesMaster1.xml" Id="R1d3364b057a345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3/4.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20/24.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3/4..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5/8 because 7/12 = 14/24 and 5/8 = 15/24..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2/3, 3/4, 5/6.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5/8 because 7/12 = 14/24 and 5/8 = 15/24.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5/8 because 7/12 = 14/24 and 5/8 = 15/24.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b210ade38440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a65584801642f5" /><Relationship Type="http://schemas.openxmlformats.org/officeDocument/2006/relationships/slideLayout" Target="/ppt/slideLayouts/slideLayout1.xml" Id="R8d361068648946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361068648946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3b70ec7754922" /><Relationship Type="http://schemas.openxmlformats.org/officeDocument/2006/relationships/notesSlide" Target="/ppt/notesSlides/notesSlide1.xml" Id="R25c8c8ea8ae643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93721d8df4df4" /><Relationship Type="http://schemas.openxmlformats.org/officeDocument/2006/relationships/notesSlide" Target="/ppt/notesSlides/notesSlide2.xml" Id="R8709c1baa45246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947c69dc634e46" /><Relationship Type="http://schemas.openxmlformats.org/officeDocument/2006/relationships/notesSlide" Target="/ppt/notesSlides/notesSlide3.xml" Id="R459850ceb4f449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0cc7a9b864345" /><Relationship Type="http://schemas.openxmlformats.org/officeDocument/2006/relationships/notesSlide" Target="/ppt/notesSlides/notesSlide4.xml" Id="R3b06b3e1a49447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183683296403b" /><Relationship Type="http://schemas.openxmlformats.org/officeDocument/2006/relationships/notesSlide" Target="/ppt/notesSlides/notesSlide5.xml" Id="R08d5163136a04b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e014adfc74e5f" /><Relationship Type="http://schemas.openxmlformats.org/officeDocument/2006/relationships/notesSlide" Target="/ppt/notesSlides/notesSlide6.xml" Id="R3901580c702740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0440143a94449" /><Relationship Type="http://schemas.openxmlformats.org/officeDocument/2006/relationships/image" Target="/ppt/media/image.png" Id="R3414909200e84130" /><Relationship Type="http://schemas.openxmlformats.org/officeDocument/2006/relationships/notesSlide" Target="/ppt/notesSlides/notesSlide7.xml" Id="Rae84050e09734d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a83c9e3d54ff2" /><Relationship Type="http://schemas.openxmlformats.org/officeDocument/2006/relationships/notesSlide" Target="/ppt/notesSlides/notesSlide8.xml" Id="R1a3851343daf46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793e3ffdc43fa" /><Relationship Type="http://schemas.openxmlformats.org/officeDocument/2006/relationships/notesSlide" Target="/ppt/notesSlides/notesSlide9.xml" Id="R54894441cad548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1d413f0be4544" /><Relationship Type="http://schemas.openxmlformats.org/officeDocument/2006/relationships/notesSlide" Target="/ppt/notesSlides/notesSlide10.xml" Id="R08e28be7e4e149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d5164081a42b6" /><Relationship Type="http://schemas.openxmlformats.org/officeDocument/2006/relationships/notesSlide" Target="/ppt/notesSlides/notesSlide11.xml" Id="Rc06c2788fd1640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86a295a7b4919" /><Relationship Type="http://schemas.openxmlformats.org/officeDocument/2006/relationships/notesSlide" Target="/ppt/notesSlides/notesSlide12.xml" Id="Red2d42f7252646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4BF1B-BED5-4109-B881-F85143BC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DB6D7-D15A-4B96-9041-7AA114AC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F9A5A-9AE6-4B07-9019-FE0FFF4B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92179-629E-48D1-B415-AA5F0E01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91467-E05F-481F-BE88-F47318B4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E5A4F-221B-4952-BB82-2A4DA26C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3DFF1-53D7-4F48-BA74-A1D9716F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A5A99-825C-4FB6-B240-8F791DDD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309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fractions using multiplication and division.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71CD00-5C3F-48D7-8308-2EEDD13E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660AC-F666-406A-B386-081FE06A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A071C-0B93-4E57-8694-C578E3DD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0873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9B18B7-E542-49EC-B9AA-470CEFE6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2A522-A1D3-47ED-B1C8-E7877E85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DFCD8-D75A-42EB-BEB7-42423C27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EFC9F-9F7D-4015-8439-3CDDD709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DBC8B-03F9-4346-8530-80765A9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EF63E-3B8B-44E9-9059-BAD1E7D8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2FF99-3A5E-49E3-8FD7-9066B489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D697C-28D1-4554-AF2F-5802085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9D187-1B38-485C-98D2-EBB2DD2D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CF42F-340D-43F3-837E-A231C4D8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328F0C-7643-4AD4-B6FB-384CCA36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266A4-B75C-4AE1-8C04-DDC5A3E7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3C3E85-E69A-4B62-B44B-1BB2C300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84A10-D2A0-4393-AF15-2F41ADEE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F6811-4856-4DFC-A0D1-86C9236E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F6F08B-F738-4246-BA36-8E73D838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E9254-1CA8-42A0-AD3C-DAF99043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670CB0-3636-44D5-9236-F20570EB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49160D-439A-45DF-B14A-71DD2E1A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424970-0080-4964-B23D-4411806E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F0EA47-5276-4D87-85B5-908CCD9E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5/6 with denominator 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39FCD6-9EE5-4E87-AC00-F6061CFE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097313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0520B-2688-4EAD-8C7D-F626D706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25935-B72A-4C58-9E61-126836A1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4423C8-74EF-4243-9D48-15E39412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4AD2-29BD-4D8E-BF0F-EE0ABB7C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FA7CC-279C-49EA-90C8-F47D02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44A18-2C61-420A-8873-EAE59F8D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B2E1A-2995-4874-AD89-A42A9CBD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E404DA-59F2-4256-BDAE-4983D52D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23A06-CABB-46CF-AE0F-F81BF528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F28CA-2C40-452F-B01F-7DCA35F8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fractions using multiplication and division.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EB692-FF0F-4399-9F21-304B1A14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0DEF8-3AC9-45DD-B4B9-B5CB74A7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25C7C6-C92D-4EC7-A0C7-6512628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1C118-E00B-471B-A00E-E6A3E4B7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3119F-81B3-437E-8880-C9B70B7E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3443165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4B13F5-4AB1-4C77-8AA3-FD9AAD57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77C9F-39F3-4AF6-A082-B2758916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1AE23-CEE1-40C0-B8F4-89BC5F4B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A63B6-1A7F-430B-85E7-BEED3375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A6721-8295-4CC1-B848-E739B60F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220F9-DC26-4544-80D6-1DF16FAD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DD9EC-A013-4230-AB30-3882D5BB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29A6F-F9F5-4F7A-8655-8DE1F60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D1DEF-A513-4533-B8B6-CCDA23A8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4F14E-C510-4C05-A9AE-7058F84A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0E1D5-7B08-42AF-8F93-136AC257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06232E-3D2F-4860-B40F-653C7AD5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654F6F-46A4-494C-B8F4-BEB0D8D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useful common factors or a common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35094B-F047-47EB-A543-F6869538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70870-9FB1-442D-9888-3C0B14F8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F14C0-45EB-4E87-96CD-90B8B5C5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or simplify without changing the fraction's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69766-E2BE-4B93-AD7C-7839CFC7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6DBBD0-F5A2-4C31-A182-F655E8B9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686D45-641C-4B31-85F6-7C6DF3E5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20/24.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D5EFC9-9BFB-49F1-9ADB-7B3CEA1B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9307BD-0A87-4BF2-97ED-53613712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9A847-487F-4D19-B474-B6505675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Compare the new forms and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532053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9640FB-66F6-427F-A4FA-44AA9AF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BF9DA-2618-482E-98EE-E35B78D2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9846E-33B0-4711-BB83-06EE6D20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79D19-D8EC-4649-A808-965F362C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C4E47-4584-4338-B3E1-08363F09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2C141-8C2A-4391-8194-821A9D6E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07A83-14A9-4764-93EC-565B50FA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C94D8-7018-4021-8623-30133BD8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4E25F-592D-486F-A298-4C059559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FCDB9-0651-4249-BD2A-9076B2BC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E585D-CCC4-43DD-98D7-81131FEF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20/24.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06440-02E4-4D2C-A0B9-11BF6D3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66469-53CA-42A1-86B9-9595F607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3CB91-8603-4775-B081-E0072DFA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909938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D66B1-5ABF-422F-BF30-F770E216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95B52-EEF1-4549-9E65-9AF18BFB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7B2151-2EA7-4412-B51F-B6276E91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A3EED-B794-4A24-B02B-E452BF79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C5077-E7DE-4E49-9EEE-B1C660E2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1BE42-89E4-468B-8603-D556CA0D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69909-AEB5-46E1-81C6-2E4379F2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66888-98A7-4399-BB85-2E17AED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865C0-B71D-4537-845C-BB7DB82D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75E84-C212-48E5-8B09-C9C1C26A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0574D-2BEA-4383-9A9D-F61C2DE0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DBFDA-3CC6-4FB8-BB2E-ED1AB763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3A5EF-4607-4295-8F4D-7900B2E0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CCCD5B-3963-48A9-B6D7-36468F8B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5A212-5009-4CE8-AA47-0A4AC8A4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3/4.</a:t>
            </a:r>
          </a:p>
        </p:txBody>
      </p:sp>
    </p:spTree>
    <p:extLst>
      <p:ext uri="{BB962C8B-B14F-4D97-AF65-F5344CB8AC3E}">
        <p14:creationId xmlns:p14="http://schemas.microsoft.com/office/powerpoint/2010/main" val="10459964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2DF798-C5EE-488A-B660-DF779520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4B7B2-F331-4D14-B1DF-8A7CB37D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63209-6964-4A5C-8082-6B8DE2D3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D43FD-CEB1-48E0-B02E-C911B762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329631-C209-4647-8E55-CBB06F89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402BF-4A9F-4479-ACDA-F675EA2B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598DF-C9CE-4D05-83A9-8CF3732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E5715-6786-4A31-BD7A-FDD903B7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C635D-7099-4CFB-8636-6997B11A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4909200e8413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17935-E372-46C7-BEA1-DC9CDA44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ADF74-9C62-4192-8E27-6ED0E27B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6D8ED-211D-4A11-BED1-0011F82C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5EA7-75BA-4CC4-8FCB-F1E3A22A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27939-EC33-49C2-BB80-AA5342AA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18045717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3C61CD-AF30-4E6B-94B3-942B5FF4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72D77-FD54-4F0D-A59D-B531E09E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B9072-659D-4294-B3D6-5AE6659F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F40F3-3651-461C-8D32-F6417ED5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B2272-DA0A-4D2C-88B3-15FCEBCD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476B1-CD0D-4AA5-9E77-E716DF7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C038F-789D-4E4C-9656-118AD8BB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636A4-520A-4D72-9779-EE595E29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BCD7F-18EA-45BB-9FAA-82920EFF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562DAC-F737-4C53-8B78-CDD3CA6A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42867-695C-488E-924A-480AC938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B04CF-B5F7-46AA-B231-00A0A5A9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8A1ADB-AE6B-468B-808C-D832C736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F67F5-98D3-4589-A8BE-9E7DF263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3F167E-FA2B-4260-8EEC-A5622095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E871FF-491F-4E8E-93FA-EFB14604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D1DB00-0750-4766-873F-A395404F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E18A92-7914-4843-96E9-96D6515B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FCF5D7-BE3E-42FF-A26E-C093CC71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141D3-0AC2-4618-A768-A78D0ED3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C7C78-7866-4C58-B328-60EA64D2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3/4.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F128E-D510-485D-9EA2-D7128A5E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056892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2ADB2B-8886-4DC9-B1F2-A0070D06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99051-C72D-41F8-91B7-464B5057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B34C0-2A3F-4FA0-BCF1-EA9CBACA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2C59A-DF6A-46F0-B0B2-AE6B13A9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D1F32-C795-4172-B306-73D00882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6B510-CACB-480C-A94B-DF0A402D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1B868-09A8-443C-9FA4-3FD26BFC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40AD70-AEB4-4954-A96E-0841BB17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A8E10-F5ED-4EF1-9F12-641A4FB8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77371-F328-4DB6-89FE-82D85821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2023-CEB0-4003-9502-F91B5183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E2F07-7058-4792-B412-2EDF57ED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13F78-B3DE-469F-97F8-C53AE2EA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CDE5A-09F8-4248-A8F5-DE61BA24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4E327-3448-4B5D-8560-4AF405E4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ED14DC-7CA9-42C0-A866-16DD784E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B8D5E-A5E2-40FB-8B71-FB702B4B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3E7E9-EC92-4CDC-8809-216DE53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D1997-12C2-4BC3-9A35-31ECE37C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CF9A7-F0E9-4880-9AA4-B77D3E0E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E7A5FB-62E4-4CAB-A295-281F5FA7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613376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3659D-6EFF-42EB-94A7-6844852A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0EC82-0D0E-4827-BFE1-5E7A7371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E268E-7931-47A4-B5EA-760B3452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4E05B-20D6-4F43-8279-20842BA5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0A9D3-7762-414B-9351-56084BF1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B0CA7-EE0B-4C56-9654-2A6D10F0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FA271-FD04-418D-9BFA-452BD6FB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D2E10-DFF7-4E45-B938-B4A46FE8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A41D8-7567-462D-89A8-8197C1A6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5801C-E96D-4B2C-9675-1C22D138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Order 2/3, 3/4 and 5/6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B1D20-598B-4D31-862A-D916874B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C7D01-2DA8-4B42-ABC7-E88B11E6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BEA4A-28FF-4ADD-8179-8AE9B980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2/3, 3/4, 5/6.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300072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92F8A-A988-464E-BD3C-BAD6D8E3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0E05F-D3AF-47CD-BF48-06F76B3C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0FFCE-F73E-4FDF-BC0B-FCB8B189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F2B92-74E2-41AC-81F3-9A73C7EA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C3332F-AA16-4E3C-9335-48F4B874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2F2830-3A9E-4E88-A909-01FA975B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83BB6-9D56-45AC-A23C-7F2B487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F680D-DAB9-48EB-AD13-C280D978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48B24-FCED-4DA9-881A-11AF6185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1A5AE-5A73-4D99-BA17-5B5F4DF1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AB15C-B53E-4AA3-B852-E7E3721B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3010A-09BE-4561-908E-0CFD9275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B29B5-A2B3-4D0B-AB5E-E907997E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B79BC-DAF6-4B61-ABFD-5908514C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996D1C-B9C6-4F45-82F4-986885C3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649DC9-AD67-4F56-8F38-4CE6FB85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5/8 because 7/12 = 14/24 and 5/8 = 15/24.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3EB85-5DC9-4BE5-A547-57140FD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EBF21-640B-4FB2-A2D3-CD3BE986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205491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722EE1-5CC9-4D36-A504-040F9D40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81583-09C4-4CA5-9750-EDDB1D45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1FC88-B9C5-444E-81BA-95FB38F7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7E8A6-D4B0-4F5C-9D76-F2D26AE7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593F4-2CA3-4AB0-9644-78755EF9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97C7F-7E3B-4735-8CA5-A7B168C0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2AC544-0174-4E29-8333-2B0A8F7B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53E7E-E0A6-4265-8D9C-9C1EAED7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0EF85-87C3-48D1-9C4C-71701817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73679-0F6A-4B3D-B92E-059D4D1A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5813E-13D5-4E1D-BD10-0DC621BF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2CD73-74E7-4E7C-AE33-4169EDDC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E55C2-B173-405F-88EB-CE5A966F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05F937-8ECD-499D-9149-8214E325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9A95E-63EC-4F1B-A43C-963FB325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43306B-0F58-4231-99B1-03D8A4BC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D8E4F-6787-4A79-A87E-032213C9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739EA-DC04-4B62-BE62-9AAE1DD7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227745-34C6-42A2-97E8-EB57CE05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DB5CC-F61C-4190-9C05-9E9FE402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BFF8A0-BE57-49F3-9E8E-5E37C904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2ADCBD-13D1-450B-AA89-68CACCD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589993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2026-09-09T20:46:23.5750000Z</dcterms:created>
  <dcterms:modified xsi:type="dcterms:W3CDTF">2026-09-09T20:46:23.5750000Z</dcterms:modified>
</coreProperties>
</file>