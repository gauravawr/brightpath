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ef4cde45af4e93" /><Relationship Type="http://schemas.openxmlformats.org/officeDocument/2006/relationships/extended-properties" Target="/docProps/app.xml" Id="R31d132d465ab4498" /><Relationship Type="http://schemas.openxmlformats.org/officeDocument/2006/relationships/officeDocument" Target="/ppt/presentation.xml" Id="R4ae895bf203f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7fff384f34a90"/>
  </p:sldMasterIdLst>
  <p:notesMasterIdLst>
    <p:notesMasterId xmlns:r="http://schemas.openxmlformats.org/officeDocument/2006/relationships" r:id="Ra69d50386a53460d"/>
  </p:notesMasterIdLst>
  <p:sldIdLst>
    <p:sldId xmlns:r="http://schemas.openxmlformats.org/officeDocument/2006/relationships" id="256" r:id="R2b9d42b73a874f3f"/>
    <p:sldId xmlns:r="http://schemas.openxmlformats.org/officeDocument/2006/relationships" id="257" r:id="R706579255bab46e3"/>
    <p:sldId xmlns:r="http://schemas.openxmlformats.org/officeDocument/2006/relationships" id="258" r:id="R5091c0cf761d439b"/>
    <p:sldId xmlns:r="http://schemas.openxmlformats.org/officeDocument/2006/relationships" id="259" r:id="R31b3fe45f8c84eea"/>
    <p:sldId xmlns:r="http://schemas.openxmlformats.org/officeDocument/2006/relationships" id="260" r:id="Rd28603f71a744fc0"/>
    <p:sldId xmlns:r="http://schemas.openxmlformats.org/officeDocument/2006/relationships" id="261" r:id="Rf3c72080bae649a1"/>
    <p:sldId xmlns:r="http://schemas.openxmlformats.org/officeDocument/2006/relationships" id="262" r:id="Rc430015abdd64687"/>
    <p:sldId xmlns:r="http://schemas.openxmlformats.org/officeDocument/2006/relationships" id="263" r:id="R1dfb747131b34d1e"/>
    <p:sldId xmlns:r="http://schemas.openxmlformats.org/officeDocument/2006/relationships" id="264" r:id="R1dcff0cd8550474e"/>
    <p:sldId xmlns:r="http://schemas.openxmlformats.org/officeDocument/2006/relationships" id="265" r:id="R9bc444c750e34b8c"/>
    <p:sldId xmlns:r="http://schemas.openxmlformats.org/officeDocument/2006/relationships" id="266" r:id="Rcb02d3ef81144eef"/>
    <p:sldId xmlns:r="http://schemas.openxmlformats.org/officeDocument/2006/relationships" id="267" r:id="R40057904e31e4f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1cb57adc8c4004" /><Relationship Type="http://schemas.openxmlformats.org/officeDocument/2006/relationships/slideMaster" Target="/ppt/slideMasters/slideMaster1.xml" Id="R5847fff384f34a90" /><Relationship Type="http://schemas.openxmlformats.org/officeDocument/2006/relationships/notesMaster" Target="/ppt/notesMasters/notesMaster1.xml" Id="Ra69d50386a53460d" /><Relationship Type="http://schemas.openxmlformats.org/officeDocument/2006/relationships/presProps" Target="/ppt/presProps.xml" Id="R43b069eb588d4879" /><Relationship Type="http://schemas.openxmlformats.org/officeDocument/2006/relationships/tableStyles" Target="/ppt/tableStyles.xml" Id="R3dace87ff4b54e62" /><Relationship Type="http://schemas.openxmlformats.org/officeDocument/2006/relationships/slide" Target="/ppt/slides/slide1.xml" Id="R2b9d42b73a874f3f" /><Relationship Type="http://schemas.openxmlformats.org/officeDocument/2006/relationships/slide" Target="/ppt/slides/slide2.xml" Id="R706579255bab46e3" /><Relationship Type="http://schemas.openxmlformats.org/officeDocument/2006/relationships/slide" Target="/ppt/slides/slide3.xml" Id="R5091c0cf761d439b" /><Relationship Type="http://schemas.openxmlformats.org/officeDocument/2006/relationships/slide" Target="/ppt/slides/slide4.xml" Id="R31b3fe45f8c84eea" /><Relationship Type="http://schemas.openxmlformats.org/officeDocument/2006/relationships/slide" Target="/ppt/slides/slide5.xml" Id="Rd28603f71a744fc0" /><Relationship Type="http://schemas.openxmlformats.org/officeDocument/2006/relationships/slide" Target="/ppt/slides/slide6.xml" Id="Rf3c72080bae649a1" /><Relationship Type="http://schemas.openxmlformats.org/officeDocument/2006/relationships/slide" Target="/ppt/slides/slide7.xml" Id="Rc430015abdd64687" /><Relationship Type="http://schemas.openxmlformats.org/officeDocument/2006/relationships/slide" Target="/ppt/slides/slide8.xml" Id="R1dfb747131b34d1e" /><Relationship Type="http://schemas.openxmlformats.org/officeDocument/2006/relationships/slide" Target="/ppt/slides/slide9.xml" Id="R1dcff0cd8550474e" /><Relationship Type="http://schemas.openxmlformats.org/officeDocument/2006/relationships/slide" Target="/ppt/slides/slide10.xml" Id="R9bc444c750e34b8c" /><Relationship Type="http://schemas.openxmlformats.org/officeDocument/2006/relationships/slide" Target="/ppt/slides/slide11.xml" Id="Rcb02d3ef81144eef" /><Relationship Type="http://schemas.openxmlformats.org/officeDocument/2006/relationships/slide" Target="/ppt/slides/slide12.xml" Id="R40057904e31e4f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fb19015334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3380dfc33e40f2" /><Relationship Type="http://schemas.openxmlformats.org/officeDocument/2006/relationships/notesMaster" Target="/ppt/notesMasters/notesMaster1.xml" Id="R693a88baba3f49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ad0f881f284b98" /><Relationship Type="http://schemas.openxmlformats.org/officeDocument/2006/relationships/notesMaster" Target="/ppt/notesMasters/notesMaster1.xml" Id="R31ff1dcf201f43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e670756dba4f77" /><Relationship Type="http://schemas.openxmlformats.org/officeDocument/2006/relationships/notesMaster" Target="/ppt/notesMasters/notesMaster1.xml" Id="R771e6c61df7c4d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aa3eeb479e4753" /><Relationship Type="http://schemas.openxmlformats.org/officeDocument/2006/relationships/notesMaster" Target="/ppt/notesMasters/notesMaster1.xml" Id="Rfd2920963ff34e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159e37c5c340e3" /><Relationship Type="http://schemas.openxmlformats.org/officeDocument/2006/relationships/notesMaster" Target="/ppt/notesMasters/notesMaster1.xml" Id="Rabfab510c8554a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078907ef784047" /><Relationship Type="http://schemas.openxmlformats.org/officeDocument/2006/relationships/notesMaster" Target="/ppt/notesMasters/notesMaster1.xml" Id="R74fca3649edd4b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2fb81eb5834290" /><Relationship Type="http://schemas.openxmlformats.org/officeDocument/2006/relationships/notesMaster" Target="/ppt/notesMasters/notesMaster1.xml" Id="R39dcb701438640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dfae94d8cc461c" /><Relationship Type="http://schemas.openxmlformats.org/officeDocument/2006/relationships/notesMaster" Target="/ppt/notesMasters/notesMaster1.xml" Id="R9bfaab889d3c47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51a68ae7bc480d" /><Relationship Type="http://schemas.openxmlformats.org/officeDocument/2006/relationships/notesMaster" Target="/ppt/notesMasters/notesMaster1.xml" Id="R3465718d65a645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d483938db744d9" /><Relationship Type="http://schemas.openxmlformats.org/officeDocument/2006/relationships/notesMaster" Target="/ppt/notesMasters/notesMaster1.xml" Id="R37058ab645ed4a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b3e1635f624189" /><Relationship Type="http://schemas.openxmlformats.org/officeDocument/2006/relationships/notesMaster" Target="/ppt/notesMasters/notesMaster1.xml" Id="R1ec8a32343b549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f4ccf882f848b8" /><Relationship Type="http://schemas.openxmlformats.org/officeDocument/2006/relationships/notesMaster" Target="/ppt/notesMasters/notesMaster1.xml" Id="R0bf0e40cc1e0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multiplication grid, factor cards, number lines,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3/4. | Identify useful common factors or a common denominator. | Convert the fractions to equivalent forms or use a shared benchmark before comparing.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numerator, denominator, equivalent, simplify, common factor, common denominator.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20/24.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3/4.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Convert the fractions to equivalent forms or use a shared benchmark before comparing.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3/4..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5/8 because 7/12 = 14/24 and 5/8 = 15/24..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2/3, 3/4, 5/6.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5/8 because 7/12 = 14/24 and 5/8 = 15/24.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5/8 because 7/12 = 14/24 and 5/8 = 15/24. | Convert the fractions to equivalent forms or use a shared benchmark before comparing.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3c1a1f008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221757e35a4371" /><Relationship Type="http://schemas.openxmlformats.org/officeDocument/2006/relationships/slideLayout" Target="/ppt/slideLayouts/slideLayout1.xml" Id="R5214860911b24a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4860911b24a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ea46edabc4846" /><Relationship Type="http://schemas.openxmlformats.org/officeDocument/2006/relationships/notesSlide" Target="/ppt/notesSlides/notesSlide1.xml" Id="R5548b5358fa54e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e26fa9add4eda" /><Relationship Type="http://schemas.openxmlformats.org/officeDocument/2006/relationships/notesSlide" Target="/ppt/notesSlides/notesSlide2.xml" Id="R8759687f110745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f11abdf6c45bb" /><Relationship Type="http://schemas.openxmlformats.org/officeDocument/2006/relationships/notesSlide" Target="/ppt/notesSlides/notesSlide3.xml" Id="R12372b2a2ec3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1cd579c2f46f3" /><Relationship Type="http://schemas.openxmlformats.org/officeDocument/2006/relationships/notesSlide" Target="/ppt/notesSlides/notesSlide4.xml" Id="R6ef1d8c291984e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95b3bd2224386" /><Relationship Type="http://schemas.openxmlformats.org/officeDocument/2006/relationships/notesSlide" Target="/ppt/notesSlides/notesSlide5.xml" Id="R60c5b464410944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87637806b420a" /><Relationship Type="http://schemas.openxmlformats.org/officeDocument/2006/relationships/notesSlide" Target="/ppt/notesSlides/notesSlide6.xml" Id="Rc6ca2fb440c24d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642fe4b104691" /><Relationship Type="http://schemas.openxmlformats.org/officeDocument/2006/relationships/image" Target="/ppt/media/image.png" Id="R7f463f24fc274d12" /><Relationship Type="http://schemas.openxmlformats.org/officeDocument/2006/relationships/notesSlide" Target="/ppt/notesSlides/notesSlide7.xml" Id="Rbc4a7deab22e44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b953ce1ad450f" /><Relationship Type="http://schemas.openxmlformats.org/officeDocument/2006/relationships/notesSlide" Target="/ppt/notesSlides/notesSlide8.xml" Id="R387a039b7df44e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66dd919324dc5" /><Relationship Type="http://schemas.openxmlformats.org/officeDocument/2006/relationships/notesSlide" Target="/ppt/notesSlides/notesSlide9.xml" Id="Rc7834a2836fb4e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9b83f1cd0484c" /><Relationship Type="http://schemas.openxmlformats.org/officeDocument/2006/relationships/notesSlide" Target="/ppt/notesSlides/notesSlide10.xml" Id="Rf37e80d9ab374f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a924fd16a409c" /><Relationship Type="http://schemas.openxmlformats.org/officeDocument/2006/relationships/notesSlide" Target="/ppt/notesSlides/notesSlide11.xml" Id="R68210a8a1df745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7a31a759b4fad" /><Relationship Type="http://schemas.openxmlformats.org/officeDocument/2006/relationships/notesSlide" Target="/ppt/notesSlides/notesSlide12.xml" Id="R3753d745b1e940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027A7-0699-4D42-9480-840C22B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F8E40-A325-4CD5-A252-3296A196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A4335-849C-495B-B7FE-201071AA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BB5AA-E533-4EAD-9B29-64CAB6EB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1F96F-B503-4B7D-9C32-83A6A05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FF5CE-96E9-44E6-8DC9-796E0DA1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077DE-464C-49FB-9CCB-BD71BB6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576A8-2575-483F-9F6A-1BB41A3C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09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generate equivalent fractions using multiplication and division.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147E4-2F12-4E70-8BDD-9AAFFDC9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A0A35-E447-404E-96D1-B1BFBFCA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8C0B4-1E6C-417F-8ED9-822E9C11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763119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EABBB-9DFC-4D22-A477-3BB7DD57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CFD27-39B4-4102-A774-A1249B3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8FD0A-6818-4365-9A57-48F48E48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06D95-0992-4767-9E3C-542DBA19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24E3F-85EB-4E37-83AC-0EDC2391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84C3D-B8B7-4435-8985-3CA1629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1E056-1228-41D8-9B9E-36A0F6FF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8350D-FCB6-48CB-B77A-FEFE3E65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7208B-E46E-4C64-BE97-24B1607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A4215-D920-414B-9982-1C6E3B0D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EEF97-8A37-4F3B-A66B-CC00D3F1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DA46D-5429-414E-BE4D-22FF0F1D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41537-61FB-4B6F-8E74-47F479D6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equivalent fractions and use common factors and multiples.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EB65A-07D8-4E7D-827B-2DCDD73A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4B3C3-9842-4C07-9E0F-8140D525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043F8-5FE6-4E61-8C18-0762F9DA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2F5B3-274F-4F89-9FFD-6A616FAF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42/56.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71C44-9E97-4C14-800A-CF3A7EE3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7DDC4-AA3A-4963-BD5B-9EC299E4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9CF98-B7B3-43ED-99A7-6CD27A3C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2A98A-602E-493C-9B68-AFBD4492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Write 5/6 with denominator 24.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520FF-49F5-4870-AD0C-372970B2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3148884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5C7B3-C89E-4E5D-ABD7-C80816A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07CB9-DFF9-4724-BC3E-513087F1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01D33-EA90-429B-980D-CBB2AAD1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C280-C4A6-4796-90FC-0EC32F09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7CDD5-841C-4B1D-B22A-9CD6AB7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C428A-BA01-486F-82B2-EF67D72B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89DE3-D406-414D-91AF-BB30968A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C4629-9722-4DA8-84D0-4BEC5617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54014-EF11-4434-86D5-8898D50E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65036-3D60-45D0-8E66-E0AAE35F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generate equivalent fractions using multiplication and division.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47AF0-E723-4606-BD69-DF8C1E09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F7622-65A0-4A57-B2DE-81753681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useful common factors or a common denominator.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443C2-6C62-4CA8-BE56-865A275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Convert or simplify without changing the fraction's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DC929-D4E0-4513-BD6D-C536AA49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Compare the new forms and justify the conclusion.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AF24C-3B4F-4A75-9C04-37E57B6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numerator  |  denominator  |  equivalent  |  simplify  |  common factor  |  common denominator</a:t>
            </a:r>
          </a:p>
        </p:txBody>
      </p:sp>
    </p:spTree>
    <p:extLst>
      <p:ext uri="{BB962C8B-B14F-4D97-AF65-F5344CB8AC3E}">
        <p14:creationId xmlns:p14="http://schemas.microsoft.com/office/powerpoint/2010/main" val="16170163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CE077-7CD1-48F7-AF0B-7DE76593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EAEDC-FF52-48B3-BD9E-86957972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35CC9-291B-4790-9F22-0D89B905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7D99E-94BA-4318-A161-6EA0D5E7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8BFCE-C260-4CCF-B415-8C784EFF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32F70-9124-43E8-B40E-9E0FA160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7733C-58F8-41D0-86DF-6060F21C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998FB-83A0-4AEA-9492-B96FBD5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DD01B-CC41-400D-8E3C-D60E3B9D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BBB1F-23BD-4A0F-A3ED-6064DC6E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5/6 with denominator 24.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5450B-6337-4305-8709-18E6F9E6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DCA58-64C4-46A5-8596-CA74B0A3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EDCAE-770A-4410-B261-3FF91686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5/6 = ?/24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83111-0B16-47D8-99FB-9D4E8AF6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EB88F-4664-4BB5-B1D7-0ECFDA7B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0D423-FF93-48C8-A9D2-CC5BD2C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 × 4 = 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762D9-6716-4EDD-80D9-250DA904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BF28E-6971-487B-B4C8-FEA509BD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0519E-B8FC-465A-AB79-68C5967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Multiply numerator by the same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CD476-7860-4985-8E9C-2B2662FA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32748-4D31-431F-9A52-0C856608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14BE1-55BB-40B2-88ED-1BAC36D9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 × 4 = 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5B736-4A77-4F72-85C8-A1A34187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E712C-F258-4B01-B65B-16A9CF31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E40C7-05ED-44F8-BD0B-36F6E83E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5/6 = 20/24</a:t>
            </a:r>
          </a:p>
        </p:txBody>
      </p:sp>
    </p:spTree>
    <p:extLst>
      <p:ext uri="{BB962C8B-B14F-4D97-AF65-F5344CB8AC3E}">
        <p14:creationId xmlns:p14="http://schemas.microsoft.com/office/powerpoint/2010/main" val="13806536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3F19F-FEB1-48B6-BED8-18A4D6AB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27802-F8FB-4168-AE95-7EEAAA6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3F586-A1C1-4A0D-BB73-C206F52C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35BF5-B621-4CD0-8AF4-2A2250EC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A2392-3FD2-4872-BFF7-3A0DD914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C8D3D-119D-48C3-8413-7494C111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351B8-BC78-4361-B548-65DAF6EA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F33EB-D98A-42EE-8D17-6F165F5A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3506B-64CD-4DFD-A439-64321DD0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5223A-1764-4117-B911-D7A558D1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C1C4E-CBD1-4C43-B17F-BF890234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20/24.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584F5-E4E7-4C79-BDFC-E2F8D49A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90389-475A-4FFD-AE77-974755EE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Compare the new forms and justify the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87CB4-1B95-4CF1-8FA6-BAD4C25F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55867670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D71C7-ECF9-4CC4-8E98-6E6DB2A1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876BE-9019-4635-8BAD-E447C4F7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865D8-AFE7-4BDC-88F0-CC84B86C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13745-1FDE-4C7D-BD66-54E4196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CD2A7-F2CC-4DAF-92C8-FA143B25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EDC45-611E-49C8-9836-7A11B02C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EB326-31BD-4855-8AF7-9E29E859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176D0-1E10-4B1B-8B6D-681F07E4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122C0-5826-4335-9C86-BD11E917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0492A-76BB-4EE5-A5A0-AC684BC7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42/56.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5E6FC-489C-4E49-ACC7-A895E31B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C2A94-38ED-4E75-83A3-9DAA0CDE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170A0-9CDE-448A-A974-5EEEDC58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6BEAA-0C33-44AE-BCA1-EF0DC0D8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A7C0F-BB73-491E-9A75-E6F02C14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3/4.</a:t>
            </a:r>
          </a:p>
        </p:txBody>
      </p:sp>
    </p:spTree>
    <p:extLst>
      <p:ext uri="{BB962C8B-B14F-4D97-AF65-F5344CB8AC3E}">
        <p14:creationId xmlns:p14="http://schemas.microsoft.com/office/powerpoint/2010/main" val="18555550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02E32-CC96-4387-9779-C6231153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96A82-0F7C-423F-BA7C-00F80A98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21F0-9C9D-42AE-9829-EE0442FE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7CDA7-BB84-446F-BD3C-A12B825B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78E60-644D-4745-AC45-CE693D32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842F0-0715-41DB-8C53-F9951A7E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310AA-5DA7-420B-92ED-AE94FA42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BA9FC-D1E2-46BD-87BF-07C61954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05CA9-ABEF-4084-872F-53D41606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3f24fc274d12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01868-FB88-4A04-83F8-18986B1A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CC5E6-7D17-46DA-8793-EAE504B4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compares fractions by looking only at the denominators.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557B9-8B1F-4B9A-88D8-F2006963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EC324-68C0-4F2D-AB2A-7826DC3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C9B23-68BA-4D52-A0E9-1DB0DF8A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Convert the fractions to equivalent forms or use a shared benchmark before comparing.</a:t>
            </a:r>
          </a:p>
        </p:txBody>
      </p:sp>
    </p:spTree>
    <p:extLst>
      <p:ext uri="{BB962C8B-B14F-4D97-AF65-F5344CB8AC3E}">
        <p14:creationId xmlns:p14="http://schemas.microsoft.com/office/powerpoint/2010/main" val="1549054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1F080-172F-4D08-BBB1-8A6A5DDE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86F87-1338-4989-AB70-86206837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AA7DD-13EE-40FA-B130-5D0E56F5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C845B-62EB-411B-8A5D-80E5A665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1D402-2088-40CD-B244-4CFA6750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07D76-D429-4F06-9836-A88C2904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670D3-81A2-4EAE-B465-491778E3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045C4-EE9E-4B6C-85CB-4840CD87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D2EC5-6B07-4EDD-88FD-8A03632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3715B-CABE-4831-91A2-1BA54BB8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1C7C2-0229-43E1-8AF4-A2B7A767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8ACE8-EF04-4C4B-AC55-9512279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54726-0EE9-4BAD-AC56-8AE8BE0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Simplify 42/56.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C612E-4544-47CA-8BCA-2AF4DEC6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1B9A1-79FC-4D25-958C-DA699F46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5F31D-5820-475B-9F9C-77708249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D8BD9-D6DC-478F-9AB2-154B4AFF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9D562-D791-4C89-B1BE-B526650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F91F5-5C14-44D4-8AA5-4099D298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DEB7B-C31F-46ED-A64F-D1BEA0CB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5333F-0B73-4011-9637-E751EC2B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3/4.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48B57-DAC2-4BF4-976C-0C6D965E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9470495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928FF-B42C-425A-B07F-F3CF6CE3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2A37D-F5A9-4C8F-AE35-E5B855C5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E4545-0CC9-4BBC-A65F-A70EBD06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726E0-2308-43AF-88F9-EBE9A004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838A0-1114-46F2-A52F-3470824B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398BA-283B-460C-ABE3-C5FCBCCE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77964-EC29-444C-B4E5-BF0990F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F7300-05D4-406E-B9CE-97118FCB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5E11B-096E-4D03-B13C-BA2552AB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75948-8C0E-4664-A4CA-0B2ACAEB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85315-D57B-4E6D-8BB5-645B2ABA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7AAB8-1B81-4EDB-8C76-3F95DE9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1031B-04B7-4C09-A3E4-C13E679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greater, 7/12 or 5/8?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60F72-16E1-4657-A398-374C611D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0674A-42E2-42E0-90D3-66DD54F5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AAE87-F430-4C86-8EBB-53C411EF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4FF51-1AD8-44CE-BF6A-4BD309A0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975E7-5BDA-41CB-867E-45B3DC71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2028A-B89A-410D-BAC5-6F403F7D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FCCB9-BBCD-4D7C-8A1C-0E08F8C4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1F80D-DCDE-4356-8BFB-62AB1D27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405578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2409A-EBCF-48A0-B5AF-F65A0CCB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0C481-A102-4084-BEDC-3FD909A5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E3EF9-5228-41E1-AFEB-C641602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BD0FC-BC23-4334-ABDA-9708BD3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273F9-0B7F-4D2D-95F7-9E0C3399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95064-D0F2-4D89-8732-54640397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EC0EB-3BBB-4820-9EAD-0E9A6500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DBEF9-6BC7-4B0C-922C-67D95A06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9B4AB-7C3F-4755-8181-09E6CC8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AB2EE-220A-4568-8919-B20057CC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Order 2/3, 3/4 and 5/6 from least to greatest.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A2186-5E47-420E-BD7C-CA02FD09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BBC57-97B8-4B5F-8F8F-F7D560E1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03A9E-3F46-48CE-8311-5ACCEE72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2/3, 3/4, 5/6.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2940987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DB512-0E35-4710-996C-A06A274E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12C6E-919B-4495-A324-7A379519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1BF35-06A9-4109-9D58-7D0E055B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9824E-06E2-48E4-A152-4198F18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4E2E3-1187-4312-ABD0-1B364D3A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7A2F6-EC74-4FA7-9937-92BE87E7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04405-B863-40EF-B600-7A4655C5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0E604-84E7-4DAC-98D5-31667745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C1E57-22C7-4D47-B9F4-9D07E04C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C3205-048D-4BE8-A710-F065078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23AF2-E5E3-4F7A-9C79-DE363A5D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59D5-9444-4E74-BDF9-52937CE0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greater, 7/12 or 5/8?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6DD60-E3BB-4AE4-8118-0FD188EF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8AB69-E75C-41E7-83D0-CE706B53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7774B-6CA0-4D04-A013-C7B3BC1E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A1444-A38F-4074-B4F0-A26DBD39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77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5/8 because 7/12 = 14/24 and 5/8 = 15/24.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9C8EE-6708-4E82-BFD2-4A92EDB4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D4D50-3537-4E38-9D5A-9FE59321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5714196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0FE5F-A685-4D79-950C-D494B2B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68E13-7511-41EA-8F02-92FA3FEB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43BDE-56E3-4925-BA83-19F29FB0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43830-C216-4D93-B6CD-8D13BB96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B5186-1467-41BD-8A92-E3F8AA81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5A993-B0D0-405E-A299-89AEA408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58CBC-4E4F-4361-8A25-75A06085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91707-2799-49E8-BEE9-C8BB28E2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8B120-00B9-49E1-9D9E-BDC6FA1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Generate equivalent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FCF8D-0045-44D2-BDF5-A922F53A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CF182-112A-4691-92C4-99F6D08D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A9BF7-D80F-482C-9A12-79591503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7F3EC-E504-476E-B7F8-66705C65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is greater, 7/12 or 5/8?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6893A-E986-471A-AD83-424FDD8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E260D-89E3-4814-89CE-E852578B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2D254-C7F8-42A7-BEFC-2F343F13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7AFF6-4E23-410A-98C1-7A6E5E52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compares fractions by looking only at the denominators.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52C12-3FA2-4918-9BC1-57AF58C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324C4-E470-4996-8B75-C177EBD7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1C082B-7D3D-47D9-92E6-A72F8029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07EDD-1CD6-4350-843B-5FBDB7F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5A13A-A2C1-4454-8506-BA72088A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147425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2026-09-09T22:13:23.0380000Z</dcterms:created>
  <dcterms:modified xsi:type="dcterms:W3CDTF">2026-09-09T22:13:23.0380000Z</dcterms:modified>
</coreProperties>
</file>