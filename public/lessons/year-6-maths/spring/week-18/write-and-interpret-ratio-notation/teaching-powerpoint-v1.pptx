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d86430abddf44e1" /><Relationship Type="http://schemas.openxmlformats.org/officeDocument/2006/relationships/extended-properties" Target="/docProps/app.xml" Id="R7388fca97900468b" /><Relationship Type="http://schemas.openxmlformats.org/officeDocument/2006/relationships/officeDocument" Target="/ppt/presentation.xml" Id="Rf28fadf636bb494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cc83ac06594ec3"/>
  </p:sldMasterIdLst>
  <p:notesMasterIdLst>
    <p:notesMasterId xmlns:r="http://schemas.openxmlformats.org/officeDocument/2006/relationships" r:id="R171b988693cc4ce9"/>
  </p:notesMasterIdLst>
  <p:sldIdLst>
    <p:sldId xmlns:r="http://schemas.openxmlformats.org/officeDocument/2006/relationships" id="256" r:id="Rf8a3f75c15b84994"/>
    <p:sldId xmlns:r="http://schemas.openxmlformats.org/officeDocument/2006/relationships" id="257" r:id="R0bfee1d4dbad4a63"/>
    <p:sldId xmlns:r="http://schemas.openxmlformats.org/officeDocument/2006/relationships" id="258" r:id="R1143603caf954b96"/>
    <p:sldId xmlns:r="http://schemas.openxmlformats.org/officeDocument/2006/relationships" id="259" r:id="R451ff0384d594ade"/>
    <p:sldId xmlns:r="http://schemas.openxmlformats.org/officeDocument/2006/relationships" id="260" r:id="R163c5435fe27456e"/>
    <p:sldId xmlns:r="http://schemas.openxmlformats.org/officeDocument/2006/relationships" id="261" r:id="Rb2e7513d73ea4a83"/>
    <p:sldId xmlns:r="http://schemas.openxmlformats.org/officeDocument/2006/relationships" id="262" r:id="Re29449fb6b1a474e"/>
    <p:sldId xmlns:r="http://schemas.openxmlformats.org/officeDocument/2006/relationships" id="263" r:id="R644fa13824274ca8"/>
    <p:sldId xmlns:r="http://schemas.openxmlformats.org/officeDocument/2006/relationships" id="264" r:id="Rc1726d43e2cd4ae7"/>
    <p:sldId xmlns:r="http://schemas.openxmlformats.org/officeDocument/2006/relationships" id="265" r:id="R449ec3657d304ab5"/>
    <p:sldId xmlns:r="http://schemas.openxmlformats.org/officeDocument/2006/relationships" id="266" r:id="R752733bd8467472d"/>
    <p:sldId xmlns:r="http://schemas.openxmlformats.org/officeDocument/2006/relationships" id="267" r:id="R643f85c1719c4c3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c7804e5b8241a3" /><Relationship Type="http://schemas.openxmlformats.org/officeDocument/2006/relationships/slideMaster" Target="/ppt/slideMasters/slideMaster1.xml" Id="Rc1cc83ac06594ec3" /><Relationship Type="http://schemas.openxmlformats.org/officeDocument/2006/relationships/notesMaster" Target="/ppt/notesMasters/notesMaster1.xml" Id="R171b988693cc4ce9" /><Relationship Type="http://schemas.openxmlformats.org/officeDocument/2006/relationships/presProps" Target="/ppt/presProps.xml" Id="Rdd9563bc13bc4c51" /><Relationship Type="http://schemas.openxmlformats.org/officeDocument/2006/relationships/tableStyles" Target="/ppt/tableStyles.xml" Id="Rd2aa1febd5ee41ef" /><Relationship Type="http://schemas.openxmlformats.org/officeDocument/2006/relationships/slide" Target="/ppt/slides/slide1.xml" Id="Rf8a3f75c15b84994" /><Relationship Type="http://schemas.openxmlformats.org/officeDocument/2006/relationships/slide" Target="/ppt/slides/slide2.xml" Id="R0bfee1d4dbad4a63" /><Relationship Type="http://schemas.openxmlformats.org/officeDocument/2006/relationships/slide" Target="/ppt/slides/slide3.xml" Id="R1143603caf954b96" /><Relationship Type="http://schemas.openxmlformats.org/officeDocument/2006/relationships/slide" Target="/ppt/slides/slide4.xml" Id="R451ff0384d594ade" /><Relationship Type="http://schemas.openxmlformats.org/officeDocument/2006/relationships/slide" Target="/ppt/slides/slide5.xml" Id="R163c5435fe27456e" /><Relationship Type="http://schemas.openxmlformats.org/officeDocument/2006/relationships/slide" Target="/ppt/slides/slide6.xml" Id="Rb2e7513d73ea4a83" /><Relationship Type="http://schemas.openxmlformats.org/officeDocument/2006/relationships/slide" Target="/ppt/slides/slide7.xml" Id="Re29449fb6b1a474e" /><Relationship Type="http://schemas.openxmlformats.org/officeDocument/2006/relationships/slide" Target="/ppt/slides/slide8.xml" Id="R644fa13824274ca8" /><Relationship Type="http://schemas.openxmlformats.org/officeDocument/2006/relationships/slide" Target="/ppt/slides/slide9.xml" Id="Rc1726d43e2cd4ae7" /><Relationship Type="http://schemas.openxmlformats.org/officeDocument/2006/relationships/slide" Target="/ppt/slides/slide10.xml" Id="R449ec3657d304ab5" /><Relationship Type="http://schemas.openxmlformats.org/officeDocument/2006/relationships/slide" Target="/ppt/slides/slide11.xml" Id="R752733bd8467472d" /><Relationship Type="http://schemas.openxmlformats.org/officeDocument/2006/relationships/slide" Target="/ppt/slides/slide12.xml" Id="R643f85c1719c4c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21b45f0bd84b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2b0279c22545ce" /><Relationship Type="http://schemas.openxmlformats.org/officeDocument/2006/relationships/notesMaster" Target="/ppt/notesMasters/notesMaster1.xml" Id="R4837198c6bee4f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4541387c7f4ed7" /><Relationship Type="http://schemas.openxmlformats.org/officeDocument/2006/relationships/notesMaster" Target="/ppt/notesMasters/notesMaster1.xml" Id="Rd738e5e8c3014a7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7b86145abf747c7" /><Relationship Type="http://schemas.openxmlformats.org/officeDocument/2006/relationships/notesMaster" Target="/ppt/notesMasters/notesMaster1.xml" Id="R0b0286e8daeb4a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f3d2fe3b464e73" /><Relationship Type="http://schemas.openxmlformats.org/officeDocument/2006/relationships/notesMaster" Target="/ppt/notesMasters/notesMaster1.xml" Id="R77e8d6c7993c4a4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704dd89b2048b1" /><Relationship Type="http://schemas.openxmlformats.org/officeDocument/2006/relationships/notesMaster" Target="/ppt/notesMasters/notesMaster1.xml" Id="R0f07d8c7ccfe4f5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4b21d02ee545ad" /><Relationship Type="http://schemas.openxmlformats.org/officeDocument/2006/relationships/notesMaster" Target="/ppt/notesMasters/notesMaster1.xml" Id="R42a9bfe84ef74c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62c9966fb44e38" /><Relationship Type="http://schemas.openxmlformats.org/officeDocument/2006/relationships/notesMaster" Target="/ppt/notesMasters/notesMaster1.xml" Id="R34c63c2ad79445e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cb513c2a6f240aa" /><Relationship Type="http://schemas.openxmlformats.org/officeDocument/2006/relationships/notesMaster" Target="/ppt/notesMasters/notesMaster1.xml" Id="R58806d20e8a74d7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9c814331294154" /><Relationship Type="http://schemas.openxmlformats.org/officeDocument/2006/relationships/notesMaster" Target="/ppt/notesMasters/notesMaster1.xml" Id="Rbc9a6a368a11424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dfa13fe2f29423c" /><Relationship Type="http://schemas.openxmlformats.org/officeDocument/2006/relationships/notesMaster" Target="/ppt/notesMasters/notesMaster1.xml" Id="Rbae319e0e431436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07e0e0df0bb4c72" /><Relationship Type="http://schemas.openxmlformats.org/officeDocument/2006/relationships/notesMaster" Target="/ppt/notesMasters/notesMaster1.xml" Id="R5b5dbac9c04044c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da61e5044b841b1" /><Relationship Type="http://schemas.openxmlformats.org/officeDocument/2006/relationships/notesMaster" Target="/ppt/notesMasters/notesMaster1.xml" Id="R29ca76b6b61845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Coloured counters, ratio tables, double number lines, bar models,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16. | Identify which quantities the ratio compares and keep their order. | Equivalent ratios come from multiplying or dividing both parts by the same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ratio, for every, part, whole, equivalent, simplify.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For every 5 of the first quantity, there are 2 of the second.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Equivalent ratios come from multiplying or dividing both parts by the same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16..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3:4..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30 ml.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3:4.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3:4. | Equivalent ratios come from multiplying or dividing both parts by the same factor.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d72a27b1e941e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4c35b6a7b914e61" /><Relationship Type="http://schemas.openxmlformats.org/officeDocument/2006/relationships/slideLayout" Target="/ppt/slideLayouts/slideLayout1.xml" Id="Rbc07649494d546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07649494d546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0a857624424e53" /><Relationship Type="http://schemas.openxmlformats.org/officeDocument/2006/relationships/notesSlide" Target="/ppt/notesSlides/notesSlide1.xml" Id="Rc3aa5f0838dd40f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9aa977d8184fcc" /><Relationship Type="http://schemas.openxmlformats.org/officeDocument/2006/relationships/notesSlide" Target="/ppt/notesSlides/notesSlide2.xml" Id="Rab45c05f7d574f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f4a91a15be4023" /><Relationship Type="http://schemas.openxmlformats.org/officeDocument/2006/relationships/notesSlide" Target="/ppt/notesSlides/notesSlide3.xml" Id="R5c72112c45224a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5b53f270cd4b5d" /><Relationship Type="http://schemas.openxmlformats.org/officeDocument/2006/relationships/notesSlide" Target="/ppt/notesSlides/notesSlide4.xml" Id="R6c20ca8bfe3d4c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38ad05a5f34f53" /><Relationship Type="http://schemas.openxmlformats.org/officeDocument/2006/relationships/notesSlide" Target="/ppt/notesSlides/notesSlide5.xml" Id="R3b670f0ad5d444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7cbc9d822446d2" /><Relationship Type="http://schemas.openxmlformats.org/officeDocument/2006/relationships/notesSlide" Target="/ppt/notesSlides/notesSlide6.xml" Id="Re5da22de2c2e423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e60a08380a48fc" /><Relationship Type="http://schemas.openxmlformats.org/officeDocument/2006/relationships/image" Target="/ppt/media/image.png" Id="R0afd8c6aaa4a41ee" /><Relationship Type="http://schemas.openxmlformats.org/officeDocument/2006/relationships/notesSlide" Target="/ppt/notesSlides/notesSlide7.xml" Id="R203788a906bb47d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b04db5076b4320" /><Relationship Type="http://schemas.openxmlformats.org/officeDocument/2006/relationships/notesSlide" Target="/ppt/notesSlides/notesSlide8.xml" Id="R85263292da57432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72550ec60747e3" /><Relationship Type="http://schemas.openxmlformats.org/officeDocument/2006/relationships/notesSlide" Target="/ppt/notesSlides/notesSlide9.xml" Id="Rd2ae7f6011c7409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dd690b4814201" /><Relationship Type="http://schemas.openxmlformats.org/officeDocument/2006/relationships/notesSlide" Target="/ppt/notesSlides/notesSlide10.xml" Id="R7e364af1aed544f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28e566c4194b97" /><Relationship Type="http://schemas.openxmlformats.org/officeDocument/2006/relationships/notesSlide" Target="/ppt/notesSlides/notesSlide11.xml" Id="R70ee5010aabd494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9aad1cd12d4e49" /><Relationship Type="http://schemas.openxmlformats.org/officeDocument/2006/relationships/notesSlide" Target="/ppt/notesSlides/notesSlide12.xml" Id="R7110f651c4a142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2DA81C-43E7-4973-BD29-206A8CF9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7A1BE7-D5BA-4CEE-8CB1-2304E882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A14034-AF67-4668-8B0B-F8572439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00B81E-5639-48B0-BE00-A14CF08E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966176-DD1F-46BD-95BC-43FF7564A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F26AF9-738E-43A1-A720-76CFD6E2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53CE95-1034-4164-B05D-C8E4701EC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28D394-93B3-4B94-A135-00AE1C7D3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write ratios in the correct order.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662214-AA9C-4694-B51B-023F03353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F5CEC-ECC8-429F-B65B-3521B4E02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Coloured counters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DEA279-EC7B-4AAA-A41B-0B78E428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818060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E33928-644A-4014-BEA4-94EA94F9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1951B2-081B-4ABA-94F1-9CD35B42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39C55A-D4C2-4BC6-8806-B4CE4C868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8F5F9-0919-4263-8904-6387E6B8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FF4A7A-8A8C-4A91-B601-A3DA5298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134DAF-9FF0-4E61-B75E-2B635A9A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D21648-4092-4E79-9D1A-3BE5B1AC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AFF0B5-9658-466E-91DD-15426575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C5327F-B5EA-4954-8745-1B888948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946827-6C06-470C-B6A8-5A742384A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CD61D6-8563-471C-90F9-7F5EFD3D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2923D7-3384-410B-BE1F-F4AAF3BA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947850-2655-4BE7-A7D3-B3D37FA1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multiplicative relationships, ratio notation and equivalent ratios.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E545F9-FBBE-41E1-B20F-EB2D1CA9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CE47E7-A554-4E17-8FF8-811ED37D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EAE522-F789-4188-B5A8-CAFEB094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143160-2735-4A46-8D15-F388846B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equivalent ratio 7:4 = 28:__.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733A20-0502-4945-B532-CB24C99C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5FA684-4E28-4B93-BCD1-E4331314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20A4AB-68CA-4CD4-B87C-6C8B6097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3D7F81-AABD-4DC5-B871-2D362728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Explain the ratio 5:2 in a sentence.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884879-0D74-443B-8D9F-A823ABA0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2392496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E40AFC-59D5-4661-BCD9-75E37D17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81B3E0-78F8-440C-85E2-071F93E3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A9BB16-C513-4923-81F5-E349B65D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493E8F-827D-4D45-926A-FC2F509C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A8783A-2CC0-460C-92F2-7E756412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E2833B-AF62-457C-8CC4-16FB310B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1238A6-3A93-44F5-A4CA-AD05254C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96E0D3-A35D-4B67-82A9-39A8ED13A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939239-7A15-42F8-9AC6-2FF184FF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87D1E4-6224-4487-B0C7-869FD436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write ratios in the correct order.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158F83-F0F9-4EFA-B587-04F8C4202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949EC7-5804-4FFD-AC0E-54A3D150E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which quantities the ratio compares and keep their order.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9F2AD3-04D2-48D4-8600-8BD0EE79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Scale both parts by the same factor.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BCABAE-0579-44A3-8530-E221A36C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relationship using a table, bar or sentence.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5F31A8-7404-4A3E-9FDB-4001112F3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ratio  |  for every  |  part  |  whole  |  equivalent  |  simplify</a:t>
            </a:r>
          </a:p>
        </p:txBody>
      </p:sp>
    </p:spTree>
    <p:extLst>
      <p:ext uri="{BB962C8B-B14F-4D97-AF65-F5344CB8AC3E}">
        <p14:creationId xmlns:p14="http://schemas.microsoft.com/office/powerpoint/2010/main" val="16970918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55D701-5A44-4B88-8871-D4912971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EA3267-C893-4C1C-BF08-1965EF4B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BC33BB-295E-4193-8D1C-5C4CAFDF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EB2D65-6EC3-473B-943E-FBF1E6B7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A21F81-B838-4E16-B5C7-2D036482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48DC6-D089-4433-9E10-BEDFDC0A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5CC21D-1252-4F85-B125-B8C2F223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8872A8-23AF-43D0-A753-E165378D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23F79C-8BC1-46FE-A9CA-DDC894503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3AEF00-C357-4DB2-93B6-4EF0257A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ratio 5:2 in a sentence.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192A00-895E-4D45-A28D-C0FF4FA6D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84B84B-A077-480D-842D-152732DA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1B7A14-93AC-4F28-8EFB-EE7A0168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which quantities the ratio compares and keep their order.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383185-2819-4E40-ADC3-273F01E9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3EB67-7DC7-41C7-B336-664CB50D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DFE0FF-2133-45CE-80AC-FBA4BEC30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Scale both parts by the same factor.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FE1DCE-81ED-44BD-B618-3BB3B4F3E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2464E1-C6E7-4962-A369-9FD234ED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F41AA2-B7AE-4E4B-A582-DA341FC1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For every 5 of the first quantity, there are 2 of the second.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EBB30A-BAD3-410A-A415-24EE7D06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539AB9-146F-4E3A-97BF-EF699320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47D057-575E-407C-BE4D-03BB4B21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relationship using a table, bar or sentence.</a:t>
            </a:r>
          </a:p>
        </p:txBody>
      </p:sp>
    </p:spTree>
    <p:extLst>
      <p:ext uri="{BB962C8B-B14F-4D97-AF65-F5344CB8AC3E}">
        <p14:creationId xmlns:p14="http://schemas.microsoft.com/office/powerpoint/2010/main" val="17735607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0D9135-2ACD-4369-8507-16F2D4B2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EB033D-B793-4F97-9A1A-622A91E2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457EB6-2F3D-4A34-BCB6-16659C2B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D61A11-F3DB-4342-B936-70E24240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0A0D48-2D73-43C0-9FF6-76C34701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95D2C9-4547-43EF-A35E-0C7B834C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5EE93A-9E25-4CA1-939B-30463D2D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44510D-D531-4E21-8282-B09D3EA0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3FD9A4-CC1A-449A-B2A9-CD98CF93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7EFAC3-3E55-488B-90AF-6D2ED4E8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2F03CF-7B53-491A-9A7E-12314A95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For every 5 of the first quantity, there are 2 of the second.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D285B8-2036-419C-9043-C8AAACBD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D5C765-9523-43DA-87EF-818DADE7F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relationship using a table, bar or sentence.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37C7F4-3030-422B-BB69-9F483716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8219683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62F829-568D-488A-9352-E3402B53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8C45B-0905-4FAC-8B41-6E1A6B56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3EE7D7-D57E-4A9E-AAD1-E484DBEE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500D2D-498A-4CFE-BE97-2D53CD6A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BF927E-EBDA-44B7-B73A-04114CC5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7CB827-4093-4598-B17A-9709A624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3DBB62-CFEA-4C94-8747-05810DF9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02D64E-E371-4AE7-87C6-6D0101E3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9EFA32-A258-48A7-8FF0-009EF65A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0DFB04-717E-47E1-B355-01C44BBA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equivalent ratio 7:4 = 28:__.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488A55-2B8E-436D-895C-D5BB5D56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302FD5-0DEC-4FB1-91D2-2B060006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DDAC60-6FDE-4EA3-A4D1-A664F6966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895702-E592-4E26-BEBD-913C537D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C2BFA7-B231-42A4-BC2E-5E549571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16.</a:t>
            </a:r>
          </a:p>
        </p:txBody>
      </p:sp>
    </p:spTree>
    <p:extLst>
      <p:ext uri="{BB962C8B-B14F-4D97-AF65-F5344CB8AC3E}">
        <p14:creationId xmlns:p14="http://schemas.microsoft.com/office/powerpoint/2010/main" val="11789072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9C9786-651C-4D08-B863-E79976D5A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E4CF46-262F-4EB0-9DFF-AAEF926B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14660D-88FC-4015-A3E4-65AC31BD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07EFF3-785F-431B-8496-FB83DD8A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4FA119-CFF0-444B-A723-42289F3A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D92863-8AFC-4BA0-BD2B-CE578F66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C361B8-0269-4154-8A6B-F5C173657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05ACAC-76FB-49A6-9004-273432C7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1636AE-139B-418F-8B10-3BADD735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d8c6aaa4a41ee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D7AA11-73AD-4144-ADA8-0B2D98A5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21E9AD-A2EE-4C2D-B2BF-39423FE5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the same number to both parts to make an equivalent ratio.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B0DA83-FB28-4B69-948E-7850E114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D9D0A6-B92E-4F8E-AA12-09741C484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BB9149-C242-4401-A6EC-1D8C3834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Equivalent ratios come from multiplying or dividing both parts by the same factor.</a:t>
            </a:r>
          </a:p>
        </p:txBody>
      </p:sp>
    </p:spTree>
    <p:extLst>
      <p:ext uri="{BB962C8B-B14F-4D97-AF65-F5344CB8AC3E}">
        <p14:creationId xmlns:p14="http://schemas.microsoft.com/office/powerpoint/2010/main" val="20856419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908508-7D3A-4955-9AD9-C5C45D95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756999-ECB4-46ED-B406-FFDD13EF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66F6D7-4F22-4604-80AA-4172B2E0F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DC33F8-3D23-448C-9BF1-F32AE7BF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C84532-1A9C-4470-AA57-C5011927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B967BA-F21F-4BAC-9432-055750F7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9A8AA4-A8DD-4EF4-9A68-B4A14CAD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B95355-33E4-4208-8AB6-817B657B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B0B736-3335-4027-B8FC-61CBC95F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41474-9407-42A8-897C-2D0C23F2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77DF89-106B-40F6-B2A1-B0C5CBD84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A20E62-9AA0-45BA-BB76-FD7CC136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F41CA5-5D0A-417B-AE17-0F4E01443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equivalent ratio 7:4 = 28:__.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DA737-CE2E-47B0-8904-480A279A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1950F0-77A5-433F-B6DE-F2B9FF8B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DAE66C-7DA9-4AF5-9B35-00C5DF03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B194FB-7211-4BAF-B543-CFE51506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B1ABF3-AEE5-4182-98C2-427E4310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3406D1-363B-46F2-9B09-C19D9919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4BBC04-093B-4348-99C3-CAA961FD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4B4E78-23EA-4D77-9933-FCFE29E7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1D137A-4602-4CAD-A1DE-31E15C273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067042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736E1A-AD5F-4101-A413-AD670CBF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4F0C8-DD75-4F86-A156-9DE1F65A2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066067-32E3-4A6F-A7EC-565CA893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B431C3-0218-453B-BD32-E4CB91FF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8FDC35-7616-4F3A-A27F-1E703A4F5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F2405D-5177-423A-9273-ABF80324B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B061C0-3B81-421F-8483-DC35408F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930F80-FE38-4EF6-A6E0-0972C7F6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1C494D-1E65-4879-9C7E-9473A96D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66E736-4542-4972-BC55-BE2FBA98C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F5679A-828A-4A9F-97E7-96505A4FA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C182C4-1695-470D-8120-ABC517A2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FF56B5-C555-40AD-83BF-E2634751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36:48.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E9A8CE-9A69-491B-A1AD-D68E80F3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6ACC26-60AB-480D-A22D-9A998316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060470-E27F-48FD-8E10-61AACF67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88B2A7-C5E7-49F8-A94C-D5839C99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6C8D50-FE5B-48CF-B222-8C316F21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7AAD87-B6D7-4AFB-B260-040E32016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A05BF2-0FAD-4AF3-AB96-501B74E4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D5D451-5E58-4DD5-ADC4-C3B9DAE1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4720719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8566BD-501B-4513-B45D-E96026481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5E9078-0620-41E8-AA89-54CDDE95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C815CF-1BD0-4B57-8CE6-D2ADE0F9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CF561D-1260-44C8-9599-706EA2A6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5628CA-355F-4DAA-A43B-2B0CF0C55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7D12C3-2D4C-4907-A6FC-C7F6D5D3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F4A1EE-A094-4629-9C1A-74432DC4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E7C56B-D6FE-487F-BBF4-B6E0AA17E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3F96BE-BBFF-4375-ADBB-78C3D490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6FFE27-C6BE-4EC3-926E-595BBFDB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Paint is mixed red to white in the ratio 3:5. How much white is needed with 18 ml red?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2121B0-9FED-4ADC-8F17-46715883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E3811B-95A1-4977-9933-4BDB97DF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1E7CAC-97A4-451A-A541-E177E3A0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30 ml.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4560967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78AC63-EF52-4F94-83E0-161EC0D4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57744F-6DD3-46DA-A87A-3A8536923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2790CF-71A7-4B92-BB1D-6E4C61A2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196332-AB5E-462B-9E89-6FD453FBC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EE2CC8-C29F-4B54-8376-6CAE844C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2A88C8-6352-4B50-9909-238CC38C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A9125A-8DDD-4F5E-9106-5D0349240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7F5AEF-1971-44AA-97BC-98E1499BE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ED398B-2236-4C4C-9006-EAC5D76A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74E15-984F-4DB1-9784-25951AD5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F411A-04C7-4832-904A-1B95F34C9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7FE280-5A81-403F-B757-28AB8C8E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36:48.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0F2C92-82D0-4A33-80FA-B67C5AA8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3DE45E-341D-44A4-85E3-B6154FDA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A9BBF4-218C-44CB-83F5-86C83E03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9326FF-27A9-42C9-A5C7-7525377B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3:4.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8E8CFC-6995-4449-8046-CE9E282F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3469AF-309E-4D1E-9E35-572352F9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8345448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D67BD8-9367-42C1-9A72-CA1E8492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55695D-1AB6-46F0-B702-25A0F501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0FBFF4-C6C4-4A39-A497-027CDD0C5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2EA928-AC3C-4E26-9031-125228DE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B38486-25BB-44AC-A31F-5085A068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AE20BE-6828-4586-81B6-3B00371B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5DAC6B-31F4-44E1-8F15-364DB840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BD328-32B0-4D96-A1CE-918EC754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00BABE-CBBA-4878-824A-1EDCB898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D6B06C-B986-460B-B976-AC618803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9318F2-F055-4321-AE4E-52B578BD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9A01B4-C827-4235-9B3B-5A8411E64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86ACD7-7307-4A18-A76E-8D24DDDE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36:48.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403F48-38B9-468A-885E-2F0EC2BB3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1B1CE7-292E-49CF-B38C-6A97FF3F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FFE04D-4E42-4AE7-B06D-0C8889C6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BE63C6-75CA-47EB-9BFB-808F5BC88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the same number to both parts to make an equivalent ratio.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2A3EC5-BB15-4049-840B-AA90EAC1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F93C93-7826-47AC-9CC4-67B79961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72BF3F-B557-419C-8E51-E08C65E8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27CDF3-6242-46DF-8079-BC3C95F8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9C2BF0-7ABB-4841-8F96-59698664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945133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2026-09-09T20:47:07.5400000Z</dcterms:created>
  <dcterms:modified xsi:type="dcterms:W3CDTF">2026-09-09T20:47:07.5400000Z</dcterms:modified>
</coreProperties>
</file>