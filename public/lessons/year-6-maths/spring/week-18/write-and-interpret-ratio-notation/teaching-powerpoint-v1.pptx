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9165bb419943d2" /><Relationship Type="http://schemas.openxmlformats.org/officeDocument/2006/relationships/extended-properties" Target="/docProps/app.xml" Id="R75e05be7a5664e30" /><Relationship Type="http://schemas.openxmlformats.org/officeDocument/2006/relationships/officeDocument" Target="/ppt/presentation.xml" Id="Raafd67d4ddfc46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e1c17bb79743bd"/>
  </p:sldMasterIdLst>
  <p:notesMasterIdLst>
    <p:notesMasterId xmlns:r="http://schemas.openxmlformats.org/officeDocument/2006/relationships" r:id="R53250015e5774dd2"/>
  </p:notesMasterIdLst>
  <p:sldIdLst>
    <p:sldId xmlns:r="http://schemas.openxmlformats.org/officeDocument/2006/relationships" id="256" r:id="R6090512a958c4609"/>
    <p:sldId xmlns:r="http://schemas.openxmlformats.org/officeDocument/2006/relationships" id="257" r:id="R050faa90f26c4ba6"/>
    <p:sldId xmlns:r="http://schemas.openxmlformats.org/officeDocument/2006/relationships" id="258" r:id="R7d529efce8554175"/>
    <p:sldId xmlns:r="http://schemas.openxmlformats.org/officeDocument/2006/relationships" id="259" r:id="Rbe06853becb2418f"/>
    <p:sldId xmlns:r="http://schemas.openxmlformats.org/officeDocument/2006/relationships" id="260" r:id="R7c3702f525b0481d"/>
    <p:sldId xmlns:r="http://schemas.openxmlformats.org/officeDocument/2006/relationships" id="261" r:id="Rb6a7a407a0cf4147"/>
    <p:sldId xmlns:r="http://schemas.openxmlformats.org/officeDocument/2006/relationships" id="262" r:id="R167a4ab533e74b9e"/>
    <p:sldId xmlns:r="http://schemas.openxmlformats.org/officeDocument/2006/relationships" id="263" r:id="R9436faa15c534813"/>
    <p:sldId xmlns:r="http://schemas.openxmlformats.org/officeDocument/2006/relationships" id="264" r:id="Rb40e7655f50b4f24"/>
    <p:sldId xmlns:r="http://schemas.openxmlformats.org/officeDocument/2006/relationships" id="265" r:id="R12f5f14893f44c2c"/>
    <p:sldId xmlns:r="http://schemas.openxmlformats.org/officeDocument/2006/relationships" id="266" r:id="R9a1e8ac462a544c1"/>
    <p:sldId xmlns:r="http://schemas.openxmlformats.org/officeDocument/2006/relationships" id="267" r:id="Re8299434504849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a80d454c504366" /><Relationship Type="http://schemas.openxmlformats.org/officeDocument/2006/relationships/slideMaster" Target="/ppt/slideMasters/slideMaster1.xml" Id="Rfee1c17bb79743bd" /><Relationship Type="http://schemas.openxmlformats.org/officeDocument/2006/relationships/notesMaster" Target="/ppt/notesMasters/notesMaster1.xml" Id="R53250015e5774dd2" /><Relationship Type="http://schemas.openxmlformats.org/officeDocument/2006/relationships/presProps" Target="/ppt/presProps.xml" Id="R9d7af76e4dc04cb7" /><Relationship Type="http://schemas.openxmlformats.org/officeDocument/2006/relationships/tableStyles" Target="/ppt/tableStyles.xml" Id="R0782eda7737e4a26" /><Relationship Type="http://schemas.openxmlformats.org/officeDocument/2006/relationships/slide" Target="/ppt/slides/slide1.xml" Id="R6090512a958c4609" /><Relationship Type="http://schemas.openxmlformats.org/officeDocument/2006/relationships/slide" Target="/ppt/slides/slide2.xml" Id="R050faa90f26c4ba6" /><Relationship Type="http://schemas.openxmlformats.org/officeDocument/2006/relationships/slide" Target="/ppt/slides/slide3.xml" Id="R7d529efce8554175" /><Relationship Type="http://schemas.openxmlformats.org/officeDocument/2006/relationships/slide" Target="/ppt/slides/slide4.xml" Id="Rbe06853becb2418f" /><Relationship Type="http://schemas.openxmlformats.org/officeDocument/2006/relationships/slide" Target="/ppt/slides/slide5.xml" Id="R7c3702f525b0481d" /><Relationship Type="http://schemas.openxmlformats.org/officeDocument/2006/relationships/slide" Target="/ppt/slides/slide6.xml" Id="Rb6a7a407a0cf4147" /><Relationship Type="http://schemas.openxmlformats.org/officeDocument/2006/relationships/slide" Target="/ppt/slides/slide7.xml" Id="R167a4ab533e74b9e" /><Relationship Type="http://schemas.openxmlformats.org/officeDocument/2006/relationships/slide" Target="/ppt/slides/slide8.xml" Id="R9436faa15c534813" /><Relationship Type="http://schemas.openxmlformats.org/officeDocument/2006/relationships/slide" Target="/ppt/slides/slide9.xml" Id="Rb40e7655f50b4f24" /><Relationship Type="http://schemas.openxmlformats.org/officeDocument/2006/relationships/slide" Target="/ppt/slides/slide10.xml" Id="R12f5f14893f44c2c" /><Relationship Type="http://schemas.openxmlformats.org/officeDocument/2006/relationships/slide" Target="/ppt/slides/slide11.xml" Id="R9a1e8ac462a544c1" /><Relationship Type="http://schemas.openxmlformats.org/officeDocument/2006/relationships/slide" Target="/ppt/slides/slide12.xml" Id="Re8299434504849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3e4129c1f64a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b81c22d055492c" /><Relationship Type="http://schemas.openxmlformats.org/officeDocument/2006/relationships/notesMaster" Target="/ppt/notesMasters/notesMaster1.xml" Id="R8acebfa8fb7b46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f41a00482043dc" /><Relationship Type="http://schemas.openxmlformats.org/officeDocument/2006/relationships/notesMaster" Target="/ppt/notesMasters/notesMaster1.xml" Id="R071264c5eded4f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376a3c913f42a3" /><Relationship Type="http://schemas.openxmlformats.org/officeDocument/2006/relationships/notesMaster" Target="/ppt/notesMasters/notesMaster1.xml" Id="R31ee4201c27946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0eb7da64a446de" /><Relationship Type="http://schemas.openxmlformats.org/officeDocument/2006/relationships/notesMaster" Target="/ppt/notesMasters/notesMaster1.xml" Id="Ra82c505726d34f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0d86bf25764e60" /><Relationship Type="http://schemas.openxmlformats.org/officeDocument/2006/relationships/notesMaster" Target="/ppt/notesMasters/notesMaster1.xml" Id="Re4db8aeed7d546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92c11c7b9b4ed4" /><Relationship Type="http://schemas.openxmlformats.org/officeDocument/2006/relationships/notesMaster" Target="/ppt/notesMasters/notesMaster1.xml" Id="R06dc0228fe6447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1c5b15627b44b5" /><Relationship Type="http://schemas.openxmlformats.org/officeDocument/2006/relationships/notesMaster" Target="/ppt/notesMasters/notesMaster1.xml" Id="Rff30f5ccfd374c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8ce18fe0d34109" /><Relationship Type="http://schemas.openxmlformats.org/officeDocument/2006/relationships/notesMaster" Target="/ppt/notesMasters/notesMaster1.xml" Id="Rbdf7a7b714994f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1e53f095bf4ff2" /><Relationship Type="http://schemas.openxmlformats.org/officeDocument/2006/relationships/notesMaster" Target="/ppt/notesMasters/notesMaster1.xml" Id="Rf02db4ee2ae146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3015ee1bbc4fae" /><Relationship Type="http://schemas.openxmlformats.org/officeDocument/2006/relationships/notesMaster" Target="/ppt/notesMasters/notesMaster1.xml" Id="R4e548d6c10be47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bd102227bc4674" /><Relationship Type="http://schemas.openxmlformats.org/officeDocument/2006/relationships/notesMaster" Target="/ppt/notesMasters/notesMaster1.xml" Id="R335e5613a4d541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ae8beb88c94af0" /><Relationship Type="http://schemas.openxmlformats.org/officeDocument/2006/relationships/notesMaster" Target="/ppt/notesMasters/notesMaster1.xml" Id="Rc63c80c1536049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16.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For every 5 of the first quantity, there are 2 of the second.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3:4..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30 ml.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3:4.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3:4.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56496b6e5d46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f565b1cf21412f" /><Relationship Type="http://schemas.openxmlformats.org/officeDocument/2006/relationships/slideLayout" Target="/ppt/slideLayouts/slideLayout1.xml" Id="R4e992ce26aab49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992ce26aab49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6a07696f14d4e" /><Relationship Type="http://schemas.openxmlformats.org/officeDocument/2006/relationships/notesSlide" Target="/ppt/notesSlides/notesSlide1.xml" Id="Raf1bb95754fe43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b1567037d45d2" /><Relationship Type="http://schemas.openxmlformats.org/officeDocument/2006/relationships/notesSlide" Target="/ppt/notesSlides/notesSlide2.xml" Id="R71ba6d5b123443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0d5eba87947cc" /><Relationship Type="http://schemas.openxmlformats.org/officeDocument/2006/relationships/notesSlide" Target="/ppt/notesSlides/notesSlide3.xml" Id="R9ccc2f7407794c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f123d6edd4f77" /><Relationship Type="http://schemas.openxmlformats.org/officeDocument/2006/relationships/notesSlide" Target="/ppt/notesSlides/notesSlide4.xml" Id="R90762e081e984c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0cf3e207c4e99" /><Relationship Type="http://schemas.openxmlformats.org/officeDocument/2006/relationships/notesSlide" Target="/ppt/notesSlides/notesSlide5.xml" Id="Rb874176bfc5447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6b8da47734f28" /><Relationship Type="http://schemas.openxmlformats.org/officeDocument/2006/relationships/notesSlide" Target="/ppt/notesSlides/notesSlide6.xml" Id="R496c5c8f648f4f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8a715007244be0" /><Relationship Type="http://schemas.openxmlformats.org/officeDocument/2006/relationships/image" Target="/ppt/media/image.png" Id="Ra09b2a585621476f" /><Relationship Type="http://schemas.openxmlformats.org/officeDocument/2006/relationships/notesSlide" Target="/ppt/notesSlides/notesSlide7.xml" Id="R04d1a07e539641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b4b2380174f05" /><Relationship Type="http://schemas.openxmlformats.org/officeDocument/2006/relationships/notesSlide" Target="/ppt/notesSlides/notesSlide8.xml" Id="R93413beab3494e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9da6544f24a18" /><Relationship Type="http://schemas.openxmlformats.org/officeDocument/2006/relationships/notesSlide" Target="/ppt/notesSlides/notesSlide9.xml" Id="Rdb30a3dd5aa542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bc7262d1b464c" /><Relationship Type="http://schemas.openxmlformats.org/officeDocument/2006/relationships/notesSlide" Target="/ppt/notesSlides/notesSlide10.xml" Id="Reaba8173591e44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75d59352a47d9" /><Relationship Type="http://schemas.openxmlformats.org/officeDocument/2006/relationships/notesSlide" Target="/ppt/notesSlides/notesSlide11.xml" Id="R56a5af2514e245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1d8dc2ddb4fc7" /><Relationship Type="http://schemas.openxmlformats.org/officeDocument/2006/relationships/notesSlide" Target="/ppt/notesSlides/notesSlide12.xml" Id="R68b3ad508b9c4b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BF5FD-9EF8-438E-8671-C4FD046C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80A91-C01F-4F47-93B3-726E475D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FF2B1-DF06-4659-A242-6E8FBBFE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5EC16A-5DA6-4B6A-8C07-EDA02059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FDDA2-235F-4F3B-983E-C989034C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B18B4-2E78-4AF0-B4F1-96915EA7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BCAF2-ABF8-4857-A3CD-5B51B94D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79E4BD-5CFF-4C13-A431-3B4CA38C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write ratios in the correct order.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9B33B-496C-4E6E-8063-6633BA1D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4289C-F22E-4E1E-A0BD-D2933533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2B73E-5D5A-4691-8736-62FB6789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705451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7FA5DB-F425-4343-BF2A-C4ADCDE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C61BA-D15A-4C0C-9556-942EB9BE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0A2AA-31D0-495B-A9D0-C3284C17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869B7-5B40-48A7-AF5F-E923763E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1157B-AED2-4A79-BCD8-246036B9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ED48E4-7370-49CA-97C3-B640554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6B12A6-495D-4819-8E98-D040119A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747AE-33EE-4606-BD26-E6306D3A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769450-9DEF-4F0A-B0B5-C2B6140E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70ED0-AB26-4E26-8116-BB3029B0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07AB58-A211-4AED-9681-B48D91C4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845C7-56C2-4159-B441-434152C8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B04EA-830E-4D9D-BBBD-26F567A8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8F4B5-89A0-4F5F-9D7A-1F30E229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0604F8-7053-4262-947E-B1514E17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0DEF8-6433-4571-AC85-9FFC3CC3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DB7FE-289D-44AD-922A-9126F16B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EAE8F-58C9-47FE-ABDC-E57316B8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D89D7-B186-4165-9BDD-5CC8FA04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69C8BA-0B8D-49A3-84CB-1FA12307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49BD81-1726-44BC-B662-A02D7706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Explain the ratio 5:2 in a sentence.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79C1C-429F-43AC-BBB5-34FE6CA1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608033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29B697-CE81-444B-886A-C5E4494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7CB51-59A3-4FA6-9B3F-C130550C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10C68-77AA-449E-9CDB-1909AD5D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80670-0FD3-41A2-BD7C-FF7DC0B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11730-C6F4-4AFC-B541-ED004E7F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8EBEC0-822C-4311-A60E-9D74EF4A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FA4580-6CD1-42F2-BEFD-8C81D2BF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D11816-5EF6-44DB-A4EC-A8FEACEB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44869-3626-41C1-BA72-90A8AF0C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7BDB2-6BDC-49AF-9EAA-B6DDFB19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write ratios in the correct order.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976BDF-EB4F-4310-8D51-5835D748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72719E-74C3-4AEC-B89E-B427B585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CFBED-49BF-421E-B936-25CC9892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3AD7CF-F7D3-400D-B46C-7D4C2495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82B168-5F99-4AE9-8F83-02FB982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481713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90C259-F73C-4D40-93B4-11D84657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DD59E-4CE5-4F9D-9786-B60B3FD7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74457-D806-4ECF-B585-432D785F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94311-37B7-4F98-B4F4-38E6D693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F9A64-98C6-48DA-928B-D9FC34CD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847C9-E7E1-4F38-B7E8-B70972A7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AFD10-6B90-4BF1-9C19-6C917636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54349-604D-47FB-9987-1FBCBC13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241046-E2C6-40EA-919C-BC127C29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DDCE3-31D8-4512-9E76-34D8022C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256930-3880-4BB8-B8A8-CF7BA0D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E4D7A-4974-46E2-9BE6-0F4298C3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39FB2-F069-4DCC-A17A-FE280708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 :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1C054D-BB21-4075-86CB-90896774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799331-8175-43AE-BFE1-49EDC307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88F62-59A4-4A50-934B-94F47E5E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the quantities in the stated order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CBE379-8675-4280-9857-B3C3C925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1D53C-A28C-48E2-A780-CA8949EC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FD843E-4EB6-4399-9C8A-CCCA3A48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For every 5 of the first quantity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5F2A02-1BEF-4DA1-B635-D79A5A16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FA65CE-458E-4CCB-862C-E2D6A8FF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14FA48-7308-4B8D-BCFC-017385E6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there are 2 of the second</a:t>
            </a:r>
          </a:p>
        </p:txBody>
      </p:sp>
    </p:spTree>
    <p:extLst>
      <p:ext uri="{BB962C8B-B14F-4D97-AF65-F5344CB8AC3E}">
        <p14:creationId xmlns:p14="http://schemas.microsoft.com/office/powerpoint/2010/main" val="2093668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7C55C5-64F5-4527-847B-EFA4ADEF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A11A6-334B-4FB4-A55E-103201C9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11D0FE-914F-48E9-85F3-F29EC056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5B3823-2D0B-4E9D-A5D9-4B090A57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F7785-FF2E-45F9-B4C6-3DA390CA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B095B-8CCE-41B5-9805-D1FD5715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4B1979-C576-4590-9AB1-BEAD3ECC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5FEC9-EA95-429A-96BB-6BF82875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F4C6B7-179D-4771-A91D-BA33AE5E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F1FD3-F452-4F00-AEFD-88A026C9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3DB914-1876-4FEC-B060-C6558705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For every 5 of the first quantity, there are 2 of the second.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CECA02-E74D-47AA-B469-49DDBF4A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866EA-15A8-4981-95C7-4027EA19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EA5E8-5C68-4A98-8AB5-049A01C7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232107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CD4E91-C165-4E62-952A-04C927CC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536DC-5A39-4C6A-BD5F-14DF39DA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F6710-240A-4E47-B73D-3CF7A2C8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508B2-0516-4D02-B594-72693798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B6FB4-9DC2-41C6-B0C8-D0576C03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82A89-3C43-40E8-AE5B-B7D4CCE4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CFBCB-0BE9-4043-9B16-4BD75DB9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F3B647-23E6-495F-AA0A-B49C9186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1905F-AD9D-4DDD-9BBA-FC2CD976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52A6EB-690E-4514-B485-0B35650C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6D4A1-E5DB-404E-9954-51CA0638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2D0D36-5DA7-4DA1-A68D-C9D877B9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C4623D-B6A7-4921-8DD6-9617B31B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950240-E484-4BA6-8C16-FCEC6E8D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1E36C-8701-4C97-BEE7-CE637C60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16.</a:t>
            </a:r>
          </a:p>
        </p:txBody>
      </p:sp>
    </p:spTree>
    <p:extLst>
      <p:ext uri="{BB962C8B-B14F-4D97-AF65-F5344CB8AC3E}">
        <p14:creationId xmlns:p14="http://schemas.microsoft.com/office/powerpoint/2010/main" val="18214100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065942-5EE3-4DC2-877B-600425DD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21E1A-A109-47C5-A255-2AC972BB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D80848-0D3F-4FA4-A448-CC7193C4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610D3-FFE2-4630-9D8E-738B02F3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5911BD-4C14-4E5A-899A-9276D96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43C3D-FECC-4C69-A0A8-E592DFC7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D1BFC2-8072-4EDB-BCBF-69E4AB33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0AACA-6790-443F-9C84-20CA5D5B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BA9C96-9017-4562-BFD8-35457976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b2a585621476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53A57-E1DD-4C16-B53E-E7397C7A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F71003-AFDC-4EB1-9B32-4F60F316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51B2E-1D6B-4538-9C44-E48BEB07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B6E0D-2222-49D0-8E47-3A6C3E21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7854B0-89F7-4703-93E4-5D598226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3192105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584961-E1E5-4CA6-811E-70B17CD6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E0FD4-9650-441B-8061-17A7E811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C77AC-2E41-470F-85F6-8559D23D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7460F-E948-4B70-A24F-0398E346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66997-EAEE-4601-BE15-5FEF46C2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46A52-1400-48D4-9ECA-31674F75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7F2AE-DF8F-4802-BE10-D634C878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89A6C-5851-4D52-AAC7-FC1790FC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27653E-7358-49A0-8431-8F161D39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1DD12-D039-4387-A7F4-3A06201B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92280-E6D0-4404-8868-E12D6F28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994EA7-360E-46BA-9406-395CA9DF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4286D7-FF25-444F-AC99-32B6E509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3AEB6E-1F15-471C-B6BE-422F12E9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E792C-A912-400B-BF37-E30925A1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A8B66F-D0E5-4CD2-A869-FF74C19B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FA085E-598C-45D0-BC67-0FA8FDD4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A58E50-6569-40BC-A751-60B02D73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4ED2A2-7465-46A5-A16F-0FC95A47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22C54B-987C-4166-97F4-04D1C6F9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D999CA-AC1B-48B5-BE1D-B17178FA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A68DA0-79BA-4B53-8313-0E73D3C3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299569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BD673B-E040-4FE7-B1D0-37F9C419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938EF-25B3-4BBC-83E7-7ED0BBA7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8FF5D-5B58-4AF0-81DE-8AA11B3D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15843-E88D-427E-85DF-45D0F41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973EC-7948-49BC-AAB3-24454B09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35ACE-88D8-4005-99F2-B2EFF96B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3A8E1-B23C-4044-9497-09BD7A88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E9510-8A06-4E9A-ACCD-8A4845C9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1B1EE6-6989-4BC5-A338-B0F6BF20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03B8AB-8D4D-496A-A038-30EAF309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0AFB5-FB8B-4D57-B28A-25312E13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891B99-CB27-42D9-8A96-DF31519D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A41C41-E9B7-44CE-8702-0A72C9AC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06AF0-879C-43AD-800E-F22C2957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47F40-2E4E-4D45-B305-AEFBC9E1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4E61C-BA55-4A1A-B316-A7FD53DB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07A65D-DCE1-44C4-AF2E-8E6CB2A7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827469-7AE0-4AAE-8611-CC913ECC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584268-0572-4C16-A1BF-A533386F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2A2B2D-E185-48BA-BB79-FC81250B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A018EE-740B-4D3C-8DFD-CC0F5046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91397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7C5F0-3363-45FC-856B-DBDEA8A1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C5C3B-D734-4A26-9EC4-D13A3727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7C61E-2CEE-473D-850F-EAB7E80D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C3515-F21D-47C9-8C9E-67CD28D7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270EC-F806-4ABB-9910-3F50E211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C6FD5-7A49-4EFE-BC5B-5F91A7E9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ABB815-1C4E-41BC-BFEB-8D1B5BD0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F3625-5393-4D22-8AB9-47EF0B66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5F53B5-0652-43ED-A9F3-662B45D6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4A750-2C3A-4C02-884B-315371ED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Paint is mixed red to white in the ratio 3:5. How much white is needed with 18 ml red?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5C3B3D-A9D2-41D7-925F-20F72AE7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B0B97-AB7C-47ED-8E21-47F197F8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DDEC0-246D-4B03-9D8F-D563325F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 ml.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8621119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C3A9CF-8474-4F5C-BA22-EEDF3AFE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6F915-68C4-4E53-934D-106E017A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6C476-653F-4321-BA7B-56F47D93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8903D4-D3C3-438A-BC64-4665CBC8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68AEB-2C66-4D26-A617-5DF00D5C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72579-CA6E-4E12-9E16-85A71FF6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B5DCE-4686-4E52-8225-86AD11B0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F4C72B-BC29-40AB-9E2D-6B936A83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B833D-F3AB-4C04-B7CE-95362F3B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E6012-2381-4BBA-837F-2BB72EDA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46BC23-EE10-4D76-AEF2-664DD2E9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16B4C-E8BE-454F-B081-30ECD250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34F54-5DCC-4C6F-8925-E0865C54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7DA076-8C20-403D-B3F4-82532297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8D5BB7-71AA-42C6-824C-0D332F92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4C7488-A123-4E70-94D4-1DEF3880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3:4.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A674BF-6958-48AC-9AB3-0DE5A00A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C45270-EEF4-4EDB-A53A-FFC8F6CA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809945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38F490-1809-4CA9-A1FB-6F4F0A45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28A31-B80B-4370-9B29-775E593F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5F5A3-2EA6-4227-A7B3-B6BA874C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C4CE7-21E7-4A1E-B8E0-D1A04975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E3DB46-FECE-41E0-8942-6B0CF7D7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1AE71-55EF-4669-87CD-0CE3B23E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08538-1791-47C2-9501-BFD35F84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762DA-FA48-4995-8B63-7074E4CF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616FB-FD2F-4B9F-A94A-7C8D3C4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Write and interpret ratio 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EC2786-F4F9-4F97-B848-1C4C58DA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7D7E9-6064-4D16-AC34-F75D6FFA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B5E5C2-1F44-4714-806E-40870FC7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E8DAE-8FAF-4C6A-B711-C07D5F59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2C95D9-EC2D-49D1-A771-5EA6E386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7154AA-6622-4839-8EF4-31EAF042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7C908E-C4F6-4314-AA9D-1C6D3790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3E1C9B-F2EF-4CB9-9270-23BFD2E0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EEE854-639D-4998-BB4A-BDA28F14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A7F658-F267-48E3-8304-69242946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7D5C59-6783-460E-BF8C-6205CCAD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CC67E5-8638-4737-9E7E-B86F71A2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70A9A9-A1C7-42D4-A1C1-F606B886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534416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2026-09-09T22:14:15.4400000Z</dcterms:created>
  <dcterms:modified xsi:type="dcterms:W3CDTF">2026-09-09T22:14:15.4400000Z</dcterms:modified>
</coreProperties>
</file>