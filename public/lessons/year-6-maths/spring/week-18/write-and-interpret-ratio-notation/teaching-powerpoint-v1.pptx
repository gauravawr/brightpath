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and interpret ratio notation. Write and interpret ratio notation.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and interpret ratio notation.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and interpret ratio notation.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and interpret ratio notation.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and interpret ratio notation.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and interpret ratio notation.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and interpret ratio notation.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697C37FE-E7EB-4BBF-A2BE-EBB522F3915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Write and interpret ratio notation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52A3BBC-B4D1-4992-B280-1BBFB96D749C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9CCD157-2101-403E-9A73-A19762779E8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A38C508-2BC3-4D4F-90B0-362524AA8A7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Write and interpret ratio notation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513C0B0-B09D-4E5E-9B78-00CFCAD0088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0CB6D03-18C2-435D-948A-447A732A33B9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write ratios in the correct order.</a:t>
            </a:r>
          </a:p>
        </p:txBody>
      </p:sp>
    </p:spTree>
    <p:extLst>
      <p:ext uri="{BB962C8B-B14F-4D97-AF65-F5344CB8AC3E}">
        <p14:creationId xmlns:p14="http://schemas.microsoft.com/office/powerpoint/2010/main" val="1381362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546B4F2D-F6C0-4028-ACCC-FD3271750B1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621D0BC-8B24-4740-8A7A-E7575D9283A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What does the ratio 5:2 mean?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D7BAE0A-2F89-47EF-B9B9-7DF4FD2E5C2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A311AED-80CA-4295-9743-CC7CF13BFDC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Write and interpret ratio notation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69BF007-E209-4273-9CA4-B24AAAFA7A7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A281231-1F5C-4E82-9DCC-CB2EB62E5E42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693D092-5C65-4624-AAF5-D146AEBE18E9}"/>
              </a:ext>
            </a:extLst>
          </p:cNvPr>
          <p:cNvSpPr>
            <a:spLocks noGrp="1"/>
          </p:cNvSpPr>
          <p:nvPr/>
        </p:nvSpPr>
        <p:spPr>
          <a:xfrm>
            <a:off x="476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CDD6867-4175-4227-A014-EE04E351066E}"/>
              </a:ext>
            </a:extLst>
          </p:cNvPr>
          <p:cNvSpPr>
            <a:spLocks noGrp="1"/>
          </p:cNvSpPr>
          <p:nvPr/>
        </p:nvSpPr>
        <p:spPr>
          <a:xfrm>
            <a:off x="666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820E6A0-919B-4795-93D9-C8F0848C3BC5}"/>
              </a:ext>
            </a:extLst>
          </p:cNvPr>
          <p:cNvSpPr>
            <a:spLocks noGrp="1"/>
          </p:cNvSpPr>
          <p:nvPr/>
        </p:nvSpPr>
        <p:spPr>
          <a:xfrm>
            <a:off x="857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69AC799-5E7D-4042-B642-DD0BB05FB8AB}"/>
              </a:ext>
            </a:extLst>
          </p:cNvPr>
          <p:cNvSpPr>
            <a:spLocks noGrp="1"/>
          </p:cNvSpPr>
          <p:nvPr/>
        </p:nvSpPr>
        <p:spPr>
          <a:xfrm>
            <a:off x="1047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FA1C3EA-351D-4EC8-83AB-A2015D4D4C46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5F771E8-5C23-4FD7-8B98-4A3529AA5AD8}"/>
              </a:ext>
            </a:extLst>
          </p:cNvPr>
          <p:cNvSpPr>
            <a:spLocks noGrp="1"/>
          </p:cNvSpPr>
          <p:nvPr/>
        </p:nvSpPr>
        <p:spPr>
          <a:xfrm>
            <a:off x="4762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C6E863B-B798-47C0-B4D3-155ACA084359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B581D52-66B8-47B8-A3BE-141F17B1A522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758EDD6-F723-4C97-A036-83DC03D8CE3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For every 5 of the first, there are 2 of the second.</a:t>
            </a:r>
          </a:p>
        </p:txBody>
      </p:sp>
    </p:spTree>
    <p:extLst>
      <p:ext uri="{BB962C8B-B14F-4D97-AF65-F5344CB8AC3E}">
        <p14:creationId xmlns:p14="http://schemas.microsoft.com/office/powerpoint/2010/main" val="71525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0444AF15-6EC0-4A3F-B98C-E431AE4FB4F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1CE29B5-88AF-4B54-8D86-13E3994EBE05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5BC26E9-897B-4592-BD8E-03B262BF1D6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What does the ratio 10:4 mean?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01A7B7C-E6C5-4D68-821E-E212451BDC0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D8B1214-A8E7-410F-9BEF-C4A9B857A1B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Write and interpret ratio notation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95FC27E-B499-47DF-A809-E19B23587A0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CC5561E-4727-404E-A602-64C04ACE4C69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90ED3AB-DE47-4557-A7CF-F2C43413D00E}"/>
              </a:ext>
            </a:extLst>
          </p:cNvPr>
          <p:cNvSpPr>
            <a:spLocks noGrp="1"/>
          </p:cNvSpPr>
          <p:nvPr/>
        </p:nvSpPr>
        <p:spPr>
          <a:xfrm>
            <a:off x="476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CE0188A-9E97-4291-939B-9E29D383B944}"/>
              </a:ext>
            </a:extLst>
          </p:cNvPr>
          <p:cNvSpPr>
            <a:spLocks noGrp="1"/>
          </p:cNvSpPr>
          <p:nvPr/>
        </p:nvSpPr>
        <p:spPr>
          <a:xfrm>
            <a:off x="666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2E51391-CA94-4DB6-83C1-1C6339CA20FF}"/>
              </a:ext>
            </a:extLst>
          </p:cNvPr>
          <p:cNvSpPr>
            <a:spLocks noGrp="1"/>
          </p:cNvSpPr>
          <p:nvPr/>
        </p:nvSpPr>
        <p:spPr>
          <a:xfrm>
            <a:off x="857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C883848-118F-4AA6-AD2E-73D8923A1F8A}"/>
              </a:ext>
            </a:extLst>
          </p:cNvPr>
          <p:cNvSpPr>
            <a:spLocks noGrp="1"/>
          </p:cNvSpPr>
          <p:nvPr/>
        </p:nvSpPr>
        <p:spPr>
          <a:xfrm>
            <a:off x="1047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6182446-4AF3-4689-A241-F1FFC78874F0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AE7ED7A-2B97-4E6C-BF12-4644F06D0E85}"/>
              </a:ext>
            </a:extLst>
          </p:cNvPr>
          <p:cNvSpPr>
            <a:spLocks noGrp="1"/>
          </p:cNvSpPr>
          <p:nvPr/>
        </p:nvSpPr>
        <p:spPr>
          <a:xfrm>
            <a:off x="4762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C876FDD-8736-4859-A636-F672B056354B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031879E1-158A-4855-BCC4-7E6CAEA57D05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71F99C5-9176-4B03-9F9A-619B308BA56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For every 10 of the first, there are 4 of the second.</a:t>
            </a:r>
          </a:p>
        </p:txBody>
      </p:sp>
    </p:spTree>
    <p:extLst>
      <p:ext uri="{BB962C8B-B14F-4D97-AF65-F5344CB8AC3E}">
        <p14:creationId xmlns:p14="http://schemas.microsoft.com/office/powerpoint/2010/main" val="16651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FB3ED2FA-5171-4F4A-9175-A43E690377D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21FBD9C-3B17-475C-808B-A605FB6EBB9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What does the ratio 15:6 mean?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C2870BB-3B55-4631-B642-67389C6CF89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F66427F-287A-4FCD-909F-119B449DA96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Write and interpret ratio notation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B4D17C2-013C-467F-9099-7742CE7609D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D760461-4B01-4955-A882-589942F0211D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5EE1052-811D-41A4-ABCB-ABD04DFF79C8}"/>
              </a:ext>
            </a:extLst>
          </p:cNvPr>
          <p:cNvSpPr>
            <a:spLocks noGrp="1"/>
          </p:cNvSpPr>
          <p:nvPr/>
        </p:nvSpPr>
        <p:spPr>
          <a:xfrm>
            <a:off x="476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D205BEC-282B-4539-92A1-FCDB4C7B9817}"/>
              </a:ext>
            </a:extLst>
          </p:cNvPr>
          <p:cNvSpPr>
            <a:spLocks noGrp="1"/>
          </p:cNvSpPr>
          <p:nvPr/>
        </p:nvSpPr>
        <p:spPr>
          <a:xfrm>
            <a:off x="666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E8C114C-BC55-4BCF-AECC-7C6341B4B262}"/>
              </a:ext>
            </a:extLst>
          </p:cNvPr>
          <p:cNvSpPr>
            <a:spLocks noGrp="1"/>
          </p:cNvSpPr>
          <p:nvPr/>
        </p:nvSpPr>
        <p:spPr>
          <a:xfrm>
            <a:off x="857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869C344-B937-4D84-AF2C-D3FE5A4D40EE}"/>
              </a:ext>
            </a:extLst>
          </p:cNvPr>
          <p:cNvSpPr>
            <a:spLocks noGrp="1"/>
          </p:cNvSpPr>
          <p:nvPr/>
        </p:nvSpPr>
        <p:spPr>
          <a:xfrm>
            <a:off x="1047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F68122B-18AF-40B7-9A04-CF381FE056A8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9012C3E-B097-4073-8FBB-C4E48C7FC0C4}"/>
              </a:ext>
            </a:extLst>
          </p:cNvPr>
          <p:cNvSpPr>
            <a:spLocks noGrp="1"/>
          </p:cNvSpPr>
          <p:nvPr/>
        </p:nvSpPr>
        <p:spPr>
          <a:xfrm>
            <a:off x="4762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DD4403F3-6685-4B2E-9D33-84AF1744DF43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B29CA01-34D1-41C3-8702-4695FF4C0B0B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FD67D3E-6575-4DB0-8409-81CED154E53C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For every 15 of the first, there are 6 of the second.</a:t>
            </a:r>
          </a:p>
        </p:txBody>
      </p:sp>
    </p:spTree>
    <p:extLst>
      <p:ext uri="{BB962C8B-B14F-4D97-AF65-F5344CB8AC3E}">
        <p14:creationId xmlns:p14="http://schemas.microsoft.com/office/powerpoint/2010/main" val="206152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E88C2BCC-81E5-46C5-9BD1-7D0FDADA5B4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9E3A6C0-0CB4-4074-A51E-7546248BE8B0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266374D-3E40-4FEC-AFA5-779E3457D74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What does the ratio 20:8 mean?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D1F9B14-A8D4-42B7-9433-FB2C41D70CC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249CB1F-1C88-4A60-A415-7C5CB797B76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Write and interpret ratio notation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CAEF73A-94F0-4D5C-AF9D-06B16693801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81C6AFF-7860-45F3-83E7-2AA0451B1517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700A17E-32E7-4C7F-B0B1-62B9DDD467EB}"/>
              </a:ext>
            </a:extLst>
          </p:cNvPr>
          <p:cNvSpPr>
            <a:spLocks noGrp="1"/>
          </p:cNvSpPr>
          <p:nvPr/>
        </p:nvSpPr>
        <p:spPr>
          <a:xfrm>
            <a:off x="476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64FBB8D-AEF8-4EE6-A214-F218A9E1BC1E}"/>
              </a:ext>
            </a:extLst>
          </p:cNvPr>
          <p:cNvSpPr>
            <a:spLocks noGrp="1"/>
          </p:cNvSpPr>
          <p:nvPr/>
        </p:nvSpPr>
        <p:spPr>
          <a:xfrm>
            <a:off x="666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32B15FA-9B4C-4F30-8782-5900B18AE95A}"/>
              </a:ext>
            </a:extLst>
          </p:cNvPr>
          <p:cNvSpPr>
            <a:spLocks noGrp="1"/>
          </p:cNvSpPr>
          <p:nvPr/>
        </p:nvSpPr>
        <p:spPr>
          <a:xfrm>
            <a:off x="8572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D815640-85A2-4379-96D6-C1A7E84087BE}"/>
              </a:ext>
            </a:extLst>
          </p:cNvPr>
          <p:cNvSpPr>
            <a:spLocks noGrp="1"/>
          </p:cNvSpPr>
          <p:nvPr/>
        </p:nvSpPr>
        <p:spPr>
          <a:xfrm>
            <a:off x="10477500" y="3155156"/>
            <a:ext cx="190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0838E0B-7109-4D95-8FFB-3C70D499C189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63A5863-37FF-4979-8863-E531C26589B0}"/>
              </a:ext>
            </a:extLst>
          </p:cNvPr>
          <p:cNvSpPr>
            <a:spLocks noGrp="1"/>
          </p:cNvSpPr>
          <p:nvPr/>
        </p:nvSpPr>
        <p:spPr>
          <a:xfrm>
            <a:off x="4762500" y="4524375"/>
            <a:ext cx="190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E2C28B8-BE29-4805-AAA2-691A8FDA42ED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169DF0E-1422-4229-8AB9-155D671901FD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AFCF477-F4D1-42DD-B577-C421E9D5CA9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For every 20 of the first, there are 8 of the second.</a:t>
            </a:r>
          </a:p>
        </p:txBody>
      </p:sp>
    </p:spTree>
    <p:extLst>
      <p:ext uri="{BB962C8B-B14F-4D97-AF65-F5344CB8AC3E}">
        <p14:creationId xmlns:p14="http://schemas.microsoft.com/office/powerpoint/2010/main" val="32873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38F35279-34C5-4B8A-9DA0-0C9E01099CB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66E8637-156C-4E20-91B4-07DC10C3841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E8A90F8-E38F-4B4E-B49C-D1228909DD9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B363083-39CA-404E-BD49-45C0104F135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4D9E860-F8B1-41AE-AAF7-B258CE36D58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Write and interpret ratio notation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013D080-029D-49C7-A857-A28FE2AA9E1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A1B9047-606B-4A51-8D94-32E29629E142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A85491F-6DDA-4A5B-AFA7-07519CAB3922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Explain the ratio 5:2 in a sentence.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58B9C68-D873-44DD-AD96-3D69F46C21BD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E7A34E4-D21B-46AA-86E3-04A0749646CB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Complete the equivalent ratio 7:4 = 28:__.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C64A1F6-1CD5-462E-AA11-7E4290035C71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C8391AF-9C1B-4DC0-B3C6-BE4D09134382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36:48.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D84AC79-CE20-40BE-A812-F45B449D252F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734C3D7-4633-46B7-A3E4-C4A90CD998FF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Explain the ratio 5:2 in a sentence.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EBEE5FD-2B0F-420D-8D86-927528846FF7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B7853D9-9C6F-4362-8E4F-4BC943183886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Complete the equivalent ratio 7:4 = 28:__.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350D151-50B0-4D86-9BEA-EE7A9F74C356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D241AF4-B0D9-4431-998D-CED3A875C62F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Simplify 36:48.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9766B79-309F-46C1-B475-0B196C8B10E5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834D3463-3689-495E-A20F-003E25B3BC8E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Paint is mixed red to white in the ratio 3:5. How much white is needed with 18 ml red?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6ACA471-C651-4F56-A2CD-F25CE549C025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89136BC-B4E3-4CC3-B6B5-6BBE3D587E8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adds the same number to both parts to make an equivalent ratio.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56DB6C6-E033-44A9-9B01-7AC690430C21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0F9D75D-3B4D-480C-A89E-F9DEFF077EB2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067802F-55E2-4202-8A42-2C600CA90B05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71A8084-0851-4E34-9A22-D019A8018ECE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Simplify 36:48.</a:t>
            </a:r>
          </a:p>
        </p:txBody>
      </p:sp>
    </p:spTree>
    <p:extLst>
      <p:ext uri="{BB962C8B-B14F-4D97-AF65-F5344CB8AC3E}">
        <p14:creationId xmlns:p14="http://schemas.microsoft.com/office/powerpoint/2010/main" val="85042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5B90234A-8AC2-435A-90E3-10A58A00B4F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C140E64-BD6A-4777-B001-A3D93B1B144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7F328B0-EEF6-463F-8068-0DD8CADCBDE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216D6E8-3C29-4AEF-8649-5FDCDEBBD67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Write and interpret ratio notation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949622A-854B-4616-BE28-79269F79B51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672ED27-158E-467F-B9F3-E6C4B1B48F9D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8D6B453-13B0-4A3F-9DAE-FBD444F629EB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For every 5 of the first quantity, there are 2 of the second.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BEFC955-F089-4889-A6CE-E7E2C318988D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4124EF0-4F46-4111-A079-5FEAA2CE6712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16.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79DB7F6-CDCC-4E04-AA48-4DAE47D8BF22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1C05AC2-80A2-4302-8EBE-42DA10B6C315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3:4.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7B20686-4130-4361-82D7-719B39EACCCF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68258A9-269B-4B86-92FB-54807536635A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For every 5 of the first quantity, there are 2 of the second.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97FE8BB-7576-4EB0-AD41-9696F552AC7D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CCBF2D1-2248-47EA-8DB1-18E148E5A41A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16.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EB66D3C-9C38-471F-8B3A-21977F11462A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81716005-0D39-4214-8ADC-5E3F7AA43322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3:4.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A7C262D-4ED0-4408-9A2F-D1414283910D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89C01F8-13AF-49B0-AB49-D3621E9ED432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30 ml.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0CBDD76-A4AE-4157-9AC1-13167AF43B05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BB347DF-04ED-4DB7-B9FC-4055763796F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Equivalent ratios come from multiplying or dividing both parts by the same factor.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84135D8-08D8-4E8E-8254-8E0298029CB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11F3A2D-0225-48D0-BDC8-A0CD5594FCA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D1E8841-9B27-454A-8657-B7829771D670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093EECF-EC69-4F1C-A71E-C8EBFAD648C6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7818573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</Words>
  <Application>Microsoft Office PowerPoint</Application>
  <DocSecurity>0</DocSecurity>
  <PresentationFormat>Custom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2026-09-14T13:14:31Z</dcterms:created>
  <dcterms:modified xsi:type="dcterms:W3CDTF">2026-09-14T13:16:38Z</dcterms:modified>
</cp:coreProperties>
</file>