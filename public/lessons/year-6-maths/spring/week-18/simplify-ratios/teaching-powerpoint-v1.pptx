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8caee71a94494" /><Relationship Type="http://schemas.openxmlformats.org/officeDocument/2006/relationships/extended-properties" Target="/docProps/app.xml" Id="Rd4bf2103f01c47eb" /><Relationship Type="http://schemas.openxmlformats.org/officeDocument/2006/relationships/officeDocument" Target="/ppt/presentation.xml" Id="Re093086a9837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df169e808f41e9"/>
  </p:sldMasterIdLst>
  <p:notesMasterIdLst>
    <p:notesMasterId xmlns:r="http://schemas.openxmlformats.org/officeDocument/2006/relationships" r:id="R697df6ef962f4e28"/>
  </p:notesMasterIdLst>
  <p:sldIdLst>
    <p:sldId xmlns:r="http://schemas.openxmlformats.org/officeDocument/2006/relationships" id="256" r:id="Rddb154404de94796"/>
    <p:sldId xmlns:r="http://schemas.openxmlformats.org/officeDocument/2006/relationships" id="257" r:id="Rad716f06e9174635"/>
    <p:sldId xmlns:r="http://schemas.openxmlformats.org/officeDocument/2006/relationships" id="258" r:id="R528704ba4e894b06"/>
    <p:sldId xmlns:r="http://schemas.openxmlformats.org/officeDocument/2006/relationships" id="259" r:id="R9ae1aa868e664d12"/>
    <p:sldId xmlns:r="http://schemas.openxmlformats.org/officeDocument/2006/relationships" id="260" r:id="R923ed22570a04bfc"/>
    <p:sldId xmlns:r="http://schemas.openxmlformats.org/officeDocument/2006/relationships" id="261" r:id="Ra6aa1571b5354459"/>
    <p:sldId xmlns:r="http://schemas.openxmlformats.org/officeDocument/2006/relationships" id="262" r:id="R6f0927edfbf54739"/>
    <p:sldId xmlns:r="http://schemas.openxmlformats.org/officeDocument/2006/relationships" id="263" r:id="R0b7b104d03ae44db"/>
    <p:sldId xmlns:r="http://schemas.openxmlformats.org/officeDocument/2006/relationships" id="264" r:id="R275477dd2c8845d6"/>
    <p:sldId xmlns:r="http://schemas.openxmlformats.org/officeDocument/2006/relationships" id="265" r:id="R302b0ea6288b4c30"/>
    <p:sldId xmlns:r="http://schemas.openxmlformats.org/officeDocument/2006/relationships" id="266" r:id="R22c13a01f5854edc"/>
    <p:sldId xmlns:r="http://schemas.openxmlformats.org/officeDocument/2006/relationships" id="267" r:id="R333c6724d414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230eb4df8461b" /><Relationship Type="http://schemas.openxmlformats.org/officeDocument/2006/relationships/slideMaster" Target="/ppt/slideMasters/slideMaster1.xml" Id="Ra4df169e808f41e9" /><Relationship Type="http://schemas.openxmlformats.org/officeDocument/2006/relationships/notesMaster" Target="/ppt/notesMasters/notesMaster1.xml" Id="R697df6ef962f4e28" /><Relationship Type="http://schemas.openxmlformats.org/officeDocument/2006/relationships/presProps" Target="/ppt/presProps.xml" Id="Rddf3937cdcad421b" /><Relationship Type="http://schemas.openxmlformats.org/officeDocument/2006/relationships/tableStyles" Target="/ppt/tableStyles.xml" Id="Rfd248e8ee9ce4bb7" /><Relationship Type="http://schemas.openxmlformats.org/officeDocument/2006/relationships/slide" Target="/ppt/slides/slide1.xml" Id="Rddb154404de94796" /><Relationship Type="http://schemas.openxmlformats.org/officeDocument/2006/relationships/slide" Target="/ppt/slides/slide2.xml" Id="Rad716f06e9174635" /><Relationship Type="http://schemas.openxmlformats.org/officeDocument/2006/relationships/slide" Target="/ppt/slides/slide3.xml" Id="R528704ba4e894b06" /><Relationship Type="http://schemas.openxmlformats.org/officeDocument/2006/relationships/slide" Target="/ppt/slides/slide4.xml" Id="R9ae1aa868e664d12" /><Relationship Type="http://schemas.openxmlformats.org/officeDocument/2006/relationships/slide" Target="/ppt/slides/slide5.xml" Id="R923ed22570a04bfc" /><Relationship Type="http://schemas.openxmlformats.org/officeDocument/2006/relationships/slide" Target="/ppt/slides/slide6.xml" Id="Ra6aa1571b5354459" /><Relationship Type="http://schemas.openxmlformats.org/officeDocument/2006/relationships/slide" Target="/ppt/slides/slide7.xml" Id="R6f0927edfbf54739" /><Relationship Type="http://schemas.openxmlformats.org/officeDocument/2006/relationships/slide" Target="/ppt/slides/slide8.xml" Id="R0b7b104d03ae44db" /><Relationship Type="http://schemas.openxmlformats.org/officeDocument/2006/relationships/slide" Target="/ppt/slides/slide9.xml" Id="R275477dd2c8845d6" /><Relationship Type="http://schemas.openxmlformats.org/officeDocument/2006/relationships/slide" Target="/ppt/slides/slide10.xml" Id="R302b0ea6288b4c30" /><Relationship Type="http://schemas.openxmlformats.org/officeDocument/2006/relationships/slide" Target="/ppt/slides/slide11.xml" Id="R22c13a01f5854edc" /><Relationship Type="http://schemas.openxmlformats.org/officeDocument/2006/relationships/slide" Target="/ppt/slides/slide12.xml" Id="R333c6724d414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be76beb0344c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5cee288871437b" /><Relationship Type="http://schemas.openxmlformats.org/officeDocument/2006/relationships/notesMaster" Target="/ppt/notesMasters/notesMaster1.xml" Id="Re56ba264416c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f42f37d7c64141" /><Relationship Type="http://schemas.openxmlformats.org/officeDocument/2006/relationships/notesMaster" Target="/ppt/notesMasters/notesMaster1.xml" Id="R6abdd5af7c49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932a313f24da3" /><Relationship Type="http://schemas.openxmlformats.org/officeDocument/2006/relationships/notesMaster" Target="/ppt/notesMasters/notesMaster1.xml" Id="R3c52cc792775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5b5f3654e64bee" /><Relationship Type="http://schemas.openxmlformats.org/officeDocument/2006/relationships/notesMaster" Target="/ppt/notesMasters/notesMaster1.xml" Id="R3403bf5225814f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c05d4094142c7" /><Relationship Type="http://schemas.openxmlformats.org/officeDocument/2006/relationships/notesMaster" Target="/ppt/notesMasters/notesMaster1.xml" Id="Rac4122968f2b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7c854e5b543a7" /><Relationship Type="http://schemas.openxmlformats.org/officeDocument/2006/relationships/notesMaster" Target="/ppt/notesMasters/notesMaster1.xml" Id="Re5864a982f7948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80012949ba4e78" /><Relationship Type="http://schemas.openxmlformats.org/officeDocument/2006/relationships/notesMaster" Target="/ppt/notesMasters/notesMaster1.xml" Id="R704b3938043245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e3bdc58d74a66" /><Relationship Type="http://schemas.openxmlformats.org/officeDocument/2006/relationships/notesMaster" Target="/ppt/notesMasters/notesMaster1.xml" Id="Ra7fc9bfafb85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bfd820a75b4e65" /><Relationship Type="http://schemas.openxmlformats.org/officeDocument/2006/relationships/notesMaster" Target="/ppt/notesMasters/notesMaster1.xml" Id="R98771d84e0ca4e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f44497ddb14af0" /><Relationship Type="http://schemas.openxmlformats.org/officeDocument/2006/relationships/notesMaster" Target="/ppt/notesMasters/notesMaster1.xml" Id="Ra1394dbc2fa54d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dfda4a27d4518" /><Relationship Type="http://schemas.openxmlformats.org/officeDocument/2006/relationships/notesMaster" Target="/ppt/notesMasters/notesMaster1.xml" Id="Rb7734862e5b04c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15fbb891524290" /><Relationship Type="http://schemas.openxmlformats.org/officeDocument/2006/relationships/notesMaster" Target="/ppt/notesMasters/notesMaster1.xml" Id="R08aeb339bf25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Coloured counters, ratio tables, double number lines, bar models,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30 ml. | Identify which quantities the ratio compares and keep their order. | Equivalent ratios come from multiplying or dividing both parts by the same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ratio, for every, part, whole, equivalent, simplify.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3:4.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30 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Equivalent ratios come from multiplying or dividing both parts by the same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30 ml..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8:12, which simplifies to 2:3..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For every 5 of the first quantity, there are 2 of the second.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8:12, which simplifies to 2:3.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8:12, which simplifies to 2:3. | Equivalent ratios come from multiplying or dividing both parts by the same factor.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20c58739c49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8c2de6f914317" /><Relationship Type="http://schemas.openxmlformats.org/officeDocument/2006/relationships/slideLayout" Target="/ppt/slideLayouts/slideLayout1.xml" Id="R93fe455dbc7e41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e455dbc7e41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77c896da448de" /><Relationship Type="http://schemas.openxmlformats.org/officeDocument/2006/relationships/notesSlide" Target="/ppt/notesSlides/notesSlide1.xml" Id="R4f3d009562d2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2d073aaa64bea" /><Relationship Type="http://schemas.openxmlformats.org/officeDocument/2006/relationships/notesSlide" Target="/ppt/notesSlides/notesSlide2.xml" Id="Ra16cb0888a5247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0051cc1ea4d22" /><Relationship Type="http://schemas.openxmlformats.org/officeDocument/2006/relationships/notesSlide" Target="/ppt/notesSlides/notesSlide3.xml" Id="R84ed97bccc7e49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50b2e3265447e" /><Relationship Type="http://schemas.openxmlformats.org/officeDocument/2006/relationships/notesSlide" Target="/ppt/notesSlides/notesSlide4.xml" Id="Re60c7c2990fb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bc98752d7484a" /><Relationship Type="http://schemas.openxmlformats.org/officeDocument/2006/relationships/notesSlide" Target="/ppt/notesSlides/notesSlide5.xml" Id="R9c94b07692fa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bf362747d4552" /><Relationship Type="http://schemas.openxmlformats.org/officeDocument/2006/relationships/notesSlide" Target="/ppt/notesSlides/notesSlide6.xml" Id="R21bbd24a47cd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5babc47714988" /><Relationship Type="http://schemas.openxmlformats.org/officeDocument/2006/relationships/image" Target="/ppt/media/image.png" Id="R3e9ef072a08b4f34" /><Relationship Type="http://schemas.openxmlformats.org/officeDocument/2006/relationships/notesSlide" Target="/ppt/notesSlides/notesSlide7.xml" Id="R60a86b102de144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2507c3d04acc" /><Relationship Type="http://schemas.openxmlformats.org/officeDocument/2006/relationships/notesSlide" Target="/ppt/notesSlides/notesSlide8.xml" Id="R26fda4999a4a4a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f9e9e4da04859" /><Relationship Type="http://schemas.openxmlformats.org/officeDocument/2006/relationships/notesSlide" Target="/ppt/notesSlides/notesSlide9.xml" Id="R8b0eac0e789c4a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42e7578824bf7" /><Relationship Type="http://schemas.openxmlformats.org/officeDocument/2006/relationships/notesSlide" Target="/ppt/notesSlides/notesSlide10.xml" Id="R6b9e4598352f48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515b667944d1c" /><Relationship Type="http://schemas.openxmlformats.org/officeDocument/2006/relationships/notesSlide" Target="/ppt/notesSlides/notesSlide11.xml" Id="R67ccf16ca4ad4c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16546350c4092" /><Relationship Type="http://schemas.openxmlformats.org/officeDocument/2006/relationships/notesSlide" Target="/ppt/notesSlides/notesSlide12.xml" Id="R01413ad1763c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A494A-190B-4D8C-935D-CC0F016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D0D75-7A66-47E2-8367-37990F1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DC200-EF87-4284-A493-48A2D50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04D84-7E43-4C5F-86E6-4944FD6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788AD-2903-4C3D-8098-B73FF57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DB8FA-9B86-4D13-B3B7-C09F7DB4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64736-1CE7-46C7-A73E-D6D1C80F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CEB07-1B17-41A6-B0A1-8D8B022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simplify ratios using common factors.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902AC-1254-47B7-8A0C-576AFFD4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E08BF-1C49-4645-B461-B7390023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Coloured counters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61E97-189B-4249-A6DD-70644FDD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561487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02551-7D86-409B-B82B-988601F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49F94-49C7-44B8-9F15-EB62D8BC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BE61-2F01-42E0-8742-BA794E2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D81C-B58F-4B80-B888-EA64227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1C0D-5F35-48EB-9828-CCB82C1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994B9-A7CB-4837-B927-B69BEA1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F796-4727-44C7-8CC4-6DB2138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B4A46-D604-4A07-92BB-45DD6F5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CC590-4721-4A01-906D-A1390E6F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DA382-8A65-468F-B733-53BCC8E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95921-9749-405B-B3B8-2AB4EF2A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663FE-B4D9-467B-AEEA-D2CF719F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67894-9E3D-421D-A76E-AE17A42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multiplicative relationships, ratio notation and equivalent ratios.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599FB-C3B1-4030-B4E3-1AD49EE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227EB-59C5-451E-A8B6-EFBBA008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543D7-0797-4D0E-BE78-49FB1EB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215B7-0B6B-4630-BD10-07471678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Paint is mixed red to white in the ratio 3:5. How much white is needed with 18 ml red?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0F374-7087-4B59-BA48-B6E308A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6D2EB-938C-4F72-86D6-5F566F2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725A0-3EA9-4AEB-86D8-C676CA3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DDA58-7C44-4A7F-AE9F-97A60105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Simplify 36:48.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A5975-CC09-413E-B5C7-E287A29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666643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41FB6-EF73-44E8-8C46-2789603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9242F-3276-4FFA-8F42-A4426E1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B9321-4DAA-4266-8D00-E75E41C4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8E7BB-B2D5-401C-9C52-97A2AD15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C57C1-4C28-462B-8FFB-AC67E43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D6381-F3EC-44FC-B04A-55BA5BE3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DE529-9B61-4F7D-B0B5-567ECB9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1EDA7-CB24-474E-A449-6B92F584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A4279-4091-469A-8EB4-C441109A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5023F-48C2-45E5-8ABF-D1D6412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simplify ratios using common factors.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7F736-E647-4C85-99B9-4F779E9E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D9CE8-25AE-4A5F-AC74-4D3D030C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which quantities the ratio compares and keep their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228C7-1E31-49DC-A0F8-89B9FB2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Scale both parts by the same factor.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174BF-73C7-4E62-9596-515100E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relationship using a table, bar or sentence.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714F6-43C1-4C9F-A430-C087A3B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ratio  |  for every  |  part  |  whole  |  equivalent  |  simplify</a:t>
            </a:r>
          </a:p>
        </p:txBody>
      </p:sp>
    </p:spTree>
    <p:extLst>
      <p:ext uri="{BB962C8B-B14F-4D97-AF65-F5344CB8AC3E}">
        <p14:creationId xmlns:p14="http://schemas.microsoft.com/office/powerpoint/2010/main" val="8112616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12AE2-158C-43BB-B998-7743084E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76BA0-8BD0-45D1-96CF-8325B620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EDEC8-AAE8-475D-9378-0465A421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83449-04FA-445D-892D-8299B98E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3934-A95E-4DAB-B5B4-4FD5131C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935CB-9655-4D37-B61E-2CDF4D3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8D60-E545-42C5-AD60-FA18D077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84DAE-27B7-410C-B6B1-901242D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0BF2E-0C71-4D8A-AF7C-A617CB7C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960BE-7708-4075-AF68-B0E60F2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36:48.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1683B-F295-46AA-844E-28B38C7E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C9281-973A-4DCE-B77D-3EFEF2A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660E5-6D46-4758-989A-4412189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36 : 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8961-16B7-48EC-9118-F1F7BCB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68A1B-8F1C-4975-A186-1743F18C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97249-34A4-4A32-8FF2-8C163D47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HCF(36, 48) =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F2E6-4FB5-43ED-AF8F-E4D9522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6B00F-BCE0-4471-BDF4-C99345DA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F62B7-4ABE-40F8-8F19-6601758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36 ÷ 12 : 48 ÷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D54C6-13DA-4288-B831-CD699DB6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5A588-7ED6-4264-A715-F1C10BA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ED4AE-3758-4A38-8C84-93A5A639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 : 4</a:t>
            </a:r>
          </a:p>
        </p:txBody>
      </p:sp>
    </p:spTree>
    <p:extLst>
      <p:ext uri="{BB962C8B-B14F-4D97-AF65-F5344CB8AC3E}">
        <p14:creationId xmlns:p14="http://schemas.microsoft.com/office/powerpoint/2010/main" val="9635221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9FCB3-E4B0-47A5-AA1D-C2E9E3E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CDF05-40DB-4AB9-99C5-2E6B191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9F543-EC6A-4488-B126-F134949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A33BC-D488-4BE0-B57E-A2B5781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FEDEB-68CA-41B3-ADEC-438FD26F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AF456-0446-4423-8F7A-255DBAD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B014C-7465-460A-B9F0-DFA1280B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82FF7-5E81-45E1-9630-52D64F7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368FF-9DC0-43F2-A02A-4180A2F2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A3998-5EC3-40A7-A288-F3E40B5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A822D-759E-4E62-B694-06F5F378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3:4.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34653-4DAB-416A-8909-617F4F7B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5D51A-7E87-436D-930D-62F1201E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relationship using a table, bar or sentence.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756D5-DB58-420E-8E71-E5DFA875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4513476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2B948-1C27-45D0-96B1-3DB18A6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0A0F4-1701-43C6-B833-D15EA7E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8CCDB-35F4-4D9A-8219-070180A2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0CFF9-AC81-4455-9986-37148468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945C-3EAE-4894-A8ED-9447B317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AFB56-D75C-4454-97C2-ABC83DB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7DD2-0E6F-4906-891D-297D72C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961A9-2012-4339-8291-EFA92048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FB2E7-FEE5-436D-BFE2-B350E7FE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B4768-F2B9-425D-91F8-242A6065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Paint is mixed red to white in the ratio 3:5. How much white is needed with 18 ml 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9223B-C86D-4A6D-9370-A89224C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2BBED-8CC8-4C47-A6C6-BF56A314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54E7-CC11-433A-9CFC-5BC7F12A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F0434-90CC-4746-9C68-864D82E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B1EDF-2DEC-437E-8FB9-D9CBA66B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30 ml.</a:t>
            </a:r>
          </a:p>
        </p:txBody>
      </p:sp>
    </p:spTree>
    <p:extLst>
      <p:ext uri="{BB962C8B-B14F-4D97-AF65-F5344CB8AC3E}">
        <p14:creationId xmlns:p14="http://schemas.microsoft.com/office/powerpoint/2010/main" val="14711123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3AD8C-7534-4CED-B4FC-90B8FA81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B5565-F557-4942-8B01-9C42E6FE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9DCAB-9594-4C89-B287-FAC245F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B099D-A52F-4DFF-83DD-4F0E4F3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6ACC6-6611-49FD-A52E-E2DA439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BAF6-BC7C-4B61-A780-5465946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691CB-DDCA-405E-A93D-8CDEDBA3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6A235-BCAE-487A-A0AC-9105D86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046FD-08A7-4576-B822-42E20048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ef072a08b4f34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7FEF5-72D5-4EC1-9FD7-4BFFC4D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81C83-4023-4A1B-8A64-BFACC5E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the same number to both parts to make an equivalent ratio.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5148E-BC35-4DD0-B6A5-C118AF9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D5BD0-486E-42D5-B8A4-C628DEEA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6DE6D-BBB0-4799-857F-DB623961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Equivalent ratios come from multiplying or dividing both parts by the same factor.</a:t>
            </a:r>
          </a:p>
        </p:txBody>
      </p:sp>
    </p:spTree>
    <p:extLst>
      <p:ext uri="{BB962C8B-B14F-4D97-AF65-F5344CB8AC3E}">
        <p14:creationId xmlns:p14="http://schemas.microsoft.com/office/powerpoint/2010/main" val="15730789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2B8D8-1580-4EA9-AB6B-D307B1A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9CE23-C2BA-45E6-9977-B8E8CCDD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CAFC5-284E-4F71-A83E-66F89FA8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E87E5-62EB-466E-8A40-6CA719F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665E4-1840-4D00-A8F6-06FE714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9C75F-F6BB-4C27-8CC4-586D22E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80495-852C-41E4-9CFB-FB96ABF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F89DB-BEA4-4AF7-9F6D-D9FB71C7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DD541-7CF4-4138-9874-9299EA5E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6F98F-DD28-48DF-9011-D6F56DCC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D8A4-56DA-47F1-A00B-2386BE07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55F36-CA30-437E-8E11-8F14651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FC4C5-989C-4280-A00D-0C6B054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Paint is mixed red to white in the ratio 3:5. How much white is needed with 18 ml red?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F99E7-44C1-4FBA-9691-2A5501CE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89B42-7399-44FE-9529-E5B3C9FA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399FB-7D2C-4C7D-B4BD-62248D3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710DA-8B21-40AC-9283-814DA46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D58FB-78F9-40BE-86BD-DB235BC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EC43F-5989-4CDD-8BB0-1E9CD0A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91FFD-62ED-4644-B5AB-B4EEBB5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79B74-752C-480F-AF1B-10B1D6A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30 ml.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F2873-4A0B-4B1E-968E-44C23F2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390887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631D8-DA46-4760-A18D-C009EA42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C7C0D-5478-4881-9E32-760027C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C1E1C-0981-4C4D-8CEB-3038230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2EFBD-45FD-4B3C-A6C3-9575C62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590C0-BD64-4C99-8998-0C29ECD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3489F-9C39-4D57-8736-9BFA099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5EB55-A114-475B-BD5B-E9AA416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6FD5D-7BC4-4E44-BA3A-4B5508D9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083EE-2ABE-4C9C-AEAD-A16850E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BF2C1-ED3F-436C-974E-30B33F8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306FF-CC64-4F6B-A86E-44C1065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8D950-92D6-4D76-9C10-75008BCA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4BB74-3820-4A3F-AFF5-0D29B83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376D6-A5AA-4CBF-BC6B-81AB333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01E09-5102-4FCE-9B79-27A11A4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5A560-9789-42D4-8163-853BCE07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0C2AC-730B-4CF2-BC77-88D0D90F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63680-E1DC-44E4-B67D-F313057D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58F81-17DA-4F2D-9402-6EDE9F80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20EA8-7422-4A71-B133-B1084513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BA363-BE65-4FEB-8164-B88E58D9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899651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94F3E-19EE-4F9B-A73E-A37D24A7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50CB9-7F0A-4D3A-9A2F-F42C4DBC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E5095-05BB-4A25-9241-8C8F73DA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59394-E6B8-422E-8905-4353A5B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C161-FF8D-430F-A56D-4294BD98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54A3F-586C-43BB-BEED-FD11D18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4D385-99EE-47FE-AC76-9AFBE0D4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1F3E-B52D-4127-A3F7-C31D5E64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F053A-0285-4331-9495-8CFFC279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52C0A-26F2-48B5-9C98-6E11326B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Explain the ratio 5:2 in a sentence.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D846A-3806-4FAD-AC44-160E458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9509E-9FF5-4C99-B6D9-284A94A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92B55-FB02-47BF-A74C-F7B3083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For every 5 of the first quantity, there are 2 of the second.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173148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42863-D50F-4259-8E72-713C601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56AE9-40CF-4667-B600-0A8A96FC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E9A5D-3847-4616-9273-7F75990B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ED4B6-DF85-442D-940F-31788B14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1852A-B4A4-450D-9420-353498F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027CB-CC29-45C6-9992-6E9450B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7449-AF5D-47A5-BA10-BB12D93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19D21-8AA4-442A-8536-23E155FD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22E6B-2F1F-4CEA-8D5A-F8D03E0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D169F-8A2F-4020-ADCE-C6904E47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60D77-E766-4E1F-8E17-FAE7E6F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9FEC-EC67-4715-BA9A-18E6E49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36265-1A32-4AC4-B260-3E686819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70AF7-CFA1-4265-B0B9-3118702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C2EB1-0466-44BD-9CC5-1D3F37F7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255F5-872F-424C-99E9-A813674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2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8:12, which simplifies to 2:3.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4EAAB-9A0B-40F1-BC79-99E2357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67A18-4220-4571-BFBB-F3F8AB0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748262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D4A7E-7887-4654-945B-2FCD2B5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D2A6D-60C8-4A23-8F84-10BE6E5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1B767-BF6E-458D-8849-0028EEF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87C96-63B0-4269-94F8-F28A3B8B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AE1EF-F1F1-4D2C-9AFC-F82B2B0D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5E24-44DC-42A0-991E-BDCAF32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D20FE-DAEA-4657-ADF8-CD2FC3A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63E09-6EB5-49D9-8A43-9621F66D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18D9-E08C-401A-8A99-2934283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ratios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03246-5882-433F-8A6F-E0AFD67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F3F85-E8F1-44D7-B8F4-8E3662D5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6E2CE-6235-4CF0-AF99-608487D9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D821B-4D1F-4702-A251-F136578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79B30-E78F-47D1-9360-E5BBD6F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EA2A3-3C02-4CC9-9D39-2B140D16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7741C-80CE-4D4D-AF6A-2748956E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57D31-1646-4FE8-B651-44046F8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the same number to both parts to make an equivalent ratio.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1C79A-4C74-45B2-93A8-6F64E041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5B0DE-D8E9-43AC-B1E4-DBB70C4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DB519-C789-4CA2-89B7-F106CCBB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3EFFA-04CC-4279-9A8C-1CA46A5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89699-F5CF-4EB3-BB54-EED1EDD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013948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2026-09-09T22:14:18.5660000Z</dcterms:created>
  <dcterms:modified xsi:type="dcterms:W3CDTF">2026-09-09T22:14:18.5660000Z</dcterms:modified>
</coreProperties>
</file>