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83a1625a534649" /><Relationship Type="http://schemas.openxmlformats.org/officeDocument/2006/relationships/extended-properties" Target="/docProps/app.xml" Id="R6690e8c494d947f3" /><Relationship Type="http://schemas.openxmlformats.org/officeDocument/2006/relationships/officeDocument" Target="/ppt/presentation.xml" Id="R6d7c9f57b77a47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44510b8c0246cf"/>
  </p:sldMasterIdLst>
  <p:notesMasterIdLst>
    <p:notesMasterId xmlns:r="http://schemas.openxmlformats.org/officeDocument/2006/relationships" r:id="R1b0c3f5779914298"/>
  </p:notesMasterIdLst>
  <p:sldIdLst>
    <p:sldId xmlns:r="http://schemas.openxmlformats.org/officeDocument/2006/relationships" id="256" r:id="R60f299982a6f418d"/>
    <p:sldId xmlns:r="http://schemas.openxmlformats.org/officeDocument/2006/relationships" id="257" r:id="R2348289a7d2041b4"/>
    <p:sldId xmlns:r="http://schemas.openxmlformats.org/officeDocument/2006/relationships" id="258" r:id="R51a962dd28b94475"/>
    <p:sldId xmlns:r="http://schemas.openxmlformats.org/officeDocument/2006/relationships" id="259" r:id="R0e699b61de0f4224"/>
    <p:sldId xmlns:r="http://schemas.openxmlformats.org/officeDocument/2006/relationships" id="260" r:id="Rc8bf632bbdbe4d2a"/>
    <p:sldId xmlns:r="http://schemas.openxmlformats.org/officeDocument/2006/relationships" id="261" r:id="R3616063f119d4903"/>
    <p:sldId xmlns:r="http://schemas.openxmlformats.org/officeDocument/2006/relationships" id="262" r:id="R85a9c95ba8ea413a"/>
    <p:sldId xmlns:r="http://schemas.openxmlformats.org/officeDocument/2006/relationships" id="263" r:id="Rf042349cd9584e4c"/>
    <p:sldId xmlns:r="http://schemas.openxmlformats.org/officeDocument/2006/relationships" id="264" r:id="Rf7f702122161432d"/>
    <p:sldId xmlns:r="http://schemas.openxmlformats.org/officeDocument/2006/relationships" id="265" r:id="R3b09be5cddee4591"/>
    <p:sldId xmlns:r="http://schemas.openxmlformats.org/officeDocument/2006/relationships" id="266" r:id="R99c833db1afb4b3d"/>
    <p:sldId xmlns:r="http://schemas.openxmlformats.org/officeDocument/2006/relationships" id="267" r:id="R55194d6de27e4c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9ff073706e4741" /><Relationship Type="http://schemas.openxmlformats.org/officeDocument/2006/relationships/slideMaster" Target="/ppt/slideMasters/slideMaster1.xml" Id="R2d44510b8c0246cf" /><Relationship Type="http://schemas.openxmlformats.org/officeDocument/2006/relationships/notesMaster" Target="/ppt/notesMasters/notesMaster1.xml" Id="R1b0c3f5779914298" /><Relationship Type="http://schemas.openxmlformats.org/officeDocument/2006/relationships/presProps" Target="/ppt/presProps.xml" Id="R6db81c10fa9b4134" /><Relationship Type="http://schemas.openxmlformats.org/officeDocument/2006/relationships/tableStyles" Target="/ppt/tableStyles.xml" Id="Rb5edbc5f1e76450f" /><Relationship Type="http://schemas.openxmlformats.org/officeDocument/2006/relationships/slide" Target="/ppt/slides/slide1.xml" Id="R60f299982a6f418d" /><Relationship Type="http://schemas.openxmlformats.org/officeDocument/2006/relationships/slide" Target="/ppt/slides/slide2.xml" Id="R2348289a7d2041b4" /><Relationship Type="http://schemas.openxmlformats.org/officeDocument/2006/relationships/slide" Target="/ppt/slides/slide3.xml" Id="R51a962dd28b94475" /><Relationship Type="http://schemas.openxmlformats.org/officeDocument/2006/relationships/slide" Target="/ppt/slides/slide4.xml" Id="R0e699b61de0f4224" /><Relationship Type="http://schemas.openxmlformats.org/officeDocument/2006/relationships/slide" Target="/ppt/slides/slide5.xml" Id="Rc8bf632bbdbe4d2a" /><Relationship Type="http://schemas.openxmlformats.org/officeDocument/2006/relationships/slide" Target="/ppt/slides/slide6.xml" Id="R3616063f119d4903" /><Relationship Type="http://schemas.openxmlformats.org/officeDocument/2006/relationships/slide" Target="/ppt/slides/slide7.xml" Id="R85a9c95ba8ea413a" /><Relationship Type="http://schemas.openxmlformats.org/officeDocument/2006/relationships/slide" Target="/ppt/slides/slide8.xml" Id="Rf042349cd9584e4c" /><Relationship Type="http://schemas.openxmlformats.org/officeDocument/2006/relationships/slide" Target="/ppt/slides/slide9.xml" Id="Rf7f702122161432d" /><Relationship Type="http://schemas.openxmlformats.org/officeDocument/2006/relationships/slide" Target="/ppt/slides/slide10.xml" Id="R3b09be5cddee4591" /><Relationship Type="http://schemas.openxmlformats.org/officeDocument/2006/relationships/slide" Target="/ppt/slides/slide11.xml" Id="R99c833db1afb4b3d" /><Relationship Type="http://schemas.openxmlformats.org/officeDocument/2006/relationships/slide" Target="/ppt/slides/slide12.xml" Id="R55194d6de27e4c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70bd5925e443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e8030d26a964812" /><Relationship Type="http://schemas.openxmlformats.org/officeDocument/2006/relationships/notesMaster" Target="/ppt/notesMasters/notesMaster1.xml" Id="R51f5c50112c545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bdb690006b4dad" /><Relationship Type="http://schemas.openxmlformats.org/officeDocument/2006/relationships/notesMaster" Target="/ppt/notesMasters/notesMaster1.xml" Id="Rd85943210adb40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cbc9d289b54af5" /><Relationship Type="http://schemas.openxmlformats.org/officeDocument/2006/relationships/notesMaster" Target="/ppt/notesMasters/notesMaster1.xml" Id="Rf7131cef3f5c43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3ff26bc4124571" /><Relationship Type="http://schemas.openxmlformats.org/officeDocument/2006/relationships/notesMaster" Target="/ppt/notesMasters/notesMaster1.xml" Id="R1112c1e7492d4c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fef210388b4bf9" /><Relationship Type="http://schemas.openxmlformats.org/officeDocument/2006/relationships/notesMaster" Target="/ppt/notesMasters/notesMaster1.xml" Id="Re9dc34ee30074f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410fe7f99f4898" /><Relationship Type="http://schemas.openxmlformats.org/officeDocument/2006/relationships/notesMaster" Target="/ppt/notesMasters/notesMaster1.xml" Id="R1b7027e3ab0a44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78f5ac203e4fad" /><Relationship Type="http://schemas.openxmlformats.org/officeDocument/2006/relationships/notesMaster" Target="/ppt/notesMasters/notesMaster1.xml" Id="R477092a3999b41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127cbb86f74da2" /><Relationship Type="http://schemas.openxmlformats.org/officeDocument/2006/relationships/notesMaster" Target="/ppt/notesMasters/notesMaster1.xml" Id="R5a33c9a9e7ad46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e29379473f4018" /><Relationship Type="http://schemas.openxmlformats.org/officeDocument/2006/relationships/notesMaster" Target="/ppt/notesMasters/notesMaster1.xml" Id="R58e79488561845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66b659c6a949be" /><Relationship Type="http://schemas.openxmlformats.org/officeDocument/2006/relationships/notesMaster" Target="/ppt/notesMasters/notesMaster1.xml" Id="R530a73be6f0e46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f448bf52b24723" /><Relationship Type="http://schemas.openxmlformats.org/officeDocument/2006/relationships/notesMaster" Target="/ppt/notesMasters/notesMaster1.xml" Id="R4f4d271028574e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50afe5fad3488f" /><Relationship Type="http://schemas.openxmlformats.org/officeDocument/2006/relationships/notesMaster" Target="/ppt/notesMasters/notesMaster1.xml" Id="Rbe7296c0a12d49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Coloured counters, ratio tables, double number lines,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30 ml. | Identify which quantities the ratio compares and keep their order. |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ratio, for every, part, whole, equivalent, simplify.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3:4.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30 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Equivalent ratios come from multiplying or dividing both parts by the same factor.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30 ml..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8:12, which simplifies to 2:3..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For every 5 of the first quantity, there are 2 of the second.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8:12, which simplifies to 2:3.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8:12, which simplifies to 2:3. | Equivalent ratios come from multiplying or dividing both parts by the same factor.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a457521a0845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a84df5eecc40ed" /><Relationship Type="http://schemas.openxmlformats.org/officeDocument/2006/relationships/slideLayout" Target="/ppt/slideLayouts/slideLayout1.xml" Id="R2f5f269cafcd48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5f269cafcd48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30f4261f147fe" /><Relationship Type="http://schemas.openxmlformats.org/officeDocument/2006/relationships/notesSlide" Target="/ppt/notesSlides/notesSlide1.xml" Id="R161e23b9dfff4e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87f964cd0f480c" /><Relationship Type="http://schemas.openxmlformats.org/officeDocument/2006/relationships/notesSlide" Target="/ppt/notesSlides/notesSlide2.xml" Id="R7d5ef56205fb47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af761851d04d4b" /><Relationship Type="http://schemas.openxmlformats.org/officeDocument/2006/relationships/notesSlide" Target="/ppt/notesSlides/notesSlide3.xml" Id="R0c39aed967ed4f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b8356a86414a87" /><Relationship Type="http://schemas.openxmlformats.org/officeDocument/2006/relationships/notesSlide" Target="/ppt/notesSlides/notesSlide4.xml" Id="Rdea7144a33364d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a85bdd85994b9e" /><Relationship Type="http://schemas.openxmlformats.org/officeDocument/2006/relationships/notesSlide" Target="/ppt/notesSlides/notesSlide5.xml" Id="R4696611413a44b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9a750fb2842f5" /><Relationship Type="http://schemas.openxmlformats.org/officeDocument/2006/relationships/notesSlide" Target="/ppt/notesSlides/notesSlide6.xml" Id="Re4a581a27cb348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667d7ac514823" /><Relationship Type="http://schemas.openxmlformats.org/officeDocument/2006/relationships/image" Target="/ppt/media/image.png" Id="R547d70584ae54d44" /><Relationship Type="http://schemas.openxmlformats.org/officeDocument/2006/relationships/notesSlide" Target="/ppt/notesSlides/notesSlide7.xml" Id="Rdc0e68cccef548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9234b3b9d74413" /><Relationship Type="http://schemas.openxmlformats.org/officeDocument/2006/relationships/notesSlide" Target="/ppt/notesSlides/notesSlide8.xml" Id="R610ba4a9179f4a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1e909342bc4a69" /><Relationship Type="http://schemas.openxmlformats.org/officeDocument/2006/relationships/notesSlide" Target="/ppt/notesSlides/notesSlide9.xml" Id="Ra18d01eff5ba4e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7f25dff7e486a" /><Relationship Type="http://schemas.openxmlformats.org/officeDocument/2006/relationships/notesSlide" Target="/ppt/notesSlides/notesSlide10.xml" Id="R85ddda55f6d7487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1db92a4a4488c" /><Relationship Type="http://schemas.openxmlformats.org/officeDocument/2006/relationships/notesSlide" Target="/ppt/notesSlides/notesSlide11.xml" Id="Re93355aa9af146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fbdb0934d4314" /><Relationship Type="http://schemas.openxmlformats.org/officeDocument/2006/relationships/notesSlide" Target="/ppt/notesSlides/notesSlide12.xml" Id="Raa1514e7eb9040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F3174-812D-42BD-8334-FF406A35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4D2DD-BD22-4852-9155-5CBB573C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E55A4-C305-4C15-955D-A2D9421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C3B1E9-C51D-42DA-A719-BBD52C95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71501-6C3C-4AC3-ABA6-8FCD3CA9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CE40A-2D75-4FA0-8454-3388BB79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65CCD-7ADE-43C4-9B95-8FF3D610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52CFA-647B-44C8-A756-75D18D7A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simplify ratios using common factors.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8F04C-D28B-40F3-813E-E08556D8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998598-B37A-4682-AF92-673D255F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Coloured counters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B9E95-495C-46E0-B2E1-66C08588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39504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EFDEE3-AC8A-489A-ABCC-493FC403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5F2D08-0CC2-4042-90E0-D427D0F3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B99B7-79F0-4E02-9A5F-636511B3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A44A87-8A09-4C27-8B12-00E4313A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7563A9-0853-48E2-A0A3-AD7E188D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056F4-CE66-4324-BE89-B0344423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712B1-EDA4-4720-92DF-A78FE6B5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E9118-6C51-4399-9099-3E453E26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391A33-EC1C-4401-B066-D2951B45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114091-6B37-4787-AE87-F5C4B08C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319402-0F61-4CC5-86FE-B2C17FC6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6CD80-BC54-4E07-A4ED-CFFB1D14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291A15-933D-4B57-96F5-09565E44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multiplicative relationships, ratio notation and equivalent ratios.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2907B2-9856-428E-99A1-D0BB180E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64FFF8-FA05-42F0-8A2F-7BB0C1A3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71E52C-5B7C-4324-B472-22415D0E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8B547-6BE6-4317-B2DC-863A23F0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EC7CE4-A158-44E4-8514-5863BFF7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B6E82-7592-41E2-A215-8BDFCB80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466BFE-79FC-4533-A055-33E78220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404286-B92C-4769-BD9A-92BB9CAB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Simplify 36:48.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652144-DA16-4470-B55C-053FFA9B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720374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D5E66D-9C5F-4DB8-9EE3-BCBCCDF8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547DC-0C95-415F-930D-194F7039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24F178-9701-47B5-B5D8-30397A9A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229573-C5FE-4350-A034-DAAAEB65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06074F-7DD6-40B0-9A85-6496C4E5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F99284-76E8-4345-8840-51EA477C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E49FA-EC82-42A2-AF43-9054F005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B03BDD-349D-48F6-9ED7-4DE10903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1A1D6E-86A6-43A0-A54D-D5F10B96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476B9-FD66-4EBD-A140-2B44117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simplify ratios using common factors.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999AB-113B-4782-BE31-C9CC2A74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C56E23-B980-4A35-8918-E34E539D1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which quantities the ratio compares and keep their order.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645D6-B22C-44BD-AECA-FBA66436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Scale both parts by the same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7039D-17DB-4D3A-B4CF-DA09A58B3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relationship using a table, bar or sentence.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AE0461-8DDC-41EE-BAA5-A81D94F8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ratio  |  for every  |  part  |  whole  |  equivalent  |  simplify</a:t>
            </a:r>
          </a:p>
        </p:txBody>
      </p:sp>
    </p:spTree>
    <p:extLst>
      <p:ext uri="{BB962C8B-B14F-4D97-AF65-F5344CB8AC3E}">
        <p14:creationId xmlns:p14="http://schemas.microsoft.com/office/powerpoint/2010/main" val="4284583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262907-9426-4746-A70D-AF08A5EC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09145F-2682-48DD-9C19-81E97F81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96F169-681B-4EE3-8FDD-36F5E5AB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47E58-C998-48AE-ABA3-E5022ED3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6FAE3-513D-4894-AB45-D0D5E070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03B7C4-7B10-4B6E-AA1D-9D51D301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0AC52-2EB5-4EE2-945C-3E35282D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4087FD-247B-4A3C-8D72-4EB352FC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98139-5D7F-4D02-A12F-1421C14D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4C1DF-8603-4621-B3F0-A07BE8F2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Simplify 36:48.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E9F0D9-65AD-447F-9E28-35900CC0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E7F6C-C813-4790-A8AB-1CB25F42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6EEF68-D261-461F-BB9B-045675B0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which quantities the ratio compares and keep their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86E5CD-60E7-4066-85AD-E1FF34A6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63FD90-202F-4198-8186-84065C85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E9DF8-DF85-41B9-8453-206EFE35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Scale both parts by the same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FDA682-57A0-4124-A05A-3A6F665D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7F7195-FAE4-489A-A10F-BC43AC83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4102C9-202B-440F-81F0-C203ACC2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3:4.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8F7B1-31E3-4E1D-83B2-EBDCFF1E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48E7F1-6B56-488F-AC77-0FEA1602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EF691E-BE1E-4C5D-BDFD-98EA92D2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relationship using a table, bar or sentence.</a:t>
            </a:r>
          </a:p>
        </p:txBody>
      </p:sp>
    </p:spTree>
    <p:extLst>
      <p:ext uri="{BB962C8B-B14F-4D97-AF65-F5344CB8AC3E}">
        <p14:creationId xmlns:p14="http://schemas.microsoft.com/office/powerpoint/2010/main" val="9508447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4C48F3-BF54-4D95-BDCF-B7B1E82F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FE942E-5AEE-4D6F-B6A4-5D1C9884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31CA2-80F9-4709-B7EC-52210F26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F2BB9-14C1-4F57-A219-FE379AC0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23FB8-FAF7-433B-AD8A-E04A8047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3B1B97-1FF4-43A7-B6C1-E43C9301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02051-D85C-49E4-B6BE-85AA77DE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D50164-79B9-4F4A-AD0C-643FCD9D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4E6506-0D43-4CE6-9B36-34884724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276F32-F3F2-490E-8E5C-466281A7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475043-3205-4037-8932-7D3E78EA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3:4.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15956C-3BEE-4962-81D1-5E1D4C3E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4799DC-6DC7-465B-9CA5-59536659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relationship using a table, bar or sentence.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7D4C2E-A020-4973-B1CA-F829BB99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491576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6484CC-3598-4712-AAD9-3D86B1C1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413088-512F-4FC8-A10C-4F6E299F6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D4A832-9067-4DD7-84CF-27AA4D17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D235FC-6A4C-4978-9B63-2F9A5AF79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517AE-6782-4B06-9877-51963A78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14C33-3D15-43BE-8282-F095C7AF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5F94AA-913A-4B7A-B111-863FDEAF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B2CC90-9C7E-44FC-9335-F308F61D3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1548B9-EBB9-4259-B72A-779F2300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D8A38-4FA2-40EB-B0E9-01715A4F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BA8F83-EB84-408A-9BBA-412E4D18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61D860-5B94-425C-AC43-E46DC3FA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89F62-B186-46BE-AA62-BBA87438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308D41-9AEF-4430-826F-29F5DB72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9D0DCA-30E1-409C-82E2-5F9D07735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30 ml.</a:t>
            </a:r>
          </a:p>
        </p:txBody>
      </p:sp>
    </p:spTree>
    <p:extLst>
      <p:ext uri="{BB962C8B-B14F-4D97-AF65-F5344CB8AC3E}">
        <p14:creationId xmlns:p14="http://schemas.microsoft.com/office/powerpoint/2010/main" val="107487731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194803-6C47-4985-B398-92BEA3CF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596615-EE68-44D4-9B74-4FED61CB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FB4F54-434E-435B-AF69-5D87283F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DF396-A366-45F6-8F49-0329F20D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245CF-818C-4819-BD3B-54C9A71F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E5C25-68CF-45AD-891E-F7AA343A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42687A-662C-46B7-AA76-0E7174FF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06A5CD-346E-465A-ADB9-4A0ADA4F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F161A6-1CFA-44CB-A401-A4B9D9C4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7d70584ae54d44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4A18A2-19C2-4DB9-8B1D-4E728D57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A628FB-B70A-419B-A073-19FD7B86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the same number to both parts to make an equivalent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B81D2-694A-47BD-8495-F0D6E93A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5E1DCA-222C-4A54-A41F-9679B0F9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FCA84-E272-4F1B-B4A8-6EB8E896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Equivalent ratios come from multiplying or dividing both parts by the same factor.</a:t>
            </a:r>
          </a:p>
        </p:txBody>
      </p:sp>
    </p:spTree>
    <p:extLst>
      <p:ext uri="{BB962C8B-B14F-4D97-AF65-F5344CB8AC3E}">
        <p14:creationId xmlns:p14="http://schemas.microsoft.com/office/powerpoint/2010/main" val="15671870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CBDA07-92B1-4643-BEC5-85738BAE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0F9482-ECD2-4125-8DE4-8E41F2FF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C8F478-A587-4420-8DF8-B0FE48F7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9DF87-A084-4C13-B6D5-9807EE55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71584-E7B1-4078-892F-3A518ADC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F96C0F-D501-480C-80BD-EC3CB4C5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21566-AA68-476F-8DDE-5E814910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FE977-57B3-4987-BA6D-09199190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9D34F-849E-42F8-B2A8-291C4759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F8E34-32A4-4BF6-87C4-FDDE39F4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7B5C18-9603-4F17-AC3C-9AFC6ADA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419D42-2096-468D-A6F4-C7FD1292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5A083-4D4E-45C6-B982-D4A3D519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Paint is mixed red to white in the ratio 3:5. How much white is needed with 18 ml red?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75248A-CE3F-401C-9968-99049EA6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EB6260-D9B9-4507-A911-096FC940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2782F0-4944-4F85-B644-227186DF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86C1F8-1EFD-4253-BD62-B59685AB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7F64D9-6068-477D-99F4-0C417694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4FD153-08EB-47EA-B717-808D7C7E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D3BA31-A355-41D0-A75D-3313AD92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F19C9E-E93F-4BE4-B87A-FA891285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30 ml.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C6B43D-EA46-4120-8B5E-4DA7B9CF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604685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FC7BEA-E064-4904-B096-61D32511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EF798A-415A-4CF0-934D-C1861C71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A2FF2-C614-4099-B84D-57C0CDA3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778F2C-05E2-4351-9B5A-4E9903CF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BF652-E8CA-433D-B485-81CF9CBE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85236D-8D58-4217-9F6B-642CFDF9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892A5-D824-4198-A4D0-1BD9C9A1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94358-6B2A-42C3-8880-35D010B5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0C56AE-1656-4688-923D-BFFAA383E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07E50F-5AF4-4788-B230-E506C111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263D8-9B67-4B65-BB5F-3EDD4845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21C9B2-F9C1-4181-AD33-10AE6838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F96A2F-723F-4EC2-8845-BA88F400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4BE66E-D905-4311-A41C-CE5047CD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AFB88B-3751-4FF7-98DE-32F1A38B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FF096-B331-48D4-B466-D67BD786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7E5A9-E87E-43C7-92E7-1D239EF0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AC29D1-58D4-428B-87E1-920A374D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7CF468-0BBB-4578-BD2E-AC8EEB91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78CCDB-AEF8-47A5-B58A-C1876D98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294F94-DD28-416A-B6D8-92D16E6F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042362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1D1D6-3BAF-49BA-BF46-D9A0B7E6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88E0AD-5EC8-4C72-B7F8-2B19771B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7388C2-E2EE-4A46-B863-2E0B8403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2C82ED-DC5C-46BD-BB03-0400DF1B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927243-02FB-47F0-859C-2C8319F3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367956-D5EC-4838-A253-66F275AA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E80F8-A402-4865-AF9E-C27FC2ED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1A389-3B14-4A84-BAE0-FAA37415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D2780-214A-44E4-A5B9-9B836397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C4CEF-3955-450A-AD79-26663770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Explain the ratio 5:2 in a sentence.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46DEB7-4F40-4E5B-817D-79DEAB26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78DBE1-E8F3-4F86-81CD-1BE931A3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8F2515-A9AC-49A1-9C87-3A84421D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For every 5 of the first quantity, there are 2 of the second.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258154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8EB7FE-B481-4B5F-84B7-EDC5DC4C3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BE839-CEF7-4A0A-97C7-EF9C9BC2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53F80-3C82-43FF-B6F6-288F8CDC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6FFD2-D851-4D3D-9A58-E4AF4065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E0620-BCF4-4E6E-B3C0-773D9D56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EDC736-9DBB-4A7D-B23A-B38FA3BD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CE3A1B-60FB-4B52-BF0B-D58FF7D6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90C53E-7A4E-4577-A8DB-913721A1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1C3FB-E850-4E41-8DD0-5E3F7D6D9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ECC4B7-DB18-4210-A15B-3ADC786B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F63E0-9D1F-4AF2-A0CA-342198E9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DFAC6-B28E-4FB1-B94D-EA491E87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EEA05F-16A9-443E-8D91-F70D5267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167677-2D4A-4CFB-A990-27B3C43B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B0D18D-914E-43E7-8BE5-2F2351C5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F9F09F-074A-4240-B047-AEDB376E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722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8:12, which simplifies to 2:3.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66072-2ECE-47DF-B07F-E95DF90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B20525-6905-4E7C-B1D8-684D42F2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004412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429D6B-94A1-4B63-A0E6-902CB5EE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868229-ABF6-42FE-BF49-FE6ED806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0FE05D-70A3-4B15-A66C-6A42BB35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71983-4F33-4D64-BFC7-08CB30CE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1BD0C9-7186-4580-9B5E-FCCA060C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A5427-1A28-4232-91A5-BBA976B1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3D8FB4-16AD-4FBC-A6D0-4D95BE43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0E69F6-73D2-4785-9984-E06C5416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B907B-1FA9-43CC-8BF7-C6B75829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Simplify ratios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72A34-5EA0-4FAE-9850-4B12E51A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098F6-9F6E-4D86-ABDC-E0140528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DE0341-0B2C-42A0-9ED5-9816F11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1C9ADC-2756-4DC1-92AF-220ACF2D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There are 8 red and 12 blue counters. Write red to blue as a ratio.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FF7F6-89E6-4BD3-B4CB-92827E4E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D3BE9-81A1-4F90-9B1F-B090E79C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A38755-AC88-4F2C-8245-1D34ADF5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F74CEF-8867-4D54-BF24-C9BB6821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the same number to both parts to make an equivalent ratio.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7B43AA-284D-4E6D-A943-49DDA8D8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31B9B6-F3C0-44BD-BC84-F23E87CF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419DF-DD9C-442B-9FA2-75997F5F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392FB4-79D3-4F49-9D85-8C2FE0C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2489D2-B3A8-480B-B3DA-259A8204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698331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2026-09-09T20:47:09.6480000Z</dcterms:created>
  <dcterms:modified xsi:type="dcterms:W3CDTF">2026-09-09T20:47:09.6480000Z</dcterms:modified>
</coreProperties>
</file>