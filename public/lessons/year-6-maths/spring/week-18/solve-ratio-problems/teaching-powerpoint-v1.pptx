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Solve ratio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I do.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You do. Pause before clicking. Let pupils try independently, then reveal and discuss every step.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I do.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You do. Pause before clicking. Let pupils try independently, then reveal and discuss every step.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ratio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7B2F2041-6DCC-4DCE-ADBC-50E7ED0A012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28D186F-FB25-40C0-AA3E-D78B8B2D88A1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5D70058-1A27-476E-8FEB-A9CBDCFD51E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9A1D195-6A54-4198-BA72-1B0170F4E5E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DCC54E2-4E03-4802-ACA7-988F3CE56A4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E7315AE-4A33-453B-87C7-AB1A8DB71943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problems using ratio tables and bar models.</a:t>
            </a:r>
          </a:p>
        </p:txBody>
      </p:sp>
    </p:spTree>
    <p:extLst>
      <p:ext uri="{BB962C8B-B14F-4D97-AF65-F5344CB8AC3E}">
        <p14:creationId xmlns:p14="http://schemas.microsoft.com/office/powerpoint/2010/main" val="205096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18205074-79F0-486C-8E74-8B5861E6C45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15D551E-5951-44B2-9A5D-43883AA4CDA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3:5 = 18:?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B47C1E7-9BC8-4989-B6A4-A379F5DEE0F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97A95F4-3A16-4496-8262-709BD2A918D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286500E-4FEC-470A-8316-641542A601F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349C556-6B7D-4AF5-938A-7951C2C3E58E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24EF5FB-8660-49F7-B5AA-2D28302C1FAA}"/>
              </a:ext>
            </a:extLst>
          </p:cNvPr>
          <p:cNvSpPr>
            <a:spLocks noGrp="1"/>
          </p:cNvSpPr>
          <p:nvPr/>
        </p:nvSpPr>
        <p:spPr>
          <a:xfrm>
            <a:off x="4762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E95E31E-5ECD-41BC-A44B-29839DE697F1}"/>
              </a:ext>
            </a:extLst>
          </p:cNvPr>
          <p:cNvSpPr>
            <a:spLocks noGrp="1"/>
          </p:cNvSpPr>
          <p:nvPr/>
        </p:nvSpPr>
        <p:spPr>
          <a:xfrm>
            <a:off x="666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7A0130A-A730-4C44-B77F-43FACCBB5148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BE8FA81-A7E7-41F1-A985-5BDCC5E2E365}"/>
              </a:ext>
            </a:extLst>
          </p:cNvPr>
          <p:cNvSpPr>
            <a:spLocks noGrp="1"/>
          </p:cNvSpPr>
          <p:nvPr/>
        </p:nvSpPr>
        <p:spPr>
          <a:xfrm>
            <a:off x="476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A16DB90-22FD-45C4-BDCE-18366BE2DE61}"/>
              </a:ext>
            </a:extLst>
          </p:cNvPr>
          <p:cNvSpPr>
            <a:spLocks noGrp="1"/>
          </p:cNvSpPr>
          <p:nvPr/>
        </p:nvSpPr>
        <p:spPr>
          <a:xfrm>
            <a:off x="666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32FD8CD-ED1C-4376-A2F4-4FB4F11C1D5E}"/>
              </a:ext>
            </a:extLst>
          </p:cNvPr>
          <p:cNvSpPr>
            <a:spLocks noGrp="1"/>
          </p:cNvSpPr>
          <p:nvPr/>
        </p:nvSpPr>
        <p:spPr>
          <a:xfrm>
            <a:off x="857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227BCFD-0078-4F35-9366-D41EC56F7976}"/>
              </a:ext>
            </a:extLst>
          </p:cNvPr>
          <p:cNvSpPr>
            <a:spLocks noGrp="1"/>
          </p:cNvSpPr>
          <p:nvPr/>
        </p:nvSpPr>
        <p:spPr>
          <a:xfrm>
            <a:off x="1047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593C02F-262C-4CA3-889C-E3C52A516924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2E42B4C-D00A-418A-BEB2-E7F55EDD7371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526197C-EF8C-4281-ACB2-80A5AC2D479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 × 6 : 5 × 6 = 18:30</a:t>
            </a:r>
          </a:p>
        </p:txBody>
      </p:sp>
    </p:spTree>
    <p:extLst>
      <p:ext uri="{BB962C8B-B14F-4D97-AF65-F5344CB8AC3E}">
        <p14:creationId xmlns:p14="http://schemas.microsoft.com/office/powerpoint/2010/main" val="1756313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B1B03B00-DB78-435A-909F-C502DFF38EC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3FC660E-7CCC-469F-9D0B-D941DE8C11F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AD5ADDB-A978-44EF-9524-52E7CE7849B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3:5 = 21:?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3F63029-8800-4D23-8872-A7CC28E5F89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BDC4A55-B2EF-44CB-BBB8-3BB8DA1A165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3D42F73-F532-404A-9650-C463D636E37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4641002-1029-489E-B477-526B2E85314A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CB6599B-A0A6-4121-83E6-28878276B1CA}"/>
              </a:ext>
            </a:extLst>
          </p:cNvPr>
          <p:cNvSpPr>
            <a:spLocks noGrp="1"/>
          </p:cNvSpPr>
          <p:nvPr/>
        </p:nvSpPr>
        <p:spPr>
          <a:xfrm>
            <a:off x="4762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BCA88E8-D4B0-4355-99F4-2A004EEE1790}"/>
              </a:ext>
            </a:extLst>
          </p:cNvPr>
          <p:cNvSpPr>
            <a:spLocks noGrp="1"/>
          </p:cNvSpPr>
          <p:nvPr/>
        </p:nvSpPr>
        <p:spPr>
          <a:xfrm>
            <a:off x="666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2246988-3304-4853-924A-4B7CB849F5E0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29BE086-0510-466E-91B0-30A96A7AE065}"/>
              </a:ext>
            </a:extLst>
          </p:cNvPr>
          <p:cNvSpPr>
            <a:spLocks noGrp="1"/>
          </p:cNvSpPr>
          <p:nvPr/>
        </p:nvSpPr>
        <p:spPr>
          <a:xfrm>
            <a:off x="476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ABBD8F7-938E-4B32-90A6-4C6649CF708B}"/>
              </a:ext>
            </a:extLst>
          </p:cNvPr>
          <p:cNvSpPr>
            <a:spLocks noGrp="1"/>
          </p:cNvSpPr>
          <p:nvPr/>
        </p:nvSpPr>
        <p:spPr>
          <a:xfrm>
            <a:off x="666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102D69E-1151-49EE-B4B6-171A5D29ACE5}"/>
              </a:ext>
            </a:extLst>
          </p:cNvPr>
          <p:cNvSpPr>
            <a:spLocks noGrp="1"/>
          </p:cNvSpPr>
          <p:nvPr/>
        </p:nvSpPr>
        <p:spPr>
          <a:xfrm>
            <a:off x="857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E5AAF2F-D0E8-4E8D-875B-88E4E4A4A8E0}"/>
              </a:ext>
            </a:extLst>
          </p:cNvPr>
          <p:cNvSpPr>
            <a:spLocks noGrp="1"/>
          </p:cNvSpPr>
          <p:nvPr/>
        </p:nvSpPr>
        <p:spPr>
          <a:xfrm>
            <a:off x="1047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7A8A584-8A39-4214-B59D-C8C7CD47F808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DC5B0F6-34A1-40B6-B8EA-AA9C938803B9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42D398E-4D82-4085-A071-B2F228126F3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 × 7 : 5 × 7 = 21:35</a:t>
            </a:r>
          </a:p>
        </p:txBody>
      </p:sp>
    </p:spTree>
    <p:extLst>
      <p:ext uri="{BB962C8B-B14F-4D97-AF65-F5344CB8AC3E}">
        <p14:creationId xmlns:p14="http://schemas.microsoft.com/office/powerpoint/2010/main" val="231763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1D3BF15F-49B2-4BAA-8591-36C74961B97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84B5B12-99FF-4E36-8A43-BBCA6BFB923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3:5 = 24:?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C339626-5C82-438D-ABFE-BC6542D0890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788947A-258F-4018-BC48-5426352B79A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9C408E9-5149-4B51-AED3-6C3CA1DA3F0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A19BAE2-2D71-47A6-BD03-F05CEA4D81EF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CF14FCD-6B86-44D6-AD8F-E2762AF82158}"/>
              </a:ext>
            </a:extLst>
          </p:cNvPr>
          <p:cNvSpPr>
            <a:spLocks noGrp="1"/>
          </p:cNvSpPr>
          <p:nvPr/>
        </p:nvSpPr>
        <p:spPr>
          <a:xfrm>
            <a:off x="4762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1C38044-EAE0-459A-9BC4-B0199F55C54A}"/>
              </a:ext>
            </a:extLst>
          </p:cNvPr>
          <p:cNvSpPr>
            <a:spLocks noGrp="1"/>
          </p:cNvSpPr>
          <p:nvPr/>
        </p:nvSpPr>
        <p:spPr>
          <a:xfrm>
            <a:off x="666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3F05A56-FE65-44DB-B4CE-29BE529A1694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0E627D6-BDF5-4141-9181-DBEAB58A5C72}"/>
              </a:ext>
            </a:extLst>
          </p:cNvPr>
          <p:cNvSpPr>
            <a:spLocks noGrp="1"/>
          </p:cNvSpPr>
          <p:nvPr/>
        </p:nvSpPr>
        <p:spPr>
          <a:xfrm>
            <a:off x="476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E8957F5-2352-4132-B746-882414197CB8}"/>
              </a:ext>
            </a:extLst>
          </p:cNvPr>
          <p:cNvSpPr>
            <a:spLocks noGrp="1"/>
          </p:cNvSpPr>
          <p:nvPr/>
        </p:nvSpPr>
        <p:spPr>
          <a:xfrm>
            <a:off x="666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C15B337-0773-4115-9659-7ABBE50BB0C1}"/>
              </a:ext>
            </a:extLst>
          </p:cNvPr>
          <p:cNvSpPr>
            <a:spLocks noGrp="1"/>
          </p:cNvSpPr>
          <p:nvPr/>
        </p:nvSpPr>
        <p:spPr>
          <a:xfrm>
            <a:off x="857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8C09884-93CC-4B9D-AB39-16492ECECF61}"/>
              </a:ext>
            </a:extLst>
          </p:cNvPr>
          <p:cNvSpPr>
            <a:spLocks noGrp="1"/>
          </p:cNvSpPr>
          <p:nvPr/>
        </p:nvSpPr>
        <p:spPr>
          <a:xfrm>
            <a:off x="1047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2534F00-2701-4254-98A9-D4BA0692EE0D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1FDEB45-F236-4710-83DE-1885BE1C0F0C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7550773-F23A-460D-ACE8-1972E72DBDD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 × 8 : 5 × 8 = 24:40</a:t>
            </a:r>
          </a:p>
        </p:txBody>
      </p:sp>
    </p:spTree>
    <p:extLst>
      <p:ext uri="{BB962C8B-B14F-4D97-AF65-F5344CB8AC3E}">
        <p14:creationId xmlns:p14="http://schemas.microsoft.com/office/powerpoint/2010/main" val="146870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5795EA3E-4CAC-4705-A3DC-349D469C534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617BA56-2985-4379-96F3-1137A7C60AF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624C6F7-BD06-46F7-96D8-1DCAF3DA97F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3:5 = 27:?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A60FDEC-D410-4405-8B91-50BF7D95C5D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0918937-2916-4031-AE4E-DBD39BA88C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C6CEA34-6E72-4E76-99D9-AC8DDB12A0F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1B23244-5E8D-4957-8E00-B4C542A1EA75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BB2DD40-32E9-4954-912D-1F7530645FFE}"/>
              </a:ext>
            </a:extLst>
          </p:cNvPr>
          <p:cNvSpPr>
            <a:spLocks noGrp="1"/>
          </p:cNvSpPr>
          <p:nvPr/>
        </p:nvSpPr>
        <p:spPr>
          <a:xfrm>
            <a:off x="4762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029D28D-7C2C-4C24-AD8B-60CC7F65A0D5}"/>
              </a:ext>
            </a:extLst>
          </p:cNvPr>
          <p:cNvSpPr>
            <a:spLocks noGrp="1"/>
          </p:cNvSpPr>
          <p:nvPr/>
        </p:nvSpPr>
        <p:spPr>
          <a:xfrm>
            <a:off x="6667500" y="3155156"/>
            <a:ext cx="190500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F8B6D14-F2E8-4B52-ACC7-5E5652E9B52D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E222C2D-AACA-46CC-ADFF-D1521215B69B}"/>
              </a:ext>
            </a:extLst>
          </p:cNvPr>
          <p:cNvSpPr>
            <a:spLocks noGrp="1"/>
          </p:cNvSpPr>
          <p:nvPr/>
        </p:nvSpPr>
        <p:spPr>
          <a:xfrm>
            <a:off x="476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64D8A8B-5877-42B0-8B39-002B1A31DBF9}"/>
              </a:ext>
            </a:extLst>
          </p:cNvPr>
          <p:cNvSpPr>
            <a:spLocks noGrp="1"/>
          </p:cNvSpPr>
          <p:nvPr/>
        </p:nvSpPr>
        <p:spPr>
          <a:xfrm>
            <a:off x="666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9EEF5D2-CD4B-4753-A864-A1014397BCBA}"/>
              </a:ext>
            </a:extLst>
          </p:cNvPr>
          <p:cNvSpPr>
            <a:spLocks noGrp="1"/>
          </p:cNvSpPr>
          <p:nvPr/>
        </p:nvSpPr>
        <p:spPr>
          <a:xfrm>
            <a:off x="8572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F17865B-0B0C-4540-A58E-7424E11D7E68}"/>
              </a:ext>
            </a:extLst>
          </p:cNvPr>
          <p:cNvSpPr>
            <a:spLocks noGrp="1"/>
          </p:cNvSpPr>
          <p:nvPr/>
        </p:nvSpPr>
        <p:spPr>
          <a:xfrm>
            <a:off x="10477500" y="4524375"/>
            <a:ext cx="190500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4DD1FA3-35C9-415C-BC7B-45B017C7A262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13231F3-6FC1-43E1-ABD5-AB171C37D79A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9CDC892-C226-484A-B7AA-5AA570A8499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 × 9 : 5 × 9 = 27:45</a:t>
            </a:r>
          </a:p>
        </p:txBody>
      </p:sp>
    </p:spTree>
    <p:extLst>
      <p:ext uri="{BB962C8B-B14F-4D97-AF65-F5344CB8AC3E}">
        <p14:creationId xmlns:p14="http://schemas.microsoft.com/office/powerpoint/2010/main" val="63993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8EC4A551-B91C-4595-B4B6-A9783D35B14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D148370-6805-4A75-8555-B5432BDE737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3A19CE4-462D-4293-BF66-B5E15D6E396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4E4186F-615E-4766-8B8F-CAD84072704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BEE13E0-9F4D-4FEC-8590-B73728B0E52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0ABFB4D-CF76-492A-9EF6-59D33F5DA9A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5F31249-0BC2-4D01-AD4D-6F4EAEF96C2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7F6CE24-8594-4C49-83DF-C6675FC596F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DEE7C60-D407-4969-994C-F068FB53849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4F89E00-0A9B-40C1-A3D1-40BB468A0E1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A8A7985-F10E-4715-AD67-0C67CBB874BF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9B4C8FD-046D-48E8-A07E-8D403AC1936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0E8AD9F-5261-44CE-94BF-1F75B9405C79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1D7B5D2-5FEA-43EF-A264-AE8FD0D5DD8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Paint is mixed red to white in the ratio 3:5. How much white is needed with 18 ml red?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82E44E8-9D4E-45F5-9AE4-7D61EA4138F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1846C66-5FDC-496E-8CAB-C97737F2B7A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There are 8 red and 12 blue counters. Write red to blue as a ratio.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95668A3-3649-4E3C-A5D7-DAE8EB23738D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4BB6832-D26D-48CD-B4F3-87FCB954D59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Explain the ratio 5:2 in a sentence.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D8FC5DC-8D86-49B8-AC61-201905AADDD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3F23E8F-8318-4BF6-A8A7-1FCF622715E4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Complete the equivalent ratio 7:4 = 28:__.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0900A36-4E5D-43F7-AB8D-319C14B9CAF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9DCFE8A-C015-420A-BE13-DE53CA90723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adds the same number to both parts to make an equivalent ratio.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E4FF274-B792-470A-A98D-B4F42D4F4943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11EA765-3BD0-43DA-ACCC-F06795355DD5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653EDD4-C79B-4595-9F6A-16F81B350D4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F8247E9-D986-447B-8897-287D6D3C9F8A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Explain the ratio 5:2 in a sentence.</a:t>
            </a:r>
          </a:p>
        </p:txBody>
      </p:sp>
    </p:spTree>
    <p:extLst>
      <p:ext uri="{BB962C8B-B14F-4D97-AF65-F5344CB8AC3E}">
        <p14:creationId xmlns:p14="http://schemas.microsoft.com/office/powerpoint/2010/main" val="1502310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39095101-460C-48B9-A7CC-84384B0B22B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458D2FF-2F0A-47BC-865C-29C4EC87A97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1AB43FF-30A9-45F8-9E20-3252B17C779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F07DFE1-CA1B-452C-900E-9B668864DBC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ratio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04227EF-92B3-4B72-8754-7969745260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2CE80EB-35F1-4797-97C6-F187626B6D0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DF2DBAD-4B83-470A-ACFF-3C51755A07B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30 ml.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FABD50E-0AB4-4D1C-BE23-29D66F5F923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5B96EFA-75DC-404D-A2E2-0ED4C59BBF9E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8:12, which simplifies to 2:3.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8B71C24-4E4D-42A4-93AB-075F1ACD3F6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294E744-7A65-40BD-905E-63262BD9DC20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For every 5 of the first quantity, there are 2 of the second.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B0218A8-88EA-4137-9E92-0A2BEBEAEED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9D6FD14-A545-4C71-8D2A-ED4AC088E13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30 ml.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957DC8A-F737-4FB0-88F7-E2127814619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EF7BB50-F2B8-46E3-9C57-8798CA91B9D4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8:12, which simplifies to 2:3.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5CCE1A8-5375-4E47-9609-6D57CE00086F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86A1289-2F0E-4359-A16B-6D7558B73E14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For every 5 of the first quantity, there are 2 of the second.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0C3B6D5-49C8-40E8-9763-5083FD48FDC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00899D8-B3F2-4C45-AC0D-C4CC7570A7F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16.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0B8D0A5-C2D2-4D90-BBF0-FD9E4A0D590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0DCAD5E-03F4-4C47-8E0D-48A8519C99D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616C2D8-341D-4EFB-8066-78AF6293650E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E0DF62E-EC00-4CA4-878B-A39991B487D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5AA98CE-9BB5-41A6-898F-5FBDFEF4A81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CE4B727-67C5-4EF9-A664-2C1CDF8D3EB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20325089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Microsoft Office PowerPoint</Application>
  <DocSecurity>0</DocSecurity>
  <PresentationFormat>Custom</PresentationFormat>
  <Paragraphs>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2026-09-14T13:14:31Z</dcterms:created>
  <dcterms:modified xsi:type="dcterms:W3CDTF">2026-09-14T13:16:41Z</dcterms:modified>
</cp:coreProperties>
</file>