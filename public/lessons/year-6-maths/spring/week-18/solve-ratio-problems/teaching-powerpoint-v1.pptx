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16a352c776486e" /><Relationship Type="http://schemas.openxmlformats.org/officeDocument/2006/relationships/extended-properties" Target="/docProps/app.xml" Id="R79b245967c7e4a8a" /><Relationship Type="http://schemas.openxmlformats.org/officeDocument/2006/relationships/officeDocument" Target="/ppt/presentation.xml" Id="R9b3af949c73649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c07fe3d966456d"/>
  </p:sldMasterIdLst>
  <p:notesMasterIdLst>
    <p:notesMasterId xmlns:r="http://schemas.openxmlformats.org/officeDocument/2006/relationships" r:id="R17dff4d4dad54157"/>
  </p:notesMasterIdLst>
  <p:sldIdLst>
    <p:sldId xmlns:r="http://schemas.openxmlformats.org/officeDocument/2006/relationships" id="256" r:id="R5da780e2e5044383"/>
    <p:sldId xmlns:r="http://schemas.openxmlformats.org/officeDocument/2006/relationships" id="257" r:id="R2f0fe80c1d854290"/>
    <p:sldId xmlns:r="http://schemas.openxmlformats.org/officeDocument/2006/relationships" id="258" r:id="R507e59a89b9b48e6"/>
    <p:sldId xmlns:r="http://schemas.openxmlformats.org/officeDocument/2006/relationships" id="259" r:id="R5cfb8e3527104e5b"/>
    <p:sldId xmlns:r="http://schemas.openxmlformats.org/officeDocument/2006/relationships" id="260" r:id="R5c5da695fd354d5a"/>
    <p:sldId xmlns:r="http://schemas.openxmlformats.org/officeDocument/2006/relationships" id="261" r:id="R15e8dc9242ff4555"/>
    <p:sldId xmlns:r="http://schemas.openxmlformats.org/officeDocument/2006/relationships" id="262" r:id="R33ff6724632d419a"/>
    <p:sldId xmlns:r="http://schemas.openxmlformats.org/officeDocument/2006/relationships" id="263" r:id="R93ef0b25936643d1"/>
    <p:sldId xmlns:r="http://schemas.openxmlformats.org/officeDocument/2006/relationships" id="264" r:id="Rab3e7bb0c567446b"/>
    <p:sldId xmlns:r="http://schemas.openxmlformats.org/officeDocument/2006/relationships" id="265" r:id="R3965390bbddf45a1"/>
    <p:sldId xmlns:r="http://schemas.openxmlformats.org/officeDocument/2006/relationships" id="266" r:id="R6df97f0a9ea14df5"/>
    <p:sldId xmlns:r="http://schemas.openxmlformats.org/officeDocument/2006/relationships" id="267" r:id="R5f4454a73f7948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d071f3e0ee48d7" /><Relationship Type="http://schemas.openxmlformats.org/officeDocument/2006/relationships/slideMaster" Target="/ppt/slideMasters/slideMaster1.xml" Id="R35c07fe3d966456d" /><Relationship Type="http://schemas.openxmlformats.org/officeDocument/2006/relationships/notesMaster" Target="/ppt/notesMasters/notesMaster1.xml" Id="R17dff4d4dad54157" /><Relationship Type="http://schemas.openxmlformats.org/officeDocument/2006/relationships/presProps" Target="/ppt/presProps.xml" Id="Rfd95e24d5bf1446e" /><Relationship Type="http://schemas.openxmlformats.org/officeDocument/2006/relationships/tableStyles" Target="/ppt/tableStyles.xml" Id="R91e357e2c44d4741" /><Relationship Type="http://schemas.openxmlformats.org/officeDocument/2006/relationships/slide" Target="/ppt/slides/slide1.xml" Id="R5da780e2e5044383" /><Relationship Type="http://schemas.openxmlformats.org/officeDocument/2006/relationships/slide" Target="/ppt/slides/slide2.xml" Id="R2f0fe80c1d854290" /><Relationship Type="http://schemas.openxmlformats.org/officeDocument/2006/relationships/slide" Target="/ppt/slides/slide3.xml" Id="R507e59a89b9b48e6" /><Relationship Type="http://schemas.openxmlformats.org/officeDocument/2006/relationships/slide" Target="/ppt/slides/slide4.xml" Id="R5cfb8e3527104e5b" /><Relationship Type="http://schemas.openxmlformats.org/officeDocument/2006/relationships/slide" Target="/ppt/slides/slide5.xml" Id="R5c5da695fd354d5a" /><Relationship Type="http://schemas.openxmlformats.org/officeDocument/2006/relationships/slide" Target="/ppt/slides/slide6.xml" Id="R15e8dc9242ff4555" /><Relationship Type="http://schemas.openxmlformats.org/officeDocument/2006/relationships/slide" Target="/ppt/slides/slide7.xml" Id="R33ff6724632d419a" /><Relationship Type="http://schemas.openxmlformats.org/officeDocument/2006/relationships/slide" Target="/ppt/slides/slide8.xml" Id="R93ef0b25936643d1" /><Relationship Type="http://schemas.openxmlformats.org/officeDocument/2006/relationships/slide" Target="/ppt/slides/slide9.xml" Id="Rab3e7bb0c567446b" /><Relationship Type="http://schemas.openxmlformats.org/officeDocument/2006/relationships/slide" Target="/ppt/slides/slide10.xml" Id="R3965390bbddf45a1" /><Relationship Type="http://schemas.openxmlformats.org/officeDocument/2006/relationships/slide" Target="/ppt/slides/slide11.xml" Id="R6df97f0a9ea14df5" /><Relationship Type="http://schemas.openxmlformats.org/officeDocument/2006/relationships/slide" Target="/ppt/slides/slide12.xml" Id="R5f4454a73f7948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fbfb80a17244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fd4be6e2c146fe" /><Relationship Type="http://schemas.openxmlformats.org/officeDocument/2006/relationships/notesMaster" Target="/ppt/notesMasters/notesMaster1.xml" Id="Re4a5a238408544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18be6cc25e4896" /><Relationship Type="http://schemas.openxmlformats.org/officeDocument/2006/relationships/notesMaster" Target="/ppt/notesMasters/notesMaster1.xml" Id="Re6728c846b034a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12eed9baef4628" /><Relationship Type="http://schemas.openxmlformats.org/officeDocument/2006/relationships/notesMaster" Target="/ppt/notesMasters/notesMaster1.xml" Id="R8a8fc9a2dc4647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947fb4ec914883" /><Relationship Type="http://schemas.openxmlformats.org/officeDocument/2006/relationships/notesMaster" Target="/ppt/notesMasters/notesMaster1.xml" Id="R4f16b65dd84d41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0564ebc38b4d0f" /><Relationship Type="http://schemas.openxmlformats.org/officeDocument/2006/relationships/notesMaster" Target="/ppt/notesMasters/notesMaster1.xml" Id="Rd91d274cb9bb40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ec2c853162406a" /><Relationship Type="http://schemas.openxmlformats.org/officeDocument/2006/relationships/notesMaster" Target="/ppt/notesMasters/notesMaster1.xml" Id="Re960c33a7d7e4e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98129a1d4e48bf" /><Relationship Type="http://schemas.openxmlformats.org/officeDocument/2006/relationships/notesMaster" Target="/ppt/notesMasters/notesMaster1.xml" Id="R918188b80ae444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b115c6d1ce47ea" /><Relationship Type="http://schemas.openxmlformats.org/officeDocument/2006/relationships/notesMaster" Target="/ppt/notesMasters/notesMaster1.xml" Id="R9c0754443f604b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2c52da7cf34c81" /><Relationship Type="http://schemas.openxmlformats.org/officeDocument/2006/relationships/notesMaster" Target="/ppt/notesMasters/notesMaster1.xml" Id="R80fbd87f85e24d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37a693b1784e30" /><Relationship Type="http://schemas.openxmlformats.org/officeDocument/2006/relationships/notesMaster" Target="/ppt/notesMasters/notesMaster1.xml" Id="R10f8b049ed514a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8b41bfc3af34049" /><Relationship Type="http://schemas.openxmlformats.org/officeDocument/2006/relationships/notesMaster" Target="/ppt/notesMasters/notesMaster1.xml" Id="Re020d438d5e742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26e3d0f8704487" /><Relationship Type="http://schemas.openxmlformats.org/officeDocument/2006/relationships/notesMaster" Target="/ppt/notesMasters/notesMaster1.xml" Id="R8a33ab0b2d1d4a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8:12, which simplifies to 2:3.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30 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8:12, which simplifies to 2:3.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8:12, which simplifies to 2:3..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For every 5 of the first quantity, there are 2 of the second..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For every 5 of the first quantity, there are 2 of the second.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For every 5 of the first quantity, there are 2 of the second.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c135457b0949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6833959a1a4020" /><Relationship Type="http://schemas.openxmlformats.org/officeDocument/2006/relationships/slideLayout" Target="/ppt/slideLayouts/slideLayout1.xml" Id="R22c69d4c7ae049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c69d4c7ae049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2b913d137d46db" /><Relationship Type="http://schemas.openxmlformats.org/officeDocument/2006/relationships/notesSlide" Target="/ppt/notesSlides/notesSlide1.xml" Id="Ree8e5a7b59ec4f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3a13996e404989" /><Relationship Type="http://schemas.openxmlformats.org/officeDocument/2006/relationships/notesSlide" Target="/ppt/notesSlides/notesSlide2.xml" Id="Re87e7d61986f4a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201145d364c45" /><Relationship Type="http://schemas.openxmlformats.org/officeDocument/2006/relationships/notesSlide" Target="/ppt/notesSlides/notesSlide3.xml" Id="R9f9efc7cd7724b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e3c8a97d849b0" /><Relationship Type="http://schemas.openxmlformats.org/officeDocument/2006/relationships/notesSlide" Target="/ppt/notesSlides/notesSlide4.xml" Id="R71a5b68ceac846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c367cbf1540e8" /><Relationship Type="http://schemas.openxmlformats.org/officeDocument/2006/relationships/notesSlide" Target="/ppt/notesSlides/notesSlide5.xml" Id="Rf30c1502a25a4f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07cd9aa4042af" /><Relationship Type="http://schemas.openxmlformats.org/officeDocument/2006/relationships/notesSlide" Target="/ppt/notesSlides/notesSlide6.xml" Id="Re48cf0aaeeeb4c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248b1d83d4973" /><Relationship Type="http://schemas.openxmlformats.org/officeDocument/2006/relationships/image" Target="/ppt/media/image.png" Id="R8cd126f35d634fc6" /><Relationship Type="http://schemas.openxmlformats.org/officeDocument/2006/relationships/notesSlide" Target="/ppt/notesSlides/notesSlide7.xml" Id="R51a10749b54f48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2f30ec5674af4" /><Relationship Type="http://schemas.openxmlformats.org/officeDocument/2006/relationships/notesSlide" Target="/ppt/notesSlides/notesSlide8.xml" Id="R37b70dac1f4448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b7f665aea478e" /><Relationship Type="http://schemas.openxmlformats.org/officeDocument/2006/relationships/notesSlide" Target="/ppt/notesSlides/notesSlide9.xml" Id="R250e6b36d63c4e2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58b2f1b4c42a4" /><Relationship Type="http://schemas.openxmlformats.org/officeDocument/2006/relationships/notesSlide" Target="/ppt/notesSlides/notesSlide10.xml" Id="R366b0460eb77432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2ac45ec1f4891" /><Relationship Type="http://schemas.openxmlformats.org/officeDocument/2006/relationships/notesSlide" Target="/ppt/notesSlides/notesSlide11.xml" Id="Rd25a737c166d47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3236a34d44887" /><Relationship Type="http://schemas.openxmlformats.org/officeDocument/2006/relationships/notesSlide" Target="/ppt/notesSlides/notesSlide12.xml" Id="Rfb86f586ca234bf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B9D86-19AC-4967-8116-0D46E607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189911-395C-4C18-940D-8A74C662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C1141-673B-46B3-8B43-7904817B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2A0D1-5E86-4D52-8C5F-C0E1CB1A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5B4E9-C09C-494F-A48B-3D77A7D6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8BBCE-C93A-463A-9583-5B7CDE96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259391-52BF-4974-B612-F7472064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83F0DD-C6FF-42E1-83C9-24E20EB4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ratio tables and bar models.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04427-D0A1-4812-88B2-F8DE4175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AD795-2F4C-4658-A781-9D5CAD18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F886B-1CAE-4684-BE5A-694EADBB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048499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75EFE5-EC10-49DB-900A-CF15882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095DC-7DDF-4A80-A6F1-9F8FE44E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5F1B2-30D9-4BE3-9669-A563F253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D6404-13E0-48EC-A5EF-312D850C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2C9DC-86F6-4F47-8799-2DD955CE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8BEE3B-C4B2-4D8A-8C54-61A892A3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96A67-547A-4074-B503-099238D9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36BCA4-F952-4D4F-B197-4A078FCF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DD80BB-9BAD-4B0C-ADD5-85C25F22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C9481D-3CB6-4ECF-A2FE-BC98CD0B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BAC1C2-0F0F-49B6-B737-75CB301D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E5EB86-18ED-46CC-9C83-235FF7B2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66C963-E1C5-4E31-AD01-34A4E418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BAF350-869A-432C-B32C-8F9E50E6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48B371-E5AD-430C-B78A-09A8D21C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45B1C5-6DCC-44F5-A00F-D14BBF80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7F9350-4C58-459D-ABFC-C280DB1E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CAF6D3-3338-49A4-B2A2-D403FEA2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DE6BC-C4AD-4922-82A3-1801E831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C4BA1-CB79-47F1-97D0-C9EAA60F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FB992-4415-4C0B-91E6-CC46B26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Paint is mixed red to white in the ratio 3:5. How much white is needed with 18 ml red?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742AF7-5233-41B2-AF56-D59B1894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351788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742FE7-ED43-40FE-A2AF-A4C263BB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D8C0C-EBF8-41E2-86B9-3DFAE94E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A7C57-C904-40F5-AFF2-CE82FB53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A3AB8-C5D7-40DF-8294-58A692C9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322E8-3344-47F8-BF4D-72EE4709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60517-57FC-455E-8101-AFD7FE41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0F5C4A-A9C9-476C-B881-929952D2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78050D-65D5-4625-B530-9E0118E4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9FDD6-AF47-4053-9467-1779E2D6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3D8C45-D852-4A51-815B-852497A6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ratio tables and bar models.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05CF0-87AF-49F8-AE13-BA11CC6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42101A-DE9A-4AAF-AC16-E124809A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32602-C05C-489A-9AD1-4A62C552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AEA4BD-9BEC-43FB-A7C9-5C6FDE80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17115-836E-4A26-99C9-9075B972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7529622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E2DEF8-7B00-4525-9FA1-4FA6C2D3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CE141F-261A-4B6C-9795-7E31DB70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0D154C-167C-48BD-899F-72024A48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99F6F-6579-424B-80AC-F4FA2E6C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F4BF3-EDFC-4375-8146-F3E44724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09F51-3C0C-425A-9CBD-F742A765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C05747-96F2-4A8A-B74F-1915B53D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8B2B1-74A3-44E6-A3B5-98B9BF10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749B36-F79D-43E5-A6BD-DD5CFA55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EB5ED-A02D-4670-8B09-329E56A3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4A9C1-0262-4B09-9C7C-19EEC8E8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75A94-5EFD-4751-95C5-4A07D083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07D6F3-DFC9-4F66-8485-FB9713BE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which quantities the ratio compares and keep their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B5261D-2529-4FE0-B092-B5AC7594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BE6FF-373E-4BE7-A3A2-CB1F9E6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0D77F-DB58-4245-9F64-0E24EC97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Scale both parts by the same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81A5DD-27C4-48FF-A3A2-37A49AA8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F97E79-24F0-4E39-A981-20970F35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DA584-04B9-4E1E-8A3D-9A0FFD83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30 ml.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051A7-A6FF-4456-B33B-5E047169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334036-A3BC-40B4-BFC9-BD67B20C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171860-50DF-48EA-8E02-07F6F752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relationship using a table, bar or sentence.</a:t>
            </a:r>
          </a:p>
        </p:txBody>
      </p:sp>
    </p:spTree>
    <p:extLst>
      <p:ext uri="{BB962C8B-B14F-4D97-AF65-F5344CB8AC3E}">
        <p14:creationId xmlns:p14="http://schemas.microsoft.com/office/powerpoint/2010/main" val="533439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1788EC-BDE8-4876-82B2-0137C61C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6C9EB-999F-47D1-BF76-D96B2438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874FE-B8D3-49F0-B4CE-8B79C931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59B0A-EFA4-4B46-B5D3-E1809246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DA299-FF26-4CBF-81E0-79F66C2C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A1E5AA-4302-420F-9B16-92432C96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24732-05F7-4B1B-9956-B04149E4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59899-C375-496D-9D38-9180B3A1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F6DE8-55DE-4A68-AD69-E20F7B52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4C520-EB36-4362-8F8B-9964EC31A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8BD6B9-1FF3-47F9-9CA9-D209E9F3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30 ml.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13BB95-A003-4EC6-BF57-1E0B97A5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5D6EF-4E75-481F-9B79-6F634B99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F6AEF-DF03-4E02-AE0A-B3A9148D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590745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9670B7-9DA1-4A06-8207-DB3034D2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A7ED5-639C-43DB-834F-6D090660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4FB156-3531-458A-9EBF-9A3424B7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B01B3A-90E6-464D-83DD-118A0223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2FD66D-DCA9-4F20-B91A-E04B529E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FA0D8-3859-4C80-BBD0-D209449D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4DF9E3-2D84-442B-9B2E-CC7D158A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CC1F6-95EA-45ED-927C-9CA3F0B2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6FE9F8-7F67-48A3-A139-1E2FE777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B02F7-AA0B-4E39-A532-4458FA93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3BAFA-8884-4420-B7E4-D3EBD9A6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3F995-5636-49D2-8D4F-CF70E69E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4062E-2637-404D-9B5E-EF3D8074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FBD7C-0F52-4366-A0A2-539B21B1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0FA4E9-69C4-4325-A09F-BF7AEA93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8:12, which simplifies to 2:3.</a:t>
            </a:r>
          </a:p>
        </p:txBody>
      </p:sp>
    </p:spTree>
    <p:extLst>
      <p:ext uri="{BB962C8B-B14F-4D97-AF65-F5344CB8AC3E}">
        <p14:creationId xmlns:p14="http://schemas.microsoft.com/office/powerpoint/2010/main" val="6747602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6F5A3-A622-449D-A5FD-6DCA785B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8F934-7B75-4D76-9A51-A84DE146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D12BBA-C39D-4A93-8889-362B2AAE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8BCF1-161B-407A-A52C-EA8BA9D3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18898-FB6A-43A2-94D0-C9D75D36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5E3BA-9754-453B-B904-D66185E4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121D7-AC0F-4EE4-91E6-14A2A21A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EA6DD-9340-4C48-87D7-F3836B46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333F4E-0158-4EDA-85A7-C05B8641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126f35d634fc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8A15D-227D-4E9D-8916-5BAE106F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F0F89-F8FD-4C6D-879A-50125A4B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10530-46C0-43F9-AE3C-9EC04A4D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182F6-D861-415C-998E-5D2A4372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F28E35-B7EA-4614-A167-9D3FE990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15663169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1AC56-2A0A-4408-9224-F04B5BFD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1D0A5-8D5B-4CC2-A08B-FD3D3A88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A6AA6-50BE-4D76-A4A9-1EC83317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EBA911-900C-4006-8A53-E282B6A6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D3FB23-C3D9-4ECE-A8B8-ECB1C324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04B53-898F-4F3A-BE0D-E62CA836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963E5-36A2-4EC6-A02F-70B4F920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2E683-D09A-4836-A37A-07C6A58F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77B32-1B0F-4DB3-9B7C-62B9FAE7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EEDB6-0594-41DA-962D-9A5FB912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4DEDD-543D-4E92-9755-AE85CA74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4822B-633A-4905-B256-FC52A4BA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4B3E8-9262-45C1-8BA1-06CA0AB6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867918-6723-4FAA-B724-49CBC1A1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CDD77-5133-45CD-951B-0BA8AD2A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CB04A-E347-4DD8-B5D0-335AA772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F1FE0-0B57-4BDD-978C-EABB0A97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328A5-3035-4406-91D4-EB4EF59A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8D0A6C-2778-4114-BF7F-CE74D85E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A110AB-8DE8-49C0-92BA-18E3886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33E96-D27E-4499-A2BF-CEF0CE33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8:12, which simplifies to 2:3.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FCCEBD-3A2A-4FE1-B412-8A60767D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903021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DD9281-6DE6-41E8-9F7A-A848911D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13ECC-9554-453A-A727-D0B8286E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173E5-F398-4094-9A43-5EEB6275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9CDE00-41DF-42E8-A337-3B108253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24779-8A2B-4271-B53F-818A4657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24EB9-97C1-4B8D-98BF-8CCC266A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8B193C-051C-4A44-A677-6F5E3097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D67CAC-D30A-48F1-9283-019C9729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900E9D-D6E8-469D-AB8E-82219FBF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5104-09C6-445A-90CF-483C42D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133E4-2374-404D-8195-DDA55BB7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1090F3-B172-4D85-8824-D2D0DE1B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2167C-F0BA-4B7C-9104-AB29687D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9052F0-C302-472A-9C8A-BCB0AE8D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6D766A-5FDF-4DB0-B537-3AD43ED1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DB79F2-D168-4E36-975B-5A6C8CAC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6E2AA4-65C1-49C9-9A0D-7E73D651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951BCD-ECDB-4BCB-BDA8-1394427B7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B60BE5-5153-4B56-AC8D-607220B0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50EFC0-53C0-4E84-9D7C-BC5F2426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B8689B-C8D7-4B39-BC22-84AB279F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4245907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AE52FE-F0F4-4BD7-B128-76344E5C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7C1D6-A080-47A5-9E7A-F907E11D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CC5DF-B5EF-4695-AE91-F6F025D0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324692-CD1A-4855-A96A-862AD9E1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87150-D744-4D34-B448-AEA8ACAE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A0952-E59C-46C4-989A-E0923CA4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F6F53-3299-4DB0-B0FE-94CCC162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39185-E8A9-4578-BF15-AFB3E470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1144B7-126D-41E8-AF4A-5E73D718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02777-5054-4876-BDF2-F63CCD2A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Complete the equivalent ratio 7:4 = 28:__.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4718A-972F-41E3-9BF4-89BFC790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96281-3A8E-41DA-9AD2-D918DB7B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CC511A-5594-4AFD-8837-413740F5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3356053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7D4F80-50FA-4C36-A7E5-952F1702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4A79B-E85B-40D8-B603-CF8F4CF0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8F6FC-94AB-4EAE-8B1F-5FE2A222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A7007-6490-402B-85C5-C24E2EAF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80A96-70DE-4F87-A776-FF418AAF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C1824-CFDF-4F0C-B5ED-288A9078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710EAC-3382-4D7C-B59A-3C639750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427DF-9ECC-4942-9991-D83D0913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F117E-6235-4539-8559-28E1C893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376EAB-C358-4CE3-A128-5AEBDD07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07C7A-7CD5-437D-9FF9-1A369761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2E5BF-207A-4D33-9811-D6C36B60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38AB4-9675-409B-9A78-B979E3DB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3A344B-891C-4319-AE37-C4FB924E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7654C-F576-4F61-BDE0-F32767D3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D23452-E056-4148-8D84-4D343BC1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3774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For every 5 of the first quantity, there are 2 of the second.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D79E52-4F42-48F6-BB28-7A180E40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6C3AA-32CC-4F93-A3FF-4E076BA7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446290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ABB3AF-698F-4B65-B6AF-27018C63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DDB15-531E-45AD-A01F-84A58EC5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5006E4-E707-48CD-A185-AA338746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D60AC-A3BC-41C7-8196-656C3DD1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8D39A-2CE2-4D74-9DDF-0AA52D5C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4F425-2777-4A94-906E-0C48CF2C0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78BA6-96A2-4D7B-8651-C2B04E13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DF271-F91F-4551-B6D8-A2169DA6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32CF6-7171-4BFC-95A2-4188DC3C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ratio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A1161-E3C3-4021-8D2D-F15A1D18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2EC61E-A794-4289-BF89-B3E32700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F9A92-3941-421F-881D-E2CDC2CD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ED349A-588B-4B3C-B36B-BD22F92E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ratio 5:2 in a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B0452-0902-48C7-8B7E-BEB71F3D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0D48D-6587-4F5A-BE36-430F73A4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F534E4-8DBA-4763-B19A-C1C818C9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22D328-C81F-492E-BF01-8DA5FF67F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5379D9-E41C-41CA-9D75-C2076AB7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A5EF80-D257-46FE-9928-1292DDD2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BC8A8-051C-44D7-9942-4FF42402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8C403E-E084-4254-97CD-536E2347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A28733-CC0F-4F71-A64A-235520FE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710833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2026-09-09T20:47:10.7380000Z</dcterms:created>
  <dcterms:modified xsi:type="dcterms:W3CDTF">2026-09-09T20:47:10.7380000Z</dcterms:modified>
</coreProperties>
</file>