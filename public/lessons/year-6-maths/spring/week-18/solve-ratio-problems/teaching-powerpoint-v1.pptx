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9ae83595c4520" /><Relationship Type="http://schemas.openxmlformats.org/officeDocument/2006/relationships/extended-properties" Target="/docProps/app.xml" Id="R36000dc7f1f743cc" /><Relationship Type="http://schemas.openxmlformats.org/officeDocument/2006/relationships/officeDocument" Target="/ppt/presentation.xml" Id="Ra17db7605a1a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a07d530674357"/>
  </p:sldMasterIdLst>
  <p:notesMasterIdLst>
    <p:notesMasterId xmlns:r="http://schemas.openxmlformats.org/officeDocument/2006/relationships" r:id="R05d09558bde24812"/>
  </p:notesMasterIdLst>
  <p:sldIdLst>
    <p:sldId xmlns:r="http://schemas.openxmlformats.org/officeDocument/2006/relationships" id="256" r:id="R9ef04b00b43b411e"/>
    <p:sldId xmlns:r="http://schemas.openxmlformats.org/officeDocument/2006/relationships" id="257" r:id="R016e437589864d02"/>
    <p:sldId xmlns:r="http://schemas.openxmlformats.org/officeDocument/2006/relationships" id="258" r:id="R9804adf78f5e4dad"/>
    <p:sldId xmlns:r="http://schemas.openxmlformats.org/officeDocument/2006/relationships" id="259" r:id="Re490735296134c55"/>
    <p:sldId xmlns:r="http://schemas.openxmlformats.org/officeDocument/2006/relationships" id="260" r:id="R676f606511f44151"/>
    <p:sldId xmlns:r="http://schemas.openxmlformats.org/officeDocument/2006/relationships" id="261" r:id="Rb856e2c3d02543e8"/>
    <p:sldId xmlns:r="http://schemas.openxmlformats.org/officeDocument/2006/relationships" id="262" r:id="R8f030d8eb89a430f"/>
    <p:sldId xmlns:r="http://schemas.openxmlformats.org/officeDocument/2006/relationships" id="263" r:id="R4e14f14feeff441d"/>
    <p:sldId xmlns:r="http://schemas.openxmlformats.org/officeDocument/2006/relationships" id="264" r:id="R8522a3cde55644af"/>
    <p:sldId xmlns:r="http://schemas.openxmlformats.org/officeDocument/2006/relationships" id="265" r:id="Rf30d8b2f27944940"/>
    <p:sldId xmlns:r="http://schemas.openxmlformats.org/officeDocument/2006/relationships" id="266" r:id="R6de60d04ae0c4b30"/>
    <p:sldId xmlns:r="http://schemas.openxmlformats.org/officeDocument/2006/relationships" id="267" r:id="Rbf6c5eadbd9c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39435869a4fbd" /><Relationship Type="http://schemas.openxmlformats.org/officeDocument/2006/relationships/slideMaster" Target="/ppt/slideMasters/slideMaster1.xml" Id="R76ca07d530674357" /><Relationship Type="http://schemas.openxmlformats.org/officeDocument/2006/relationships/notesMaster" Target="/ppt/notesMasters/notesMaster1.xml" Id="R05d09558bde24812" /><Relationship Type="http://schemas.openxmlformats.org/officeDocument/2006/relationships/presProps" Target="/ppt/presProps.xml" Id="R6de46af5950a48e4" /><Relationship Type="http://schemas.openxmlformats.org/officeDocument/2006/relationships/tableStyles" Target="/ppt/tableStyles.xml" Id="R7b0a38f055654d8b" /><Relationship Type="http://schemas.openxmlformats.org/officeDocument/2006/relationships/slide" Target="/ppt/slides/slide1.xml" Id="R9ef04b00b43b411e" /><Relationship Type="http://schemas.openxmlformats.org/officeDocument/2006/relationships/slide" Target="/ppt/slides/slide2.xml" Id="R016e437589864d02" /><Relationship Type="http://schemas.openxmlformats.org/officeDocument/2006/relationships/slide" Target="/ppt/slides/slide3.xml" Id="R9804adf78f5e4dad" /><Relationship Type="http://schemas.openxmlformats.org/officeDocument/2006/relationships/slide" Target="/ppt/slides/slide4.xml" Id="Re490735296134c55" /><Relationship Type="http://schemas.openxmlformats.org/officeDocument/2006/relationships/slide" Target="/ppt/slides/slide5.xml" Id="R676f606511f44151" /><Relationship Type="http://schemas.openxmlformats.org/officeDocument/2006/relationships/slide" Target="/ppt/slides/slide6.xml" Id="Rb856e2c3d02543e8" /><Relationship Type="http://schemas.openxmlformats.org/officeDocument/2006/relationships/slide" Target="/ppt/slides/slide7.xml" Id="R8f030d8eb89a430f" /><Relationship Type="http://schemas.openxmlformats.org/officeDocument/2006/relationships/slide" Target="/ppt/slides/slide8.xml" Id="R4e14f14feeff441d" /><Relationship Type="http://schemas.openxmlformats.org/officeDocument/2006/relationships/slide" Target="/ppt/slides/slide9.xml" Id="R8522a3cde55644af" /><Relationship Type="http://schemas.openxmlformats.org/officeDocument/2006/relationships/slide" Target="/ppt/slides/slide10.xml" Id="Rf30d8b2f27944940" /><Relationship Type="http://schemas.openxmlformats.org/officeDocument/2006/relationships/slide" Target="/ppt/slides/slide11.xml" Id="R6de60d04ae0c4b30" /><Relationship Type="http://schemas.openxmlformats.org/officeDocument/2006/relationships/slide" Target="/ppt/slides/slide12.xml" Id="Rbf6c5eadbd9c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35ed0534c44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8b84c6fc84e45" /><Relationship Type="http://schemas.openxmlformats.org/officeDocument/2006/relationships/notesMaster" Target="/ppt/notesMasters/notesMaster1.xml" Id="R3fe69d69907f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1cfd5f5e34b29" /><Relationship Type="http://schemas.openxmlformats.org/officeDocument/2006/relationships/notesMaster" Target="/ppt/notesMasters/notesMaster1.xml" Id="Ra9a3abee0a2a48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4c6548d014050" /><Relationship Type="http://schemas.openxmlformats.org/officeDocument/2006/relationships/notesMaster" Target="/ppt/notesMasters/notesMaster1.xml" Id="Re8aacd7a407841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f02614d2144dc" /><Relationship Type="http://schemas.openxmlformats.org/officeDocument/2006/relationships/notesMaster" Target="/ppt/notesMasters/notesMaster1.xml" Id="R9ea83472ebb54c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086f24c2a4ec4" /><Relationship Type="http://schemas.openxmlformats.org/officeDocument/2006/relationships/notesMaster" Target="/ppt/notesMasters/notesMaster1.xml" Id="R29097990cfc84d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23e6fbab5d4c46" /><Relationship Type="http://schemas.openxmlformats.org/officeDocument/2006/relationships/notesMaster" Target="/ppt/notesMasters/notesMaster1.xml" Id="Ra914ce0ba1974a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6d482e96141f4" /><Relationship Type="http://schemas.openxmlformats.org/officeDocument/2006/relationships/notesMaster" Target="/ppt/notesMasters/notesMaster1.xml" Id="R91d37eea26fc41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8bc88b58f2475f" /><Relationship Type="http://schemas.openxmlformats.org/officeDocument/2006/relationships/notesMaster" Target="/ppt/notesMasters/notesMaster1.xml" Id="R889cefcbdc7a4b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ce35eb16b449b8" /><Relationship Type="http://schemas.openxmlformats.org/officeDocument/2006/relationships/notesMaster" Target="/ppt/notesMasters/notesMaster1.xml" Id="Rf228ddd16fe343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cffc677a6460b" /><Relationship Type="http://schemas.openxmlformats.org/officeDocument/2006/relationships/notesMaster" Target="/ppt/notesMasters/notesMaster1.xml" Id="R02db767aa1e543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5abe94975e4504" /><Relationship Type="http://schemas.openxmlformats.org/officeDocument/2006/relationships/notesMaster" Target="/ppt/notesMasters/notesMaster1.xml" Id="R83ed34a38ab34e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55dbefa7f94790" /><Relationship Type="http://schemas.openxmlformats.org/officeDocument/2006/relationships/notesMaster" Target="/ppt/notesMasters/notesMaster1.xml" Id="Raabbb548f4c84f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Coloured counters, ratio tables, double number lines, bar models,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8:12, which simplifies to 2:3. | Identify which quantities the ratio compares and keep their order. | Equivalent ratios come from multiplying or dividing both parts by the same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ratio, for every, part, whole, equivalent, simplify.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30 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8:12, which simplifies to 2:3.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Equivalent ratios come from multiplying or dividing both parts by the same factor.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8:12, which simplifies to 2:3..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For every 5 of the first quantity, there are 2 of the second..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16.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For every 5 of the first quantity, there are 2 of the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For every 5 of the first quantity, there are 2 of the second. | Equivalent ratios come from multiplying or dividing both parts by the same factor.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cfd745394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56145a25ef441a" /><Relationship Type="http://schemas.openxmlformats.org/officeDocument/2006/relationships/slideLayout" Target="/ppt/slideLayouts/slideLayout1.xml" Id="R640a9aa6db674b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a9aa6db674b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fef597d324d45" /><Relationship Type="http://schemas.openxmlformats.org/officeDocument/2006/relationships/notesSlide" Target="/ppt/notesSlides/notesSlide1.xml" Id="Rf7ea3bec7d18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71bbcd954319" /><Relationship Type="http://schemas.openxmlformats.org/officeDocument/2006/relationships/notesSlide" Target="/ppt/notesSlides/notesSlide2.xml" Id="R806db1ba4d35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d0322e6a94994" /><Relationship Type="http://schemas.openxmlformats.org/officeDocument/2006/relationships/notesSlide" Target="/ppt/notesSlides/notesSlide3.xml" Id="Re63a7be0bb8c41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0ed8395174039" /><Relationship Type="http://schemas.openxmlformats.org/officeDocument/2006/relationships/notesSlide" Target="/ppt/notesSlides/notesSlide4.xml" Id="R468c97f56a32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c89fc0e004c19" /><Relationship Type="http://schemas.openxmlformats.org/officeDocument/2006/relationships/notesSlide" Target="/ppt/notesSlides/notesSlide5.xml" Id="Rd7763148ccbf44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8321fd25845d2" /><Relationship Type="http://schemas.openxmlformats.org/officeDocument/2006/relationships/notesSlide" Target="/ppt/notesSlides/notesSlide6.xml" Id="Rfd6cd9fe66114b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5f52cd9164d70" /><Relationship Type="http://schemas.openxmlformats.org/officeDocument/2006/relationships/image" Target="/ppt/media/image.png" Id="Re358a79676ff4db1" /><Relationship Type="http://schemas.openxmlformats.org/officeDocument/2006/relationships/notesSlide" Target="/ppt/notesSlides/notesSlide7.xml" Id="Rdeca600ed8fc49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188a191b54281" /><Relationship Type="http://schemas.openxmlformats.org/officeDocument/2006/relationships/notesSlide" Target="/ppt/notesSlides/notesSlide8.xml" Id="R668d38e885e548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094affe8a4b9b" /><Relationship Type="http://schemas.openxmlformats.org/officeDocument/2006/relationships/notesSlide" Target="/ppt/notesSlides/notesSlide9.xml" Id="R00f3c99bab9b40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7da5d965a4217" /><Relationship Type="http://schemas.openxmlformats.org/officeDocument/2006/relationships/notesSlide" Target="/ppt/notesSlides/notesSlide10.xml" Id="R4968d27ac80b49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459340b9d4d08" /><Relationship Type="http://schemas.openxmlformats.org/officeDocument/2006/relationships/notesSlide" Target="/ppt/notesSlides/notesSlide11.xml" Id="R29a2ec8d29fd48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2d3b044964a4d" /><Relationship Type="http://schemas.openxmlformats.org/officeDocument/2006/relationships/notesSlide" Target="/ppt/notesSlides/notesSlide12.xml" Id="R74416ee168294e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A335A-3F52-49AB-AF48-BEA97E2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8DF78-0E80-4986-84F7-2CB04CA7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2E27C-AF2C-49AB-888F-6523FED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1D4A5-3FEA-4EF8-9789-2C3A74A3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27C5B-FDBA-4494-9C1D-6BCBAA9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65E17-19F1-434F-9C3C-E496935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1DF06-330E-49E8-8856-C33319B6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5798C-B1D5-4773-9458-763103B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using ratio tables and bar models.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73DA4-C288-4DEF-9EA6-FFDB332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0BA31-EBED-4DE4-8194-0F87AFD6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Coloured counters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ACEE0-5E39-45E2-8A8D-40F6A1CA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66911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F2FE1-7092-4C49-864B-F9646291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A49AB-5059-49FD-8A01-597E57A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A617A-6080-4056-97C5-4E939321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9F340-589D-445E-8530-7E0A4B88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1F5AB-2439-4125-97CC-B2A341B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04DEE-909B-46BB-995B-78E6C549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7C48A-B4D2-4AAB-AADA-31235F1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6D89D-6FE0-4400-808C-E87B61CA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D2A46-2081-4565-B1ED-27ABEB20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B799-52B7-4A75-8FFA-0E20DEC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038DE-9205-49BD-9846-BFDDE2A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77A16-66A4-4C1A-8681-5AB591E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E5F4F-3BCC-47B8-BBB0-5315E532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multiplicative relationships, ratio notation and equivalent ratios.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BBAF5-4216-43CE-B9AA-B6630CF6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E259D-1CA3-4806-ADB4-2A88B36F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6E674-0417-4184-B612-3B377138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EF35F-BA97-4C3A-8520-E8E20EA1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696AC-F312-4D83-AB66-E6EC0B2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3151E-3FB9-40F6-B063-472C001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BF4BC-8F58-440D-AF1D-10B49EE8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E1DAD-4462-45BA-93A1-7A4F7A7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Paint is mixed red to white in the ratio 3:5. How much white is needed with 18 ml red?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288DF-998C-4200-B477-79E0E2F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841439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DFF59-0262-4C21-A1D7-31B265AF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E1E56-22B6-457F-B09D-D2B22DD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8A048-4DEA-42D2-A44E-0366DBD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5C624-DBA7-45F0-B9BF-1ED95415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3E45A-8E5F-47C6-9B22-68F5573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6C1C0-3AD6-4A77-9F41-734D13A2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CD56B-F802-4A3F-9700-0B10C89F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BACDE-89AA-4C2C-8AC8-1EDE6FB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36637-17B7-463D-AA16-BD941AA5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42736-F475-4DE0-B9B2-50D31531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problems using ratio tables and bar models.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8D697-C911-433B-AB06-0167DCF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00D5A-00F4-4C29-A73F-7B6C423C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which quantities the ratio compares and keep their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DCB78-541B-4123-8BDD-1A80B19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Scale both parts by the same factor.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100BA-52AF-4F91-A5A5-EE4EAD1E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relationship using a table, bar or sentence.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4855D-0F59-477A-95D2-39EB0D66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ratio  |  for every  |  part  |  whole  |  equivalent  |  simplify</a:t>
            </a:r>
          </a:p>
        </p:txBody>
      </p:sp>
    </p:spTree>
    <p:extLst>
      <p:ext uri="{BB962C8B-B14F-4D97-AF65-F5344CB8AC3E}">
        <p14:creationId xmlns:p14="http://schemas.microsoft.com/office/powerpoint/2010/main" val="5771936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C3BC2-9CAC-477C-8C69-F291FF9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C7CE-8230-446E-A578-AD8D1846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A0B88-2132-4DF4-AAB2-6EE234A0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0C8A-8ABE-422F-B06A-9227B66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86F24-A3FA-4F47-9516-A2B3416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0BC11-9450-471A-9AD0-B481C8DD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532A5-4C8E-42C7-A04F-1B83810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4FBA1-02AB-4423-B0F8-A3562991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989B0-14FF-487C-B69B-5801B05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3C840-244F-4E77-9F18-A1BAB525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Paint is mixed red to white in the ratio 3:5. How much white is needed with 18 ml red?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C7BA0-0D6F-447F-AFE3-4CF5322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F4806-638A-432F-B1EE-321F58CE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2E893-1D30-4A9C-938F-9D013D7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Red : white = 3 :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57864-DA93-4E56-A79C-993FE54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5A72E-57DD-4E2A-BA35-DB6AB6D2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91DA0-1CA9-4ABC-839E-327703D6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 parts = 18 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8EDE1-1A49-479C-A1C0-DC3B081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CB257-C947-49BE-9660-B68802AB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6561A-EE34-4B64-9956-FE38CB3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 part = 18 ÷ 3 = 6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5AB03-DD0F-48DB-8CB0-44DC04B3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6664A-09E1-4B11-9151-A4C9237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2817D-9D02-4125-97D5-6581C20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 parts = 5 × 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7F8B3-66D7-4AE7-A2F0-78D54B2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8B107-EE06-4F17-978E-22BD9BC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D9E3E-499E-4CE2-9F53-07A3388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30 ml white</a:t>
            </a:r>
          </a:p>
        </p:txBody>
      </p:sp>
    </p:spTree>
    <p:extLst>
      <p:ext uri="{BB962C8B-B14F-4D97-AF65-F5344CB8AC3E}">
        <p14:creationId xmlns:p14="http://schemas.microsoft.com/office/powerpoint/2010/main" val="14332873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407BA-9705-4E4A-96BC-83F214DD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37E64-7269-4E1B-9E32-4CC6586F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F63F1-53FF-42A5-BDBB-3437736E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C0BF3-4D14-4F57-8A6E-33A3ED45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84EB9-68C5-4702-A907-27D6D9C7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F03CF-A5A9-4165-A39C-43A5A4B5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34B99-EECC-4C8B-9869-49B630D7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3E8A9-0AC7-44EF-9F63-1A25270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27DE9-60C8-42DF-A0D1-F40018EE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76D8-AF0D-42C5-9653-229B9EF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F0C7C-B5AA-4908-B199-6C6503EF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30 ml.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BC0A2-764E-4323-A38D-D9E4EBD8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5AC51-CE4A-442F-99B2-43C0BB33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relationship using a table, bar or sentence.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19906-0EF7-4FF5-B620-F769B3E6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5143894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0D4C4-950D-4703-84CD-A5590C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DD16E-79ED-4E46-87AB-08B50E8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21FC8-EF72-49FE-A5A0-7F64ED10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BD1E-FAA0-4A32-8EAF-0AC4B34C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38D91-08B2-41A5-8DF8-C366AE8B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B4CEB-1BAA-4D8A-B9A4-FED02E9E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AC715-CEF0-40A5-A854-70AABA76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7A1A6-0D9F-4735-A73D-FC725E0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906AA-53D6-4E41-8F0E-03C819CE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7C0C6-FECB-4790-9E9A-883E4AF1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DD8C4-E2FD-41A0-860B-867388C3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3DCE1-7D7B-4A72-86C6-F2726AD5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8A4AA-8934-411A-A2DD-4AE44960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38DE9-E730-4B89-83DA-4CC6D1F0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1D74E-9F5B-4BC0-9AC8-7B2DE639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8:12, which simplifies to 2:3.</a:t>
            </a:r>
          </a:p>
        </p:txBody>
      </p:sp>
    </p:spTree>
    <p:extLst>
      <p:ext uri="{BB962C8B-B14F-4D97-AF65-F5344CB8AC3E}">
        <p14:creationId xmlns:p14="http://schemas.microsoft.com/office/powerpoint/2010/main" val="15067592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D4B4A-A6EA-46A3-85ED-233CA09F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EE8B8-BA71-490B-9E52-CC0D280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C42D7-01F0-4699-832F-9297812A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5909-05C8-4427-B9B0-E5D9C34E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9E9C9-2EDC-44D0-9C2E-6648AAB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7F0E5-082B-4DF7-836C-66C0860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830E2-DB86-426E-B6CE-8C2BF033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FF3E3-9EDE-4C86-839A-79CB3927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BEAEE-211F-4A0C-B273-BB93F58F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8a79676ff4db1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009A7-0BC8-47AA-99B2-161B06BE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AC37B-6C26-4BB5-AA5B-329FF2E0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adds the same number to both parts to make an equivalent ratio.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D9C9E-F08D-4528-903F-CC6440F6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DC2E9-8CDB-48D8-AF5D-37C9C235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F5DA7-4869-4D5D-A96D-3E270CB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Equivalent ratios come from multiplying or dividing both parts by the same factor.</a:t>
            </a:r>
          </a:p>
        </p:txBody>
      </p:sp>
    </p:spTree>
    <p:extLst>
      <p:ext uri="{BB962C8B-B14F-4D97-AF65-F5344CB8AC3E}">
        <p14:creationId xmlns:p14="http://schemas.microsoft.com/office/powerpoint/2010/main" val="18928886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76707-8F74-4F96-BD50-62015331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EE8B5-95E7-4C8B-B0F9-C09A9B3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4CABF-8512-4633-946C-54FA7F63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1937A-A2AA-4BE8-BC88-E3EB79AE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F0AB8-DCEB-4BB7-B3EF-BD904A0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94781-1258-4DAE-A114-F5D95763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6EE2D-F9D7-4233-9A25-152141E6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B61D6-2473-44D2-9EB4-1B44A37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5A2D7-6C32-40F2-B9F1-773155D3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B20D3-3500-40DE-BD93-FEB6DDA8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19682-0A6E-4091-B2B1-B74255F4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3AFFE-03DA-4F7E-8119-4C8C9C8B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1F720-E568-422A-B262-F73C69E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There are 8 red and 12 blue counters. Write red to blue as a ratio.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4BD1A-39F1-4E17-9B78-38242A7B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01453-53C7-4913-9B4C-A42283A3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975D2-24EC-4AD3-87B6-05BECF81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43B2C-B59F-4D7F-AFF6-58450872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7F350-2B4E-4AEA-92C7-0CA0D70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263D3-DAAF-4AFF-ADE5-3C151738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0016D-C030-44CB-A88B-2A28B3B9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417E0-3A66-4556-B644-D449885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8:12, which simplifies to 2:3.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4F5DD-97BE-4B4A-90E6-246230F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98424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6F5A4-975B-4B41-B3A5-08410266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09A08-AE8B-43A6-942A-C02A1F90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B87D9-9441-4D68-8ADB-0DA64033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FD8BC-4F62-47D2-B442-9C79D325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283D0-4CB1-4F49-829E-C942EF36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3F3E1-9B49-47B4-A4D2-B6AE45AF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61B7F-11D7-42B4-B5EA-478275C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DA5EE-73AA-45DE-9E1D-2C976EA2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10DBC-9273-419B-8878-CB062A3D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16C3B-1A19-4F08-882F-96BD5325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BF247-6DA4-489C-ADAF-E1259BAB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5FE8B-5530-47F3-851F-BD3BBC0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B6B53-ACD8-492F-BCC5-2DDB1E00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ratio 5:2 in a sentence.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D1BFC-9388-4BAB-BA10-94D161E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FCF85-391F-4C13-A7F9-4AE6436F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B7A85-3934-471A-899A-3CB6EAD6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0B8EA-7A4B-4A98-B3D3-8EB96F3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718B4-8771-40D3-AFA7-32B93E8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A4BFB-02F2-41A9-902D-1FA2F73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CC828-686D-4DD2-A852-ED09211E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ABD1A-EBBD-4909-97E4-16C425E7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3894927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B072A-FA4A-4995-A941-AC7E970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4B7D1-35C4-43C3-A9F9-5A6A1121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3AA6E-5AD8-4201-A7AF-B749157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C4CC7-0FA6-48B6-A732-8177112B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82861-9E1F-4799-A016-6B805B2C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EB8B0-E376-4519-80E9-B738A579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0210-71DF-4D3F-A9C0-883A868D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CF63E-3FBE-4588-9CE4-2B9A3B9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79886-9657-4CD6-8580-80B81BA9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680ED-0169-4FA8-96AA-5510A47F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Complete the equivalent ratio 7:4 = 28:__.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4967-6C90-4DE1-88A2-BA23346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30A27-9F8E-47DE-ADF0-8F55F683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9441B-861D-4E58-8FBA-364F02E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16.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8999643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C72BF-6DC5-4F67-94D4-139DFF6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2C2D4-96C2-4FD7-A438-45DBECE2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A7797-6A23-4EA2-ABAA-A88EBF1B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4D52F-B3C4-416D-BC9F-D64E5E9A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FD966-AA33-4157-AEAB-62069F7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780B0-F174-49A4-A295-671BDCE9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CFFED-CBB4-4216-B72C-832E915C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5B89B-18D9-42E1-8CF9-2DD033B5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00CD1-B248-4558-AE4C-A7FA342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314DB-98D4-4D6D-B296-C41052D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BFCDD-7FB1-4602-B5F0-88D4B213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04BEE-221E-4283-AD54-0B54BB2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ratio 5:2 in a sentence.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D9906-D425-4777-9F95-811B968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3442D-CB95-4A6F-BF6B-E29DE4F9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EF286-0ADB-49E1-BEDC-8C7EA7B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209D-19C5-4762-8DF1-2B1F905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7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For every 5 of the first quantity, there are 2 of the second.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8622A-7EB0-43E1-97B4-9ADA795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B3E9E-6CF4-4404-91A3-E65F299F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1567506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5B790-D33F-4BCB-827A-F905D0DE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7D427-4780-4D6D-9F4C-57E81A9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F3DE7-DC55-45B5-BA3D-5222977D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FDD04-5D2A-4401-8F18-F9D84A94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86416-8BEC-4078-B60E-B147E72B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E6113-F583-4319-AB25-DC649939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8F3D1-73E2-41E3-A758-FE719706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12C47-93BB-4BD2-B027-354C259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E75F-53C6-4A88-96A6-271205D7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ratio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2C3A0-2078-4F99-8E53-B92A9AD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2C25-0FA8-4017-996A-77BEB52B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9C980-850B-4EC8-82EB-5818F298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C9A6D-AB3D-4B0F-B0F5-1BA92DE0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ratio 5:2 in a sentence.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046EC-06CA-4285-9315-8D240F7E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7A736-FEAF-408A-9D3F-D84F3FDB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8739A-6209-4BC9-B37F-4A60850A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98A8F-0486-4151-9D98-AC7C7DC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adds the same number to both parts to make an equivalent ratio.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21116-54B7-4CCB-B55A-CEE6C4D7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A504F-E087-49BA-89BB-EAD15285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A35DC-64BB-4A46-91D5-9B3A93AA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52958-F266-4757-B95E-F58ECDA0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A8B03-61D2-4AE8-B68C-1BB3DD24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4646896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2026-09-09T22:14:19.9430000Z</dcterms:created>
  <dcterms:modified xsi:type="dcterms:W3CDTF">2026-09-09T22:14:19.9430000Z</dcterms:modified>
</coreProperties>
</file>