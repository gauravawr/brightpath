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ratio relationships. Describe ratio relationships.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ratio relationships.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ratio relationships.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ratio relationships.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ratio relationships.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ratio relationships.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ratio relationships.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13A1D1A1-3F42-418D-BA33-E38AA93645A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Describe ratio relationships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BE79125-8AA4-4042-B193-E81D2F658C47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D7F1BB8-2AC0-4194-9CDB-4AEFFCF233B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EA47214-9200-4268-9210-581A7F8F176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Describe ratio relationships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6267DBA-695C-4555-A413-DCA3E040343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5E29FE8-064B-4497-B51C-DADE3ED24E62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describe multiplicative relationships using ratio language.</a:t>
            </a:r>
          </a:p>
        </p:txBody>
      </p:sp>
    </p:spTree>
    <p:extLst>
      <p:ext uri="{BB962C8B-B14F-4D97-AF65-F5344CB8AC3E}">
        <p14:creationId xmlns:p14="http://schemas.microsoft.com/office/powerpoint/2010/main" val="193830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-1">
            <a:extLst>
              <a:ext uri="{FF2B5EF4-FFF2-40B4-BE49-F238E27FC236}">
                <a16:creationId xmlns:a16="http://schemas.microsoft.com/office/drawing/2014/main" id="{539283F6-549D-462B-8C47-AB41CC88538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084BF7F-6B62-4F98-844E-B85D7E46339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the ratio 8:12.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D781FBF-0FF8-4184-840B-7FA3D6C7BB5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FA99225-54F7-40E4-A54A-0738D1AB2E9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Describe ratio relationships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275AAF0-DD9F-478E-B636-F14219F62CF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AA33AF0-9FBD-46DA-8679-1925F3AE2D38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317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2ED0686-7526-43E7-88D0-906FC896B7C2}"/>
              </a:ext>
            </a:extLst>
          </p:cNvPr>
          <p:cNvSpPr>
            <a:spLocks noGrp="1"/>
          </p:cNvSpPr>
          <p:nvPr/>
        </p:nvSpPr>
        <p:spPr>
          <a:xfrm>
            <a:off x="6032500" y="3155156"/>
            <a:ext cx="317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1C5EAE0-870F-47DE-AECF-BAFF63FD7BF7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03555F2-7BF1-4A89-8E13-93A5ACE81C63}"/>
              </a:ext>
            </a:extLst>
          </p:cNvPr>
          <p:cNvSpPr>
            <a:spLocks noGrp="1"/>
          </p:cNvSpPr>
          <p:nvPr/>
        </p:nvSpPr>
        <p:spPr>
          <a:xfrm>
            <a:off x="6032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2027271-8832-4F19-BCD7-27337A93F090}"/>
              </a:ext>
            </a:extLst>
          </p:cNvPr>
          <p:cNvSpPr>
            <a:spLocks noGrp="1"/>
          </p:cNvSpPr>
          <p:nvPr/>
        </p:nvSpPr>
        <p:spPr>
          <a:xfrm>
            <a:off x="9207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872C94F-516C-4C61-8CB2-CC51B0C6670C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65FB216-1E1E-486A-A303-1078B07998C9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69FD899-768D-403C-9546-B45DDE998DA2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 ÷ 4 : 12 ÷ 4 = 2:3</a:t>
            </a:r>
          </a:p>
        </p:txBody>
      </p:sp>
    </p:spTree>
    <p:extLst>
      <p:ext uri="{BB962C8B-B14F-4D97-AF65-F5344CB8AC3E}">
        <p14:creationId xmlns:p14="http://schemas.microsoft.com/office/powerpoint/2010/main" val="3051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-1">
            <a:extLst>
              <a:ext uri="{FF2B5EF4-FFF2-40B4-BE49-F238E27FC236}">
                <a16:creationId xmlns:a16="http://schemas.microsoft.com/office/drawing/2014/main" id="{033FE7E3-E55F-45DA-A024-80AE988B37A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8526F39-0CC4-4760-A051-3179357548DF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5F4F78A-637B-42F7-85C2-EAF0B585506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the ratio 16:24.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B0B7015-FC0B-4A06-93D7-8B1A0BA0B14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CA64188-F756-4A71-9ABB-A0E2DA95D15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Describe ratio relationships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EFDC067-0A0A-4185-BEA7-5BC51B834EB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3EAFBE5-06E8-4DFD-B936-2B5BBDE63E51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317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6954F38-DC49-4BA0-AAF7-88B883CA7FC8}"/>
              </a:ext>
            </a:extLst>
          </p:cNvPr>
          <p:cNvSpPr>
            <a:spLocks noGrp="1"/>
          </p:cNvSpPr>
          <p:nvPr/>
        </p:nvSpPr>
        <p:spPr>
          <a:xfrm>
            <a:off x="6032500" y="3155156"/>
            <a:ext cx="317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4F5AC40-6D77-4A4B-916C-F6B24FC86149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792C720-2F1C-4AFA-ACCF-2D62E4B21F9B}"/>
              </a:ext>
            </a:extLst>
          </p:cNvPr>
          <p:cNvSpPr>
            <a:spLocks noGrp="1"/>
          </p:cNvSpPr>
          <p:nvPr/>
        </p:nvSpPr>
        <p:spPr>
          <a:xfrm>
            <a:off x="6032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39328E8-D45E-4F7B-B117-02D152B31177}"/>
              </a:ext>
            </a:extLst>
          </p:cNvPr>
          <p:cNvSpPr>
            <a:spLocks noGrp="1"/>
          </p:cNvSpPr>
          <p:nvPr/>
        </p:nvSpPr>
        <p:spPr>
          <a:xfrm>
            <a:off x="9207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56A61EB-16E5-47B3-803E-ECEFA7418D3D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3E8C880-CCFE-48FA-A6BA-07CE26B74713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0530128-A823-4071-BB5B-0B65E234D7D9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16 ÷ 8 : 24 ÷ 8 = 2:3</a:t>
            </a:r>
          </a:p>
        </p:txBody>
      </p:sp>
    </p:spTree>
    <p:extLst>
      <p:ext uri="{BB962C8B-B14F-4D97-AF65-F5344CB8AC3E}">
        <p14:creationId xmlns:p14="http://schemas.microsoft.com/office/powerpoint/2010/main" val="206431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-1">
            <a:extLst>
              <a:ext uri="{FF2B5EF4-FFF2-40B4-BE49-F238E27FC236}">
                <a16:creationId xmlns:a16="http://schemas.microsoft.com/office/drawing/2014/main" id="{A412D0E1-3303-4724-8660-3A432B027FD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EDF3666-A12F-43D5-BC4C-2FFEB24D751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the ratio 24:36.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B03B9EB-00EC-4B47-B9CF-3C981B89A39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1431BC4-1760-47DD-96F7-4A1135BAEB8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Describe ratio relationships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DBF7457-B082-4CF3-BC2C-4B9AE6A11FE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1575E5B-AD6E-4F13-A893-259E79D883A9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317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DACE743-AB30-463B-BEDC-FD166DF5F718}"/>
              </a:ext>
            </a:extLst>
          </p:cNvPr>
          <p:cNvSpPr>
            <a:spLocks noGrp="1"/>
          </p:cNvSpPr>
          <p:nvPr/>
        </p:nvSpPr>
        <p:spPr>
          <a:xfrm>
            <a:off x="6032500" y="3155156"/>
            <a:ext cx="317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D355416-EDDC-4AF8-8465-46A6F554B409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05DFC63-A24C-4F9E-BFA4-6BC49615141A}"/>
              </a:ext>
            </a:extLst>
          </p:cNvPr>
          <p:cNvSpPr>
            <a:spLocks noGrp="1"/>
          </p:cNvSpPr>
          <p:nvPr/>
        </p:nvSpPr>
        <p:spPr>
          <a:xfrm>
            <a:off x="6032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9944346-2001-4BC2-931A-5F1BD8348A5C}"/>
              </a:ext>
            </a:extLst>
          </p:cNvPr>
          <p:cNvSpPr>
            <a:spLocks noGrp="1"/>
          </p:cNvSpPr>
          <p:nvPr/>
        </p:nvSpPr>
        <p:spPr>
          <a:xfrm>
            <a:off x="9207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2DF2FDD-7954-463F-A9E5-34037AE8688B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0A1BA5A-B500-43FC-829C-0F8504962564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0C1163B-88B9-4DF6-BEFD-6F3C9713CBA6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24 ÷ 12 : 36 ÷ 12 = 2:3</a:t>
            </a:r>
          </a:p>
        </p:txBody>
      </p:sp>
    </p:spTree>
    <p:extLst>
      <p:ext uri="{BB962C8B-B14F-4D97-AF65-F5344CB8AC3E}">
        <p14:creationId xmlns:p14="http://schemas.microsoft.com/office/powerpoint/2010/main" val="33848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-1">
            <a:extLst>
              <a:ext uri="{FF2B5EF4-FFF2-40B4-BE49-F238E27FC236}">
                <a16:creationId xmlns:a16="http://schemas.microsoft.com/office/drawing/2014/main" id="{95DD1585-DB0F-4746-9CF1-A96E71A32F7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767CCDC-5FB8-43F2-A38F-40692054203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463DCD7-BEAE-44E3-BE55-4AF83FDD943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the ratio 32:48.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3C374A7-8BED-4AF5-9761-DFCB0C6C792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8723FC4-9778-453C-BC79-F07E49C5664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Describe ratio relationships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789C5AE-989F-4427-B527-63FD67A9D5B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CBC307B-2993-4FD5-8C90-74FC8DA216A3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317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84EDC1A-707B-4E7F-9FCA-477E1679AB6C}"/>
              </a:ext>
            </a:extLst>
          </p:cNvPr>
          <p:cNvSpPr>
            <a:spLocks noGrp="1"/>
          </p:cNvSpPr>
          <p:nvPr/>
        </p:nvSpPr>
        <p:spPr>
          <a:xfrm>
            <a:off x="6032500" y="3155156"/>
            <a:ext cx="317500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0F71EF2-406A-44F2-9B0A-1C61297BEE9B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54D6327-C1A3-4CFA-857F-2A4E9CF97597}"/>
              </a:ext>
            </a:extLst>
          </p:cNvPr>
          <p:cNvSpPr>
            <a:spLocks noGrp="1"/>
          </p:cNvSpPr>
          <p:nvPr/>
        </p:nvSpPr>
        <p:spPr>
          <a:xfrm>
            <a:off x="6032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5098619-82C8-4F5D-B354-5A680E64A707}"/>
              </a:ext>
            </a:extLst>
          </p:cNvPr>
          <p:cNvSpPr>
            <a:spLocks noGrp="1"/>
          </p:cNvSpPr>
          <p:nvPr/>
        </p:nvSpPr>
        <p:spPr>
          <a:xfrm>
            <a:off x="9207500" y="4524375"/>
            <a:ext cx="317500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4B2E4DC-07A8-4716-87BE-616794F7E394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62A3915-894F-43D2-BF78-979926616F87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1319C07-10B6-42AB-A1E9-3808DE355818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32 ÷ 16 : 48 ÷ 16 = 2:3</a:t>
            </a:r>
          </a:p>
        </p:txBody>
      </p:sp>
    </p:spTree>
    <p:extLst>
      <p:ext uri="{BB962C8B-B14F-4D97-AF65-F5344CB8AC3E}">
        <p14:creationId xmlns:p14="http://schemas.microsoft.com/office/powerpoint/2010/main" val="108131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9BC884FE-5CA8-47D8-9A71-1EF92425E03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ECC5808-D96B-4F32-8E85-B0B055366E2C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377F677-ECEE-4A98-90F9-A6199C7F891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0100352-D700-4F70-A808-8F576C665AD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2AAC4B8-5E3A-4B85-B038-69AC75FBDA0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Describe ratio relationships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7E9DE7A-5A09-49A5-A5DA-C3621FD4C75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F20C281-D6B2-4481-A900-D0045BC85B1D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103FC3D-BF95-414B-8AB6-21444E8913B5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There are 8 red and 12 blue counters. Write red to blue as a ratio.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166D848-2925-4FDB-9A78-1B94BE645CC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F2D7FEE-3BAB-4920-B987-258EF0402465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Explain the ratio 5:2 in a sentence.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CC3993A-4528-4B91-9A0B-5F6DFAF6D2C0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7E56A77-E7ED-44FB-93F2-6E706759E056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Complete the equivalent ratio 7:4 = 28:__.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9E5C071-7228-46AF-A4FF-C5695698C44E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8F366AE-AF7B-4C7B-88A2-3AFA37B86D9F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There are 8 red and 12 blue counters. Write red to blue as a ratio.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DC727A3-7763-47A0-8275-605350B3B50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2B3EC37-6212-4D60-B717-53D1D0087017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Explain the ratio 5:2 in a sentence.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AE7EB74E-6CF2-4997-957B-29A65E9C6B9E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2719F06-C473-49D6-A598-199EE330020D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Complete the equivalent ratio 7:4 = 28:__.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79BD32ED-156D-457C-A913-4687B92729B9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0A7BB381-06BB-4185-BC77-08D37C800E91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Simplify 36:48.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0378CB3-D5FD-48D2-A8DF-C7E7F301FCBB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458A7B6-561B-4047-91BA-6CC07EAD705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adds the same number to both parts to make an equivalent ratio.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EAC06CA-0E4F-4727-A41B-7C9D9562D416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91040D1-1A82-4F14-9742-69D813598F12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BDBABC4-9BE9-4340-9190-6020305A7613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6DD6904-C9E3-45B9-BD13-119628470C3F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Complete the equivalent ratio 7:4 = 28:__.</a:t>
            </a:r>
          </a:p>
        </p:txBody>
      </p:sp>
    </p:spTree>
    <p:extLst>
      <p:ext uri="{BB962C8B-B14F-4D97-AF65-F5344CB8AC3E}">
        <p14:creationId xmlns:p14="http://schemas.microsoft.com/office/powerpoint/2010/main" val="202997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78B3E6ED-B942-4F9E-95F5-3374A63766D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E72A1F6-3442-4C4C-BC76-29D2858A7DE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667DB3B-F986-46D5-9CDD-CCA9E684319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7EF631B-0D84-4BA6-941E-E0ABFFBDD78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Describe ratio relationships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4D90B6E-F49A-4351-9DE6-3C7E61F403D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D93956C-FFD7-4B0C-B144-EABA1B49495C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FC0F0F0-35A4-4046-8CE0-222E6070C478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8:12, which simplifies to 2:3.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E830ABB-78FD-46AE-8626-D9BE0ABD6C9A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C5FD0BC-E0E7-4094-A658-1E45F1DFA5E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For every 5 of the first quantity, there are 2 of the second.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2BD8A27-AE50-4A85-BCEC-514F38565C46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EDE8E69-D801-46B3-8C40-ACFE49EC7EEC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16.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2369B4D-DD2D-4B5E-BDE7-7BDC0A096D2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579A23A-7FE7-42AA-864D-1D104FC2C695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8:12, which simplifies to 2:3.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5B05747-3175-4E5D-B5DB-0BCEB4F19A72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676DD8F-CB07-4B70-B8B7-BE3F60D4894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For every 5 of the first quantity, there are 2 of the second.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0CA4E01-C792-4F2A-81CE-71AFA7BC4A9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B79C8C6-A671-4895-B7C0-68F62544AECE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16.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B7E4C03-83D2-4C75-9392-E6869C33195C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7C5D318-CD78-42A5-B879-0C46177BA61C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3:4.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DE02509-562B-49A2-A8C5-879C95420322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6C1402B5-8FD9-4EE7-AB07-986DA3138490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Equivalent ratios come from multiplying or dividing both parts by the same factor.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FE77889B-16BA-4000-B327-B7FE973701B8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CA97977-AB74-4FDF-99DE-5A5C873A8319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629DC30-9A47-48E8-A6FD-AE7766DE8E51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535474D-619F-4E0C-BFD3-D6F8FA38EC9A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3527601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DocSecurity>0</DocSecurity>
  <PresentationFormat>Custom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2026-09-14T13:14:30Z</dcterms:created>
  <dcterms:modified xsi:type="dcterms:W3CDTF">2026-09-14T13:16:37Z</dcterms:modified>
</cp:coreProperties>
</file>