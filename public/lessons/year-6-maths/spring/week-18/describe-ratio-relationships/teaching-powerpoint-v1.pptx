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84ab0317d94261" /><Relationship Type="http://schemas.openxmlformats.org/officeDocument/2006/relationships/extended-properties" Target="/docProps/app.xml" Id="Rcfc553a1e0b14e5b" /><Relationship Type="http://schemas.openxmlformats.org/officeDocument/2006/relationships/officeDocument" Target="/ppt/presentation.xml" Id="Rff0f3348bf4a44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3c7169dfb346cc"/>
  </p:sldMasterIdLst>
  <p:notesMasterIdLst>
    <p:notesMasterId xmlns:r="http://schemas.openxmlformats.org/officeDocument/2006/relationships" r:id="R45567f660ba14c3b"/>
  </p:notesMasterIdLst>
  <p:sldIdLst>
    <p:sldId xmlns:r="http://schemas.openxmlformats.org/officeDocument/2006/relationships" id="256" r:id="R82b995db58464667"/>
    <p:sldId xmlns:r="http://schemas.openxmlformats.org/officeDocument/2006/relationships" id="257" r:id="R4b1741b14ca54397"/>
    <p:sldId xmlns:r="http://schemas.openxmlformats.org/officeDocument/2006/relationships" id="258" r:id="Rc1ce11f758ca4811"/>
    <p:sldId xmlns:r="http://schemas.openxmlformats.org/officeDocument/2006/relationships" id="259" r:id="R3d7b32207f334da6"/>
    <p:sldId xmlns:r="http://schemas.openxmlformats.org/officeDocument/2006/relationships" id="260" r:id="Rb18fdf2e03464187"/>
    <p:sldId xmlns:r="http://schemas.openxmlformats.org/officeDocument/2006/relationships" id="261" r:id="Rd0975b4523f942d3"/>
    <p:sldId xmlns:r="http://schemas.openxmlformats.org/officeDocument/2006/relationships" id="262" r:id="Rd89cc55dca034680"/>
    <p:sldId xmlns:r="http://schemas.openxmlformats.org/officeDocument/2006/relationships" id="263" r:id="R003c8e92f07d42cc"/>
    <p:sldId xmlns:r="http://schemas.openxmlformats.org/officeDocument/2006/relationships" id="264" r:id="Rafca8cbafe8b4bfc"/>
    <p:sldId xmlns:r="http://schemas.openxmlformats.org/officeDocument/2006/relationships" id="265" r:id="Rb48562b0de814b96"/>
    <p:sldId xmlns:r="http://schemas.openxmlformats.org/officeDocument/2006/relationships" id="266" r:id="Rd50861aa02ab4d0e"/>
    <p:sldId xmlns:r="http://schemas.openxmlformats.org/officeDocument/2006/relationships" id="267" r:id="R7191303a672f49b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84fc3c54fa4ab3" /><Relationship Type="http://schemas.openxmlformats.org/officeDocument/2006/relationships/slideMaster" Target="/ppt/slideMasters/slideMaster1.xml" Id="R8a3c7169dfb346cc" /><Relationship Type="http://schemas.openxmlformats.org/officeDocument/2006/relationships/notesMaster" Target="/ppt/notesMasters/notesMaster1.xml" Id="R45567f660ba14c3b" /><Relationship Type="http://schemas.openxmlformats.org/officeDocument/2006/relationships/presProps" Target="/ppt/presProps.xml" Id="R8ee6c332d12140f5" /><Relationship Type="http://schemas.openxmlformats.org/officeDocument/2006/relationships/tableStyles" Target="/ppt/tableStyles.xml" Id="R062ff8bbc0bf45c2" /><Relationship Type="http://schemas.openxmlformats.org/officeDocument/2006/relationships/slide" Target="/ppt/slides/slide1.xml" Id="R82b995db58464667" /><Relationship Type="http://schemas.openxmlformats.org/officeDocument/2006/relationships/slide" Target="/ppt/slides/slide2.xml" Id="R4b1741b14ca54397" /><Relationship Type="http://schemas.openxmlformats.org/officeDocument/2006/relationships/slide" Target="/ppt/slides/slide3.xml" Id="Rc1ce11f758ca4811" /><Relationship Type="http://schemas.openxmlformats.org/officeDocument/2006/relationships/slide" Target="/ppt/slides/slide4.xml" Id="R3d7b32207f334da6" /><Relationship Type="http://schemas.openxmlformats.org/officeDocument/2006/relationships/slide" Target="/ppt/slides/slide5.xml" Id="Rb18fdf2e03464187" /><Relationship Type="http://schemas.openxmlformats.org/officeDocument/2006/relationships/slide" Target="/ppt/slides/slide6.xml" Id="Rd0975b4523f942d3" /><Relationship Type="http://schemas.openxmlformats.org/officeDocument/2006/relationships/slide" Target="/ppt/slides/slide7.xml" Id="Rd89cc55dca034680" /><Relationship Type="http://schemas.openxmlformats.org/officeDocument/2006/relationships/slide" Target="/ppt/slides/slide8.xml" Id="R003c8e92f07d42cc" /><Relationship Type="http://schemas.openxmlformats.org/officeDocument/2006/relationships/slide" Target="/ppt/slides/slide9.xml" Id="Rafca8cbafe8b4bfc" /><Relationship Type="http://schemas.openxmlformats.org/officeDocument/2006/relationships/slide" Target="/ppt/slides/slide10.xml" Id="Rb48562b0de814b96" /><Relationship Type="http://schemas.openxmlformats.org/officeDocument/2006/relationships/slide" Target="/ppt/slides/slide11.xml" Id="Rd50861aa02ab4d0e" /><Relationship Type="http://schemas.openxmlformats.org/officeDocument/2006/relationships/slide" Target="/ppt/slides/slide12.xml" Id="R7191303a672f49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6ba1b9de7d49f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02d6507fe24002" /><Relationship Type="http://schemas.openxmlformats.org/officeDocument/2006/relationships/notesMaster" Target="/ppt/notesMasters/notesMaster1.xml" Id="Rbae40dcf15084c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7b85043e994220" /><Relationship Type="http://schemas.openxmlformats.org/officeDocument/2006/relationships/notesMaster" Target="/ppt/notesMasters/notesMaster1.xml" Id="Ra30494524b4741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52114f82a94f22" /><Relationship Type="http://schemas.openxmlformats.org/officeDocument/2006/relationships/notesMaster" Target="/ppt/notesMasters/notesMaster1.xml" Id="R0ff8834f5dc64da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804ebe143a466f" /><Relationship Type="http://schemas.openxmlformats.org/officeDocument/2006/relationships/notesMaster" Target="/ppt/notesMasters/notesMaster1.xml" Id="Rf8590cf17a084e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f1cc56c865141b3" /><Relationship Type="http://schemas.openxmlformats.org/officeDocument/2006/relationships/notesMaster" Target="/ppt/notesMasters/notesMaster1.xml" Id="R770b89a6de3245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e09486cbb942f0" /><Relationship Type="http://schemas.openxmlformats.org/officeDocument/2006/relationships/notesMaster" Target="/ppt/notesMasters/notesMaster1.xml" Id="Rbe316a37cb964f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7448f355944e92" /><Relationship Type="http://schemas.openxmlformats.org/officeDocument/2006/relationships/notesMaster" Target="/ppt/notesMasters/notesMaster1.xml" Id="R553326a2f6984ec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3806a49e554f6c" /><Relationship Type="http://schemas.openxmlformats.org/officeDocument/2006/relationships/notesMaster" Target="/ppt/notesMasters/notesMaster1.xml" Id="R4b92cd6f0f284fa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2e12a488915467d" /><Relationship Type="http://schemas.openxmlformats.org/officeDocument/2006/relationships/notesMaster" Target="/ppt/notesMasters/notesMaster1.xml" Id="R9201b04f287f43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0d2a24d06844ec7" /><Relationship Type="http://schemas.openxmlformats.org/officeDocument/2006/relationships/notesMaster" Target="/ppt/notesMasters/notesMaster1.xml" Id="R03a52c43df9a46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0a46de318ee46d3" /><Relationship Type="http://schemas.openxmlformats.org/officeDocument/2006/relationships/notesMaster" Target="/ppt/notesMasters/notesMaster1.xml" Id="R3907bf0015b3433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f8bfe49d5204ffa" /><Relationship Type="http://schemas.openxmlformats.org/officeDocument/2006/relationships/notesMaster" Target="/ppt/notesMasters/notesMaster1.xml" Id="Ra6d5cdfc4fed4e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Coloured counters, ratio tables, double number lines,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For every 5 of the first quantity, there are 2 of the second. | Identify which quantities the ratio compares and keep their order. |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ratio, for every, part, whole, equivalent, simplify.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8:12, which simplifies to 2:3.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For every 5 of the first quantity, there are 2 of the second.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For every 5 of the first quantity, there are 2 of the second..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16..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3:4.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16. | Equivalent ratios come from multiplying or dividing both parts by the same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e5518f13c04f5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3b511be2ce464c" /><Relationship Type="http://schemas.openxmlformats.org/officeDocument/2006/relationships/slideLayout" Target="/ppt/slideLayouts/slideLayout1.xml" Id="Rbecb42aa353c40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cb42aa353c40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9d0b2df3b74aa9" /><Relationship Type="http://schemas.openxmlformats.org/officeDocument/2006/relationships/notesSlide" Target="/ppt/notesSlides/notesSlide1.xml" Id="R2bd94fb6d5774f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cb907a7c6f465b" /><Relationship Type="http://schemas.openxmlformats.org/officeDocument/2006/relationships/notesSlide" Target="/ppt/notesSlides/notesSlide2.xml" Id="Ra002c464487640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1bf5f62a84bad" /><Relationship Type="http://schemas.openxmlformats.org/officeDocument/2006/relationships/notesSlide" Target="/ppt/notesSlides/notesSlide3.xml" Id="Rbc54de3530e04a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512a1e03d44940" /><Relationship Type="http://schemas.openxmlformats.org/officeDocument/2006/relationships/notesSlide" Target="/ppt/notesSlides/notesSlide4.xml" Id="R07026d43c7ba47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661b73aa4b41d0" /><Relationship Type="http://schemas.openxmlformats.org/officeDocument/2006/relationships/notesSlide" Target="/ppt/notesSlides/notesSlide5.xml" Id="R2cc94e70767a4a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67565da2504c5d" /><Relationship Type="http://schemas.openxmlformats.org/officeDocument/2006/relationships/notesSlide" Target="/ppt/notesSlides/notesSlide6.xml" Id="R31e1a27afc5f42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7eefdca4b4959" /><Relationship Type="http://schemas.openxmlformats.org/officeDocument/2006/relationships/image" Target="/ppt/media/image.png" Id="Ra74d0d2f86bc4cb0" /><Relationship Type="http://schemas.openxmlformats.org/officeDocument/2006/relationships/notesSlide" Target="/ppt/notesSlides/notesSlide7.xml" Id="Re7733d8823d941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cfd8731b14150" /><Relationship Type="http://schemas.openxmlformats.org/officeDocument/2006/relationships/notesSlide" Target="/ppt/notesSlides/notesSlide8.xml" Id="R75e875cd384e4f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26bf6dbec473c" /><Relationship Type="http://schemas.openxmlformats.org/officeDocument/2006/relationships/notesSlide" Target="/ppt/notesSlides/notesSlide9.xml" Id="Re99c874005034d9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14edeac174801" /><Relationship Type="http://schemas.openxmlformats.org/officeDocument/2006/relationships/notesSlide" Target="/ppt/notesSlides/notesSlide10.xml" Id="R6cf402f16ff4468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66573e2c447e1" /><Relationship Type="http://schemas.openxmlformats.org/officeDocument/2006/relationships/notesSlide" Target="/ppt/notesSlides/notesSlide11.xml" Id="Red22b29725954d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dfa8687f34863" /><Relationship Type="http://schemas.openxmlformats.org/officeDocument/2006/relationships/notesSlide" Target="/ppt/notesSlides/notesSlide12.xml" Id="Rd435d492a698446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4CF556-B0B4-44AF-AE2F-ADAB2190A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85CFFD-D6CC-401A-A314-E28F2CF3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6A1FAB-E7B3-4C32-96FD-EF7AB455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DFCACE-249F-45DA-A169-0416C123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4EE21A-939F-4A89-8966-6C64002E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AD0E6E-5C96-4029-9FEE-60F2A9D6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92CC58-395A-439D-B3EC-8790E822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4F4E45-8B7D-4E92-B5C9-7852081B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describe multiplicative relationships using ratio language.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623879-9C89-4DE4-A485-1EF6DF814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E80582-2E89-4BB6-B813-D9142A44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Coloured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24D820-E13C-42DD-A03B-29F78FEB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38129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F106E5-EF36-49AF-90B1-6E927646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E565C6-9340-4756-B8D1-14E316AA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9ACBC-0ED7-4FE2-B0CD-A1FCD9DF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2FFECE-8871-4A63-ADC9-2F8F6AB1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0C867E-CD32-47D5-AD50-9A1E6043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502A00-C547-4481-A03D-43F2ECC5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D9ACF4-FAFB-464C-97B8-CF9222CF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F31E12-D0ED-49F4-A213-CDCE73AF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9483E3-A6DB-445B-946F-204B0A40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C2D31B-99A4-4AB2-8F36-97581A9A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AD35D0-2608-4238-B67B-AB433A4D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3FEC57-C622-47E6-8C5B-9A57CC74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00219E-1252-4219-B412-21DE7A70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multiplicative relationships, ratio notation and equivalent ratios.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67D6CD-2EB2-4B92-9000-F12A1749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696CE4-11FA-4169-8505-08E56088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C25645-1657-400F-AC6C-7D1FF0C7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28D250-54E0-4891-A652-4CB1B0AF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ratio 5:2 in a sentence.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B99AC-376B-4208-AF60-9FA757193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D6590B-7FC2-4605-84B2-5EFED23D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196988-84D3-448C-B347-15BE4BB5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56E7DE-4D41-4578-A8E0-2826CC6F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There are 8 red and 12 blue counters. Write red to blue as a ratio.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E45465-D8EA-4C6C-9631-7F69CF31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520423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B48121-C5BC-4ADF-B3B6-65E0689A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36E251-6435-424E-AEFE-E55A361D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D9C25E-F859-417A-B04A-AA22D2AB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A8F25E-C3E4-43B9-8298-5AF44DC0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113633-1094-492F-BB74-FBA777A5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DC62BC-D953-41DD-AE75-DC7B2724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F08646-D8CB-43F4-B046-1AFAE79CF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A1F515-58AD-45D8-9779-84389E08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E360F0-B2F5-4972-8D6D-7015DDA2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B2620A-06D2-4C3C-B2C6-1144FD6F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describe multiplicative relationships using ratio language.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A23986-470A-4C62-A90A-EB1C68E9B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875775-71DC-46F1-BB9B-FEB82D0A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which quantities the ratio compares and keep their order.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BDC871-35E0-4501-8101-6C1FDB8E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Scale both parts by the same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70A4E9-3D44-4881-9A34-1A62CD40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relationship using a table, bar or sentence.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ADE37A-79C3-4305-88EB-EC9BF1F5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ratio  |  for every  |  part  |  whole  |  equivalent  |  simplify</a:t>
            </a:r>
          </a:p>
        </p:txBody>
      </p:sp>
    </p:spTree>
    <p:extLst>
      <p:ext uri="{BB962C8B-B14F-4D97-AF65-F5344CB8AC3E}">
        <p14:creationId xmlns:p14="http://schemas.microsoft.com/office/powerpoint/2010/main" val="1481651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E97EAD-6234-4322-9FB9-9E8F4664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4FC45F-FF63-4323-B6E4-E69F6E69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16B56-B46E-4BD3-B5B3-9DAEFF6F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89D23C-A7FD-40F7-A2E8-BDFA5347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135063-C909-45D4-809F-E3E255C6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4E476-CC88-4C14-96F2-6678FFFB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063843-E984-4129-9DA2-78166EB0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F96E8B-CB74-4C2A-B383-DE22A826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D44F9-5EB5-432C-8B59-ADC78485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C6AA0A-A542-4509-A0AC-8CC470B8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There are 8 red and 12 blue counters. Write red to blue as a ratio.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1034B3-E451-48BA-A598-1ED5C556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81E556-131B-44A4-AA70-45F9A5A0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54F5C1-06EB-4DE7-97D2-621E8273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which quantities the ratio compares and keep their order.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1B289A-96AA-419D-9206-0916E6B46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E52760-E200-43E5-8322-7D45C457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D76FC-FA1B-4550-92D2-57BCC469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Scale both parts by the same factor.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AAC411-64DD-41D8-825F-5608F5F4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A2FD23-1B47-4C89-AC3A-B4006DC8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E35320-BDDF-478D-94E3-F3FD8DE9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8:12, which simplifies to 2:3.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004458-81E6-4FB1-A870-11C9D4F3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4DA65E-4654-4019-AFF4-DBAE3044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A8C4DD-A8F3-4794-AAF8-75AE02C4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relationship using a table, bar or sentence.</a:t>
            </a:r>
          </a:p>
        </p:txBody>
      </p:sp>
    </p:spTree>
    <p:extLst>
      <p:ext uri="{BB962C8B-B14F-4D97-AF65-F5344CB8AC3E}">
        <p14:creationId xmlns:p14="http://schemas.microsoft.com/office/powerpoint/2010/main" val="5337880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56AD89-2924-45DB-895B-92FD77A2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E61D7-F0D5-4AED-AC0D-0B597951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8CE477-A986-4B5E-913B-8C3BD64B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E18049-4853-4FA0-AB68-1F9F77D9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45661B-E66C-478D-81CB-D36303E3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2C6C01-93FF-43A8-83FB-6BA3CDAE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9B3B88-4B2A-4CA7-8397-4647FF81A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7B3100-E1B7-4DC2-AD7C-B818B30B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629EA5-5866-4E28-A0FC-4FF7AED4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5EE46A-E994-45F8-B1E4-57172D7D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76395F-6FFF-42E9-8633-F8E17A08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8:12, which simplifies to 2:3.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1C04BD-3975-469E-9FF3-C441B7F6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82C526-7C3E-4229-9A35-582DEBCD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relationship using a table, bar or sentence.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67B001-5994-4955-87C2-B3A41EF6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5340041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7058D6-E75A-4046-88E7-24A221ED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7D2995-C2CD-4CAC-BDBE-86EA067D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8F251-B9DD-4AE6-9686-1E15BFA6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C289A-5C17-4F5A-9827-7FE39AD5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CB74C2-A2AA-4646-99C0-9A2CF192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08B4D1-CDA6-43C5-BF85-887135FBC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BFAF29-BEEA-42F5-ABAB-B3E0AAEE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7CAF6A-26F5-465F-B2C8-FC9751A1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C4850-7035-4AF2-83BF-502BD49B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88D3DC-308D-4482-B314-A2D07478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ratio 5:2 in a sentence.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D3314C-8DCA-424E-ABD7-8F2369C1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129B45-AFD3-416E-898A-450CAA9A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C4495C-F6FB-490B-B18C-0EE838D2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93AC24-EA17-48A0-8CB3-090DADFB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765278-7EA3-4356-9AF4-BCE9C1EA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833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For every 5 of the first quantity, there are 2 of the second.</a:t>
            </a:r>
          </a:p>
        </p:txBody>
      </p:sp>
    </p:spTree>
    <p:extLst>
      <p:ext uri="{BB962C8B-B14F-4D97-AF65-F5344CB8AC3E}">
        <p14:creationId xmlns:p14="http://schemas.microsoft.com/office/powerpoint/2010/main" val="19983501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CABC38-F5DA-47FC-B1FA-34F5D084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E97BE-3CB7-4139-B3D3-D474C78B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4525BF-65E4-408F-A4A6-A0E423EAA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D2354-9C4E-45B3-9047-CE3B3D2B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3A15CC-9F4E-4685-AA88-0E0AD327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DDCE8F-C45A-4A9E-A726-9BA8188B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8D2F3A-F48E-40E5-B095-5D720DB8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E49700-54C3-4657-AA58-4E28939E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3DF1EE-6F7D-4BFF-90FE-E9841B00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4d0d2f86bc4cb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455C3-E170-4D08-B50E-DB74370B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EE04E4-F436-4062-89A9-B69CDBF7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the same number to both parts to make an equivalent ratio.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AEC6C8-F025-410D-A21E-EC0287C8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C8B4B7-21C8-4424-B30B-97D8882C8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B8E32B-4FEA-4102-B100-6E930162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Equivalent ratios come from multiplying or dividing both parts by the same factor.</a:t>
            </a:r>
          </a:p>
        </p:txBody>
      </p:sp>
    </p:spTree>
    <p:extLst>
      <p:ext uri="{BB962C8B-B14F-4D97-AF65-F5344CB8AC3E}">
        <p14:creationId xmlns:p14="http://schemas.microsoft.com/office/powerpoint/2010/main" val="10336655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06A583-6EEC-4CF8-8A4A-E3E33696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B3F067-8D61-4B2C-9144-7A56E208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E7B18-5DB6-4E04-8773-9F1C5383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01CDCB-7C2A-4C68-97C9-4C4B854A9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E6C79-EDDD-476A-87EB-FDD96D7B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F77DB5-057C-4B1B-94A4-97BAC74A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E43D54-90D2-44A3-A617-77CDDEEF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70F80A-BDC0-4BD9-AFE3-FE9C2B71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B8DC0B-5DDB-4684-847B-FCDF9F4A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7F427D-9FA6-45F2-8DFA-7376F3AE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08B7BE-61CF-4C68-ABAA-8DB43680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01F00-7C47-4C63-BA99-D31B9BD3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D81B90-72AD-4B89-9711-D07EF3FF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ratio 5:2 in a sentence.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F99AE7-6CB7-48D4-9D18-ADFCB4FD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7BCD6B-C650-4205-A725-1BCF0E78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AC1041-7E5E-47DC-99B4-75F757B1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1F6EB-36F8-4322-9C38-97FA1CF90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5F642B-3106-45F1-A06C-2840509F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D1311B-3FD9-4C04-ACB4-CB0EC959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4D8F51-8882-43ED-900F-A3F0F162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5EB0CC-AF3B-462C-B68C-1D97E033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For every 5 of the first quantity, there are 2 of the second.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56E97A-3B49-4BE4-B19F-1D80AD95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4542369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CF4FF9-6217-4A9D-B673-3E57BED9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7E06FA-1153-4D60-8E8B-78348CD6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D3588B-0906-4D33-8EA5-DC53092E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6EE55-B994-4497-9C82-070714C6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52C5E3-B138-41B1-A0CA-A011A188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C8747D-CA9C-4077-B569-26C27CDE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87D8B-FB2B-455F-AF5C-5F1CC493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8455E2-10E6-46CE-A765-180ADE0D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CED5A1-FC53-444B-852F-40B5B0E0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B3E115-0161-47BA-8974-58F341AE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7E3EDE-7718-4EF6-A55E-3AC586AA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9B64F5-047E-4755-8DA7-BF794ADE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0CE5A-33BB-41D5-99E0-307F3B4E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equivalent ratio 7:4 = 28:__.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85E5A5-CC38-47C9-9976-4E7B0AAB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6D6DCE-DB7D-4A66-BC39-56EC7603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465537-4565-416C-B9AB-30642837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85B174-E75E-4508-9F7C-92C634F3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2B1970-7F7A-4BE6-B098-63D6EBED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77A132-3993-4684-B967-9B90D8B7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85BFED-D037-4F05-97EC-78B1003E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3DB051-689D-4D80-B604-EB457FA5C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7004162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A30C7E-5147-4F4E-B254-2DB9AECB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BF4187-F51D-41C6-82BD-CF731A56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722E3C-DB0F-48F9-A5C4-3BE01759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622A11-032D-4EC2-AAA2-C630CC8E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1D118-5977-4822-82A4-0C3B2194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668661-1E98-4B83-A302-D394BE8AA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21ABCD-7728-45DD-BA5D-E5B7BC19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228A3-5C95-4544-8F9B-170E2D4C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3D31B-DDAE-45AE-9663-855DA10A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6FB51B-5022-4E6A-9E8E-1AF4F2BB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Simplify 36:48.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711A57-A1B7-4466-AE5D-9759C950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EBE548-EA56-4BF5-9083-21648C68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44626C-0153-4729-8329-1E6340ED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3:4.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616004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E3E498-DDD0-4320-BFF1-9DD6BCC8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BB98BE-C5DE-49F8-8953-F4149317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EFCD7-74EA-4939-9079-21DABFA6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BA34B5-267A-444C-8F20-A32F0D44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607489-556E-42CD-8EFB-164B9377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B795B1-BB53-42B5-B9B6-8C090AA2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B258FE-53E2-4B53-90F8-DB4CBA4C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C3A07C-5395-4F71-8648-17425148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9E39D3-DC87-4539-AE45-4EB866D1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E9EB4F-26FD-459E-9118-2421772F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A2C1BF-3860-4C3E-9F02-94EF8D62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7B5BA9-0B95-4942-BA25-2DECB23E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equivalent ratio 7:4 = 28:__.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86205-1161-41D0-8814-ACE2198C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A003FD-6495-4E0E-931E-F0BE0C0A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570657-A242-4DD5-899F-7CCC760D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53C283-391C-42A2-AD25-62D07747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16.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F9C8CA-F69A-46D5-9FF9-FDFFB364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83958F-995D-4AA6-A706-845C2A1D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3600455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792B2C-2DB1-4737-9BCC-EB983CD4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88B6BC-3171-444E-A4AF-E78D1BB3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C2D021-75BC-4973-9C71-3DB4A6FC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FB6836-D2D4-44B0-9435-A0D01A32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B5C817-200A-4CEB-8D0F-6DD6E799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5DC19A-1A75-414B-A7D8-4D04D913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04B0C8-B08F-43D9-9407-CA6130C7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4250FE-1E19-46D8-BEB8-B90C883F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49BAB4-3F35-466D-BAD7-7B88EABC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EC9B37-F96A-4CC7-8E22-12337B40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A8C95A-B28E-456F-B390-5CE5F2E9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961D08-F75D-4A15-A633-BE5DD6D3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99522D-9447-45ED-9122-184D453D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equivalent ratio 7:4 = 28:__.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4B8C05-3EA7-4E99-A5A1-F19DF110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C9F42E-3E7A-42A4-A9DC-47964755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1DA28A-3F52-47DB-8CE4-6FDEBF7F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6B4C76-89E9-4CDE-A539-3009B203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the same number to both parts to make an equivalent ratio.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BC86EA-AAAC-45F3-B3E4-B11AD96D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9076F7-D4EA-4763-879A-F79F4638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3AAF3B-B474-448E-B5B2-6CEA3607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6A15B5-3AAC-4C88-83EE-C82E0D6F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1CD590-56D0-4A63-B11E-8947BED9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1308688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2026-09-09T20:47:06.2320000Z</dcterms:created>
  <dcterms:modified xsi:type="dcterms:W3CDTF">2026-09-09T20:47:06.2320000Z</dcterms:modified>
</coreProperties>
</file>