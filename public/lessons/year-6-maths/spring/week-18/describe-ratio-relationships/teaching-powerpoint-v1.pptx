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fe2652db11e41dc" /><Relationship Type="http://schemas.openxmlformats.org/officeDocument/2006/relationships/extended-properties" Target="/docProps/app.xml" Id="R8373ae0e53c940c2" /><Relationship Type="http://schemas.openxmlformats.org/officeDocument/2006/relationships/officeDocument" Target="/ppt/presentation.xml" Id="R352efe2334174e4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b7af847871d44e3"/>
  </p:sldMasterIdLst>
  <p:notesMasterIdLst>
    <p:notesMasterId xmlns:r="http://schemas.openxmlformats.org/officeDocument/2006/relationships" r:id="Re3b12ca6ed974d05"/>
  </p:notesMasterIdLst>
  <p:sldIdLst>
    <p:sldId xmlns:r="http://schemas.openxmlformats.org/officeDocument/2006/relationships" id="256" r:id="R28bc995129b2420a"/>
    <p:sldId xmlns:r="http://schemas.openxmlformats.org/officeDocument/2006/relationships" id="257" r:id="R776ed62709b84c05"/>
    <p:sldId xmlns:r="http://schemas.openxmlformats.org/officeDocument/2006/relationships" id="258" r:id="Rfa559619dbfe497a"/>
    <p:sldId xmlns:r="http://schemas.openxmlformats.org/officeDocument/2006/relationships" id="259" r:id="Rb59c2bba751448bb"/>
    <p:sldId xmlns:r="http://schemas.openxmlformats.org/officeDocument/2006/relationships" id="260" r:id="R3035b7440ff146d4"/>
    <p:sldId xmlns:r="http://schemas.openxmlformats.org/officeDocument/2006/relationships" id="261" r:id="R20bf817231ce46da"/>
    <p:sldId xmlns:r="http://schemas.openxmlformats.org/officeDocument/2006/relationships" id="262" r:id="Ra5ec8ed5e6ad4263"/>
    <p:sldId xmlns:r="http://schemas.openxmlformats.org/officeDocument/2006/relationships" id="263" r:id="R167934c3cdd449fa"/>
    <p:sldId xmlns:r="http://schemas.openxmlformats.org/officeDocument/2006/relationships" id="264" r:id="R9b4d759ddd8a4846"/>
    <p:sldId xmlns:r="http://schemas.openxmlformats.org/officeDocument/2006/relationships" id="265" r:id="R0aad9f8ad0184ed9"/>
    <p:sldId xmlns:r="http://schemas.openxmlformats.org/officeDocument/2006/relationships" id="266" r:id="R1341cf8e1a4f4ef6"/>
    <p:sldId xmlns:r="http://schemas.openxmlformats.org/officeDocument/2006/relationships" id="267" r:id="R18f40a82b79d47b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fe19c16fd434979" /><Relationship Type="http://schemas.openxmlformats.org/officeDocument/2006/relationships/slideMaster" Target="/ppt/slideMasters/slideMaster1.xml" Id="R6b7af847871d44e3" /><Relationship Type="http://schemas.openxmlformats.org/officeDocument/2006/relationships/notesMaster" Target="/ppt/notesMasters/notesMaster1.xml" Id="Re3b12ca6ed974d05" /><Relationship Type="http://schemas.openxmlformats.org/officeDocument/2006/relationships/presProps" Target="/ppt/presProps.xml" Id="R05523a59b50c4c2e" /><Relationship Type="http://schemas.openxmlformats.org/officeDocument/2006/relationships/tableStyles" Target="/ppt/tableStyles.xml" Id="R743cc1492fab4a13" /><Relationship Type="http://schemas.openxmlformats.org/officeDocument/2006/relationships/slide" Target="/ppt/slides/slide1.xml" Id="R28bc995129b2420a" /><Relationship Type="http://schemas.openxmlformats.org/officeDocument/2006/relationships/slide" Target="/ppt/slides/slide2.xml" Id="R776ed62709b84c05" /><Relationship Type="http://schemas.openxmlformats.org/officeDocument/2006/relationships/slide" Target="/ppt/slides/slide3.xml" Id="Rfa559619dbfe497a" /><Relationship Type="http://schemas.openxmlformats.org/officeDocument/2006/relationships/slide" Target="/ppt/slides/slide4.xml" Id="Rb59c2bba751448bb" /><Relationship Type="http://schemas.openxmlformats.org/officeDocument/2006/relationships/slide" Target="/ppt/slides/slide5.xml" Id="R3035b7440ff146d4" /><Relationship Type="http://schemas.openxmlformats.org/officeDocument/2006/relationships/slide" Target="/ppt/slides/slide6.xml" Id="R20bf817231ce46da" /><Relationship Type="http://schemas.openxmlformats.org/officeDocument/2006/relationships/slide" Target="/ppt/slides/slide7.xml" Id="Ra5ec8ed5e6ad4263" /><Relationship Type="http://schemas.openxmlformats.org/officeDocument/2006/relationships/slide" Target="/ppt/slides/slide8.xml" Id="R167934c3cdd449fa" /><Relationship Type="http://schemas.openxmlformats.org/officeDocument/2006/relationships/slide" Target="/ppt/slides/slide9.xml" Id="R9b4d759ddd8a4846" /><Relationship Type="http://schemas.openxmlformats.org/officeDocument/2006/relationships/slide" Target="/ppt/slides/slide10.xml" Id="R0aad9f8ad0184ed9" /><Relationship Type="http://schemas.openxmlformats.org/officeDocument/2006/relationships/slide" Target="/ppt/slides/slide11.xml" Id="R1341cf8e1a4f4ef6" /><Relationship Type="http://schemas.openxmlformats.org/officeDocument/2006/relationships/slide" Target="/ppt/slides/slide12.xml" Id="R18f40a82b79d47b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4efdf1d14b4437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e468558941d4360" /><Relationship Type="http://schemas.openxmlformats.org/officeDocument/2006/relationships/notesMaster" Target="/ppt/notesMasters/notesMaster1.xml" Id="R79e110911828446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36ae1d5f6734d2d" /><Relationship Type="http://schemas.openxmlformats.org/officeDocument/2006/relationships/notesMaster" Target="/ppt/notesMasters/notesMaster1.xml" Id="Re6cf50f194ad429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34b7fad339546ff" /><Relationship Type="http://schemas.openxmlformats.org/officeDocument/2006/relationships/notesMaster" Target="/ppt/notesMasters/notesMaster1.xml" Id="Rdf775b6108cc415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062d4508c08453b" /><Relationship Type="http://schemas.openxmlformats.org/officeDocument/2006/relationships/notesMaster" Target="/ppt/notesMasters/notesMaster1.xml" Id="R816704b5ebc04b7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72dba929e39491b" /><Relationship Type="http://schemas.openxmlformats.org/officeDocument/2006/relationships/notesMaster" Target="/ppt/notesMasters/notesMaster1.xml" Id="R23569f76c4e3492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cea575141cb418d" /><Relationship Type="http://schemas.openxmlformats.org/officeDocument/2006/relationships/notesMaster" Target="/ppt/notesMasters/notesMaster1.xml" Id="R76c2cfbe405e430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76a218bb029457d" /><Relationship Type="http://schemas.openxmlformats.org/officeDocument/2006/relationships/notesMaster" Target="/ppt/notesMasters/notesMaster1.xml" Id="Ra8b36c3337c24ad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a57d84aebd341ad" /><Relationship Type="http://schemas.openxmlformats.org/officeDocument/2006/relationships/notesMaster" Target="/ppt/notesMasters/notesMaster1.xml" Id="Rc698df142be84b1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df77abab3174335" /><Relationship Type="http://schemas.openxmlformats.org/officeDocument/2006/relationships/notesMaster" Target="/ppt/notesMasters/notesMaster1.xml" Id="Ree7c9abac2374dc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6b3550f5c734454" /><Relationship Type="http://schemas.openxmlformats.org/officeDocument/2006/relationships/notesMaster" Target="/ppt/notesMasters/notesMaster1.xml" Id="Rcdd56cb5546649d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8cc4c4347b64cc2" /><Relationship Type="http://schemas.openxmlformats.org/officeDocument/2006/relationships/notesMaster" Target="/ppt/notesMasters/notesMaster1.xml" Id="Re7930022c0114d2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3e52ef94d7c415c" /><Relationship Type="http://schemas.openxmlformats.org/officeDocument/2006/relationships/notesMaster" Target="/ppt/notesMasters/notesMaster1.xml" Id="R9e25f95184f2435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Coloured counters, ratio tables, double number lines, bar models,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For every 5 of the first quantity, there are 2 of the second. | Identify which quantities the ratio compares and keep their order. | Equivalent ratios come from multiplying or dividing both parts by the same factor.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ratio, for every, part, whole, equivalent, simplify.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8:12, which simplifies to 2:3.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For every 5 of the first quantity, there are 2 of the second.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Equivalent ratios come from multiplying or dividing both parts by the same factor.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For every 5 of the first quantity, there are 2 of the second..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16..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3:4.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16.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16. | Equivalent ratios come from multiplying or dividing both parts by the same factor.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03b86b7a2a4a3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d2f4a10582b4ce6" /><Relationship Type="http://schemas.openxmlformats.org/officeDocument/2006/relationships/slideLayout" Target="/ppt/slideLayouts/slideLayout1.xml" Id="R6bc476073f1e44a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bc476073f1e44a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bbf0d79d044e2f" /><Relationship Type="http://schemas.openxmlformats.org/officeDocument/2006/relationships/notesSlide" Target="/ppt/notesSlides/notesSlide1.xml" Id="Rb2d719c2c45743b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70585045b94bb3" /><Relationship Type="http://schemas.openxmlformats.org/officeDocument/2006/relationships/notesSlide" Target="/ppt/notesSlides/notesSlide2.xml" Id="Rb5240b9a398949f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d34cc1280e4aa0" /><Relationship Type="http://schemas.openxmlformats.org/officeDocument/2006/relationships/notesSlide" Target="/ppt/notesSlides/notesSlide3.xml" Id="R4dd2dab88fa44c0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bb17e377d74cd2" /><Relationship Type="http://schemas.openxmlformats.org/officeDocument/2006/relationships/notesSlide" Target="/ppt/notesSlides/notesSlide4.xml" Id="R3b1a57fcdafd49a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7b61cb08f3465f" /><Relationship Type="http://schemas.openxmlformats.org/officeDocument/2006/relationships/notesSlide" Target="/ppt/notesSlides/notesSlide5.xml" Id="R803222d4f115490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97e87b1a7549e9" /><Relationship Type="http://schemas.openxmlformats.org/officeDocument/2006/relationships/notesSlide" Target="/ppt/notesSlides/notesSlide6.xml" Id="Rb73c9889d7024b1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fe287eb3614dad" /><Relationship Type="http://schemas.openxmlformats.org/officeDocument/2006/relationships/image" Target="/ppt/media/image.png" Id="R882bff5d14094ed7" /><Relationship Type="http://schemas.openxmlformats.org/officeDocument/2006/relationships/notesSlide" Target="/ppt/notesSlides/notesSlide7.xml" Id="R6cc352ca67d4404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c663c12b1a4021" /><Relationship Type="http://schemas.openxmlformats.org/officeDocument/2006/relationships/notesSlide" Target="/ppt/notesSlides/notesSlide8.xml" Id="R7db11d6d52704d5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8cba96655b4bfc" /><Relationship Type="http://schemas.openxmlformats.org/officeDocument/2006/relationships/notesSlide" Target="/ppt/notesSlides/notesSlide9.xml" Id="R9dd4579db8e74fe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a6d9780ce94e5c" /><Relationship Type="http://schemas.openxmlformats.org/officeDocument/2006/relationships/notesSlide" Target="/ppt/notesSlides/notesSlide10.xml" Id="R1d8c9cec20be40b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5eb3e0bd8c47c0" /><Relationship Type="http://schemas.openxmlformats.org/officeDocument/2006/relationships/notesSlide" Target="/ppt/notesSlides/notesSlide11.xml" Id="Rbea82826578141b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9d0f51c65f4f02" /><Relationship Type="http://schemas.openxmlformats.org/officeDocument/2006/relationships/notesSlide" Target="/ppt/notesSlides/notesSlide12.xml" Id="R792d0699150945d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EC089F-92AE-40A6-AC7F-61375C96E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3A4DC6-B915-47FB-9721-F43E87E58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D3B0A3-F1A6-41D8-98E6-47D874D6E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450456-80F9-467F-A80C-EE4194713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5B930F-1880-4572-AB8F-6A7A7C948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Describe ratio relationships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63D0C7-B6C1-4406-BAC0-DCDCF53FE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C251A8-2BFC-4CAC-AAE9-EEF976245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92660C-E299-4337-9FFD-BDDC9BDB1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describe multiplicative relationships using ratio language.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5E86CE-CCDC-4A84-8149-369F34030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14C7F0-B3E7-457F-87E5-EAB29D147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Coloured counters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206428-6DF0-4867-ACEE-5D71189A3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474112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C9B7A8-B013-4168-A7C3-23FA2DB78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F6FB0A-9343-4957-9ADD-5C8F72D91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70EF8E-6D20-48FF-A5FC-1DAD31906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B56059-F74A-4E1A-9A43-C71A838B2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D199CC-2A66-47FB-BD47-38EBC05FC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82A205-006B-47C2-B00A-6A49633A7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00D23F-D268-4606-896A-DC0C35B1C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D32A5C-1AF5-49DE-8B82-B05D3AD23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ED0B72-B0B4-4735-81E1-D03606711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Describe ratio relationships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D583C3-D045-4963-8F6D-497C11BDD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9872A1-4368-4770-ABBF-D80B60F05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030CFC-2828-4D97-8BCA-49E9C4206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152B8D-9D81-45D9-B4EF-C8577BB9B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multiplicative relationships, ratio notation and equivalent ratios.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65DD7A-138C-406E-A3F0-3CB8B817F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C02776-63DD-48A7-B1F1-351336918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E1980A-EE3D-4C39-A7A6-BFC08C0D8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E78C2B-3367-4AC1-B330-B6D321494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ratio 5:2 in a sentence.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19D89C-09ED-430A-9D84-B16D2FE14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008C02-6F74-429C-9364-D3DED23B6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276C28-F63A-4410-8902-7C3F8FAE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5E554F-08CB-4C8C-9FC4-D04ED78A7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There are 8 red and 12 blue counters. Write red to blue as a ratio.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6632CC-7375-4D29-84B8-3733302ED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07228288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6AA9A2-64F2-42F7-8E87-C2ACC3AC6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D4AFD0-2D5B-43CF-9487-54A047BDE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3CEF91-32E0-4823-A03E-D91CBDE00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A6DA4E-CC2D-49CD-B1A8-AE095D817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08BCBD-3A31-4133-B783-09842CD6D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442DA5-D622-49A7-AA01-035EAB77C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50D0AF-9AAD-437F-938B-75F3F7B0A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9AEC4A-9306-4034-9856-3043D8365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D3DAAA-92C8-4456-AD8D-E156B001F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Describe ratio relationships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69A0BE-DEFA-49ED-8066-643D87929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describe multiplicative relationships using ratio language.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9B19A3-4825-41DF-B940-378BB1F97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18CD46-2779-4631-B05D-26D9F4747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which quantities the ratio compares and keep their order.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4D7915-93DC-481E-8A88-DE4162892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Scale both parts by the same factor.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0171D0-6269-4B0E-B5F2-04E1892CC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relationship using a table, bar or sentence.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B59D7E-FFDC-485D-951B-EE279C2AD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ratio  |  for every  |  part  |  whole  |  equivalent  |  simplify</a:t>
            </a:r>
          </a:p>
        </p:txBody>
      </p:sp>
    </p:spTree>
    <p:extLst>
      <p:ext uri="{BB962C8B-B14F-4D97-AF65-F5344CB8AC3E}">
        <p14:creationId xmlns:p14="http://schemas.microsoft.com/office/powerpoint/2010/main" val="55971334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284B0C-73A2-4A26-ACB3-B86A091C7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33A792-8D4B-4A7B-8AE2-5D1A565B7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FBC1DF-8F34-4F83-94BD-8753CCBA7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A47651-CE05-4603-A792-69476E9F7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72E025-226A-4FD9-B34F-5322CA01F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49FAA0-0272-4A5A-BF11-589FF7268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6BA1E6-4214-452A-9E7C-ED9C54EFC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3F0A24-EDA8-4582-8D20-A43AA5B6A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881CCE-FCBA-48E0-B29B-77FC13525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Describe ratio relationships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4002DF-BCA4-49B5-83CD-DB5D1E095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There are 8 red and 12 blue counters. Write red to blue as a ratio.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796894-B108-4774-A179-E9EE9A040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91CA20-81CE-43C0-B167-B055F6F73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566D56-5C63-4321-9E7D-1B5DDED5E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Red : blue = 8 : 12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50472E-E201-4480-9023-A36C1CBE4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432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887B44-08FF-40EA-A019-4D939261B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765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7FD288-51FD-4E14-9807-4E6B407E4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Common factor = 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C036CA-D63D-4878-A66E-84ECF18E1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195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82CEA3-D4A9-4C3E-94D6-2E7313BF7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528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C19C52-1C1D-4566-A6F7-C067CD463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671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8 ÷ 4 : 12 ÷ 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028474-C3D1-4E8A-9BF4-F1C3441C0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958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70E704-DAB7-4AF2-98B9-524B7B3AD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291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A30143-9CA2-4E2E-A509-0A937BDAC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 : 3</a:t>
            </a:r>
          </a:p>
        </p:txBody>
      </p:sp>
    </p:spTree>
    <p:extLst>
      <p:ext uri="{BB962C8B-B14F-4D97-AF65-F5344CB8AC3E}">
        <p14:creationId xmlns:p14="http://schemas.microsoft.com/office/powerpoint/2010/main" val="133873731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F66561-666F-4221-A801-8C831E181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224407-75C6-448F-ADCA-F5235A4DF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14F59B-2A71-4D65-8D94-E91AA14BE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5F2DCD-7627-42C8-9921-A624E75D6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CABA1C-5096-43AC-A78D-D61748482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7BEDCB-2448-43A9-8321-8A69A3E6A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D2F977-65B1-426E-9535-355431041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0B9E77-023F-4309-953F-99D027ED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ED9FA5-310A-4A22-88B7-F70EEE749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Describe ratio relationships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A10C46-E7CE-4C5D-ACE4-5C80C8224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B542BC-6A79-422F-9808-18426F5E6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8:12, which simplifies to 2:3.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2745A3-9509-45B3-927F-5B4A85C0B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80923A-FC8A-4CB9-B3E2-6DA4A8C6A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relationship using a table, bar or sentence.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2D7326-D6F5-4713-9850-3C3A01464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61006038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179B4A-2625-457B-9733-AB236EA8F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FA42D2-CD08-4074-8BF7-47C697AFD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34CFAD-277B-4416-A6D6-3BEC3A0F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9DE086-FEF8-4ED3-BA8C-63647BEAC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F73873-4580-4957-BCEA-8BE3F9CC3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C5DBFF-78AD-42F9-A75C-F42ABCE74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DF39F6-DEF5-4B62-AAB3-C3571FF39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BBDE3E-6022-4CB2-8A48-20F1AFE76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D8990A-F8A5-494E-A549-AC94CD04B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Describe ratio relationships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D353F2-1DB9-427F-84E3-A27686ECD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ratio 5:2 in a sentence.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FE3513-B924-456A-9963-99A2F60E1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ACAA01-C4ED-4934-9BE0-1B8B9F126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7D4EDB-2D42-4F4D-ADB5-5506C5475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E187C2-B3DE-4653-8E3A-FD8D91A4F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49CEAF-998C-49B7-A889-D77FC3136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833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For every 5 of the first quantity, there are 2 of the second.</a:t>
            </a:r>
          </a:p>
        </p:txBody>
      </p:sp>
    </p:spTree>
    <p:extLst>
      <p:ext uri="{BB962C8B-B14F-4D97-AF65-F5344CB8AC3E}">
        <p14:creationId xmlns:p14="http://schemas.microsoft.com/office/powerpoint/2010/main" val="160562780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030D8E-854A-4E44-B34C-3A559E6DE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9298FF-E452-45C7-8B4A-377CD9E64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71E39B-6ADA-4A95-8FCB-12F10ACF2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09EE98-DA0E-45E1-BF76-71CE805F3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1D2815-1FF1-4B5F-A037-F0BA6909D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4EC2D1-08BF-46AC-B322-B0DCCF60B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C46FEA-3C3F-4D06-91FE-0A430DF77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EBB462-A31D-4D4B-9FB1-E2AC99009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73FC20-462B-40E0-BF84-6C89D3E76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Describe ratio relationships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2bff5d14094ed7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A3BC7F-C09E-4CC1-9046-85B217D20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EA00C2-4DA3-4495-9DAF-2588A5CDD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adds the same number to both parts to make an equivalent ratio.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25AEEF-CDA9-4F3E-8E22-D92E50C0C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C9F344-E135-434F-8A97-8065C4CCB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376C2C-D81D-4FD1-A5E4-45C3ADCC9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Equivalent ratios come from multiplying or dividing both parts by the same factor.</a:t>
            </a:r>
          </a:p>
        </p:txBody>
      </p:sp>
    </p:spTree>
    <p:extLst>
      <p:ext uri="{BB962C8B-B14F-4D97-AF65-F5344CB8AC3E}">
        <p14:creationId xmlns:p14="http://schemas.microsoft.com/office/powerpoint/2010/main" val="170461153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3AED52-2C4F-4C16-A18C-5CE941562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741CB7-B5B9-49D0-BDAD-9F6B5E292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BA63D5-01FC-410C-A645-041CE6373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F798F8-F45E-4458-9FF7-86F6B9B73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39038E-6A43-402B-BD67-68FF5D7B0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61A391-7589-4780-A9B9-448584114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228363-D98D-4549-980D-233E93430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0C4CE8-B296-45A0-9100-9B812ED87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D0F700-58A5-43BE-8885-CEB798AD6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Describe ratio relationships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4E2756-FA98-4829-AA4F-957B51055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5BCCB0-C312-4BC3-AD6C-48F8424AA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1707B4-CD23-472B-9E5E-0E7158A8E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372806-35B8-4E47-B986-1703D8C5A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ratio 5:2 in a sentence.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818EB6-27AD-4FE0-9EDA-6225D2D5E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4601C7-85A7-43A4-8372-ADEE0E4AB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0BA250-B1AF-4288-9D59-17C347EEB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3521DC-2E5A-457F-9F3F-51A0EC03E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1ECC28-00C0-4F35-BD4C-ED586FF5B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ABF979-1585-435E-BDD6-6785E66BA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703BD3-24A3-4F0B-B1A1-B69359451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EB1422-0545-464A-9D00-B423DE05F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For every 5 of the first quantity, there are 2 of the second.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746492-2ADF-4829-9A14-577E7A539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94250536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8A3569-9796-40D8-AC13-2CF101991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C707DE-B440-4F72-AA48-C711C1A3E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836059-610F-4D71-BDC9-70A985BA9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48AAB1-D09F-462E-AAAF-DA30A36D5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61233B-88FA-44FF-AFFF-A3EAEBE87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760AC0-1874-4EA1-8CB7-68295966C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3EFCDF-0623-49AF-8952-3A6C9E79A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01D67D-D820-4F30-87BC-68D0BF8B8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07D626-9952-4780-BFD9-947948738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Describe ratio relationships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F7D69A-81C8-4F56-93A5-EE5ACB18C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8AE8FB-6CD8-4F59-9971-5A2E818D6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4EBA60-3D67-4F51-8040-AA32966A9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8DEF9F-AB03-4377-A615-CDE252B3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equivalent ratio 7:4 = 28:__.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CB253F-1E08-4584-B3B0-F74160209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C56005-33BC-4315-BAF0-1FF1D9924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CC06B3-441E-4F14-A10E-88E60E736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7D9817-6315-49EC-A69B-6C53F2D0B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E57BE1-BF7A-4D8F-B8FA-202295FAA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0B5D68-2098-4B85-838B-F6F3319CC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E6F015-6EAB-49F5-9D94-90E223058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C571B3-5FE3-4288-A6CF-9AD727D7E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21041797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158A8D-4564-400F-B8FD-3D19ECF46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2AEAF1-9DB1-4B32-9BAE-05336337C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FD9B0F-8898-48CA-BE0A-235B6BFBB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329844-E398-445C-8B9A-5EBF34D4D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538B88-DB00-4CBE-8AB7-3DFD631C9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AE144E-F26F-4F25-A093-195E04CCE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62036B-FEFD-4350-AC47-904AD7960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BE2C75-BC15-4324-AA9E-1360AE813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E35CEA-945E-4EEB-9ADE-3AFBD9691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Describe ratio relationships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B008C5-055F-4989-A022-E64DBC18E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Simplify 36:48.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11E7E9-F300-4532-85BF-CEBF82FFC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3EAFA2-90C0-4F1E-8DC2-2F01976D3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22C239-ECD5-460E-B7B5-0E6CBBAB3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3:4.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56037983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938287-D27C-469C-8DA6-4571039D2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E1A823-84AD-4473-9F33-24B3D6A4B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0C4A10-0C9F-4D06-86A0-189A283F1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A7E51D-A5EF-4B66-9281-60A7A31F2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3BCA90-C030-4C5C-AF3E-211B75069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361684-F7EC-43D8-8DD4-0CE4F681E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AF3856-A034-4EF8-B93B-0FF827261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167C74-C53D-4EAD-B87C-2D257AFC7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009F06-FD9E-4A34-B1AD-90AB2C1F7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Describe ratio relationships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06AF3A-8E4C-47EF-9F7F-92C516C95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A71707-3F36-4A4E-A928-7C3D3E009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072E95-A64B-4D8A-90B9-061A2C35E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equivalent ratio 7:4 = 28:__.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64F11B-4025-497D-861A-F3B6171A3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0F8887-681B-4492-9F6E-BF5B10B4E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04FE50-F026-461C-80E2-B2F1C2D0D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5AEDE1-0077-4285-A498-5384D850B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16.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D70CCE-CD51-4995-8C26-B2D090720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2C3ED6-0297-403B-904F-5586FE6C9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75099047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53E1845-FA3C-4562-8D60-4DDADC6BD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0BA8BA-70DD-4997-961B-7E6B5433B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BE9838-24D3-4038-8712-E84DBA644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2106AD-2E5E-4826-A5B3-D35F49CC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C25772-16DD-465C-AE08-3FA822482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8FD358-BDE1-406A-A8F3-909073888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0C67FC-B220-4B76-BF76-99E4C8E83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87EE83-22DE-4071-A81D-53EA70842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FA6E6D-F0CC-49C9-BE77-69EE905E3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Describe ratio relationships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B85638-5764-4C41-A006-85A743520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180B26-0A38-4D8E-BB42-0E2CAB2C5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A9A7C6-1001-409D-9335-3BF828A2B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D5B268-CD5C-4AE4-8B40-D6F56BD6F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equivalent ratio 7:4 = 28:__.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B5A5CA-7982-4708-AD12-1635CBEE8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02CA7E-7DEE-4824-B3EF-66EE99AF1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5A2A7F-0BAE-4473-ABBA-F51E6D092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02FB84-913F-493D-830A-AD471C12E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adds the same number to both parts to make an equivalent ratio.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8686F0-504D-4799-8715-3122957CB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43BC92-4753-4149-9793-7228F5A88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07006E-9320-4E6F-BC75-9F0C206F0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CD2B5D-8DD6-4EC2-BF2F-FF149AE4F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B37A80-0B92-4744-84D8-84FAE008A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25430528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2026-09-09T22:14:13.9000000Z</dcterms:created>
  <dcterms:modified xsi:type="dcterms:W3CDTF">2026-09-09T22:14:13.9000000Z</dcterms:modified>
</coreProperties>
</file>