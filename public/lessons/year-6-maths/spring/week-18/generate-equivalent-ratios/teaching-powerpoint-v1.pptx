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47ed84d3374380" /><Relationship Type="http://schemas.openxmlformats.org/officeDocument/2006/relationships/extended-properties" Target="/docProps/app.xml" Id="R506ba22d1b8549a2" /><Relationship Type="http://schemas.openxmlformats.org/officeDocument/2006/relationships/officeDocument" Target="/ppt/presentation.xml" Id="R6b97dd3b08ad44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9e9cfd460e485c"/>
  </p:sldMasterIdLst>
  <p:notesMasterIdLst>
    <p:notesMasterId xmlns:r="http://schemas.openxmlformats.org/officeDocument/2006/relationships" r:id="R012dd24d79b74340"/>
  </p:notesMasterIdLst>
  <p:sldIdLst>
    <p:sldId xmlns:r="http://schemas.openxmlformats.org/officeDocument/2006/relationships" id="256" r:id="R00494cd6440247f5"/>
    <p:sldId xmlns:r="http://schemas.openxmlformats.org/officeDocument/2006/relationships" id="257" r:id="Rfad3a5991eec435c"/>
    <p:sldId xmlns:r="http://schemas.openxmlformats.org/officeDocument/2006/relationships" id="258" r:id="Rdf1de58ee2e04340"/>
    <p:sldId xmlns:r="http://schemas.openxmlformats.org/officeDocument/2006/relationships" id="259" r:id="R19b3b1b8ac9b4490"/>
    <p:sldId xmlns:r="http://schemas.openxmlformats.org/officeDocument/2006/relationships" id="260" r:id="R8e03ea75c16e42d5"/>
    <p:sldId xmlns:r="http://schemas.openxmlformats.org/officeDocument/2006/relationships" id="261" r:id="Rff503625d147423a"/>
    <p:sldId xmlns:r="http://schemas.openxmlformats.org/officeDocument/2006/relationships" id="262" r:id="Ra4cfd6c2bbbc4913"/>
    <p:sldId xmlns:r="http://schemas.openxmlformats.org/officeDocument/2006/relationships" id="263" r:id="Ra73382fdd8eb4748"/>
    <p:sldId xmlns:r="http://schemas.openxmlformats.org/officeDocument/2006/relationships" id="264" r:id="R22307c17f3cb4335"/>
    <p:sldId xmlns:r="http://schemas.openxmlformats.org/officeDocument/2006/relationships" id="265" r:id="R9a9746497ac94fa9"/>
    <p:sldId xmlns:r="http://schemas.openxmlformats.org/officeDocument/2006/relationships" id="266" r:id="R7b9a0735641f458c"/>
    <p:sldId xmlns:r="http://schemas.openxmlformats.org/officeDocument/2006/relationships" id="267" r:id="R35abe8bf915a44d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067c3129284d68" /><Relationship Type="http://schemas.openxmlformats.org/officeDocument/2006/relationships/slideMaster" Target="/ppt/slideMasters/slideMaster1.xml" Id="R689e9cfd460e485c" /><Relationship Type="http://schemas.openxmlformats.org/officeDocument/2006/relationships/notesMaster" Target="/ppt/notesMasters/notesMaster1.xml" Id="R012dd24d79b74340" /><Relationship Type="http://schemas.openxmlformats.org/officeDocument/2006/relationships/presProps" Target="/ppt/presProps.xml" Id="R41ca33bcd2234f05" /><Relationship Type="http://schemas.openxmlformats.org/officeDocument/2006/relationships/tableStyles" Target="/ppt/tableStyles.xml" Id="Rdb76074d12014f7b" /><Relationship Type="http://schemas.openxmlformats.org/officeDocument/2006/relationships/slide" Target="/ppt/slides/slide1.xml" Id="R00494cd6440247f5" /><Relationship Type="http://schemas.openxmlformats.org/officeDocument/2006/relationships/slide" Target="/ppt/slides/slide2.xml" Id="Rfad3a5991eec435c" /><Relationship Type="http://schemas.openxmlformats.org/officeDocument/2006/relationships/slide" Target="/ppt/slides/slide3.xml" Id="Rdf1de58ee2e04340" /><Relationship Type="http://schemas.openxmlformats.org/officeDocument/2006/relationships/slide" Target="/ppt/slides/slide4.xml" Id="R19b3b1b8ac9b4490" /><Relationship Type="http://schemas.openxmlformats.org/officeDocument/2006/relationships/slide" Target="/ppt/slides/slide5.xml" Id="R8e03ea75c16e42d5" /><Relationship Type="http://schemas.openxmlformats.org/officeDocument/2006/relationships/slide" Target="/ppt/slides/slide6.xml" Id="Rff503625d147423a" /><Relationship Type="http://schemas.openxmlformats.org/officeDocument/2006/relationships/slide" Target="/ppt/slides/slide7.xml" Id="Ra4cfd6c2bbbc4913" /><Relationship Type="http://schemas.openxmlformats.org/officeDocument/2006/relationships/slide" Target="/ppt/slides/slide8.xml" Id="Ra73382fdd8eb4748" /><Relationship Type="http://schemas.openxmlformats.org/officeDocument/2006/relationships/slide" Target="/ppt/slides/slide9.xml" Id="R22307c17f3cb4335" /><Relationship Type="http://schemas.openxmlformats.org/officeDocument/2006/relationships/slide" Target="/ppt/slides/slide10.xml" Id="R9a9746497ac94fa9" /><Relationship Type="http://schemas.openxmlformats.org/officeDocument/2006/relationships/slide" Target="/ppt/slides/slide11.xml" Id="R7b9a0735641f458c" /><Relationship Type="http://schemas.openxmlformats.org/officeDocument/2006/relationships/slide" Target="/ppt/slides/slide12.xml" Id="R35abe8bf915a44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95d57a757245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979ac94e974e61" /><Relationship Type="http://schemas.openxmlformats.org/officeDocument/2006/relationships/notesMaster" Target="/ppt/notesMasters/notesMaster1.xml" Id="Reae64192ad4f427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f5a33621fc41db" /><Relationship Type="http://schemas.openxmlformats.org/officeDocument/2006/relationships/notesMaster" Target="/ppt/notesMasters/notesMaster1.xml" Id="R2c028159685442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b76a721d6b4ed6" /><Relationship Type="http://schemas.openxmlformats.org/officeDocument/2006/relationships/notesMaster" Target="/ppt/notesMasters/notesMaster1.xml" Id="Rad6eb9b7e12d41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502f241a9c48c4" /><Relationship Type="http://schemas.openxmlformats.org/officeDocument/2006/relationships/notesMaster" Target="/ppt/notesMasters/notesMaster1.xml" Id="R3310da149a1c44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a793e38da6647e8" /><Relationship Type="http://schemas.openxmlformats.org/officeDocument/2006/relationships/notesMaster" Target="/ppt/notesMasters/notesMaster1.xml" Id="R51e4dd0cad784b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bf43faabf54b29" /><Relationship Type="http://schemas.openxmlformats.org/officeDocument/2006/relationships/notesMaster" Target="/ppt/notesMasters/notesMaster1.xml" Id="R3e179f43df0b40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37a01d929584325" /><Relationship Type="http://schemas.openxmlformats.org/officeDocument/2006/relationships/notesMaster" Target="/ppt/notesMasters/notesMaster1.xml" Id="Rac8cf44f8efe42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ba8d0004bc4b42" /><Relationship Type="http://schemas.openxmlformats.org/officeDocument/2006/relationships/notesMaster" Target="/ppt/notesMasters/notesMaster1.xml" Id="Rbf3f3b018984457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eea7f41048e401a" /><Relationship Type="http://schemas.openxmlformats.org/officeDocument/2006/relationships/notesMaster" Target="/ppt/notesMasters/notesMaster1.xml" Id="Rd88b47b7580f456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22c9a6a529493f" /><Relationship Type="http://schemas.openxmlformats.org/officeDocument/2006/relationships/notesMaster" Target="/ppt/notesMasters/notesMaster1.xml" Id="R27e718da076d49d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7d469700a6041bc" /><Relationship Type="http://schemas.openxmlformats.org/officeDocument/2006/relationships/notesMaster" Target="/ppt/notesMasters/notesMaster1.xml" Id="R2b181e1fde584c9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ca9c87e11264c30" /><Relationship Type="http://schemas.openxmlformats.org/officeDocument/2006/relationships/notesMaster" Target="/ppt/notesMasters/notesMaster1.xml" Id="Rc8916237fb0441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Coloured counters, ratio tables, double number lines,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3:4. | Identify which quantities the ratio compares and keep their order. |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ratio, for every, part, whole, equivalent, simplify.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3:4.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3:4..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30 ml..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8:12, which simplifies to 2:3.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30 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30 ml. | Equivalent ratios come from multiplying or dividing both parts by the same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e0564654e143f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78f42d67dc41fc" /><Relationship Type="http://schemas.openxmlformats.org/officeDocument/2006/relationships/slideLayout" Target="/ppt/slideLayouts/slideLayout1.xml" Id="R1c7fcd46617b4f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7fcd46617b4f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3d8e9c86548c6" /><Relationship Type="http://schemas.openxmlformats.org/officeDocument/2006/relationships/notesSlide" Target="/ppt/notesSlides/notesSlide1.xml" Id="Ree62235ba8c04b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e60a61cad14881" /><Relationship Type="http://schemas.openxmlformats.org/officeDocument/2006/relationships/notesSlide" Target="/ppt/notesSlides/notesSlide2.xml" Id="R38df927e101545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23d79b23a4dcc" /><Relationship Type="http://schemas.openxmlformats.org/officeDocument/2006/relationships/notesSlide" Target="/ppt/notesSlides/notesSlide3.xml" Id="Re30bc94b4d8749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bf8cdda1cf4ebc" /><Relationship Type="http://schemas.openxmlformats.org/officeDocument/2006/relationships/notesSlide" Target="/ppt/notesSlides/notesSlide4.xml" Id="Raa70303e647542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83d43f0354517" /><Relationship Type="http://schemas.openxmlformats.org/officeDocument/2006/relationships/notesSlide" Target="/ppt/notesSlides/notesSlide5.xml" Id="Rc7871a156a8347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4edb0a02b4284" /><Relationship Type="http://schemas.openxmlformats.org/officeDocument/2006/relationships/notesSlide" Target="/ppt/notesSlides/notesSlide6.xml" Id="R3bf210fc84124d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7ce4f23d474aa6" /><Relationship Type="http://schemas.openxmlformats.org/officeDocument/2006/relationships/image" Target="/ppt/media/image.png" Id="R20e8a78706c045a3" /><Relationship Type="http://schemas.openxmlformats.org/officeDocument/2006/relationships/notesSlide" Target="/ppt/notesSlides/notesSlide7.xml" Id="Ra129e2ba824f42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910db4485f4d45" /><Relationship Type="http://schemas.openxmlformats.org/officeDocument/2006/relationships/notesSlide" Target="/ppt/notesSlides/notesSlide8.xml" Id="R9417e023eb2543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cc80d9efc14327" /><Relationship Type="http://schemas.openxmlformats.org/officeDocument/2006/relationships/notesSlide" Target="/ppt/notesSlides/notesSlide9.xml" Id="Rd62f1f6bd22c441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dacf3faf74b0d" /><Relationship Type="http://schemas.openxmlformats.org/officeDocument/2006/relationships/notesSlide" Target="/ppt/notesSlides/notesSlide10.xml" Id="R05b1ef78bd82401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4cab0affd84f41" /><Relationship Type="http://schemas.openxmlformats.org/officeDocument/2006/relationships/notesSlide" Target="/ppt/notesSlides/notesSlide11.xml" Id="Rf5e91b5f163944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5fa03507964d32" /><Relationship Type="http://schemas.openxmlformats.org/officeDocument/2006/relationships/notesSlide" Target="/ppt/notesSlides/notesSlide12.xml" Id="R3abf7e7630e34bf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80F7B1-80DC-4AE3-8F42-96944A17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8D1F8F-4A73-47AB-A191-FEEBC5E9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91A316-7A23-4215-A0A8-8AE0FFCA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1A2F5B-0F89-474D-9256-512C67DA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51ECD-2FDC-4B75-8CD9-CB2D48B8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82DE95-6F52-4B5D-A648-4D8A4B03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14DA6-7567-4DDE-86C4-6BD485BC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3C2A5-786D-49BC-95BA-D3482CF1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generate equivalent ratios by scaling both parts.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EE3A03-A16A-4E6F-9ED3-A1C7AA3C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28CD0-705C-4A67-9C89-E458614D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Coloured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6CB13E-769F-47F9-A81C-3EC6B6C4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504167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1967E7-7C42-4710-A940-7E6B3CEE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392FAC-8706-447F-AEF3-072651E0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11E56F-7C4D-4EF3-9654-F993798F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23051-8A9A-4CB1-B1B5-EA61B174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2B37E-70F8-4D42-BBAF-74A6D9CD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583596-49DD-4222-83CE-BC70F474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00DB78-98D1-4604-9556-03A334CE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DC4B5C-7F51-4633-B7EA-D47B4E8B0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7517B5-0987-4AE3-82BB-235B25AB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5DAF72-B045-415A-9B7E-092AC776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07482-A58C-4F5B-B2C3-C90ACE24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CA1AD7-DD19-40D7-A3B6-C48FF6E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6316E4-ECFD-417E-9984-ABC25E3E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multiplicative relationships, ratio notation and equivalent ratios.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143E4A-5539-40EC-B1E6-EAC78D7B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5DF8F1-603D-4CF1-9DB8-A88C95E9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680AC0-E68F-48F9-ADE1-AA8ABB1A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82B35B-40C2-420B-99B4-2A6EA340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C7B5A5-2AD6-4547-BE1C-C40EBDC1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D8DC76-8FE8-4F19-9527-DDE802C4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2D98B9-672B-47EA-A145-02229B36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8357C5-77D2-42F4-847E-4275A167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Complete the equivalent ratio 7:4 = 28:__.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FC3415-ACB7-4494-896B-525E5104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388393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98C30F-C121-4E53-A98E-8B9F26AE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CCCBA-E53B-4DFB-B9FF-99D41A020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177AB-6226-416A-9A1D-54A8A99C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CAD542-903E-43D0-B74D-10F6E736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7EC25-5DC3-4613-8216-25D84683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04E0E6-A29E-42CF-BD98-3E23B97C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C7F105-6814-4B4F-B400-8A266747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2C3B1-51F1-4159-9FB4-BB616A1B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15E164-079F-4E9F-9DDF-267F4901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AD40E1-61EB-4A48-AB64-B757246D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generate equivalent ratios by scaling both parts.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CBEEE2-653E-422A-8CDB-0986B14F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F2381C-7BBB-416B-AFD7-ECFC2185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which quantities the ratio compares and keep their order.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19428A-38D0-46DF-9287-E494F40F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Scale both parts by the same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0B35B-BFA1-40DA-9415-AAD5E7D0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relationship using a table, bar or sentence.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F02EFB-4983-42AE-AB58-2811C2D84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ratio  |  for every  |  part  |  whole  |  equivalent  |  simplify</a:t>
            </a:r>
          </a:p>
        </p:txBody>
      </p:sp>
    </p:spTree>
    <p:extLst>
      <p:ext uri="{BB962C8B-B14F-4D97-AF65-F5344CB8AC3E}">
        <p14:creationId xmlns:p14="http://schemas.microsoft.com/office/powerpoint/2010/main" val="5180089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E6AF44-8E72-46E6-A3CD-BEEC02BA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DD1802-77C4-4519-9667-306D84AA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CA554B-87FF-4D9F-B150-E4F5C07E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D4FAEC-3A8C-4436-A4DD-2FE484FD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D6792-F9F9-45EE-B997-26296201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2C662E-1B7F-4A56-91AB-3413C32D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7F27D5-F3C6-4E7A-9D22-1C7DBCCF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3F60AA-7F17-47E6-ADB7-16C45355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694736-541B-4210-9DF1-204A1B0E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73070C-D5F2-473A-A9AE-6F4CC281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equivalent ratio 7:4 = 28:__.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0986DA-408D-43EC-BD97-2F321B60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1DFB8C-5CE2-451F-92F7-88F31E50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B455BC-10C7-41D3-B798-D2A009F3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7 : 4 = 28 : 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012A76-FE12-422D-B33D-4A44FB74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E02009-CA5D-435C-920E-1B5B55A8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F2A2C3-A142-4BBB-9DE1-659A01BF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7 × 4 = 28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F477C5-6155-4B74-A0C9-4F17C5B3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6BCA81-BAFB-4BCA-80DC-C8102388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E4644E-99E2-4064-AF51-10D51AC1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Scale the second part by the same 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CFA21B-6875-43E3-986C-848A32CF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77CC5F-9ADB-4D62-A95F-3EE1356A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19B7CE-04E3-4A3E-9021-3550E5C5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 × 4 = 16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BE3B2D-F0DE-4717-9AB0-388E4AB2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0F63D3-3019-4E56-B27F-62AF9268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5EF7D3-E5A7-4A0B-B188-A5B14B57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7 : 4 = 28 : 16</a:t>
            </a:r>
          </a:p>
        </p:txBody>
      </p:sp>
    </p:spTree>
    <p:extLst>
      <p:ext uri="{BB962C8B-B14F-4D97-AF65-F5344CB8AC3E}">
        <p14:creationId xmlns:p14="http://schemas.microsoft.com/office/powerpoint/2010/main" val="3881600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36F602-498E-4819-B6F5-8EB29F74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3026DC-6DE4-4F88-94D2-E79AC24E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948797-6071-4A2F-873E-0B36AFD3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7264A-76A4-4668-B4B8-7D402CAF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BCCCEF-F0C3-4B05-878C-EB0AEA1C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83045-81DD-4363-923F-485C76D6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3B7162-5B8C-4CCA-9803-15DB02CB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3773F1-D708-4CF0-ADA1-E603A41B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162316-86FF-42B6-BAB5-93A41F63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8CEB5E-3D3E-476D-AC8B-E0678FC2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CFC4EC-814C-4F20-BF4B-38B170A4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A3464-278B-48FF-9DCA-073B5AFD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951444-7108-466C-8BB1-52A582A5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relationship using a table, bar or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B20F68-94E8-411D-A7B0-639ED906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796998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04BAA8-9543-47CE-A2C1-D2255A1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ADEC4-FE9E-4319-BF2B-E2C65E3E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7FFD8-FEF9-4FDD-BD5E-B957DB11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F8DAD-67FC-4A17-8ADE-AFFEE301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4D713F-4844-43ED-B7D2-D050E53D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C040F-86CA-450C-AAE6-92C725EE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87E9FF-40B6-4BDA-95CA-7B86394F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C21405-59AB-42FD-AECE-290F2BB5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DC238C-3AC9-4EA7-9B71-98DA5414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91F24-E0FB-4958-87BF-DABD8585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D3CB75-1F45-4865-8429-1AA8472B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39476-D39A-46B7-94EA-D74F3181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103159-D945-4CB8-A1E6-F0D77C45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4949ED-892C-45AA-8B81-9AE26CFB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08E73E-DE14-46DE-B0B6-DCCE748E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3:4.</a:t>
            </a:r>
          </a:p>
        </p:txBody>
      </p:sp>
    </p:spTree>
    <p:extLst>
      <p:ext uri="{BB962C8B-B14F-4D97-AF65-F5344CB8AC3E}">
        <p14:creationId xmlns:p14="http://schemas.microsoft.com/office/powerpoint/2010/main" val="3880444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D00627-A6A4-47B7-BCD3-D753ACAE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4E3F1B-0FD6-4653-BCD2-C42A93CE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4BA90-AC92-419B-9F94-8CA91C9A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E6CFAF-8A13-4B20-8F74-2F51CDEE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EDC9E-C92D-4F5B-A1F1-50EF838B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BF1C14-DD09-4D64-A068-0FA93D5D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310414-2C07-4943-BA23-61C8B0C3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F710A-0364-41D8-8B96-95F78735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BF4490-4CD1-49BB-9DAC-2D103847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e8a78706c045a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2B9C7A-0183-4F2F-B775-EB68ED18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7DB9ED-A100-47ED-9EDE-B31498E9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the same number to both parts to make an equivalent ratio.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38C61C-16D6-494E-8E6E-7E8E7991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86B187-1C69-4F48-9C0C-9AEDA76A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C12C54-F860-424F-B25F-6345FC38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Equivalent ratios come from multiplying or dividing both parts by the same factor.</a:t>
            </a:r>
          </a:p>
        </p:txBody>
      </p:sp>
    </p:spTree>
    <p:extLst>
      <p:ext uri="{BB962C8B-B14F-4D97-AF65-F5344CB8AC3E}">
        <p14:creationId xmlns:p14="http://schemas.microsoft.com/office/powerpoint/2010/main" val="11037787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F574B2-C6BA-417E-91A7-80B2F312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80AA3D-80FA-42F4-8352-F24A12EB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9EA37-3B49-4CAB-BCBB-34057CFD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EC636-4BA1-4FB3-8C11-3CF3910A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B638E-D115-49AD-8F0C-8DA4271C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333D4-3AFF-40C1-9C37-1375F533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01C28-E205-4BC0-B32D-A0215D0D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C54D16-332A-4D63-AE3A-8656A75B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45F942-EB21-4970-9FC9-D65FCC5A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7B5C56-1BF5-48F5-BBDE-3A8E27D7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CF48F3-D5DF-4C2A-8F3A-A842BC88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47954-1373-49C9-AD89-A1EBC044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CBD75F-9CFF-4CB2-9DC6-4DABF525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36FADA-F7E2-4C48-9EE2-CC4F67EC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6FDC48-E9C2-4BC5-AF18-51D75D59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24FDE4-220E-44B6-9814-4BA8DA1E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18E317-63A2-49C9-93AC-F439454B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9FA7B8-66C4-450D-804E-0CF7483C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104CE5-64B0-490D-80D4-EE37CACE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A23CEC-203C-4693-B4F0-8F7637A5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D763F3-A5F8-4F67-B74F-9E1A81F3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3:4.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44D52B-0A0B-4735-BE18-00E70C29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740514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70CFBE-0C48-42E5-B9FB-DDCC8A25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600C0-2AA5-47DB-9D9B-BAA1D1EF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85147-1BDB-4527-A517-6FCED9A9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80C3A-ACDB-448B-BC05-FB9C9DE1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F983D3-ACF7-4297-9B0F-CA9A87B7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5C194-79C9-4401-9D60-C0AAC66B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987DC-363A-4625-8F6A-78249111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716E89-D782-4350-A8FC-95D880B7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93374-1C64-49C4-8BFF-43F1E29C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1DE9C9-D07D-4F06-BE65-9B7C2F85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5B152D-582D-4FBB-82C0-A67BC384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868B07-5973-41FE-A524-5CDA6225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26A200-445D-4172-8C51-C36F4696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004434-1BA5-4976-A436-93A94C87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01FD0-948A-4C71-8E1B-389E293E6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C5FA98-F1A4-4E41-B6AC-811CF785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9C666C-66F7-4795-A9B6-61F3E6F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8BD5AD-B296-44B4-9D7D-E38C58AE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412DE3-ADE4-4FAE-97A4-1F53933A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837D6D-6215-4654-95F7-86505A3B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ED08A3-7181-4026-A8B1-C1B739C8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2208957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E190D1-B9A9-450C-BEF6-5D8E924F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169D58-AC36-4C7A-BC85-FCC72873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D291B-0423-4E11-B25F-740E83F3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5EB5B-86B1-41BC-B16F-12D26063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C263C-9CD4-4382-8927-C92F02B4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9F0E76-4FBA-49F8-98A6-78198242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2B4E3-7E31-4BCB-9DE6-0C6FBF33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EF024B-35CF-4266-9D6E-2058CB74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74F576-C6E2-436D-B1C6-A21FBD16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132BD3-9D6D-4AD7-AF0A-B7DE06DC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There are 8 red and 12 blue counters. Write red to blue as a ratio.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23F01-7A9F-4423-9313-AC2D4E6C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F6859-5138-4C9D-97E6-602AE5E0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B19834-6C94-4887-8B39-77317667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8:12, which simplifies to 2:3.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0628361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40A22F-D799-49FB-830D-B090ED74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2D49D3-4F58-4F9A-A4DA-C0559DDE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DC8A71-9CF2-49F4-8981-A1D67CD7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64A58-B671-41C8-A3A4-54D749A7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2D2082-73D6-4DE0-97D2-4C1C7B83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C18751-609A-4EF2-B53F-ECFCB164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1FE71-1818-4BA9-92C2-18F72678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AE70E-13C9-483D-AAD5-292DD140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4462E4-BB59-4776-B943-F8FF1E2D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E4F7C3-EA61-42DF-9973-048196D8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5FEA11-4046-4EA6-B0DA-B155DB28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577A92-FC3D-4C93-AAB7-28C6B209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FC778D-E9F0-4FFC-BE9D-290A3F5D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81BABC-6321-44C5-9D9C-8DF1D18F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0E2AC0-D089-42AE-A2D0-13BCECA5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366E73-F2F6-457A-885B-3014A65B0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30 ml.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0EB1A1-8C2C-49E9-866B-C3B6B693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0CB001-A27D-4925-A1EB-789CA103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508430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CDC060-B2CA-41E4-BED2-80CA466E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B1E10-EA1E-4A5C-90BC-A831BA43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7BF488-A2C9-4F26-8308-2CDBCF7D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FF0D1-BB5E-4A3B-A70B-1EDE7B57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664CC1-80E2-4DAF-B301-994E1510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2A762A-76F1-456A-9382-BC68F25F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AAB9D4-8E62-455E-9C4E-F3B2548B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014D3-2B2E-4CFB-8889-315E0215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14EB8-0119-4948-AEE2-48FA1FCC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Generate equivalent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36D1EC-BD43-4807-9386-481F843D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3503B2-7691-4D47-9CDA-1259A86C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5A67AF-DC5A-4288-B57E-46CD43AF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DAC5A8-B3B9-4E72-AD4F-11D09CEE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4EC8F0-3701-4E21-B9B1-E840F4C2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2C7704-EAF3-42C2-9E31-8DB97020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88E4D1-4CD7-465B-A056-6699CCEF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5E5A8-ACF2-4767-8853-8A856D5D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the same number to both parts to make an equivalent ratio.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58DD2F-E347-42A8-9320-47B12C16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A45F21-545C-49B5-8D1B-B7AE9ABE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3428A9-5172-4F4A-A9DC-AD7F64DE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D2B948-7B1B-4D58-A74E-05D5991E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247703-F162-4AE1-860A-41FF27B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104723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2026-09-09T22:14:17.1730000Z</dcterms:created>
  <dcterms:modified xsi:type="dcterms:W3CDTF">2026-09-09T22:14:17.1730000Z</dcterms:modified>
</coreProperties>
</file>