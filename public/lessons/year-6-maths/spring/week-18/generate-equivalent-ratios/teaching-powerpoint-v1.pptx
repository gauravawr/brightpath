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c2ff89b77f46bf" /><Relationship Type="http://schemas.openxmlformats.org/officeDocument/2006/relationships/extended-properties" Target="/docProps/app.xml" Id="R2be2812a592b4e7a" /><Relationship Type="http://schemas.openxmlformats.org/officeDocument/2006/relationships/officeDocument" Target="/ppt/presentation.xml" Id="Rf28f5e5be79147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f0e7ed35b94979"/>
  </p:sldMasterIdLst>
  <p:notesMasterIdLst>
    <p:notesMasterId xmlns:r="http://schemas.openxmlformats.org/officeDocument/2006/relationships" r:id="Ra10ff42409464dc3"/>
  </p:notesMasterIdLst>
  <p:sldIdLst>
    <p:sldId xmlns:r="http://schemas.openxmlformats.org/officeDocument/2006/relationships" id="256" r:id="R91782cc9c2cd47fa"/>
    <p:sldId xmlns:r="http://schemas.openxmlformats.org/officeDocument/2006/relationships" id="257" r:id="R375d1e57c65c4fbe"/>
    <p:sldId xmlns:r="http://schemas.openxmlformats.org/officeDocument/2006/relationships" id="258" r:id="Rf170b7bf7e774b95"/>
    <p:sldId xmlns:r="http://schemas.openxmlformats.org/officeDocument/2006/relationships" id="259" r:id="Rb5edeeda54a04244"/>
    <p:sldId xmlns:r="http://schemas.openxmlformats.org/officeDocument/2006/relationships" id="260" r:id="Ra2e5574bdfb64b90"/>
    <p:sldId xmlns:r="http://schemas.openxmlformats.org/officeDocument/2006/relationships" id="261" r:id="R1def71290fd64160"/>
    <p:sldId xmlns:r="http://schemas.openxmlformats.org/officeDocument/2006/relationships" id="262" r:id="Rc9099148699f4432"/>
    <p:sldId xmlns:r="http://schemas.openxmlformats.org/officeDocument/2006/relationships" id="263" r:id="R8f4e7accb1ea40a3"/>
    <p:sldId xmlns:r="http://schemas.openxmlformats.org/officeDocument/2006/relationships" id="264" r:id="R126c184e140640fe"/>
    <p:sldId xmlns:r="http://schemas.openxmlformats.org/officeDocument/2006/relationships" id="265" r:id="R8833e8392ea5494a"/>
    <p:sldId xmlns:r="http://schemas.openxmlformats.org/officeDocument/2006/relationships" id="266" r:id="Rf62a2d869bae4d70"/>
    <p:sldId xmlns:r="http://schemas.openxmlformats.org/officeDocument/2006/relationships" id="267" r:id="Ree89b0eb4c3a44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3d96a4ab524436" /><Relationship Type="http://schemas.openxmlformats.org/officeDocument/2006/relationships/slideMaster" Target="/ppt/slideMasters/slideMaster1.xml" Id="R7ef0e7ed35b94979" /><Relationship Type="http://schemas.openxmlformats.org/officeDocument/2006/relationships/notesMaster" Target="/ppt/notesMasters/notesMaster1.xml" Id="Ra10ff42409464dc3" /><Relationship Type="http://schemas.openxmlformats.org/officeDocument/2006/relationships/presProps" Target="/ppt/presProps.xml" Id="R0c39fc695cb34034" /><Relationship Type="http://schemas.openxmlformats.org/officeDocument/2006/relationships/tableStyles" Target="/ppt/tableStyles.xml" Id="R4e3cede9b03b4092" /><Relationship Type="http://schemas.openxmlformats.org/officeDocument/2006/relationships/slide" Target="/ppt/slides/slide1.xml" Id="R91782cc9c2cd47fa" /><Relationship Type="http://schemas.openxmlformats.org/officeDocument/2006/relationships/slide" Target="/ppt/slides/slide2.xml" Id="R375d1e57c65c4fbe" /><Relationship Type="http://schemas.openxmlformats.org/officeDocument/2006/relationships/slide" Target="/ppt/slides/slide3.xml" Id="Rf170b7bf7e774b95" /><Relationship Type="http://schemas.openxmlformats.org/officeDocument/2006/relationships/slide" Target="/ppt/slides/slide4.xml" Id="Rb5edeeda54a04244" /><Relationship Type="http://schemas.openxmlformats.org/officeDocument/2006/relationships/slide" Target="/ppt/slides/slide5.xml" Id="Ra2e5574bdfb64b90" /><Relationship Type="http://schemas.openxmlformats.org/officeDocument/2006/relationships/slide" Target="/ppt/slides/slide6.xml" Id="R1def71290fd64160" /><Relationship Type="http://schemas.openxmlformats.org/officeDocument/2006/relationships/slide" Target="/ppt/slides/slide7.xml" Id="Rc9099148699f4432" /><Relationship Type="http://schemas.openxmlformats.org/officeDocument/2006/relationships/slide" Target="/ppt/slides/slide8.xml" Id="R8f4e7accb1ea40a3" /><Relationship Type="http://schemas.openxmlformats.org/officeDocument/2006/relationships/slide" Target="/ppt/slides/slide9.xml" Id="R126c184e140640fe" /><Relationship Type="http://schemas.openxmlformats.org/officeDocument/2006/relationships/slide" Target="/ppt/slides/slide10.xml" Id="R8833e8392ea5494a" /><Relationship Type="http://schemas.openxmlformats.org/officeDocument/2006/relationships/slide" Target="/ppt/slides/slide11.xml" Id="Rf62a2d869bae4d70" /><Relationship Type="http://schemas.openxmlformats.org/officeDocument/2006/relationships/slide" Target="/ppt/slides/slide12.xml" Id="Ree89b0eb4c3a44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07c6e8496843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16897ab8024ec5" /><Relationship Type="http://schemas.openxmlformats.org/officeDocument/2006/relationships/notesMaster" Target="/ppt/notesMasters/notesMaster1.xml" Id="R720500891b7f45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0acd0d38a44b86" /><Relationship Type="http://schemas.openxmlformats.org/officeDocument/2006/relationships/notesMaster" Target="/ppt/notesMasters/notesMaster1.xml" Id="R95c0a45c756a40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28915065114640" /><Relationship Type="http://schemas.openxmlformats.org/officeDocument/2006/relationships/notesMaster" Target="/ppt/notesMasters/notesMaster1.xml" Id="R1c6eae93fd114f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da0570a21d48a5" /><Relationship Type="http://schemas.openxmlformats.org/officeDocument/2006/relationships/notesMaster" Target="/ppt/notesMasters/notesMaster1.xml" Id="R50a685965f6a47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f2b94eecec4abf" /><Relationship Type="http://schemas.openxmlformats.org/officeDocument/2006/relationships/notesMaster" Target="/ppt/notesMasters/notesMaster1.xml" Id="Re488c305032149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e42e7621bc4d2c" /><Relationship Type="http://schemas.openxmlformats.org/officeDocument/2006/relationships/notesMaster" Target="/ppt/notesMasters/notesMaster1.xml" Id="Ra6c122d00d0443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697ec9889c4613" /><Relationship Type="http://schemas.openxmlformats.org/officeDocument/2006/relationships/notesMaster" Target="/ppt/notesMasters/notesMaster1.xml" Id="R7909257e0c7449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f7092ce4b745c2" /><Relationship Type="http://schemas.openxmlformats.org/officeDocument/2006/relationships/notesMaster" Target="/ppt/notesMasters/notesMaster1.xml" Id="Rc187d754746546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92eeb3ceb84ed9" /><Relationship Type="http://schemas.openxmlformats.org/officeDocument/2006/relationships/notesMaster" Target="/ppt/notesMasters/notesMaster1.xml" Id="R14a9f1ff671d4c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2a17943417424f" /><Relationship Type="http://schemas.openxmlformats.org/officeDocument/2006/relationships/notesMaster" Target="/ppt/notesMasters/notesMaster1.xml" Id="R656599985a1a4d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e68905fe514587" /><Relationship Type="http://schemas.openxmlformats.org/officeDocument/2006/relationships/notesMaster" Target="/ppt/notesMasters/notesMaster1.xml" Id="R9e4f2c23f0ae427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1169ef517b4137" /><Relationship Type="http://schemas.openxmlformats.org/officeDocument/2006/relationships/notesMaster" Target="/ppt/notesMasters/notesMaster1.xml" Id="R53fbc9ac75884d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3:4.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3:4.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3:4..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30 ml..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8:12, which simplifies to 2:3.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30 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30 ml.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bfdc8badf49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d30f7c70c24691" /><Relationship Type="http://schemas.openxmlformats.org/officeDocument/2006/relationships/slideLayout" Target="/ppt/slideLayouts/slideLayout1.xml" Id="Ra8d5175454cc49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d5175454cc49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f10693b494bd0" /><Relationship Type="http://schemas.openxmlformats.org/officeDocument/2006/relationships/notesSlide" Target="/ppt/notesSlides/notesSlide1.xml" Id="Ra692d79104364e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2d5c0bb23460e" /><Relationship Type="http://schemas.openxmlformats.org/officeDocument/2006/relationships/notesSlide" Target="/ppt/notesSlides/notesSlide2.xml" Id="Rffe1415e60994c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1c6bb6a6da4a5c" /><Relationship Type="http://schemas.openxmlformats.org/officeDocument/2006/relationships/notesSlide" Target="/ppt/notesSlides/notesSlide3.xml" Id="R3e7c8fcd532d43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b44604dc84115" /><Relationship Type="http://schemas.openxmlformats.org/officeDocument/2006/relationships/notesSlide" Target="/ppt/notesSlides/notesSlide4.xml" Id="R4b60913aa01747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9b7e5649d4e91" /><Relationship Type="http://schemas.openxmlformats.org/officeDocument/2006/relationships/notesSlide" Target="/ppt/notesSlides/notesSlide5.xml" Id="R90fe66aaf4b84e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ce67e2d024089" /><Relationship Type="http://schemas.openxmlformats.org/officeDocument/2006/relationships/notesSlide" Target="/ppt/notesSlides/notesSlide6.xml" Id="R2153fcf353af41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63e1cb96141a0" /><Relationship Type="http://schemas.openxmlformats.org/officeDocument/2006/relationships/image" Target="/ppt/media/image.png" Id="Rd73b86f3a982417f" /><Relationship Type="http://schemas.openxmlformats.org/officeDocument/2006/relationships/notesSlide" Target="/ppt/notesSlides/notesSlide7.xml" Id="R3663b8490cbd49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21458484941d3" /><Relationship Type="http://schemas.openxmlformats.org/officeDocument/2006/relationships/notesSlide" Target="/ppt/notesSlides/notesSlide8.xml" Id="Rabc3a91b30e64e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e1e599b4d4cab" /><Relationship Type="http://schemas.openxmlformats.org/officeDocument/2006/relationships/notesSlide" Target="/ppt/notesSlides/notesSlide9.xml" Id="R9518b4403c1546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d4fcf56504f10" /><Relationship Type="http://schemas.openxmlformats.org/officeDocument/2006/relationships/notesSlide" Target="/ppt/notesSlides/notesSlide10.xml" Id="Rb79ccf46dba54a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01ba4cfd74e98" /><Relationship Type="http://schemas.openxmlformats.org/officeDocument/2006/relationships/notesSlide" Target="/ppt/notesSlides/notesSlide11.xml" Id="Rb7579379a9b04b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1ac29a1a843ed" /><Relationship Type="http://schemas.openxmlformats.org/officeDocument/2006/relationships/notesSlide" Target="/ppt/notesSlides/notesSlide12.xml" Id="R4ef9125bff9e41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0F815-A1DF-4216-8B48-8FEB5C2C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32F97-F4B7-45E0-AD8C-E3AC6981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CCA97-5EF1-4532-A0DD-26D7FC02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0C739-374F-4831-964A-B208800D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8F11A-91E5-4F8F-8E68-8AC82CBC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DAC55-1752-4A05-BA4C-ABE84AB7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5ECD9F-88F2-4424-8EB7-3F5042E0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CB0E1-56C3-418A-96E1-1DC9E816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ratios by scaling both parts.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C6BD9-9966-4DEB-9408-807EF629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019B7-9CDF-4E50-90DE-C2862C64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DCDB48-44C8-4FE0-9AD2-B1754A02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516299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D0EDFF-4600-45FD-A9CB-F062C1FA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243E3-04FB-49FA-8B96-72FB5242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D2724-254A-476F-AA91-B6B75A5F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ECBA4-5BA5-4EE1-8FBB-2A12FAE4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BF398-F51E-417E-A9DC-5678213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8FB8C-A40C-43B1-A298-D96CA66D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7C461-9728-44BA-AC43-3E7C0826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36692-57F1-4786-B99D-2EDEF758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19DC4C-30CE-45A9-A34D-30C75F69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CE363-F39E-4ECC-B5A6-0A0DF634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341AB5-2C57-492A-8782-E595138C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9AA5E-58DE-4D29-AA25-5DB00B9E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B3F46-EE18-4793-882C-DEA7DCB8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9F69CC-DA2C-4B85-890B-1AE9EA5D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600A7-E5A7-4721-AABC-BF8D1CE6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36A63-D2E3-42ED-AD98-DBDAB949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A28293-80A2-44E8-8EBD-241547D0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CD2CE0-AFA9-4C10-A429-78DE2FDD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46E3DE-AAF7-4C3B-99CC-ED6F3D94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2D5EA1-5077-49CA-8D0C-575E1EAD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6BE50-9D97-45BD-84DA-C20A600F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 the equivalent ratio 7:4 = 28:__.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418FA6-EAC9-4AA9-8A9F-0A34D185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441741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CFF9E-74F7-4317-B147-997BADAC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E0741-2425-4D60-9758-038329FC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2E340-0597-4BD3-8A63-FB00947A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224D1-E307-40DF-836A-7B84DD44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90316-4064-4FCF-9922-4AE7EA50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11B0D-59A8-40BB-B0F0-272C94F0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B3435-0BA8-46B9-9BD7-97AB62AE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D5263-9FA8-4E7C-86C8-D4FB31FF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9FE57-6AF5-4754-97B9-9C6BD28C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AFAC7-4870-4746-8919-DB8817C9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ratios by scaling both parts.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CF83A-A048-4EF2-821E-1B6919A4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90EBC-15F9-4815-B47B-84407E9B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176A1-7389-42EF-959B-51784BC2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6F059-8038-42D3-BD8F-5176E305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9349BD-AF3B-40A5-9EC6-AA7929AD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15656115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F2CD1E-083B-463E-9109-0ADF3309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D428C-8A2B-49D7-A3A8-0871171B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D98812-7150-41E4-8022-3A6C2A13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8770D-444E-4322-8907-81B1E16A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F190F-2270-4095-AC4D-75BFAB19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69ABC-C045-46FE-90F8-466E54F0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7528A-DA66-4723-A639-C2B2F2AB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A2CBE-94F5-4216-90CD-EEF1ADEB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D6548-9657-429F-9ACF-C2A84CD9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F89A0-F0A0-4BD7-88C0-D80F405C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9C146-DBA8-471C-A5FF-DD7BB243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3E533-1A96-4F80-8EBE-FE895523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86005-902F-4D6C-BF54-B587A384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which quantities the ratio compares and keep their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33062-47C4-49E8-9258-6C53EC47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80C45-5656-4E2D-A3A7-9F4EA684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5A6A3-284C-4471-8DEA-557CBC00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Scale both parts by the same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8D4C1-06AD-4084-84BA-4776BBFC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2D2C0A-9670-4BCE-A9C9-FDE6471E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7EDA5E-2FC1-491B-A9F5-149E0D16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475F9-C363-443E-BD5A-4A1E2B0D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BFDF5-3AA4-404E-80FF-24BCBFDC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A03CB9-A137-40B1-B972-03361F7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relationship using a table, bar or sentence.</a:t>
            </a:r>
          </a:p>
        </p:txBody>
      </p:sp>
    </p:spTree>
    <p:extLst>
      <p:ext uri="{BB962C8B-B14F-4D97-AF65-F5344CB8AC3E}">
        <p14:creationId xmlns:p14="http://schemas.microsoft.com/office/powerpoint/2010/main" val="19208950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12775-B787-47E9-B9FF-B26B96D7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35DF9-C368-49D3-A82B-657DC6EA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26F50E-B180-429F-9BE7-2686E9F9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4CC9E-7F55-406A-B22A-34980CBC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222D8-AE20-4B57-B55F-03102814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2AF874-0521-4BA3-9B7F-D9F5BFC3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4E8E-C770-4D86-9710-0A13AD5D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8A28-8AFE-4684-980C-1B74F501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0A475-A192-4985-B633-5DE24563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DBC21-199B-4343-8EED-20C180A6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A5B96-F96F-45B8-8A70-32FD94E8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1A786-69A6-4A7B-A972-D0A57541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04700-7FEE-4F73-8770-00C25BC9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253D39-4E64-4985-B938-7964F81D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36962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652AA-C12D-4963-86AC-6F7FEB2C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0D086-2827-4FCE-B1AF-A0C2919D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1A786-86FA-40CA-A215-4B124D61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E5E14-7F3A-4A81-A162-06DD1B85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EFB10-5AAC-43D5-98CD-2A5D3839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A1ECD-3ED8-4C60-861B-94213B8F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BCF6E-1FA9-42B9-96AF-FC013130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C73BD-509D-4B20-8D52-F1878D20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733E6-0FD4-450E-837C-14208EC8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04AA89-01CD-4073-9A30-EEAA814E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FBB2B4-ECE5-4F7A-BE2E-EBADCCA6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29562-CD96-49A9-A4BF-C575734C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5E711-55B7-4B0E-AC68-40A82251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0C83D-05C4-4CCC-AFF4-29771B8A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86A3B-8024-462C-97ED-3246249E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3:4.</a:t>
            </a:r>
          </a:p>
        </p:txBody>
      </p:sp>
    </p:spTree>
    <p:extLst>
      <p:ext uri="{BB962C8B-B14F-4D97-AF65-F5344CB8AC3E}">
        <p14:creationId xmlns:p14="http://schemas.microsoft.com/office/powerpoint/2010/main" val="3987077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D9EFFF-C5E0-4FD4-B2B1-16940813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0B228-8548-49EF-AB20-67FEF213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DE824-270D-4B2B-9ADD-DB89F84E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0FB01-31DC-4273-B80D-9808D8FC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9B20F-A688-4814-A111-1D2B3BD0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95955-8988-4FC8-BEFD-A5F491E3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790F5-75DA-46B9-9149-0D4FC54D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766C6-5179-479A-8648-4BE007D7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CDF9E-6377-4F15-9F4C-FB66423D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b86f3a982417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2F4C1-D62C-44CB-9427-C25F6F49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B4389-912D-404B-8573-256D7210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B2F84-F8F6-4CB5-BC67-55E31A7A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1A6DA6-6049-462C-837D-5850A642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F5BF8-7B5F-461F-AF71-013874AC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0359067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0BA0E-3C78-425F-B459-7F831CD7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F4B5F-1924-487F-AE7D-BED0D521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4C40-F7DD-4870-825C-3C301D79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54FFF-774A-4136-AD20-B3A1EADC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C56C1-EB12-45EF-8A59-0BC5CEDC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E6AEC-C372-4490-83F1-E79ED279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457B5-799B-46E4-8AEF-B1EE1061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72F71D-8443-4C68-AA91-3A52F0A0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299A0-D0B5-4F28-8F9A-3AC2D5B0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078C83-1237-4522-BE16-DE863BD5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DD893-B3D2-4BA1-A02C-BE2F11AE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E4455-E01E-4D6E-AF32-BB553B1F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A986B-D75D-4A63-96D4-A3ABE8F7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39500C-3A7D-4320-A193-9133723A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2E5A-47C1-49AA-8FDB-CDC2F73D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A1CB0-A6D2-4DB6-9666-4AD9BA31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0F79F6-5B88-4BB8-B8CD-09AB65D8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E5113-8321-48F7-8412-57CB27C8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0539F7-F6E5-4D7F-BFB7-1969B15A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52A620-B76C-4CF3-A4F6-330DC4FF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058CED-EDA1-4596-A114-F178DAF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3:4.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6A6B0D-12E4-4A1E-988D-5B1C3A36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010922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1017BB-6265-4754-BF54-D4243FA5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CA6A5-F670-4DA6-B8C2-3AFB86C3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9CC2C-9795-4C11-8D84-D3101765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86B0C-BDAB-4349-AC76-D575574C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4D546-95F2-49B9-AAA6-404645E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C253E-D00B-4EB2-9EBF-79E130F3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B18A4-4AD2-41A4-A27F-44073838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E360E-6130-444C-A1E4-3AEF8B79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4B52F-2836-4726-8CBE-79A1F05F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23700-E220-4488-800D-996E58EE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BDABFD-1F23-4583-BD61-B164EE8C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1EA71-6121-40C9-9818-A9028BF7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2CEBD-4FC4-4535-9554-C1E55767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C7ECF-BAA9-429E-AB6A-F011AB83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D4861-D930-4B6D-A423-F77D5A22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AC38A-8AF2-4B63-9CDA-768ACB9A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87E48-ACA9-4E24-B916-FD606E32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934C9-71D3-424D-ADC8-496826B8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7D84C7-B55E-4677-B48B-936CCB10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4220B2-99EE-437D-AF62-94DEDC12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EE834-A31A-46E4-A537-4C269FF4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203380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598BC-E38D-4335-B960-F69DA3C5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24AF3-C100-4D43-A00F-18836E28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4913C-0E1F-4EC0-8FE7-383A4F0C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5A52F-6378-4A6F-986B-C36F9AD8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B4501-4CA0-43D5-A1AB-8851825D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CBF95-7A61-462D-B69D-EF38EB95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13FE1-B652-4E6A-B9D4-C829EB77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E96DF-A9E1-403D-96E0-978CCAC3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A18FF-0EF2-41B5-89C5-BC457C05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F42C9-F43C-4034-9615-1BAB4FBF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There are 8 red and 12 blue counters. Write red to blue as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DCFBB-8663-4F96-A9A4-23966848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51F20-AE13-4B16-8A17-C4C586DC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90847-4121-49EA-9910-3F2F3A6E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8:12, which simplifies to 2:3.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84167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1818A-FBC6-40A8-920A-AB70EED6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ABFDE-A95E-499D-90C8-C40EEE52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E5971-A998-44BE-B0BC-D5B2EC94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5CAA0-64CD-4216-BF03-4538CAF0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6192C-8CF9-4F17-BB6F-DB6D10D5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F083BC-6B67-4D34-AD40-BDF9DF58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47891-96A2-41B1-925A-BDB2A999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5B2B4-33B3-4EAE-8D6B-7B0ACDF1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A9A5E-7B40-494D-A6C3-2F4CEC4F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949AE-529E-469E-8B30-92D94DBA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F08A59-7E9B-4D6F-B7A0-82E55025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1E0FD-75B1-4113-9846-857C8BE7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11670-C56E-4029-A077-EB02476A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EB8937-2B9E-486C-8916-1F339A6C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E2A3D3-4873-484C-82DF-4E89124B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7F486-FBD7-45A0-9641-E5A2BEE0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58B1A-1F1A-484A-97F2-4723F0DD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22F4F-72D0-42CA-A2E1-02DBE95B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844245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696820-9E5C-4E5C-8719-C796393D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28881-BD4D-469B-BB13-6230DE2D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AAB88-9491-4DD4-91F3-CD3F3042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BB8B8-3566-4FCA-B097-8CA719DE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6191D-9888-4911-BAEC-506F8A27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9BD1B-FBB5-4A2C-8DA0-9C3F919A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A901A-4E1A-464E-AAFC-E7F67A86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1941C9-90C0-436C-A61D-B2F970A3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74714-804B-47D5-AB19-33EB4FBF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68830-1987-4ECB-BFD7-75508E25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FB40E-51DE-46E9-8FAA-0D21D150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7ACB8-C9E5-43EA-8837-A276B7F8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E7755A-7E48-47EB-B354-81B12F69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64F3E-3272-4768-B675-8F9898FD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57808-28FF-46FB-9A91-F646D06D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B1206-8432-4851-B22C-A8A0DEE5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720E6-B72F-4B8B-A7E6-8AD92235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BB0085-A5B1-4984-A7A0-ED7C3C5F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3570E9-6D98-4E72-A3DC-6E25DF72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7EE1F3-0B72-4A5A-8488-41148F99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F65465-39C1-4907-B491-C3441A24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E8B2B7-BB22-459C-9648-08CD18A1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966752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2026-09-09T20:47:08.6200000Z</dcterms:created>
  <dcterms:modified xsi:type="dcterms:W3CDTF">2026-09-09T20:47:08.6200000Z</dcterms:modified>
</coreProperties>
</file>