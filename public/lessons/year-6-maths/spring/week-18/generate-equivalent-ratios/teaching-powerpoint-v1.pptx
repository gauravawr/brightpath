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Generate equivalent ratios.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 equivalent ratios.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40A6339E-BA5E-4786-AA32-9C67707BBD6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Generate equivalent ratios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4F5EAE4-ED60-4880-8CE2-372492F453A8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0D44CA4-3455-4A6E-B6EF-62C9E3B6635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2F411DE-3760-431F-8E9A-67EA9AF9B69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E7732B2-56B3-4AE5-81A8-805694A3BB5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B5C4B04-0B98-479E-9D3A-85886E929B60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generate equivalent ratios by scaling both parts.</a:t>
            </a:r>
          </a:p>
        </p:txBody>
      </p:sp>
    </p:spTree>
    <p:extLst>
      <p:ext uri="{BB962C8B-B14F-4D97-AF65-F5344CB8AC3E}">
        <p14:creationId xmlns:p14="http://schemas.microsoft.com/office/powerpoint/2010/main" val="163305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-1">
            <a:extLst>
              <a:ext uri="{FF2B5EF4-FFF2-40B4-BE49-F238E27FC236}">
                <a16:creationId xmlns:a16="http://schemas.microsoft.com/office/drawing/2014/main" id="{AD9E7471-78F7-475A-A31F-C0DACBE70F7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130A61F-0883-44D6-9FFF-695919FCAFD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7:4 = 28:?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06DBDE8-A317-4EE9-9579-91DF1AF5031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A812319-9C68-44A3-BAEA-5F42F69112F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A9C4BC9-D325-4C59-AE43-DF81E23BFC3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1BA04BA-92F2-4DB6-8D9E-CDEFB8C1DA33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373D6B2-A77F-4A96-9129-A634DFC7DDA4}"/>
              </a:ext>
            </a:extLst>
          </p:cNvPr>
          <p:cNvSpPr>
            <a:spLocks noGrp="1"/>
          </p:cNvSpPr>
          <p:nvPr/>
        </p:nvSpPr>
        <p:spPr>
          <a:xfrm>
            <a:off x="4218214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ED096E6-AA99-47AA-8931-2EB8EDCE4F14}"/>
              </a:ext>
            </a:extLst>
          </p:cNvPr>
          <p:cNvSpPr>
            <a:spLocks noGrp="1"/>
          </p:cNvSpPr>
          <p:nvPr/>
        </p:nvSpPr>
        <p:spPr>
          <a:xfrm>
            <a:off x="5578929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ED0D894-B975-48B3-9034-5230B977B577}"/>
              </a:ext>
            </a:extLst>
          </p:cNvPr>
          <p:cNvSpPr>
            <a:spLocks noGrp="1"/>
          </p:cNvSpPr>
          <p:nvPr/>
        </p:nvSpPr>
        <p:spPr>
          <a:xfrm>
            <a:off x="6939643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7DEA80F-CD51-4368-BAFC-A6165FFCBC56}"/>
              </a:ext>
            </a:extLst>
          </p:cNvPr>
          <p:cNvSpPr>
            <a:spLocks noGrp="1"/>
          </p:cNvSpPr>
          <p:nvPr/>
        </p:nvSpPr>
        <p:spPr>
          <a:xfrm>
            <a:off x="8300357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089A4A9-B7CF-4575-9352-85900E1868C4}"/>
              </a:ext>
            </a:extLst>
          </p:cNvPr>
          <p:cNvSpPr>
            <a:spLocks noGrp="1"/>
          </p:cNvSpPr>
          <p:nvPr/>
        </p:nvSpPr>
        <p:spPr>
          <a:xfrm>
            <a:off x="9661071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06DB209-F139-4867-8850-6F4EC436AF7F}"/>
              </a:ext>
            </a:extLst>
          </p:cNvPr>
          <p:cNvSpPr>
            <a:spLocks noGrp="1"/>
          </p:cNvSpPr>
          <p:nvPr/>
        </p:nvSpPr>
        <p:spPr>
          <a:xfrm>
            <a:off x="11021786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4C2B631-3917-4E86-9CD6-2EE232C49656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0A7DA7F-B5C5-4634-AE96-BB7CD5EFA107}"/>
              </a:ext>
            </a:extLst>
          </p:cNvPr>
          <p:cNvSpPr>
            <a:spLocks noGrp="1"/>
          </p:cNvSpPr>
          <p:nvPr/>
        </p:nvSpPr>
        <p:spPr>
          <a:xfrm>
            <a:off x="4218214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4ABCAB2-1A97-4ACE-BC88-2B73AFC0FF8A}"/>
              </a:ext>
            </a:extLst>
          </p:cNvPr>
          <p:cNvSpPr>
            <a:spLocks noGrp="1"/>
          </p:cNvSpPr>
          <p:nvPr/>
        </p:nvSpPr>
        <p:spPr>
          <a:xfrm>
            <a:off x="5578929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F44D252-698C-499E-A2C6-5758FB862FC3}"/>
              </a:ext>
            </a:extLst>
          </p:cNvPr>
          <p:cNvSpPr>
            <a:spLocks noGrp="1"/>
          </p:cNvSpPr>
          <p:nvPr/>
        </p:nvSpPr>
        <p:spPr>
          <a:xfrm>
            <a:off x="6939643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BE773D8-653E-4DC0-A0C7-464A5F654396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C13A429-C68E-4739-8E7A-0EDD4706DAFF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CC26F71-F102-48B6-9B19-DDA5D54992F2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 × 4 : 4 × 4 = 28:16</a:t>
            </a:r>
          </a:p>
        </p:txBody>
      </p:sp>
    </p:spTree>
    <p:extLst>
      <p:ext uri="{BB962C8B-B14F-4D97-AF65-F5344CB8AC3E}">
        <p14:creationId xmlns:p14="http://schemas.microsoft.com/office/powerpoint/2010/main" val="208152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-1">
            <a:extLst>
              <a:ext uri="{FF2B5EF4-FFF2-40B4-BE49-F238E27FC236}">
                <a16:creationId xmlns:a16="http://schemas.microsoft.com/office/drawing/2014/main" id="{DCB9C110-CD9A-4767-96DD-4CFAB00A9DA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21719F8-044B-40EA-BF93-BE6C3EC1A5A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DF70D3E-A617-4075-80BE-2B47DA52EA4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7:4 = 35:?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434916D-391C-4E27-A182-06E44752884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C790698-D2AF-4A31-92FE-26141508EE0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84500BA-5DFF-40FE-BA16-4912CE6518E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E89CEDA-FFE3-4BCD-9ECF-81FFCBA86A84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D75E244-0341-47E1-8259-99A5160EDC8F}"/>
              </a:ext>
            </a:extLst>
          </p:cNvPr>
          <p:cNvSpPr>
            <a:spLocks noGrp="1"/>
          </p:cNvSpPr>
          <p:nvPr/>
        </p:nvSpPr>
        <p:spPr>
          <a:xfrm>
            <a:off x="4218214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1132824-57DF-4A1C-8A73-A987CCA0656D}"/>
              </a:ext>
            </a:extLst>
          </p:cNvPr>
          <p:cNvSpPr>
            <a:spLocks noGrp="1"/>
          </p:cNvSpPr>
          <p:nvPr/>
        </p:nvSpPr>
        <p:spPr>
          <a:xfrm>
            <a:off x="5578929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D9FEBE0-DA90-4634-84B1-4F9885E509C9}"/>
              </a:ext>
            </a:extLst>
          </p:cNvPr>
          <p:cNvSpPr>
            <a:spLocks noGrp="1"/>
          </p:cNvSpPr>
          <p:nvPr/>
        </p:nvSpPr>
        <p:spPr>
          <a:xfrm>
            <a:off x="6939643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26C8410-02D0-4A23-9FDD-F5380486D3BA}"/>
              </a:ext>
            </a:extLst>
          </p:cNvPr>
          <p:cNvSpPr>
            <a:spLocks noGrp="1"/>
          </p:cNvSpPr>
          <p:nvPr/>
        </p:nvSpPr>
        <p:spPr>
          <a:xfrm>
            <a:off x="8300357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42A8403-E166-4A62-AF99-3A9C5DA97808}"/>
              </a:ext>
            </a:extLst>
          </p:cNvPr>
          <p:cNvSpPr>
            <a:spLocks noGrp="1"/>
          </p:cNvSpPr>
          <p:nvPr/>
        </p:nvSpPr>
        <p:spPr>
          <a:xfrm>
            <a:off x="9661071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AA88563-FE98-49C8-94A9-F995DF7E0E9D}"/>
              </a:ext>
            </a:extLst>
          </p:cNvPr>
          <p:cNvSpPr>
            <a:spLocks noGrp="1"/>
          </p:cNvSpPr>
          <p:nvPr/>
        </p:nvSpPr>
        <p:spPr>
          <a:xfrm>
            <a:off x="11021786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B6889C6-E4E7-4415-ACFD-5E40B82C3276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5FEF424-120F-4229-A4C4-8DF28937026D}"/>
              </a:ext>
            </a:extLst>
          </p:cNvPr>
          <p:cNvSpPr>
            <a:spLocks noGrp="1"/>
          </p:cNvSpPr>
          <p:nvPr/>
        </p:nvSpPr>
        <p:spPr>
          <a:xfrm>
            <a:off x="4218214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9830E0B-B10A-4112-9E9C-B60AF7851D67}"/>
              </a:ext>
            </a:extLst>
          </p:cNvPr>
          <p:cNvSpPr>
            <a:spLocks noGrp="1"/>
          </p:cNvSpPr>
          <p:nvPr/>
        </p:nvSpPr>
        <p:spPr>
          <a:xfrm>
            <a:off x="5578929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EAB577F-0DFC-4AB6-BBBE-9921E369292E}"/>
              </a:ext>
            </a:extLst>
          </p:cNvPr>
          <p:cNvSpPr>
            <a:spLocks noGrp="1"/>
          </p:cNvSpPr>
          <p:nvPr/>
        </p:nvSpPr>
        <p:spPr>
          <a:xfrm>
            <a:off x="6939643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428AF2B-028D-4FEC-B5E0-5D81DF874DFE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8C2F266-6EE6-4D57-8AFD-4E31C2EABC26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2970CF4-1C0B-46BC-B0EF-96DF672A6808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 × 5 : 4 × 5 = 35:20</a:t>
            </a:r>
          </a:p>
        </p:txBody>
      </p:sp>
    </p:spTree>
    <p:extLst>
      <p:ext uri="{BB962C8B-B14F-4D97-AF65-F5344CB8AC3E}">
        <p14:creationId xmlns:p14="http://schemas.microsoft.com/office/powerpoint/2010/main" val="60490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-1">
            <a:extLst>
              <a:ext uri="{FF2B5EF4-FFF2-40B4-BE49-F238E27FC236}">
                <a16:creationId xmlns:a16="http://schemas.microsoft.com/office/drawing/2014/main" id="{ABBC9119-3833-4161-B28A-957A4291721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AD17C7C-C45B-41F1-BC1F-321BB01F702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7:4 = 42:?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BE5325D-B239-4D34-89F2-9BB52DE3293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940FF9F-1EAA-4C0F-B7B8-BAAD552D403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9B68F43-CBE6-4429-A9E1-C7C348F5F88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43F6406-41F7-46B3-8649-6A7357233AEA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B525F6F-981E-42F6-9D5D-6C1AD51C3236}"/>
              </a:ext>
            </a:extLst>
          </p:cNvPr>
          <p:cNvSpPr>
            <a:spLocks noGrp="1"/>
          </p:cNvSpPr>
          <p:nvPr/>
        </p:nvSpPr>
        <p:spPr>
          <a:xfrm>
            <a:off x="4218214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632DECA-05B3-4CE5-8D5E-9989AABABDA6}"/>
              </a:ext>
            </a:extLst>
          </p:cNvPr>
          <p:cNvSpPr>
            <a:spLocks noGrp="1"/>
          </p:cNvSpPr>
          <p:nvPr/>
        </p:nvSpPr>
        <p:spPr>
          <a:xfrm>
            <a:off x="5578929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5AD7F85-FE73-4F62-8840-B1FAF058C10D}"/>
              </a:ext>
            </a:extLst>
          </p:cNvPr>
          <p:cNvSpPr>
            <a:spLocks noGrp="1"/>
          </p:cNvSpPr>
          <p:nvPr/>
        </p:nvSpPr>
        <p:spPr>
          <a:xfrm>
            <a:off x="6939643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52F66FB-87A4-4AC3-B546-BE0E550AB7AE}"/>
              </a:ext>
            </a:extLst>
          </p:cNvPr>
          <p:cNvSpPr>
            <a:spLocks noGrp="1"/>
          </p:cNvSpPr>
          <p:nvPr/>
        </p:nvSpPr>
        <p:spPr>
          <a:xfrm>
            <a:off x="8300357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E4889DE-472F-4AED-A8EC-3E58520EA236}"/>
              </a:ext>
            </a:extLst>
          </p:cNvPr>
          <p:cNvSpPr>
            <a:spLocks noGrp="1"/>
          </p:cNvSpPr>
          <p:nvPr/>
        </p:nvSpPr>
        <p:spPr>
          <a:xfrm>
            <a:off x="9661071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A27E3D0-1E68-4B17-8A92-7872826A2679}"/>
              </a:ext>
            </a:extLst>
          </p:cNvPr>
          <p:cNvSpPr>
            <a:spLocks noGrp="1"/>
          </p:cNvSpPr>
          <p:nvPr/>
        </p:nvSpPr>
        <p:spPr>
          <a:xfrm>
            <a:off x="11021786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CB1FB52-16B0-4843-87B7-FD7F1F94EEED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91E6FFF-6EC8-4EBF-9FBB-030A5711BD1F}"/>
              </a:ext>
            </a:extLst>
          </p:cNvPr>
          <p:cNvSpPr>
            <a:spLocks noGrp="1"/>
          </p:cNvSpPr>
          <p:nvPr/>
        </p:nvSpPr>
        <p:spPr>
          <a:xfrm>
            <a:off x="4218214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037FDB8-91FB-4D61-8271-2A07996C0BA0}"/>
              </a:ext>
            </a:extLst>
          </p:cNvPr>
          <p:cNvSpPr>
            <a:spLocks noGrp="1"/>
          </p:cNvSpPr>
          <p:nvPr/>
        </p:nvSpPr>
        <p:spPr>
          <a:xfrm>
            <a:off x="5578929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32802E6-F2AE-4D5A-9675-D1215812C381}"/>
              </a:ext>
            </a:extLst>
          </p:cNvPr>
          <p:cNvSpPr>
            <a:spLocks noGrp="1"/>
          </p:cNvSpPr>
          <p:nvPr/>
        </p:nvSpPr>
        <p:spPr>
          <a:xfrm>
            <a:off x="6939643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091730C-A207-4CB0-AE5E-4E05B0D4BED2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ABAFF3D-CCF4-4D6E-9097-2E749880DEC6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2A29044-05DD-4053-A420-C7230C652800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 × 6 : 4 × 6 = 42:24</a:t>
            </a:r>
          </a:p>
        </p:txBody>
      </p:sp>
    </p:spTree>
    <p:extLst>
      <p:ext uri="{BB962C8B-B14F-4D97-AF65-F5344CB8AC3E}">
        <p14:creationId xmlns:p14="http://schemas.microsoft.com/office/powerpoint/2010/main" val="128737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-1">
            <a:extLst>
              <a:ext uri="{FF2B5EF4-FFF2-40B4-BE49-F238E27FC236}">
                <a16:creationId xmlns:a16="http://schemas.microsoft.com/office/drawing/2014/main" id="{71BDE626-D5C1-4803-8988-EE8D0ADE1CC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5088C93-B612-45FC-8F5C-5FD0B921A63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76B65FE-4F21-444B-B0F5-C4DF6D35AE7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7:4 = 49:?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15B3A07-4B4A-45D3-A011-B7E7F868392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03098EF-6664-44B1-BEA2-AA52EA4CDAA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1C2E00E-60C5-4FE9-94AA-ACF8D2A87E5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35AA9DD-EE35-4B6C-93A1-85718367DB6C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CA68DC4-A78E-4069-87EB-2C5D1E2198D6}"/>
              </a:ext>
            </a:extLst>
          </p:cNvPr>
          <p:cNvSpPr>
            <a:spLocks noGrp="1"/>
          </p:cNvSpPr>
          <p:nvPr/>
        </p:nvSpPr>
        <p:spPr>
          <a:xfrm>
            <a:off x="4218214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5FEB8FA-2228-42A0-A125-6DB18C431522}"/>
              </a:ext>
            </a:extLst>
          </p:cNvPr>
          <p:cNvSpPr>
            <a:spLocks noGrp="1"/>
          </p:cNvSpPr>
          <p:nvPr/>
        </p:nvSpPr>
        <p:spPr>
          <a:xfrm>
            <a:off x="5578929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43B6829-813D-42AA-B78B-591E24D30135}"/>
              </a:ext>
            </a:extLst>
          </p:cNvPr>
          <p:cNvSpPr>
            <a:spLocks noGrp="1"/>
          </p:cNvSpPr>
          <p:nvPr/>
        </p:nvSpPr>
        <p:spPr>
          <a:xfrm>
            <a:off x="6939643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2520CB8-1EBD-4137-8D14-63F087575EA7}"/>
              </a:ext>
            </a:extLst>
          </p:cNvPr>
          <p:cNvSpPr>
            <a:spLocks noGrp="1"/>
          </p:cNvSpPr>
          <p:nvPr/>
        </p:nvSpPr>
        <p:spPr>
          <a:xfrm>
            <a:off x="8300357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02379F2-C3DC-4C4C-AEF0-E8E0B7C18EFC}"/>
              </a:ext>
            </a:extLst>
          </p:cNvPr>
          <p:cNvSpPr>
            <a:spLocks noGrp="1"/>
          </p:cNvSpPr>
          <p:nvPr/>
        </p:nvSpPr>
        <p:spPr>
          <a:xfrm>
            <a:off x="9661071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7B74CEF-6C08-4F5B-88F7-E9F48048A565}"/>
              </a:ext>
            </a:extLst>
          </p:cNvPr>
          <p:cNvSpPr>
            <a:spLocks noGrp="1"/>
          </p:cNvSpPr>
          <p:nvPr/>
        </p:nvSpPr>
        <p:spPr>
          <a:xfrm>
            <a:off x="11021786" y="3155156"/>
            <a:ext cx="1360714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577E5DB-044C-4DA1-9E63-ACB5050E3AD1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ED300B4-B0D2-454B-9CBB-557BA9B8EDBB}"/>
              </a:ext>
            </a:extLst>
          </p:cNvPr>
          <p:cNvSpPr>
            <a:spLocks noGrp="1"/>
          </p:cNvSpPr>
          <p:nvPr/>
        </p:nvSpPr>
        <p:spPr>
          <a:xfrm>
            <a:off x="4218214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16A5E75-6645-4AE4-9D7A-9AFCFD489EE0}"/>
              </a:ext>
            </a:extLst>
          </p:cNvPr>
          <p:cNvSpPr>
            <a:spLocks noGrp="1"/>
          </p:cNvSpPr>
          <p:nvPr/>
        </p:nvSpPr>
        <p:spPr>
          <a:xfrm>
            <a:off x="5578929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9FFF5C7-D96D-41D1-81A7-2FBAEA829CF1}"/>
              </a:ext>
            </a:extLst>
          </p:cNvPr>
          <p:cNvSpPr>
            <a:spLocks noGrp="1"/>
          </p:cNvSpPr>
          <p:nvPr/>
        </p:nvSpPr>
        <p:spPr>
          <a:xfrm>
            <a:off x="6939643" y="4524375"/>
            <a:ext cx="1360714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E34810B-7375-49A4-A897-D151BF73FCBA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FE6C78E-FFB4-4338-8B76-167CA5053768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45EADBC-2790-45B4-B38D-C0D94911B637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 × 7 : 4 × 7 = 49:28</a:t>
            </a:r>
          </a:p>
        </p:txBody>
      </p:sp>
    </p:spTree>
    <p:extLst>
      <p:ext uri="{BB962C8B-B14F-4D97-AF65-F5344CB8AC3E}">
        <p14:creationId xmlns:p14="http://schemas.microsoft.com/office/powerpoint/2010/main" val="192947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152DC4E8-F8DF-45FD-BDA8-32C28D94305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7F9A734-EA00-4F6B-BCD7-477E5783733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54EFD4E-6256-4C09-9407-9E8D75DB58D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0605B29-F850-4A81-8270-31A7A41D533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94E4E46-1F47-4233-A24B-CAFCF6247C8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2D1D218-F80D-440C-84B5-D10DCF7386E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E5001C4-2D1B-45A0-AB5F-59D5AE2805D2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564D87C-765C-44E5-BD9A-A0A0E6CBCDA4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Complete the equivalent ratio 7:4 = 28:__.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628EE27-35DE-4541-B59A-DD5B9D97D45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7EF4D32-BEC5-4604-9806-F2C885896E27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36:48.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FC21188-7DE6-4C27-AD23-8B2915931B86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539B35C-1735-42BD-8403-8D2E794264D8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Paint is mixed red to white in the ratio 3:5. How much white is needed with 18 ml red?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E275F11-FE42-4306-BA99-68238A27DAB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19A936C-1171-4913-8516-8052ABD5F3AE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Complete the equivalent ratio 7:4 = 28:__.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2D841EE-2489-488B-8CB5-85331C1C0295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817AA35-973F-4EE9-B27D-C53F47BBC10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Simplify 36:48.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824C8BD-3A60-4918-A04A-E4136EF38F73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A4D4663D-7A81-436E-8864-9A9515D71BE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Paint is mixed red to white in the ratio 3:5. How much white is needed with 18 ml red?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7D8C1F0-D320-4EEE-A55A-E9807B50E0BD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C1865DF-184D-4B3A-A644-C161B60CDD90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There are 8 red and 12 blue counters. Write red to blue as a ratio.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5850EC4-12D0-4885-8C82-606F26FE287A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F88D18D-49E0-4824-9C04-F15976B633C0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adds the same number to both parts to make an equivalent ratio.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5AAD850-B4FE-4B1F-8B5A-2E16FEE987F5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F750DC5-B2AD-4B76-8B38-8663839A74FF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D1699D0-8476-4E79-AE65-DEA68A6CE3B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A00C40C-3E16-4B67-B8E3-11CDEE92D34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Paint is mixed red to white in the ratio 3:5. How much white is needed with 18 ml red?</a:t>
            </a:r>
          </a:p>
        </p:txBody>
      </p:sp>
    </p:spTree>
    <p:extLst>
      <p:ext uri="{BB962C8B-B14F-4D97-AF65-F5344CB8AC3E}">
        <p14:creationId xmlns:p14="http://schemas.microsoft.com/office/powerpoint/2010/main" val="49301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7B313CC3-56A6-4E1E-B885-78C5B69447F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7C3DD1F-C828-4DFC-BC42-A6BED949C30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22FB74A-C551-449A-8861-BF91AE2B828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E2D039E-FEA2-45F6-A260-16754974132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Generate equivalent ratios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6FE460A-DD4B-4AC4-B057-293FA589BB4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F9887D5-9A15-4194-8084-CC929458426D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3E97907-7942-4314-8B39-CA9A33250B7E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16.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9D8BD38-D729-42E8-85B9-153A0BAFC211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18ACD06-3C59-4EE8-8447-603382C09D70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3:4.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2AC6E66-C346-45A2-8D3F-C3341E1F4AB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5FE3BEC-01D6-422C-8A2A-7CDEC7F077E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30 ml.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398DE02-04BD-4E02-97A4-9D8B1FEB2D66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13F3B2C-9CA4-402F-8675-1B7575146EBB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16.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FCE4FD0-9604-4C9D-9592-1A0FB312ED24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0AE9EE5-03DD-497F-9DEB-604EC8C78EB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3:4.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C69039A-57A4-475D-BFCA-6AA60916DACE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2ECBFBE-F0D7-4BC8-91AA-0076619BCCA2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30 ml.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8D909A6-9C4E-4097-9C06-D039F17B4E30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AA04406-34D2-4581-A9BD-A0BA3E0F36F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8:12, which simplifies to 2:3.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DA95A6D-C508-47E3-A0DE-7EB9C99AE9D0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A71AD60-EEB1-4484-8358-F0672A76434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Equivalent ratios come from multiplying or dividing both parts by the same factor.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02D9D0A-04A8-4B03-B288-17ED8D5203D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540E7CAE-65D4-4451-BCE8-E0E544CA1454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367A259-99D7-4236-9649-8B9AA2404409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F4625D0-96EB-459A-9D9D-9E02ED4AA947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2653718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Office PowerPoint</Application>
  <DocSecurity>0</DocSecurity>
  <PresentationFormat>Custom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2026-09-14T13:14:31Z</dcterms:created>
  <dcterms:modified xsi:type="dcterms:W3CDTF">2026-09-14T13:16:39Z</dcterms:modified>
</cp:coreProperties>
</file>