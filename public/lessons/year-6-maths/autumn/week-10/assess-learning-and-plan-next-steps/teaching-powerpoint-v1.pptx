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HCF 24; result 60. | Retrieve the relevant fact or method before answering. | A useful next step names the exact concept, example and support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Complete: 7,305,019 rounded to 100,000; 2,407 x 38; 7,488 / 26. Answer: 7,300,000; 91,466; 288.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HCF 24; result 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 useful next step names the exact concept, example and support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HCF 24; result 60..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2,325 items..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vary. The question must target a specific objective and explain the likely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2,325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2,325 items. | A useful next step names the exact concept, example and support required.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E679631-5D26-4449-800A-6D7DAC016B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215F78-3C5A-4979-A3B8-58398C5981D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48E5B8-FCF1-4ECA-ACF3-08A84146F84A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C5DDB-86E5-4A44-968E-BD59C2798201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1B2AF9-0F7E-42E2-8204-E41CE78E1AC3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F45BAAA-20E4-4A42-AA37-65582100C399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447680-05D1-4140-987E-E6AB93BC7306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9FAE3A-BF0D-43A8-B382-BDA22E9D9A38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343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demonstrate autumn learning and identify a precise next step.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9CA4-9A64-4978-932A-33CCB98B1E68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38AD7-6232-4776-AD11-C8940CF63F6E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E9D47F-8673-46D4-9D4C-05EFE60F2FBD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6305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3683F08-6F70-4262-BD55-6F115B2F7D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02715D-CEE6-4D00-95E9-A151B0AFD32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FB5588D-3894-4687-B84D-3B2297E45E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F52B4F-D748-4BE5-AC1F-54FCFF1F142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38720D-70CE-4071-8680-EE48D92FBCD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F57081-4356-4397-989F-DF6264CE681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2DA5FE-DF5F-4B15-AE03-A48B7E18F63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75F4B5-77CF-44CD-8B04-B9CBDA00924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42BEFE-2E8A-40BE-9E53-8E25D74E493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5136B8E-62A0-4142-80D1-A52A6DB9190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531928F-DBBE-4035-B4D3-B987DCD38C8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8A8E51-16A4-4F8C-8671-D671DEDB4B2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B4974E-8F63-43C2-9DF2-1247FAD67B9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1FF25A0-5F52-4289-8572-F0E25DA8D4A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C955B0E-8A78-48CD-A64D-82FB761310C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0DFAB7-2512-4203-AEC1-22EE01C49B5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795DB2-044A-4748-931C-943D5E0FC6B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72 and 120, then calculate 18 + 6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871F042-EE61-47BA-94C6-5E293D4C979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CBFA62C-9EE4-4A07-8070-15D576DDE8C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35D43B-0D7B-436B-A9EA-E3B1DC2D024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21CD47-94C3-4172-9640-ACE2ABB420F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Complete: 7,305,019 rounded to 100,000; 2,407 x 38; 7,488 / 26.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D058D2-27AB-4794-9D66-6BF7AAD5114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762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79A783D-CF36-4B24-A035-6F57796C4D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58C3DA-FC53-425B-AF70-2EA27B1EF14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5576AB2-832D-4276-A642-E43FE381E0F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8D1940-18FA-4313-B127-4B9C384F19D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992B84-4F7E-44AA-BD17-19EB3AF9347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5FF85E-D4CD-44B1-8CEE-F212757DB6F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B838EC-7C73-49CB-96E8-8377CC4DD76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F2D8B2-2D0B-429F-AD06-5299F8435DC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B87DE4-54E4-4C5F-96AB-AE6EF6419CE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41E468-F99D-40E3-AC19-32F7E0713A91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demonstrate autumn learning and identify a precise next step.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A23846-FB4B-4FC0-B2DB-FFFEC0FD0CC3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7B2B85-5793-4C46-A85D-07C905548FC1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C4E195-330A-4881-91A3-2646E67F57C6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BB58B5-D338-43FC-AFCB-91B298DD0EB0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C5E2C7-6AA5-4188-9392-876346C251D3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526231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6AD275A-BA21-45F1-A7AE-9237987BB0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D742C0-1F6C-4360-8346-BC1AF54E615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C23049-5365-4697-9C25-D16D454F4D9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C49E45-F068-4CC1-AA1F-CCB3B7D6243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D4A766-D837-4FD5-BA40-87152CE9A0B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D43096-E590-4425-991B-43676FF17CE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CAC310-4FFF-4F5F-A33A-F2F7CB25C29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4954AF-92A8-483E-AED8-B7B473C9BFB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C63911-6C0A-497D-9631-D27579F271C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6A6BA9-E15D-45FD-8ACE-935EFB7B46F1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7,305,019 rounded to 100,000; 2,407 x 38; 7,488 / 26.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EB9162-44FB-4E14-844B-921D0C435CC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797C250-2213-4385-901F-4717988B8126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6458E8-1455-4A6B-BD2E-4328BD238BFF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018906-51E7-46CC-BEDC-A08EA5865415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the relevant fact or method before answering.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AB738C-ADDE-49B5-BCF3-A19F1F84B248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708867F-EF33-4B36-AA1B-C84D1802780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75543F-F331-45F1-AAE3-064FF63CD98E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FB501C-4628-4EF6-9E8A-09A0863C39C7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a clear calculation or representation and explain the decision.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4DB6BB2-D42A-424B-86FC-43A295516CA8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C7350B7-5AD5-4945-A98B-4B4E8DF26A8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FB1E4B-CE24-4044-BC3F-72F48977D131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6225387-44C2-4D11-8F9B-1D39DA4FA0E5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result, identify any misconception and record the next step.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2173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79F02CA-69CF-47D7-BEC0-FB6CF8ACF3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84C26B-181A-417A-8CF6-3E0204E6D6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99C8B8C-D71C-4635-95B8-EB9EEFAA990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3B03AF-83A8-4B7E-9092-B7A8F9D1400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7A41AD-36E3-43DB-9723-FAB04564A03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20D8E3-A6E5-4BD2-82E2-17C4BC88E48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2B37FD-F607-4D32-8DBF-EB70AA6F32D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D349B-9398-474F-A7FA-D036FB60EA7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A69647-37A8-44E8-8503-AF533E0D407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1C1262-AC4D-4538-BAE4-D9E76DFE2C40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2BA9E0-A543-47E1-A96B-999417B72734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7,300,000; 91,466; 288.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6B3B51-2BA1-4877-8E2E-6D34C18B7D29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723B69-828C-4A19-A06B-C2F90283EE82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8EDA8F-7B50-4837-AEDA-9382F2C8E6F4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5194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C8BE829-C8C8-4A1E-8341-1AFD1C556F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18745B-CFD4-434E-9345-52FA94F083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F01A39-5B31-4961-A0EE-01557CAE511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E0F1EE-0F48-4DCA-939E-4E0F5641AEA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439611-BFAA-4F92-A5D0-9F1AA718272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779309-538C-48C5-AECC-756C6428EC2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EBE637-5BCC-47F6-82E4-93DB2E73F71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1A2E6B-101B-4988-855A-959AFFCFDB3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1599C7-C30D-4C48-A1A9-3E63B1B7DFA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FCE021-FFBB-45E4-A464-09D02020DED1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72 and 120, then calculate 18 + 6 x 7.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4231B4-0B43-4376-A773-C9201CAC97ED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BD6011-3F34-494E-9EB7-C9FBF04A9435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17351F-C217-4AC9-BC26-8417CD0E05B8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486177-A4B3-4461-82E9-B4B7FF188EE9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9EFB8-F291-4613-A3DB-0C91428C6BE1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HCF 24; result 60.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64974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B5F85EE-59E1-4D56-AC3F-3689C6ACE5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4E9567-A610-4674-AFA7-32E090F58A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EF0929F-807B-4731-8814-5183C71A11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551CF2-6A4E-4C79-9525-21F4F781E99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B6D1A8-277B-4A45-8158-B2C248C8B6F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D7DEB5-6AD8-45DA-857A-D3CE059F216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4ADA32-0BB6-418F-A9D3-DFD02BE735F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C51514-2623-4DAC-97A4-DA7E79450AD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46C668-A9AD-427B-A2D5-EA92CA902DD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1073E74-2D2A-4613-804D-3563AFC5CB48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68833B-27BD-4DCC-BA30-23D9F146CA91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writes 'more practice' as a next step without naming the knowledge needed.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17C70A-CE4C-4B07-AB36-E8B081A0C7E5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4B5330-4AD6-4AA0-8F3D-9BE4DAFA0B63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EF75FD-5DF7-43B2-860B-2408207C138F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useful next step names the exact concept, example and support required.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45079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8ADF81C-4AEE-4CE7-9E0B-DDD4129DA8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E3831C-E20B-49DD-93B8-1AFE4342252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2ECC378-1EDC-4E80-A6AD-34F1D778BE8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74621D-0469-4EF9-AF63-732DF8CCB0F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D8FFF4-E11E-4464-8C1F-69DD6615DFC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99FA21-795E-4A27-A173-2E2D9A3EAC1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EA2355-2EBC-42FC-A34F-B1E108B3089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1A67FE-1D1B-457D-BE2A-BDDC61D5C3F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E04EE9-42C1-404D-9C25-308A433D281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A3AAB2B-4521-42DE-9902-CF5F67700C4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ABBB8C5-1232-440B-BD31-7CE5106817B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BECCB2-3338-4939-A70E-0B779D7B244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6E9CEE-A994-4F28-9D64-F1EECF93422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72 and 120, then calculate 18 + 6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C4B132F-3B31-49EA-9AFA-CF0C75F5910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CBD99F7-E3CF-4047-BFCB-61FE864D03E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6823E3-436A-41DF-93FD-B9306E3F444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87C16DF-D009-4285-83E5-7456C1C3A02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4AD0252-8C81-45B8-A729-B97CF714C36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F8BB26E-CDB4-4B48-9F18-332FCA0C123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F2F44B-6BFF-4ACD-A742-3473AF2C14B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4882C2-988B-4CD0-B6CB-106574E11DD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HCF 24; result 60.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965E689-C368-4C03-9915-19857EAB857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18232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0EB740DA-D348-4FC8-B5F0-3FA0809F2B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8D38EF-40E9-4408-BEF9-FC91302A6A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AE0D11C-E0BD-40B5-A386-0140540B762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44F38-BA3B-438E-B9BE-06CA369B573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85DA8D-3347-4668-9CBA-8D765E17505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732792-295A-40E0-AAD2-3B8B6F322D1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87039C-125E-4414-A36A-00656534FEF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BC5D5E-5D10-4849-BB90-88835A374F0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C312E7-276E-4EAD-BB29-42B442E0272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D5FF0A9-AA2F-4038-BDC1-4C8B496115A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4F2420F-6B2C-4B2F-AF80-1F8E7EB1D92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E49557-3E29-42AE-9988-D185C9B6BAA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670D21-E1A3-4CA0-AC88-7C9D0649EC5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Solve: 25 boxes hold 144 items each. 1,275 items are used. How many remain?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DCC834E-079A-4316-9016-23502BC3838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23EA43F-C2E3-4387-93F2-64A0242069D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E8F791-CF9E-4AB0-8B18-DC8E002311F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3FC637-3B18-4B75-BD8E-20248CFF886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7EC2D76-50DC-4C61-ADA0-BC6E46C744A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890145D-6706-47E7-B1D2-310351C5F37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0CF1FCB-7D32-4160-A837-1DB69C74943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2AE7D66-3167-4569-AE39-09B1B30EDBC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6930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2A48519-5870-487D-9D89-9C4A6C89A3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75D258-E847-498E-808A-9F0C89566E2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AFA1F2B-180A-4BFD-A3E9-445662A61F6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DB0081-0E63-4544-A064-8BEF4C5327F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1CA106-33F6-4EF6-A8F2-052177CFDBC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65D1A9-8539-4D28-BE53-582BA9D9BC5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3B7DE3-DC6D-43BF-A242-F20F0415F96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8AF72A-C907-4A6B-A414-12265A9E006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B497C0-D504-48E0-8EAE-573F301A081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53F4F2-D8A7-404E-BA82-6B960690C8F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one autumn objective and create a diagnostic question that would reveal a common misconception.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4EC532-DF3E-4CC3-816B-ACFB7DBCEF6B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17344-D751-4B23-B45B-DAD493B17C34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BD080F-CF94-4BAA-AB59-622332F51C4F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question must target a specific objective and explain the likely error.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223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B102DC0-11D0-4D32-AEAE-9649B61E80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FCE9CC-317D-48F6-A813-75C08B1D2CC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9CF25E-3DF7-4423-A1A1-C92B385DCE7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7DBDE5-0F9E-4EAC-8F29-2B7C4320934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8E543F-03D4-45FB-A135-ADF52E40DB9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AAEC90-3CDC-4E7C-AC5A-B7397C9224E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C1FE34-3939-4BE4-9E7D-896284181F7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C8925F-E7B3-496A-89C9-B8A5C8A3E75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31C5D-5CE2-46A1-9A74-1C25174E30B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DC7FE6-F620-431C-9608-DE8DBAA75753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CE2FD1F-C2A1-4AAE-B4F3-BF8199AFCA55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0D9128-7182-4E78-B2CA-E08AF5FDE98D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Solve: 25 boxes hold 144 items each. 1,275 items are used. How many remain?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A77617-B7DF-4BE6-9C9B-6B18C49ED167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3E62A8-B81D-49F0-AB28-5B7EA022A925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99E5109-CAC8-4CAA-BFB1-CC2589FE3F2B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D5E27C-9379-4103-8979-D76671927598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2,325 items.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2CF69-6FE0-4F30-B8E1-AABB980B211B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C6A854-747F-47BA-BD17-83BCAAAE008D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541662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4DA50E2-79F1-416B-9E96-297733F3A9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532737-D2DF-4557-B287-9179EF91FE7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0392B05-F0ED-496F-8658-6DE9B2374E0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4DE532-0F7D-4D67-A68B-333776BD994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E0029A-5E89-49A0-B18B-C3FF31FB8D4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14048B-2F44-4695-A81F-536AA2F082F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A42509-6D39-48B0-ADFB-ADF397C6AED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4E18FF-3BC9-4683-B9F0-B9CAAA83E7F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092CC2-A17F-427E-96B5-3B877657618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46C3F3E-2FDA-4EE1-ABD4-221550C1BAA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67BEA67-AEAD-4D05-9190-E8BEF3E783A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D58FAA-6DEF-4982-B81B-0B8B76D6BAC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B293BA-4C0B-4BD6-89B3-37566440CE9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Solve: 25 boxes hold 144 items each. 1,275 items are used. How many remain?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ACA9F4A-923A-45FD-BD9A-9D63BDF7C07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1DE13E8-EEE2-496D-AE02-CFD22EC242B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CB61ED-00BE-45EC-B261-D5FF4DC5CC1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47D8F4-9769-439E-8FF8-B3448F982B4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writes 'more practice' as a next step without naming the knowledge needed.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AFBE2CF-DD5A-47F9-99D1-F0AC7DC3166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3779D7E-4F97-4415-9EA8-BD6B04B470E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B5FB494-ABDB-4438-B9CE-958CB864F9E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E6058B0-13C3-4DDF-A759-35836B62770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BF8C4E8-23E5-4129-8A6B-36D0659E6E5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45418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1277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2026-09-09T10:57:52Z</dcterms:created>
  <dcterms:modified xsi:type="dcterms:W3CDTF">2026-09-09T11:01:17Z</dcterms:modified>
</cp:coreProperties>
</file>