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00554048644f39" /><Relationship Type="http://schemas.openxmlformats.org/officeDocument/2006/relationships/extended-properties" Target="/docProps/app.xml" Id="R47e2d713a7ab4b12" /><Relationship Type="http://schemas.openxmlformats.org/officeDocument/2006/relationships/officeDocument" Target="/ppt/presentation.xml" Id="Rad353677a6cf43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4d6fc7381a4ff0"/>
  </p:sldMasterIdLst>
  <p:notesMasterIdLst>
    <p:notesMasterId xmlns:r="http://schemas.openxmlformats.org/officeDocument/2006/relationships" r:id="Re131cf2d3df4404d"/>
  </p:notesMasterIdLst>
  <p:sldIdLst>
    <p:sldId xmlns:r="http://schemas.openxmlformats.org/officeDocument/2006/relationships" id="256" r:id="R28a2fb0f5d08428f"/>
    <p:sldId xmlns:r="http://schemas.openxmlformats.org/officeDocument/2006/relationships" id="257" r:id="R79d25de09c64460f"/>
    <p:sldId xmlns:r="http://schemas.openxmlformats.org/officeDocument/2006/relationships" id="258" r:id="R93569bbddefd477d"/>
    <p:sldId xmlns:r="http://schemas.openxmlformats.org/officeDocument/2006/relationships" id="259" r:id="R0fad1f0960d34ff8"/>
    <p:sldId xmlns:r="http://schemas.openxmlformats.org/officeDocument/2006/relationships" id="260" r:id="Rcac1e028f62b47cb"/>
    <p:sldId xmlns:r="http://schemas.openxmlformats.org/officeDocument/2006/relationships" id="261" r:id="Re4a42acf3f4449dd"/>
    <p:sldId xmlns:r="http://schemas.openxmlformats.org/officeDocument/2006/relationships" id="262" r:id="R3f6032a730254c9e"/>
    <p:sldId xmlns:r="http://schemas.openxmlformats.org/officeDocument/2006/relationships" id="263" r:id="R83fdb431b09c46e2"/>
    <p:sldId xmlns:r="http://schemas.openxmlformats.org/officeDocument/2006/relationships" id="264" r:id="R352cba491a99461b"/>
    <p:sldId xmlns:r="http://schemas.openxmlformats.org/officeDocument/2006/relationships" id="265" r:id="Rfd36674c4b6f4d91"/>
    <p:sldId xmlns:r="http://schemas.openxmlformats.org/officeDocument/2006/relationships" id="266" r:id="R0b8f4640c1604272"/>
    <p:sldId xmlns:r="http://schemas.openxmlformats.org/officeDocument/2006/relationships" id="267" r:id="R3b9da9e433664a1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ba18d3711a45f7" /><Relationship Type="http://schemas.openxmlformats.org/officeDocument/2006/relationships/slideMaster" Target="/ppt/slideMasters/slideMaster1.xml" Id="R834d6fc7381a4ff0" /><Relationship Type="http://schemas.openxmlformats.org/officeDocument/2006/relationships/notesMaster" Target="/ppt/notesMasters/notesMaster1.xml" Id="Re131cf2d3df4404d" /><Relationship Type="http://schemas.openxmlformats.org/officeDocument/2006/relationships/presProps" Target="/ppt/presProps.xml" Id="Rf990e57437eb4bac" /><Relationship Type="http://schemas.openxmlformats.org/officeDocument/2006/relationships/tableStyles" Target="/ppt/tableStyles.xml" Id="R018fadbe1490460c" /><Relationship Type="http://schemas.openxmlformats.org/officeDocument/2006/relationships/slide" Target="/ppt/slides/slide1.xml" Id="R28a2fb0f5d08428f" /><Relationship Type="http://schemas.openxmlformats.org/officeDocument/2006/relationships/slide" Target="/ppt/slides/slide2.xml" Id="R79d25de09c64460f" /><Relationship Type="http://schemas.openxmlformats.org/officeDocument/2006/relationships/slide" Target="/ppt/slides/slide3.xml" Id="R93569bbddefd477d" /><Relationship Type="http://schemas.openxmlformats.org/officeDocument/2006/relationships/slide" Target="/ppt/slides/slide4.xml" Id="R0fad1f0960d34ff8" /><Relationship Type="http://schemas.openxmlformats.org/officeDocument/2006/relationships/slide" Target="/ppt/slides/slide5.xml" Id="Rcac1e028f62b47cb" /><Relationship Type="http://schemas.openxmlformats.org/officeDocument/2006/relationships/slide" Target="/ppt/slides/slide6.xml" Id="Re4a42acf3f4449dd" /><Relationship Type="http://schemas.openxmlformats.org/officeDocument/2006/relationships/slide" Target="/ppt/slides/slide7.xml" Id="R3f6032a730254c9e" /><Relationship Type="http://schemas.openxmlformats.org/officeDocument/2006/relationships/slide" Target="/ppt/slides/slide8.xml" Id="R83fdb431b09c46e2" /><Relationship Type="http://schemas.openxmlformats.org/officeDocument/2006/relationships/slide" Target="/ppt/slides/slide9.xml" Id="R352cba491a99461b" /><Relationship Type="http://schemas.openxmlformats.org/officeDocument/2006/relationships/slide" Target="/ppt/slides/slide10.xml" Id="Rfd36674c4b6f4d91" /><Relationship Type="http://schemas.openxmlformats.org/officeDocument/2006/relationships/slide" Target="/ppt/slides/slide11.xml" Id="R0b8f4640c1604272" /><Relationship Type="http://schemas.openxmlformats.org/officeDocument/2006/relationships/slide" Target="/ppt/slides/slide12.xml" Id="R3b9da9e433664a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fc5e4246f3746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c53bc6a5fdf474b" /><Relationship Type="http://schemas.openxmlformats.org/officeDocument/2006/relationships/notesMaster" Target="/ppt/notesMasters/notesMaster1.xml" Id="Rc219dec82b3f4b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b1aebe799c4a4b" /><Relationship Type="http://schemas.openxmlformats.org/officeDocument/2006/relationships/notesMaster" Target="/ppt/notesMasters/notesMaster1.xml" Id="R30d2b9e2a4354c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b87623d48c494d" /><Relationship Type="http://schemas.openxmlformats.org/officeDocument/2006/relationships/notesMaster" Target="/ppt/notesMasters/notesMaster1.xml" Id="Rb89a4c17481b472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74d76f5bd154ee5" /><Relationship Type="http://schemas.openxmlformats.org/officeDocument/2006/relationships/notesMaster" Target="/ppt/notesMasters/notesMaster1.xml" Id="R2ef06c3608b444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982747570b436e" /><Relationship Type="http://schemas.openxmlformats.org/officeDocument/2006/relationships/notesMaster" Target="/ppt/notesMasters/notesMaster1.xml" Id="Rf844d7784f2c4c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500874c7e04307" /><Relationship Type="http://schemas.openxmlformats.org/officeDocument/2006/relationships/notesMaster" Target="/ppt/notesMasters/notesMaster1.xml" Id="Rc4216e7e4eec4f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6597f3b1ab448a" /><Relationship Type="http://schemas.openxmlformats.org/officeDocument/2006/relationships/notesMaster" Target="/ppt/notesMasters/notesMaster1.xml" Id="R229ebcd42d1046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2c98159288645c7" /><Relationship Type="http://schemas.openxmlformats.org/officeDocument/2006/relationships/notesMaster" Target="/ppt/notesMasters/notesMaster1.xml" Id="R7fa0e8eeeea943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acfb281b3654cbb" /><Relationship Type="http://schemas.openxmlformats.org/officeDocument/2006/relationships/notesMaster" Target="/ppt/notesMasters/notesMaster1.xml" Id="R192c20233d3745b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4dab7c67fb04968" /><Relationship Type="http://schemas.openxmlformats.org/officeDocument/2006/relationships/notesMaster" Target="/ppt/notesMasters/notesMaster1.xml" Id="Rb30abcd91f2f43e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e7fb1a8d6e9497c" /><Relationship Type="http://schemas.openxmlformats.org/officeDocument/2006/relationships/notesMaster" Target="/ppt/notesMasters/notesMaster1.xml" Id="R1a78d4b3c52140f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6063422f6e04484" /><Relationship Type="http://schemas.openxmlformats.org/officeDocument/2006/relationships/notesMaster" Target="/ppt/notesMasters/notesMaster1.xml" Id="R1c255890f58949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HCF 24; result 60. | Retrieve the relevant fact or method before answering. | A useful next step names the exact concept, example and support required.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7,300,000; 91,466; 288.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HCF 24; result 60.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 useful next step names the exact concept, example and support required.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HCF 24; result 60..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2,325 items..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vary. The question must target a specific objective and explain the likely error.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2,325 items.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2,325 items. | A useful next step names the exact concept, example and support required.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eb5cc9318547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b3cf6f0e094cb0" /><Relationship Type="http://schemas.openxmlformats.org/officeDocument/2006/relationships/slideLayout" Target="/ppt/slideLayouts/slideLayout1.xml" Id="Re93c68af6b67450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3c68af6b6745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e760d6533c48a8" /><Relationship Type="http://schemas.openxmlformats.org/officeDocument/2006/relationships/notesSlide" Target="/ppt/notesSlides/notesSlide1.xml" Id="R9276fab631704b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b75e19f5ff4669" /><Relationship Type="http://schemas.openxmlformats.org/officeDocument/2006/relationships/notesSlide" Target="/ppt/notesSlides/notesSlide2.xml" Id="R54f85b899de341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8fbdb67032498f" /><Relationship Type="http://schemas.openxmlformats.org/officeDocument/2006/relationships/notesSlide" Target="/ppt/notesSlides/notesSlide3.xml" Id="Reb60b6c123a44e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a33756fba41d1" /><Relationship Type="http://schemas.openxmlformats.org/officeDocument/2006/relationships/notesSlide" Target="/ppt/notesSlides/notesSlide4.xml" Id="R3d02875fd79a4c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941e1f8ead4009" /><Relationship Type="http://schemas.openxmlformats.org/officeDocument/2006/relationships/notesSlide" Target="/ppt/notesSlides/notesSlide5.xml" Id="R6d76039cc8bc4c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a0715942154f7f" /><Relationship Type="http://schemas.openxmlformats.org/officeDocument/2006/relationships/notesSlide" Target="/ppt/notesSlides/notesSlide6.xml" Id="Rb0742d5a0cb74b5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ba22e532643b8" /><Relationship Type="http://schemas.openxmlformats.org/officeDocument/2006/relationships/image" Target="/ppt/media/image.png" Id="R2cbebc1adb4f4dcd" /><Relationship Type="http://schemas.openxmlformats.org/officeDocument/2006/relationships/notesSlide" Target="/ppt/notesSlides/notesSlide7.xml" Id="R258e941b986e45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60d7580a184b2b" /><Relationship Type="http://schemas.openxmlformats.org/officeDocument/2006/relationships/notesSlide" Target="/ppt/notesSlides/notesSlide8.xml" Id="R1311437cddb04b4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cc8afcda4434f" /><Relationship Type="http://schemas.openxmlformats.org/officeDocument/2006/relationships/notesSlide" Target="/ppt/notesSlides/notesSlide9.xml" Id="Rc7f7abefb14248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82f1fa901e4d60" /><Relationship Type="http://schemas.openxmlformats.org/officeDocument/2006/relationships/notesSlide" Target="/ppt/notesSlides/notesSlide10.xml" Id="R42cd5623c67b474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d8b3466ea94bde" /><Relationship Type="http://schemas.openxmlformats.org/officeDocument/2006/relationships/notesSlide" Target="/ppt/notesSlides/notesSlide11.xml" Id="R2977b0d925cb4e0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56057da8064c3b" /><Relationship Type="http://schemas.openxmlformats.org/officeDocument/2006/relationships/notesSlide" Target="/ppt/notesSlides/notesSlide12.xml" Id="R8a796bf5e80c428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A7E60-CB4C-4CC0-9CA4-E74FD9D9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D9BE6D-E158-4BF4-8B45-E3D1565A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E5AB75-A28C-4A92-AA64-8C7F7D95D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68AB8D-4B5D-4D01-B022-51D6E70C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B9E9DC-238C-48C7-87AA-75F17391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77CB89-37A6-45D9-9A1B-E572B8C1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66335-FDC8-4E1D-A532-6DF816A8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A132A-8572-4934-932A-4893E29FE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343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demonstrate autumn learning and identify a precise next step.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AA32C5-567C-44AC-9D42-4201AA2D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84D4B3-8D81-4E55-B465-1F693A01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E5C68F-DA1A-4D5B-9407-8599A4B7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365399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30356C-CDA1-4BA5-9DEF-79EB39ED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DA2E4F-1253-403F-AF57-EEAC219C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113045-A381-48C2-9587-17E9187E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9C9073-64E0-4EBA-8C1E-E3107C64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CED7B0-19AD-4914-800D-80239926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1D4A4C-1880-42AB-91E9-CC7D9ED5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E4A3FE-9A5C-4BB8-8667-1C31274D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BB3C3-0CBE-4C62-9313-32965A6C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BB58B5-2DAE-4BE9-91D1-9515688B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E1B678-61AC-454C-A25C-A4CFB6A3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C072C2-1785-4C91-A49F-E336F2FD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729D56-4D2D-4298-9E6C-5FF2F4D1A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2B9506-F7FF-4999-AEDF-E477563B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46130A-B405-4D3D-9139-30001ABE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CA0BC8-CD7C-4989-A92D-BBFFD8E30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B2DCE1-74A6-43C2-8704-CCD4B393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34D5FC-F6E2-4D1F-85C0-647CD2A9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72 and 120, then calculate 18 + 6 x 7.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372192-5475-411F-AAA8-A119553A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F180FA-E5FC-41EE-9927-73D0E630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4F2F95-BFDD-490E-9E3A-3B2E4296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4C50D9-5A35-4DC5-9E46-99B928D2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Complete: 7,305,019 rounded to 100,000; 2,407 x 38; 7,488 / 26.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A6382A-F536-4D00-A4AC-7C592734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4677474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73FB06-86D6-4DF5-B805-1ADF45B8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CA441D-9105-4B14-BAA6-1158F2A5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45BEE1-DB27-4C55-974D-F8503999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35D2A9-0043-4005-83E2-7B881744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D9AD38-6163-4CA6-A790-E208907C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9F77F7-E628-4C87-BA05-B2E0EBA1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75B73C-59BE-49B6-A1DD-8B22F300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0FA819-07AE-4280-AFE1-94579C55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0C569F-F60A-4D14-AA84-D80E583F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8A088A-5381-41EF-B9B7-B2D1A0D3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demonstrate autumn learning and identify a precise next step.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6A69A7-8905-4B26-880F-4C3CF98A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5E5267-7971-48A5-AEEF-042D9853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D3FA80-560D-4D52-A434-E03CE3BC8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EAB1AA-DD9F-4D83-8AB5-5E1252E7D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076BEA-6064-44C5-B8AD-C67F21B1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239096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DFB69C-ADEB-4040-A785-AF7C6CCF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A64AB1-E7AF-40B0-8E48-E53C78C4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5E4F18-5108-4B88-A153-33BE8362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2E56A5-CF5C-4B91-999A-04029E22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3D5235-690B-4234-9CF0-5A976213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199732-A348-4773-A356-ECBAD3FA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BBB4E2-3334-498B-9833-A6AFDD1D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08E5B9-92D0-4AFD-8F4B-7B722A4F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2F12B6-9449-4F68-AE1B-D711D8AA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992C86-DB7B-4B24-95CF-754F8D8C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Complete: 7,305,019 rounded to 100,000; 2,407 x 38; 7,488 / 26.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5A6C70-4D1A-4AE2-8059-14ABD9D9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DC8C20-28FD-407D-9F8E-E94A5F27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8D7714-F87F-4ED6-937E-6F3E3AF7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Retrieve the relevant fact or method before answering.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CA26AC-67C0-49EE-B840-BB0691A2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DA2985-DAC5-4DC8-AC91-D5694E04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355770-985A-4099-94C7-37D5931D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Show a clear calculation or representation and explain the decision.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0268C6-202E-46E3-A8B0-BD874FC7F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EDBB12-8E63-4A9A-83E3-96847C62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10C78C-0D80-4BE4-BF7B-BDB016F1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7,300,000; 91,466; 288.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0D7E41-F31E-419A-B530-ECE09549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B9A996-22A0-4C99-86E2-62C27C14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AC062C-AF37-4234-8A51-29651849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result, identify any misconception and record the next step.</a:t>
            </a:r>
          </a:p>
        </p:txBody>
      </p:sp>
    </p:spTree>
    <p:extLst>
      <p:ext uri="{BB962C8B-B14F-4D97-AF65-F5344CB8AC3E}">
        <p14:creationId xmlns:p14="http://schemas.microsoft.com/office/powerpoint/2010/main" val="18518492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F229B4-ED5D-414C-AE27-63C8F3D2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FEBB74-64CC-495F-A0B0-8E684CA4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B3C29A-AD16-4A61-A48B-54729E54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5F5407-1827-4AB1-BFE0-01DD3A0F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3967FF-1B84-45EC-A905-1FAE3CE1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199DA7-A857-4263-808D-8EA5F5D8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FD5F3C-E7F0-4E01-989E-74730062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AF44F1-01A6-4BE4-B46D-7B59CBC7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3B9EBC-BEB2-4F84-A759-047ED485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216866-CAE7-4DC5-90BF-C10ED3E6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C7A1F-016A-4480-B4CE-3FCF1D61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7,300,000; 91,466; 288.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5348C6-95B4-43FE-946D-083B597D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52607F-DA57-4C46-B07B-46106E400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4980D5-CA92-4C64-9BF7-79BB7245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41398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C8F842-488D-447A-84FE-26005DD1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724FAC-0E78-498C-89D8-235EF027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874A01-9B41-411E-86D8-CBF1BF182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7D1A75-F776-4250-A5FA-3B650C678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15D832-3B70-458C-8754-A660FDBC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CE9561-4F35-4D14-891A-B074B2A6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4A8627-944F-4620-B7CE-B0AFCA20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DB10BC-03BF-40DE-BA52-9FF57D1F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4E7F2A-A841-4F31-A9FC-1DDE8E196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8645FE-2CD1-4876-917A-C23FFAD8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72 and 120, then calculate 18 + 6 x 7.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FF25C9-4A70-4B6A-B789-3CD26B5A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520F2F-971A-4A29-A78F-916286E0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2EE62C-333C-4272-8A38-B84815EE3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F095B3-4EB8-41E7-96F7-08640A40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CF646B-93AC-4D68-A156-F44A0417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HCF 24; result 60.</a:t>
            </a:r>
          </a:p>
        </p:txBody>
      </p:sp>
    </p:spTree>
    <p:extLst>
      <p:ext uri="{BB962C8B-B14F-4D97-AF65-F5344CB8AC3E}">
        <p14:creationId xmlns:p14="http://schemas.microsoft.com/office/powerpoint/2010/main" val="365104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E023F1-9D56-44C9-8FB2-3CD2B40F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FB9245-C026-4537-94C4-A6AA8D19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39CAD3-6376-416D-A310-633B73C2B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4B2DB8-AFBD-431E-892F-7BF46B4F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447EFF-BDE7-4EB2-9106-C34BFE39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F4E75E-69CA-49D5-AA74-1794BAB1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B7BBE4-A085-4768-828D-A00DEBF8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9AFB39-6AE3-496E-9D39-5E246FEC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D441E9-474F-4D47-8267-353AC9E7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ebc1adb4f4dcd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596F85-E050-4611-8809-79FAF45B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72D723-9DD6-44AB-BA7F-CB6D821E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writes 'more practice' as a next step without naming the knowledge needed.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F06EBB-CACB-4E68-AAEF-5D39DBFE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8EE617-AD49-4B62-8839-84DCF486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21EC4E-3425-4E96-8217-AE57898F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useful next step names the exact concept, example and support required.</a:t>
            </a:r>
          </a:p>
        </p:txBody>
      </p:sp>
    </p:spTree>
    <p:extLst>
      <p:ext uri="{BB962C8B-B14F-4D97-AF65-F5344CB8AC3E}">
        <p14:creationId xmlns:p14="http://schemas.microsoft.com/office/powerpoint/2010/main" val="13967609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D0168A-1040-440F-8112-98597CE1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F34F4-C00B-45C2-A17E-5FF980272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00BEA3-E15A-42F0-8E8C-58816C71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E4FFE5-1B00-4A8B-83BA-9CD32172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06943A-3A0A-4FBE-9428-2BDA4A47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108922-F9DF-47B4-853B-8E22EF4C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34CD50-A64C-4E69-8DCE-35EB9B12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676BAC-4919-4F54-8B0E-7D86896E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50D139-0370-4B86-BD4C-35E33174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42933C-648F-464D-8BA1-D88745C8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1EB28D-619F-4ECF-B5AA-6D8FE796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D155CC-5679-4E23-803C-D068DE72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A3A9B1-C68A-414A-845A-0C1DB6E5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72 and 120, then calculate 18 + 6 x 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24A5CA-D416-4E88-BF31-C6F83BFDA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057FC1-F44F-49C4-B34D-7BA0DAFA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6C82DB-D13D-4170-AFEB-5AAF170C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0CFE94-481B-4657-8D69-1DB7D9A0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988E24-EC25-4356-9F3C-1586709E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E421CF-FC87-4263-B758-436E452B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F44E4B-F515-40EC-86DC-AF4A4CD5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795330-1B6C-453A-9674-9158273B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HCF 24; result 60.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0113-53B3-4EE5-80F4-BFB5476A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191827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7D24EA-EB4F-41B7-94D9-253C0B360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EAEE7A-F502-436D-A3D1-CE0A0209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F89B89-46FA-430E-B654-ADC501ED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8CB752-080C-4EB6-9FAF-D2DB1B9C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0990BC-D601-424B-9514-54D1F036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C9E9D9-FE39-4704-A002-6C8B1107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2714E1-8310-4887-9EDB-0C7FA595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E150D-2762-479D-B276-E8D5F571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60A0E-D64B-43A8-BC2E-D1FB1FF4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4C989B-3B60-470A-A6A4-769E508B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D8B517-FAF3-4272-BC76-4DD8D260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7A0FA4-8A36-48CC-AA37-8D3CED78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9F927D-8B5E-4B89-A566-64B17513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Solve: 25 boxes hold 144 items each. 1,275 items are used. How many remain?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8765B4-5C56-4D83-AA48-A8082B31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565639-7A68-4BD7-97BC-7AEFD866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A712B0-EAF4-4017-A4B0-9BCD9BC4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B2BFA3-0C98-45B7-AE06-44CEFFC45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09CC8E-799E-465A-B52E-537F4050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C84E32-A1B9-44EE-92B3-636A19BA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65128F-A990-4555-BEEF-886FC3C8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698AE0-669A-47ED-B7F8-86B7C942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495382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77713C-8A11-42EA-9693-5462B56D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05F0A2-8B6A-49FC-B076-2BC0E3A9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3FE69F-C86A-4169-88A7-5A818E50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6A8D5D-8DAD-4114-B8A4-76D29200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44A9B9-F83A-4810-AEB0-36CE7718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EF453-E079-416F-8ACD-21E61B60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1E527F-DD95-4D4B-8064-ABF1A786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39927-01B5-45A9-9B53-7027E64F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29312A-9EA4-4B0D-AD8F-59099365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A7BC67-E724-4898-AB79-0F86E130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one autumn objective and create a diagnostic question that would reveal a common misconception.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95C8C5-2F04-4165-BCD3-7B87E50A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1869DF-2304-4209-8428-04234CEA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FF675F-ACEF-4BE8-8CFB-F5811C72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question must target a specific objective and explain the likely error.</a:t>
            </a:r>
          </a:p>
        </p:txBody>
      </p:sp>
    </p:spTree>
    <p:extLst>
      <p:ext uri="{BB962C8B-B14F-4D97-AF65-F5344CB8AC3E}">
        <p14:creationId xmlns:p14="http://schemas.microsoft.com/office/powerpoint/2010/main" val="20746563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88522E-DF78-4494-A39F-5B4E5824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5BDE43-F321-44A7-9795-3CCC9989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942C63-CF17-479D-AD16-CE31D4FE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C8AB7F-9E62-48F0-A2B8-6B06B2B6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A65931-44B0-47D0-8380-013563C7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F10DA1-73EC-4FF2-87F8-C53108E4D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DC5AB7-EDAF-4BFD-9A21-94621F10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F250AF-D3DA-49F3-9CFE-1155B487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2DE09B-B37B-420D-AEB7-0D4BA7076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C3548-3551-4342-AB9A-CABFEDE6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E30B79-EED5-457D-81EC-887AD9FA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145E3C-BA60-4345-8A9E-7085745A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Solve: 25 boxes hold 144 items each. 1,275 items are used. How many remain?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E6BA27-1AAF-464E-8FC4-FEB797B7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959519-A90C-4BA8-807E-6DB7E24CA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F4D31D-081F-41F8-A0F4-BA0F49E9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756E9F-7C89-43DA-A3DC-B3E5E446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2,325 items.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9F025D-00B9-4108-824C-80D4CA5E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3F4A7D-FE3E-4E70-B672-61D1F3DF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2476715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69D58F-727F-4FDE-95DB-7EC319CE2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DDD9C8-FB08-4238-87DE-5A323AB0A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C89A78-9AD8-4CC9-A087-9BBDEC4D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07B6A-F719-4C5E-B94A-EF03A03B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4C6881-3C4B-4405-963C-D19FBBD9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B8CAFE-B7CD-42A6-BAB3-F3875EE3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F28BC7-2858-4497-87BD-90D20D90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8CB48E-7DAC-4560-B7E4-6AB40D09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AED2F1-8036-401B-B39A-A7D6307D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B094E6-1856-45C5-9A64-90F76E09E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51C216-8E70-4115-B4AD-7792B93E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B2C6CE-A09D-4D05-BFB4-E07BB3864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D184AA-658E-4303-8C60-6B02D4E6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Solve: 25 boxes hold 144 items each. 1,275 items are used. How many remain?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E94529-1D3E-424E-982A-85A4AC40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03D260-6356-4DF7-9360-7F7D30D1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EFE643-DA1E-4DEB-ADFA-D39E5612C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EB7D64-1F82-4B94-B149-F8D7F6C3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writes 'more practice' as a next step without naming the knowledge needed.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84DD16-BACD-4A9A-A55F-73C69095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E51367-2CEE-40FE-8700-868228FD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48B203-0068-4CDD-844D-55A034EE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04063F-F6B1-4DEE-8E66-E83EB58D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37607F-7D49-4582-9C3C-A8936A760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149083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2026-09-09T20:46:01.5350000Z</dcterms:created>
  <dcterms:modified xsi:type="dcterms:W3CDTF">2026-09-09T20:46:01.5350000Z</dcterms:modified>
</coreProperties>
</file>