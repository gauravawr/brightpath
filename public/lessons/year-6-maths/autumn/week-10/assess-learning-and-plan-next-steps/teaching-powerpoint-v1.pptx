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Assess learning and plan next steps.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I do. Reveal each digit multiplication and the carried amount. On a tens row, reveal the zero placeholder before calculating. For a decimal, use the same place-value scale in the answer.</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I do. Align the place values. Reveal one column at a time, including every carry or exchange.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You do. Pause before clicking. Let pupils try independently, then reveal and discuss every step. Reveal each digit multiplication and the carried amount. On a tens row, reveal the zero placeholder before calculating. For a decimal, use the same place-value scale in the answer.</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You do. Pause before clicking. Let pupils try independently, then reveal and discuss every step. Align the place values. Reveal one column at a time, including every carry or exchange.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I do. Reveal each digit multiplication and the carried amount. On a tens row, reveal the zero placeholder before calculating. For a decimal, use the same place-value scale in the answer.</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I do. Align the place values. Reveal one column at a time, including every carry or exchange.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You do. Pause before clicking. Let pupils try independently, then reveal and discuss every step. Reveal each digit multiplication and the carried amount. On a tens row, reveal the zero placeholder before calculating. For a decimal, use the same place-value scale in the answer.</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You do. Pause before clicking. Let pupils try independently, then reveal and discuss every step. Align the place values. Reveal one column at a time, including every carry or exchange.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learning and plan next steps.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2FE1D410-1903-416F-9A06-D3A896EB829E}"/>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Assess learning and plan next steps</a:t>
            </a:r>
          </a:p>
        </p:txBody>
      </p:sp>
      <p:sp>
        <p:nvSpPr>
          <p:cNvPr id="2" name="object-2">
            <a:extLst>
              <a:ext uri="{FF2B5EF4-FFF2-40B4-BE49-F238E27FC236}">
                <a16:creationId xmlns:a16="http://schemas.microsoft.com/office/drawing/2014/main" id="{9589082A-CB95-4B86-BEA0-90956FD90A41}"/>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D7280447-A34E-484D-869B-74E2679959D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0AF06494-D2F2-4621-A09A-5C404997BDE2}"/>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5" name="object-5">
            <a:extLst>
              <a:ext uri="{FF2B5EF4-FFF2-40B4-BE49-F238E27FC236}">
                <a16:creationId xmlns:a16="http://schemas.microsoft.com/office/drawing/2014/main" id="{36454612-1FE1-4A4A-A325-98AF08E6B29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21491A0A-11A3-4AA3-8FBA-3A1535302024}"/>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demonstrate learning and identify a precise next step.</a:t>
            </a:r>
          </a:p>
        </p:txBody>
      </p:sp>
    </p:spTree>
    <p:extLst>
      <p:ext uri="{BB962C8B-B14F-4D97-AF65-F5344CB8AC3E}">
        <p14:creationId xmlns:p14="http://schemas.microsoft.com/office/powerpoint/2010/main" val="2010507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object-1">
            <a:extLst>
              <a:ext uri="{FF2B5EF4-FFF2-40B4-BE49-F238E27FC236}">
                <a16:creationId xmlns:a16="http://schemas.microsoft.com/office/drawing/2014/main" id="{C5BC68DB-1FE9-41CE-9AD8-C1102EB0AD5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2A9E7CFA-799F-412B-899B-4BE69DFD71E5}"/>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2,407 × 38.</a:t>
            </a:r>
          </a:p>
        </p:txBody>
      </p:sp>
      <p:sp>
        <p:nvSpPr>
          <p:cNvPr id="3" name="object-3">
            <a:extLst>
              <a:ext uri="{FF2B5EF4-FFF2-40B4-BE49-F238E27FC236}">
                <a16:creationId xmlns:a16="http://schemas.microsoft.com/office/drawing/2014/main" id="{687610D5-716C-4359-96C1-68F9AAAC275E}"/>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11B36F36-7BD4-4D8A-A9F9-A2CB63D0BF0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5" name="object-5">
            <a:extLst>
              <a:ext uri="{FF2B5EF4-FFF2-40B4-BE49-F238E27FC236}">
                <a16:creationId xmlns:a16="http://schemas.microsoft.com/office/drawing/2014/main" id="{92BCC72F-5368-410E-ACB1-E36F2051E65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2084096F-02E4-4F93-9F76-BC237C659FA6}"/>
              </a:ext>
            </a:extLst>
          </p:cNvPr>
          <p:cNvSpPr>
            <a:spLocks noGrp="1"/>
          </p:cNvSpPr>
          <p:nvPr/>
        </p:nvSpPr>
        <p:spPr>
          <a:xfrm>
            <a:off x="74056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2</a:t>
            </a:r>
          </a:p>
        </p:txBody>
      </p:sp>
      <p:sp>
        <p:nvSpPr>
          <p:cNvPr id="7" name="object-7">
            <a:extLst>
              <a:ext uri="{FF2B5EF4-FFF2-40B4-BE49-F238E27FC236}">
                <a16:creationId xmlns:a16="http://schemas.microsoft.com/office/drawing/2014/main" id="{F6E1B85A-B933-4736-8464-FD6558665990}"/>
              </a:ext>
            </a:extLst>
          </p:cNvPr>
          <p:cNvSpPr>
            <a:spLocks noGrp="1"/>
          </p:cNvSpPr>
          <p:nvPr/>
        </p:nvSpPr>
        <p:spPr>
          <a:xfrm>
            <a:off x="82629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4</a:t>
            </a:r>
          </a:p>
        </p:txBody>
      </p:sp>
      <p:sp>
        <p:nvSpPr>
          <p:cNvPr id="8" name="object-8">
            <a:extLst>
              <a:ext uri="{FF2B5EF4-FFF2-40B4-BE49-F238E27FC236}">
                <a16:creationId xmlns:a16="http://schemas.microsoft.com/office/drawing/2014/main" id="{460EB612-8B50-4B7D-9AFF-FA78DCE2DBD8}"/>
              </a:ext>
            </a:extLst>
          </p:cNvPr>
          <p:cNvSpPr>
            <a:spLocks noGrp="1"/>
          </p:cNvSpPr>
          <p:nvPr/>
        </p:nvSpPr>
        <p:spPr>
          <a:xfrm>
            <a:off x="91201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0</a:t>
            </a:r>
          </a:p>
        </p:txBody>
      </p:sp>
      <p:sp>
        <p:nvSpPr>
          <p:cNvPr id="9" name="object-9">
            <a:extLst>
              <a:ext uri="{FF2B5EF4-FFF2-40B4-BE49-F238E27FC236}">
                <a16:creationId xmlns:a16="http://schemas.microsoft.com/office/drawing/2014/main" id="{E367A39C-3356-4785-A969-8DA55A9EAD2C}"/>
              </a:ext>
            </a:extLst>
          </p:cNvPr>
          <p:cNvSpPr>
            <a:spLocks noGrp="1"/>
          </p:cNvSpPr>
          <p:nvPr/>
        </p:nvSpPr>
        <p:spPr>
          <a:xfrm>
            <a:off x="99774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7</a:t>
            </a:r>
          </a:p>
        </p:txBody>
      </p:sp>
      <p:sp>
        <p:nvSpPr>
          <p:cNvPr id="10" name="object-10">
            <a:extLst>
              <a:ext uri="{FF2B5EF4-FFF2-40B4-BE49-F238E27FC236}">
                <a16:creationId xmlns:a16="http://schemas.microsoft.com/office/drawing/2014/main" id="{3C5998FB-1041-493E-8750-1B62752E0873}"/>
              </a:ext>
            </a:extLst>
          </p:cNvPr>
          <p:cNvSpPr>
            <a:spLocks noGrp="1"/>
          </p:cNvSpPr>
          <p:nvPr/>
        </p:nvSpPr>
        <p:spPr>
          <a:xfrm>
            <a:off x="5834063" y="3690938"/>
            <a:ext cx="714375" cy="714375"/>
          </a:xfrm>
          <a:prstGeom prst="rect">
            <a:avLst/>
          </a:prstGeom>
          <a:noFill/>
          <a:ln w="0">
            <a:noFill/>
          </a:ln>
        </p:spPr>
        <p:txBody>
          <a:bodyPr anchor="ctr">
            <a:noAutofit/>
          </a:bodyPr>
          <a:lstStyle/>
          <a:p>
            <a:pPr algn="l">
              <a:defRPr sz="3938" b="0">
                <a:solidFill>
                  <a:srgbClr val="172B4D"/>
                </a:solidFill>
                <a:latin typeface="Arial"/>
                <a:ea typeface="Arial"/>
                <a:cs typeface="Arial"/>
              </a:defRPr>
            </a:pPr>
            <a:r>
              <a:rPr sz="3938" b="0">
                <a:solidFill>
                  <a:srgbClr val="172B4D"/>
                </a:solidFill>
                <a:latin typeface="Arial"/>
                <a:ea typeface="Arial"/>
                <a:cs typeface="Arial"/>
              </a:rPr>
              <a:t>×</a:t>
            </a:r>
          </a:p>
        </p:txBody>
      </p:sp>
      <p:sp>
        <p:nvSpPr>
          <p:cNvPr id="11" name="object-11">
            <a:extLst>
              <a:ext uri="{FF2B5EF4-FFF2-40B4-BE49-F238E27FC236}">
                <a16:creationId xmlns:a16="http://schemas.microsoft.com/office/drawing/2014/main" id="{29DC437C-8ACE-46A5-9A14-0CC228D45E2C}"/>
              </a:ext>
            </a:extLst>
          </p:cNvPr>
          <p:cNvSpPr>
            <a:spLocks noGrp="1"/>
          </p:cNvSpPr>
          <p:nvPr/>
        </p:nvSpPr>
        <p:spPr>
          <a:xfrm>
            <a:off x="9120188" y="3690938"/>
            <a:ext cx="1619250" cy="714375"/>
          </a:xfrm>
          <a:prstGeom prst="rect">
            <a:avLst/>
          </a:prstGeom>
          <a:noFill/>
          <a:ln w="0">
            <a:noFill/>
          </a:ln>
        </p:spPr>
        <p:txBody>
          <a:bodyPr anchor="ctr">
            <a:noAutofit/>
          </a:bodyPr>
          <a:lstStyle/>
          <a:p>
            <a:pPr algn="r">
              <a:defRPr sz="3938" b="1">
                <a:solidFill>
                  <a:srgbClr val="1D4ED8"/>
                </a:solidFill>
                <a:latin typeface="Arial"/>
                <a:ea typeface="Arial"/>
                <a:cs typeface="Arial"/>
              </a:defRPr>
            </a:pPr>
            <a:r>
              <a:rPr sz="3938" b="1">
                <a:solidFill>
                  <a:srgbClr val="1D4ED8"/>
                </a:solidFill>
                <a:latin typeface="Arial"/>
                <a:ea typeface="Arial"/>
                <a:cs typeface="Arial"/>
              </a:rPr>
              <a:t>38</a:t>
            </a:r>
          </a:p>
        </p:txBody>
      </p:sp>
      <p:sp>
        <p:nvSpPr>
          <p:cNvPr id="12" name="object-12">
            <a:extLst>
              <a:ext uri="{FF2B5EF4-FFF2-40B4-BE49-F238E27FC236}">
                <a16:creationId xmlns:a16="http://schemas.microsoft.com/office/drawing/2014/main" id="{73EB1FF7-5AD0-4FD2-9891-C79697D9ED97}"/>
              </a:ext>
            </a:extLst>
          </p:cNvPr>
          <p:cNvSpPr>
            <a:spLocks noGrp="1"/>
          </p:cNvSpPr>
          <p:nvPr/>
        </p:nvSpPr>
        <p:spPr>
          <a:xfrm>
            <a:off x="6369844" y="4464844"/>
            <a:ext cx="4583906" cy="35719"/>
          </a:xfrm>
          <a:prstGeom prst="rect">
            <a:avLst/>
          </a:prstGeom>
          <a:solidFill>
            <a:srgbClr val="172B4D"/>
          </a:solidFill>
          <a:ln w="0">
            <a:noFill/>
          </a:ln>
        </p:spPr>
      </p:sp>
      <p:sp>
        <p:nvSpPr>
          <p:cNvPr id="13" name="object-13">
            <a:extLst>
              <a:ext uri="{FF2B5EF4-FFF2-40B4-BE49-F238E27FC236}">
                <a16:creationId xmlns:a16="http://schemas.microsoft.com/office/drawing/2014/main" id="{484AB8E3-9287-44F4-B611-C19F300C6807}"/>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7 = 56</a:t>
            </a:r>
          </a:p>
        </p:txBody>
      </p:sp>
      <p:sp>
        <p:nvSpPr>
          <p:cNvPr id="14" name="object-14">
            <a:extLst>
              <a:ext uri="{FF2B5EF4-FFF2-40B4-BE49-F238E27FC236}">
                <a16:creationId xmlns:a16="http://schemas.microsoft.com/office/drawing/2014/main" id="{CF217FCF-CB95-49F7-9C24-DDB1F2583D77}"/>
              </a:ext>
            </a:extLst>
          </p:cNvPr>
          <p:cNvSpPr>
            <a:spLocks noGrp="1"/>
          </p:cNvSpPr>
          <p:nvPr/>
        </p:nvSpPr>
        <p:spPr>
          <a:xfrm>
            <a:off x="9977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6</a:t>
            </a:r>
          </a:p>
        </p:txBody>
      </p:sp>
      <p:sp>
        <p:nvSpPr>
          <p:cNvPr id="15" name="object-15">
            <a:extLst>
              <a:ext uri="{FF2B5EF4-FFF2-40B4-BE49-F238E27FC236}">
                <a16:creationId xmlns:a16="http://schemas.microsoft.com/office/drawing/2014/main" id="{0B5D0DB7-F439-44C3-98F8-D6B72ABB7FBE}"/>
              </a:ext>
            </a:extLst>
          </p:cNvPr>
          <p:cNvSpPr>
            <a:spLocks noGrp="1"/>
          </p:cNvSpPr>
          <p:nvPr/>
        </p:nvSpPr>
        <p:spPr>
          <a:xfrm>
            <a:off x="99774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5</a:t>
            </a:r>
          </a:p>
        </p:txBody>
      </p:sp>
      <p:sp>
        <p:nvSpPr>
          <p:cNvPr id="16" name="object-16">
            <a:extLst>
              <a:ext uri="{FF2B5EF4-FFF2-40B4-BE49-F238E27FC236}">
                <a16:creationId xmlns:a16="http://schemas.microsoft.com/office/drawing/2014/main" id="{76B95E62-3570-4141-9313-8AFE1F8696FB}"/>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0 + 5 = 5</a:t>
            </a:r>
          </a:p>
        </p:txBody>
      </p:sp>
      <p:sp>
        <p:nvSpPr>
          <p:cNvPr id="17" name="object-17">
            <a:extLst>
              <a:ext uri="{FF2B5EF4-FFF2-40B4-BE49-F238E27FC236}">
                <a16:creationId xmlns:a16="http://schemas.microsoft.com/office/drawing/2014/main" id="{22EE3864-0630-45CF-97D6-5954386635CE}"/>
              </a:ext>
            </a:extLst>
          </p:cNvPr>
          <p:cNvSpPr>
            <a:spLocks noGrp="1"/>
          </p:cNvSpPr>
          <p:nvPr/>
        </p:nvSpPr>
        <p:spPr>
          <a:xfrm>
            <a:off x="91201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18" name="object-18">
            <a:extLst>
              <a:ext uri="{FF2B5EF4-FFF2-40B4-BE49-F238E27FC236}">
                <a16:creationId xmlns:a16="http://schemas.microsoft.com/office/drawing/2014/main" id="{C4626BB9-69ED-4AC0-A86D-6F0B3137D5C0}"/>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4 = 32</a:t>
            </a:r>
          </a:p>
        </p:txBody>
      </p:sp>
      <p:sp>
        <p:nvSpPr>
          <p:cNvPr id="19" name="object-19">
            <a:extLst>
              <a:ext uri="{FF2B5EF4-FFF2-40B4-BE49-F238E27FC236}">
                <a16:creationId xmlns:a16="http://schemas.microsoft.com/office/drawing/2014/main" id="{BF4C3FD4-E813-4443-9280-7F779E4BFEE7}"/>
              </a:ext>
            </a:extLst>
          </p:cNvPr>
          <p:cNvSpPr>
            <a:spLocks noGrp="1"/>
          </p:cNvSpPr>
          <p:nvPr/>
        </p:nvSpPr>
        <p:spPr>
          <a:xfrm>
            <a:off x="82629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20" name="object-20">
            <a:extLst>
              <a:ext uri="{FF2B5EF4-FFF2-40B4-BE49-F238E27FC236}">
                <a16:creationId xmlns:a16="http://schemas.microsoft.com/office/drawing/2014/main" id="{9B9CE149-778A-402D-8686-5344E79BD046}"/>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3</a:t>
            </a:r>
          </a:p>
        </p:txBody>
      </p:sp>
      <p:sp>
        <p:nvSpPr>
          <p:cNvPr id="21" name="object-21">
            <a:extLst>
              <a:ext uri="{FF2B5EF4-FFF2-40B4-BE49-F238E27FC236}">
                <a16:creationId xmlns:a16="http://schemas.microsoft.com/office/drawing/2014/main" id="{DA1E978E-7B7E-4BF6-B703-F0EE73248DDF}"/>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2 + 3 = 19</a:t>
            </a:r>
          </a:p>
        </p:txBody>
      </p:sp>
      <p:sp>
        <p:nvSpPr>
          <p:cNvPr id="22" name="object-22">
            <a:extLst>
              <a:ext uri="{FF2B5EF4-FFF2-40B4-BE49-F238E27FC236}">
                <a16:creationId xmlns:a16="http://schemas.microsoft.com/office/drawing/2014/main" id="{306BAF73-DC2A-4DCD-BCAE-6AD2E1084CAF}"/>
              </a:ext>
            </a:extLst>
          </p:cNvPr>
          <p:cNvSpPr>
            <a:spLocks noGrp="1"/>
          </p:cNvSpPr>
          <p:nvPr/>
        </p:nvSpPr>
        <p:spPr>
          <a:xfrm>
            <a:off x="6548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3" name="object-23">
            <a:extLst>
              <a:ext uri="{FF2B5EF4-FFF2-40B4-BE49-F238E27FC236}">
                <a16:creationId xmlns:a16="http://schemas.microsoft.com/office/drawing/2014/main" id="{390DD135-541C-4361-973D-83A6FC9006C6}"/>
              </a:ext>
            </a:extLst>
          </p:cNvPr>
          <p:cNvSpPr>
            <a:spLocks noGrp="1"/>
          </p:cNvSpPr>
          <p:nvPr/>
        </p:nvSpPr>
        <p:spPr>
          <a:xfrm>
            <a:off x="74056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9</a:t>
            </a:r>
          </a:p>
        </p:txBody>
      </p:sp>
      <p:sp>
        <p:nvSpPr>
          <p:cNvPr id="24" name="object-24">
            <a:extLst>
              <a:ext uri="{FF2B5EF4-FFF2-40B4-BE49-F238E27FC236}">
                <a16:creationId xmlns:a16="http://schemas.microsoft.com/office/drawing/2014/main" id="{6725C207-177A-4606-8C17-8B39C4C18583}"/>
              </a:ext>
            </a:extLst>
          </p:cNvPr>
          <p:cNvSpPr>
            <a:spLocks noGrp="1"/>
          </p:cNvSpPr>
          <p:nvPr/>
        </p:nvSpPr>
        <p:spPr>
          <a:xfrm>
            <a:off x="9977438" y="5607844"/>
            <a:ext cx="762000" cy="773906"/>
          </a:xfrm>
          <a:prstGeom prst="rect">
            <a:avLst/>
          </a:prstGeom>
          <a:noFill/>
          <a:ln w="0">
            <a:noFill/>
          </a:ln>
        </p:spPr>
        <p:txBody>
          <a:bodyPr anchor="ctr">
            <a:noAutofit/>
          </a:bodyPr>
          <a:lstStyle/>
          <a:p>
            <a:pPr algn="ctr">
              <a:defRPr sz="4219" b="1">
                <a:solidFill>
                  <a:srgbClr val="9A5800"/>
                </a:solidFill>
                <a:latin typeface="Arial"/>
                <a:ea typeface="Arial"/>
                <a:cs typeface="Arial"/>
              </a:defRPr>
            </a:pPr>
            <a:r>
              <a:rPr sz="4219" b="1">
                <a:solidFill>
                  <a:srgbClr val="9A5800"/>
                </a:solidFill>
                <a:latin typeface="Arial"/>
                <a:ea typeface="Arial"/>
                <a:cs typeface="Arial"/>
              </a:rPr>
              <a:t>0</a:t>
            </a:r>
          </a:p>
        </p:txBody>
      </p:sp>
      <p:sp>
        <p:nvSpPr>
          <p:cNvPr id="25" name="object-25">
            <a:extLst>
              <a:ext uri="{FF2B5EF4-FFF2-40B4-BE49-F238E27FC236}">
                <a16:creationId xmlns:a16="http://schemas.microsoft.com/office/drawing/2014/main" id="{D6909B53-CB28-4477-B9A5-B9AF58CD017F}"/>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7 = 21</a:t>
            </a:r>
          </a:p>
        </p:txBody>
      </p:sp>
      <p:sp>
        <p:nvSpPr>
          <p:cNvPr id="26" name="object-26">
            <a:extLst>
              <a:ext uri="{FF2B5EF4-FFF2-40B4-BE49-F238E27FC236}">
                <a16:creationId xmlns:a16="http://schemas.microsoft.com/office/drawing/2014/main" id="{F8A63EC9-111D-4C6C-9F08-8B30DDDDD3EF}"/>
              </a:ext>
            </a:extLst>
          </p:cNvPr>
          <p:cNvSpPr>
            <a:spLocks noGrp="1"/>
          </p:cNvSpPr>
          <p:nvPr/>
        </p:nvSpPr>
        <p:spPr>
          <a:xfrm>
            <a:off x="91201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7" name="object-27">
            <a:extLst>
              <a:ext uri="{FF2B5EF4-FFF2-40B4-BE49-F238E27FC236}">
                <a16:creationId xmlns:a16="http://schemas.microsoft.com/office/drawing/2014/main" id="{4FA7B94C-E6BE-4A9E-979A-4A76323F0D44}"/>
              </a:ext>
            </a:extLst>
          </p:cNvPr>
          <p:cNvSpPr>
            <a:spLocks noGrp="1"/>
          </p:cNvSpPr>
          <p:nvPr/>
        </p:nvSpPr>
        <p:spPr>
          <a:xfrm>
            <a:off x="99774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2</a:t>
            </a:r>
          </a:p>
        </p:txBody>
      </p:sp>
      <p:sp>
        <p:nvSpPr>
          <p:cNvPr id="28" name="object-28">
            <a:extLst>
              <a:ext uri="{FF2B5EF4-FFF2-40B4-BE49-F238E27FC236}">
                <a16:creationId xmlns:a16="http://schemas.microsoft.com/office/drawing/2014/main" id="{68478681-E7E4-4BD5-84DE-147BA4135FE7}"/>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0 + 2 = 2</a:t>
            </a:r>
          </a:p>
        </p:txBody>
      </p:sp>
      <p:sp>
        <p:nvSpPr>
          <p:cNvPr id="29" name="object-29">
            <a:extLst>
              <a:ext uri="{FF2B5EF4-FFF2-40B4-BE49-F238E27FC236}">
                <a16:creationId xmlns:a16="http://schemas.microsoft.com/office/drawing/2014/main" id="{D6A5488C-B698-4DAE-BD1F-3875920DCD8F}"/>
              </a:ext>
            </a:extLst>
          </p:cNvPr>
          <p:cNvSpPr>
            <a:spLocks noGrp="1"/>
          </p:cNvSpPr>
          <p:nvPr/>
        </p:nvSpPr>
        <p:spPr>
          <a:xfrm>
            <a:off x="82629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30" name="object-30">
            <a:extLst>
              <a:ext uri="{FF2B5EF4-FFF2-40B4-BE49-F238E27FC236}">
                <a16:creationId xmlns:a16="http://schemas.microsoft.com/office/drawing/2014/main" id="{884E7BA3-9028-4231-825E-745ECF7FBD05}"/>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4 = 12</a:t>
            </a:r>
          </a:p>
        </p:txBody>
      </p:sp>
      <p:sp>
        <p:nvSpPr>
          <p:cNvPr id="31" name="object-31">
            <a:extLst>
              <a:ext uri="{FF2B5EF4-FFF2-40B4-BE49-F238E27FC236}">
                <a16:creationId xmlns:a16="http://schemas.microsoft.com/office/drawing/2014/main" id="{0F3523CF-0F67-42CE-9CF3-27CFA36D53E6}"/>
              </a:ext>
            </a:extLst>
          </p:cNvPr>
          <p:cNvSpPr>
            <a:spLocks noGrp="1"/>
          </p:cNvSpPr>
          <p:nvPr/>
        </p:nvSpPr>
        <p:spPr>
          <a:xfrm>
            <a:off x="74056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32" name="object-32">
            <a:extLst>
              <a:ext uri="{FF2B5EF4-FFF2-40B4-BE49-F238E27FC236}">
                <a16:creationId xmlns:a16="http://schemas.microsoft.com/office/drawing/2014/main" id="{8654C865-2D65-4ADB-917B-65367575DAAE}"/>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33" name="object-33">
            <a:extLst>
              <a:ext uri="{FF2B5EF4-FFF2-40B4-BE49-F238E27FC236}">
                <a16:creationId xmlns:a16="http://schemas.microsoft.com/office/drawing/2014/main" id="{1FFB3373-9D53-4D15-AE8A-44C1AA8369CF}"/>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2 + 1 = 7</a:t>
            </a:r>
          </a:p>
        </p:txBody>
      </p:sp>
      <p:sp>
        <p:nvSpPr>
          <p:cNvPr id="34" name="object-34">
            <a:extLst>
              <a:ext uri="{FF2B5EF4-FFF2-40B4-BE49-F238E27FC236}">
                <a16:creationId xmlns:a16="http://schemas.microsoft.com/office/drawing/2014/main" id="{D7F8A9B6-9FE5-41B4-B6D0-99765B60C10D}"/>
              </a:ext>
            </a:extLst>
          </p:cNvPr>
          <p:cNvSpPr>
            <a:spLocks noGrp="1"/>
          </p:cNvSpPr>
          <p:nvPr/>
        </p:nvSpPr>
        <p:spPr>
          <a:xfrm>
            <a:off x="65484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5" name="object-35">
            <a:extLst>
              <a:ext uri="{FF2B5EF4-FFF2-40B4-BE49-F238E27FC236}">
                <a16:creationId xmlns:a16="http://schemas.microsoft.com/office/drawing/2014/main" id="{6FD31B38-E575-4E8B-9057-A0DA67C3416B}"/>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Now add the partial products: 19,256 + 72,210.</a:t>
            </a:r>
          </a:p>
        </p:txBody>
      </p:sp>
    </p:spTree>
    <p:extLst>
      <p:ext uri="{BB962C8B-B14F-4D97-AF65-F5344CB8AC3E}">
        <p14:creationId xmlns:p14="http://schemas.microsoft.com/office/powerpoint/2010/main" val="6611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par>
                          <p:cTn id="12" fill="hold">
                            <p:stCondLst>
                              <p:cond delay="0"/>
                            </p:stCondLst>
                            <p:childTnLst>
                              <p:par>
                                <p:cTn id="13" presetID="63" presetClass="path" presetSubtype="0" accel="50000" decel="50000" fill="hold" grpId="1" nodeType="afterEffect">
                                  <p:stCondLst>
                                    <p:cond delay="0"/>
                                  </p:stCondLst>
                                  <p:childTnLst>
                                    <p:animMotion origin="layout" path="M 0 0 L -0.05625 0 E" pathEditMode="relative" ptsTypes="">
                                      <p:cBhvr>
                                        <p:cTn id="14" dur="800" fill="hold"/>
                                        <p:tgtEl>
                                          <p:spTgt spid="1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par>
                                <p:cTn id="21" presetID="1" presetClass="exit" presetSubtype="0" fill="hold" grpId="2" nodeType="withEffect">
                                  <p:stCondLst>
                                    <p:cond delay="0"/>
                                  </p:stCondLst>
                                  <p:childTnLst>
                                    <p:set>
                                      <p:cBhvr>
                                        <p:cTn id="22" dur="1" fill="hold">
                                          <p:stCondLst>
                                            <p:cond delay="0"/>
                                          </p:stCondLst>
                                        </p:cTn>
                                        <p:tgtEl>
                                          <p:spTgt spid="15"/>
                                        </p:tgtEl>
                                        <p:attrNameLst>
                                          <p:attrName>style.visibility</p:attrName>
                                        </p:attrNameLst>
                                      </p:cBhvr>
                                      <p:to>
                                        <p:strVal val="hidden"/>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childTnLst>
                                </p:cTn>
                              </p:par>
                              <p:par>
                                <p:cTn id="30" presetID="1" presetClass="exit" presetSubtype="0" fill="hold" grpId="1" nodeType="withEffect">
                                  <p:stCondLst>
                                    <p:cond delay="0"/>
                                  </p:stCondLst>
                                  <p:childTnLst>
                                    <p:set>
                                      <p:cBhvr>
                                        <p:cTn id="31" dur="1" fill="hold">
                                          <p:stCondLst>
                                            <p:cond delay="0"/>
                                          </p:stCondLst>
                                        </p:cTn>
                                        <p:tgtEl>
                                          <p:spTgt spid="16"/>
                                        </p:tgtEl>
                                        <p:attrNameLst>
                                          <p:attrName>style.visibility</p:attrName>
                                        </p:attrNameLst>
                                      </p:cBhvr>
                                      <p:to>
                                        <p:strVal val="hidden"/>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par>
                          <p:cTn id="37" fill="hold">
                            <p:stCondLst>
                              <p:cond delay="0"/>
                            </p:stCondLst>
                            <p:childTnLst>
                              <p:par>
                                <p:cTn id="38" presetID="63" presetClass="path" presetSubtype="0" accel="50000" decel="50000" fill="hold" grpId="1" nodeType="afterEffect">
                                  <p:stCondLst>
                                    <p:cond delay="0"/>
                                  </p:stCondLst>
                                  <p:childTnLst>
                                    <p:animMotion origin="layout" path="M 0 0 L -0.05625 0 E" pathEditMode="relative" ptsTypes="">
                                      <p:cBhvr>
                                        <p:cTn id="39" dur="800" fill="hold"/>
                                        <p:tgtEl>
                                          <p:spTgt spid="20"/>
                                        </p:tgtEl>
                                        <p:attrNameLst>
                                          <p:attrName>ppt_x</p:attrName>
                                          <p:attrName>ppt_y</p:attrName>
                                        </p:attrNameLst>
                                      </p:cBhvr>
                                    </p:animMotion>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18"/>
                                        </p:tgtEl>
                                        <p:attrNameLst>
                                          <p:attrName>style.visibility</p:attrName>
                                        </p:attrNameLst>
                                      </p:cBhvr>
                                      <p:to>
                                        <p:strVal val="hidden"/>
                                      </p:to>
                                    </p:set>
                                  </p:childTnLst>
                                </p:cTn>
                              </p:par>
                              <p:par>
                                <p:cTn id="46" presetID="1" presetClass="exit" presetSubtype="0" fill="hold" grpId="2" nodeType="withEffect">
                                  <p:stCondLst>
                                    <p:cond delay="0"/>
                                  </p:stCondLst>
                                  <p:childTnLst>
                                    <p:set>
                                      <p:cBhvr>
                                        <p:cTn id="47" dur="1" fill="hold">
                                          <p:stCondLst>
                                            <p:cond delay="0"/>
                                          </p:stCondLst>
                                        </p:cTn>
                                        <p:tgtEl>
                                          <p:spTgt spid="20"/>
                                        </p:tgtEl>
                                        <p:attrNameLst>
                                          <p:attrName>style.visibility</p:attrName>
                                        </p:attrNameLst>
                                      </p:cBhvr>
                                      <p:to>
                                        <p:strVal val="hidden"/>
                                      </p:to>
                                    </p:set>
                                  </p:childTnLst>
                                </p:cTn>
                              </p:par>
                            </p:childTnLst>
                          </p:cTn>
                        </p:par>
                        <p:par>
                          <p:cTn id="48" fill="hold">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21"/>
                                        </p:tgtEl>
                                        <p:attrNameLst>
                                          <p:attrName>style.visibility</p:attrName>
                                        </p:attrNameLst>
                                      </p:cBhvr>
                                      <p:to>
                                        <p:strVal val="hidden"/>
                                      </p:to>
                                    </p:set>
                                  </p:childTnLst>
                                </p:cTn>
                              </p:par>
                            </p:childTnLst>
                          </p:cTn>
                        </p:par>
                        <p:par>
                          <p:cTn id="63" fill="hold">
                            <p:stCondLst>
                              <p:cond delay="0"/>
                            </p:stCondLst>
                            <p:childTnLst>
                              <p:par>
                                <p:cTn id="64" presetID="1" presetClass="entr" presetSubtype="0" fill="hold" grpId="0" nodeType="after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childTnLst>
                                </p:cTn>
                              </p:par>
                            </p:childTnLst>
                          </p:cTn>
                        </p:par>
                        <p:par>
                          <p:cTn id="68" fill="hold">
                            <p:stCondLst>
                              <p:cond delay="0"/>
                            </p:stCondLst>
                            <p:childTnLst>
                              <p:par>
                                <p:cTn id="69" presetID="63" presetClass="path" presetSubtype="0" accel="50000" decel="50000" fill="hold" grpId="1" nodeType="afterEffect">
                                  <p:stCondLst>
                                    <p:cond delay="0"/>
                                  </p:stCondLst>
                                  <p:childTnLst>
                                    <p:animMotion origin="layout" path="M 0 0 L -0.05625 0 E" pathEditMode="relative" ptsTypes="">
                                      <p:cBhvr>
                                        <p:cTn id="70" dur="800" fill="hold"/>
                                        <p:tgtEl>
                                          <p:spTgt spid="27"/>
                                        </p:tgtEl>
                                        <p:attrNameLst>
                                          <p:attrName>ppt_x</p:attrName>
                                          <p:attrName>ppt_y</p:attrName>
                                        </p:attrNameLst>
                                      </p:cBhvr>
                                    </p:animMotion>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par>
                                <p:cTn id="75" presetID="1" presetClass="exit" presetSubtype="0" fill="hold" grpId="1" nodeType="withEffect">
                                  <p:stCondLst>
                                    <p:cond delay="0"/>
                                  </p:stCondLst>
                                  <p:childTnLst>
                                    <p:set>
                                      <p:cBhvr>
                                        <p:cTn id="76" dur="1" fill="hold">
                                          <p:stCondLst>
                                            <p:cond delay="0"/>
                                          </p:stCondLst>
                                        </p:cTn>
                                        <p:tgtEl>
                                          <p:spTgt spid="25"/>
                                        </p:tgtEl>
                                        <p:attrNameLst>
                                          <p:attrName>style.visibility</p:attrName>
                                        </p:attrNameLst>
                                      </p:cBhvr>
                                      <p:to>
                                        <p:strVal val="hidden"/>
                                      </p:to>
                                    </p:set>
                                  </p:childTnLst>
                                </p:cTn>
                              </p:par>
                              <p:par>
                                <p:cTn id="77" presetID="1" presetClass="exit" presetSubtype="0" fill="hold" grpId="2" nodeType="withEffect">
                                  <p:stCondLst>
                                    <p:cond delay="0"/>
                                  </p:stCondLst>
                                  <p:childTnLst>
                                    <p:set>
                                      <p:cBhvr>
                                        <p:cTn id="78" dur="1" fill="hold">
                                          <p:stCondLst>
                                            <p:cond delay="0"/>
                                          </p:stCondLst>
                                        </p:cTn>
                                        <p:tgtEl>
                                          <p:spTgt spid="27"/>
                                        </p:tgtEl>
                                        <p:attrNameLst>
                                          <p:attrName>style.visibility</p:attrName>
                                        </p:attrNameLst>
                                      </p:cBhvr>
                                      <p:to>
                                        <p:strVal val="hidden"/>
                                      </p:to>
                                    </p:set>
                                  </p:childTnLst>
                                </p:cTn>
                              </p:par>
                            </p:childTnLst>
                          </p:cTn>
                        </p:par>
                        <p:par>
                          <p:cTn id="79" fill="hold">
                            <p:stCondLst>
                              <p:cond delay="0"/>
                            </p:stCondLst>
                            <p:childTnLst>
                              <p:par>
                                <p:cTn id="80" presetID="1" presetClass="entr" presetSubtype="0" fill="hold" grpId="0" nodeType="afterEffect">
                                  <p:stCondLst>
                                    <p:cond delay="0"/>
                                  </p:stCondLst>
                                  <p:childTnLst>
                                    <p:set>
                                      <p:cBhvr>
                                        <p:cTn id="81" dur="1" fill="hold">
                                          <p:stCondLst>
                                            <p:cond delay="0"/>
                                          </p:stCondLst>
                                        </p:cTn>
                                        <p:tgtEl>
                                          <p:spTgt spid="2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0"/>
                                        </p:tgtEl>
                                        <p:attrNameLst>
                                          <p:attrName>style.visibility</p:attrName>
                                        </p:attrNameLst>
                                      </p:cBhvr>
                                      <p:to>
                                        <p:strVal val="visible"/>
                                      </p:to>
                                    </p:set>
                                  </p:childTnLst>
                                </p:cTn>
                              </p:par>
                              <p:par>
                                <p:cTn id="86" presetID="1" presetClass="exit" presetSubtype="0" fill="hold" grpId="1" nodeType="withEffect">
                                  <p:stCondLst>
                                    <p:cond delay="0"/>
                                  </p:stCondLst>
                                  <p:childTnLst>
                                    <p:set>
                                      <p:cBhvr>
                                        <p:cTn id="87" dur="1" fill="hold">
                                          <p:stCondLst>
                                            <p:cond delay="0"/>
                                          </p:stCondLst>
                                        </p:cTn>
                                        <p:tgtEl>
                                          <p:spTgt spid="28"/>
                                        </p:tgtEl>
                                        <p:attrNameLst>
                                          <p:attrName>style.visibility</p:attrName>
                                        </p:attrNameLst>
                                      </p:cBhvr>
                                      <p:to>
                                        <p:strVal val="hidden"/>
                                      </p:to>
                                    </p:set>
                                  </p:childTnLst>
                                </p:cTn>
                              </p:par>
                            </p:childTnLst>
                          </p:cTn>
                        </p:par>
                        <p:par>
                          <p:cTn id="88" fill="hold">
                            <p:stCondLst>
                              <p:cond delay="0"/>
                            </p:stCondLst>
                            <p:childTnLst>
                              <p:par>
                                <p:cTn id="89" presetID="1" presetClass="entr" presetSubtype="0" fill="hold" grpId="0" nodeType="after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childTnLst>
                                </p:cTn>
                              </p:par>
                            </p:childTnLst>
                          </p:cTn>
                        </p:par>
                        <p:par>
                          <p:cTn id="93" fill="hold">
                            <p:stCondLst>
                              <p:cond delay="0"/>
                            </p:stCondLst>
                            <p:childTnLst>
                              <p:par>
                                <p:cTn id="94" presetID="63" presetClass="path" presetSubtype="0" accel="50000" decel="50000" fill="hold" grpId="1" nodeType="afterEffect">
                                  <p:stCondLst>
                                    <p:cond delay="0"/>
                                  </p:stCondLst>
                                  <p:childTnLst>
                                    <p:animMotion origin="layout" path="M 0 0 L -0.05625 0 E" pathEditMode="relative" ptsTypes="">
                                      <p:cBhvr>
                                        <p:cTn id="95" dur="800" fill="hold"/>
                                        <p:tgtEl>
                                          <p:spTgt spid="32"/>
                                        </p:tgtEl>
                                        <p:attrNameLst>
                                          <p:attrName>ppt_x</p:attrName>
                                          <p:attrName>ppt_y</p:attrName>
                                        </p:attrNameLst>
                                      </p:cBhvr>
                                    </p:animMotion>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3"/>
                                        </p:tgtEl>
                                        <p:attrNameLst>
                                          <p:attrName>style.visibility</p:attrName>
                                        </p:attrNameLst>
                                      </p:cBhvr>
                                      <p:to>
                                        <p:strVal val="visible"/>
                                      </p:to>
                                    </p:set>
                                  </p:childTnLst>
                                </p:cTn>
                              </p:par>
                              <p:par>
                                <p:cTn id="100" presetID="1" presetClass="exit" presetSubtype="0" fill="hold" grpId="1" nodeType="withEffect">
                                  <p:stCondLst>
                                    <p:cond delay="0"/>
                                  </p:stCondLst>
                                  <p:childTnLst>
                                    <p:set>
                                      <p:cBhvr>
                                        <p:cTn id="101" dur="1" fill="hold">
                                          <p:stCondLst>
                                            <p:cond delay="0"/>
                                          </p:stCondLst>
                                        </p:cTn>
                                        <p:tgtEl>
                                          <p:spTgt spid="30"/>
                                        </p:tgtEl>
                                        <p:attrNameLst>
                                          <p:attrName>style.visibility</p:attrName>
                                        </p:attrNameLst>
                                      </p:cBhvr>
                                      <p:to>
                                        <p:strVal val="hidden"/>
                                      </p:to>
                                    </p:set>
                                  </p:childTnLst>
                                </p:cTn>
                              </p:par>
                              <p:par>
                                <p:cTn id="102" presetID="1" presetClass="exit" presetSubtype="0" fill="hold" grpId="2" nodeType="withEffect">
                                  <p:stCondLst>
                                    <p:cond delay="0"/>
                                  </p:stCondLst>
                                  <p:childTnLst>
                                    <p:set>
                                      <p:cBhvr>
                                        <p:cTn id="103" dur="1" fill="hold">
                                          <p:stCondLst>
                                            <p:cond delay="0"/>
                                          </p:stCondLst>
                                        </p:cTn>
                                        <p:tgtEl>
                                          <p:spTgt spid="32"/>
                                        </p:tgtEl>
                                        <p:attrNameLst>
                                          <p:attrName>style.visibility</p:attrName>
                                        </p:attrNameLst>
                                      </p:cBhvr>
                                      <p:to>
                                        <p:strVal val="hidden"/>
                                      </p:to>
                                    </p:set>
                                  </p:childTnLst>
                                </p:cTn>
                              </p:par>
                            </p:childTnLst>
                          </p:cTn>
                        </p:par>
                        <p:par>
                          <p:cTn id="104" fill="hold">
                            <p:stCondLst>
                              <p:cond delay="0"/>
                            </p:stCondLst>
                            <p:childTnLst>
                              <p:par>
                                <p:cTn id="105" presetID="1" presetClass="entr" presetSubtype="0" fill="hold" grpId="0" nodeType="afterEffect">
                                  <p:stCondLst>
                                    <p:cond delay="0"/>
                                  </p:stCondLst>
                                  <p:childTnLst>
                                    <p:set>
                                      <p:cBhvr>
                                        <p:cTn id="106" dur="1" fill="hold">
                                          <p:stCondLst>
                                            <p:cond delay="0"/>
                                          </p:stCondLst>
                                        </p:cTn>
                                        <p:tgtEl>
                                          <p:spTgt spid="34"/>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5" grpId="0"/>
      <p:bldP spid="15" grpId="1"/>
      <p:bldP spid="15" grpId="2"/>
      <p:bldP spid="16" grpId="0"/>
      <p:bldP spid="16" grpId="1"/>
      <p:bldP spid="17" grpId="0"/>
      <p:bldP spid="18" grpId="0"/>
      <p:bldP spid="18" grpId="1"/>
      <p:bldP spid="19" grpId="0"/>
      <p:bldP spid="20" grpId="0"/>
      <p:bldP spid="20" grpId="1"/>
      <p:bldP spid="20" grpId="2"/>
      <p:bldP spid="21" grpId="0"/>
      <p:bldP spid="21" grpId="1"/>
      <p:bldP spid="22" grpId="0"/>
      <p:bldP spid="23" grpId="0"/>
      <p:bldP spid="24" grpId="0"/>
      <p:bldP spid="25" grpId="0"/>
      <p:bldP spid="25" grpId="1"/>
      <p:bldP spid="26" grpId="0"/>
      <p:bldP spid="27" grpId="0"/>
      <p:bldP spid="27" grpId="1"/>
      <p:bldP spid="27" grpId="2"/>
      <p:bldP spid="28" grpId="0"/>
      <p:bldP spid="28" grpId="1"/>
      <p:bldP spid="29" grpId="0"/>
      <p:bldP spid="30" grpId="0"/>
      <p:bldP spid="30" grpId="1"/>
      <p:bldP spid="31" grpId="0"/>
      <p:bldP spid="32" grpId="0"/>
      <p:bldP spid="32" grpId="1"/>
      <p:bldP spid="32" grpId="2"/>
      <p:bldP spid="33" grpId="0"/>
      <p:bldP spid="34"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object-1">
            <a:extLst>
              <a:ext uri="{FF2B5EF4-FFF2-40B4-BE49-F238E27FC236}">
                <a16:creationId xmlns:a16="http://schemas.microsoft.com/office/drawing/2014/main" id="{9459D730-C879-406B-893F-F64C8CD4FD13}"/>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7B9D39F8-92BE-4C2C-AB30-4C49B71C0209}"/>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19,256 + 72,210.</a:t>
            </a:r>
          </a:p>
        </p:txBody>
      </p:sp>
      <p:sp>
        <p:nvSpPr>
          <p:cNvPr id="3" name="object-3">
            <a:extLst>
              <a:ext uri="{FF2B5EF4-FFF2-40B4-BE49-F238E27FC236}">
                <a16:creationId xmlns:a16="http://schemas.microsoft.com/office/drawing/2014/main" id="{D656566D-6E00-4545-9CA4-CCF51F520787}"/>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A917E8B-1C30-44C9-A53D-58675397DD78}"/>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5" name="object-5">
            <a:extLst>
              <a:ext uri="{FF2B5EF4-FFF2-40B4-BE49-F238E27FC236}">
                <a16:creationId xmlns:a16="http://schemas.microsoft.com/office/drawing/2014/main" id="{6BE6D525-985D-4506-944F-A5150331918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6" name="object-6">
            <a:extLst>
              <a:ext uri="{FF2B5EF4-FFF2-40B4-BE49-F238E27FC236}">
                <a16:creationId xmlns:a16="http://schemas.microsoft.com/office/drawing/2014/main" id="{BC3319BA-68B1-4171-8A15-9D75F8150F04}"/>
              </a:ext>
            </a:extLst>
          </p:cNvPr>
          <p:cNvSpPr>
            <a:spLocks noGrp="1"/>
          </p:cNvSpPr>
          <p:nvPr/>
        </p:nvSpPr>
        <p:spPr>
          <a:xfrm>
            <a:off x="547687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161F614A-FF36-4539-A4F6-F8BDF229CD9A}"/>
              </a:ext>
            </a:extLst>
          </p:cNvPr>
          <p:cNvSpPr>
            <a:spLocks noGrp="1"/>
          </p:cNvSpPr>
          <p:nvPr/>
        </p:nvSpPr>
        <p:spPr>
          <a:xfrm>
            <a:off x="6405563"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9</a:t>
            </a:r>
          </a:p>
        </p:txBody>
      </p:sp>
      <p:sp>
        <p:nvSpPr>
          <p:cNvPr id="8" name="object-8">
            <a:extLst>
              <a:ext uri="{FF2B5EF4-FFF2-40B4-BE49-F238E27FC236}">
                <a16:creationId xmlns:a16="http://schemas.microsoft.com/office/drawing/2014/main" id="{46DC857A-9D35-4D2F-95B7-86A866BD5A7C}"/>
              </a:ext>
            </a:extLst>
          </p:cNvPr>
          <p:cNvSpPr>
            <a:spLocks noGrp="1"/>
          </p:cNvSpPr>
          <p:nvPr/>
        </p:nvSpPr>
        <p:spPr>
          <a:xfrm>
            <a:off x="7334250"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D731F703-2132-4810-8E0C-56D7DD449DC0}"/>
              </a:ext>
            </a:extLst>
          </p:cNvPr>
          <p:cNvSpPr>
            <a:spLocks noGrp="1"/>
          </p:cNvSpPr>
          <p:nvPr/>
        </p:nvSpPr>
        <p:spPr>
          <a:xfrm>
            <a:off x="8262938"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a:t>
            </a:r>
          </a:p>
        </p:txBody>
      </p:sp>
      <p:sp>
        <p:nvSpPr>
          <p:cNvPr id="10" name="object-10">
            <a:extLst>
              <a:ext uri="{FF2B5EF4-FFF2-40B4-BE49-F238E27FC236}">
                <a16:creationId xmlns:a16="http://schemas.microsoft.com/office/drawing/2014/main" id="{0A449B08-6DD0-4B50-B4EC-0721848A3CD0}"/>
              </a:ext>
            </a:extLst>
          </p:cNvPr>
          <p:cNvSpPr>
            <a:spLocks noGrp="1"/>
          </p:cNvSpPr>
          <p:nvPr/>
        </p:nvSpPr>
        <p:spPr>
          <a:xfrm>
            <a:off x="919162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6</a:t>
            </a:r>
          </a:p>
        </p:txBody>
      </p:sp>
      <p:sp>
        <p:nvSpPr>
          <p:cNvPr id="11" name="object-11">
            <a:extLst>
              <a:ext uri="{FF2B5EF4-FFF2-40B4-BE49-F238E27FC236}">
                <a16:creationId xmlns:a16="http://schemas.microsoft.com/office/drawing/2014/main" id="{3CE5D198-8C80-4780-8BE3-E1B84865712E}"/>
              </a:ext>
            </a:extLst>
          </p:cNvPr>
          <p:cNvSpPr>
            <a:spLocks noGrp="1"/>
          </p:cNvSpPr>
          <p:nvPr/>
        </p:nvSpPr>
        <p:spPr>
          <a:xfrm>
            <a:off x="547687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7</a:t>
            </a:r>
          </a:p>
        </p:txBody>
      </p:sp>
      <p:sp>
        <p:nvSpPr>
          <p:cNvPr id="12" name="object-12">
            <a:extLst>
              <a:ext uri="{FF2B5EF4-FFF2-40B4-BE49-F238E27FC236}">
                <a16:creationId xmlns:a16="http://schemas.microsoft.com/office/drawing/2014/main" id="{4A9E808C-1EAF-476D-8021-932E96738FF2}"/>
              </a:ext>
            </a:extLst>
          </p:cNvPr>
          <p:cNvSpPr>
            <a:spLocks noGrp="1"/>
          </p:cNvSpPr>
          <p:nvPr/>
        </p:nvSpPr>
        <p:spPr>
          <a:xfrm>
            <a:off x="6405563"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3" name="object-13">
            <a:extLst>
              <a:ext uri="{FF2B5EF4-FFF2-40B4-BE49-F238E27FC236}">
                <a16:creationId xmlns:a16="http://schemas.microsoft.com/office/drawing/2014/main" id="{BEA5BD06-5C47-4B08-A04A-C5F70A130892}"/>
              </a:ext>
            </a:extLst>
          </p:cNvPr>
          <p:cNvSpPr>
            <a:spLocks noGrp="1"/>
          </p:cNvSpPr>
          <p:nvPr/>
        </p:nvSpPr>
        <p:spPr>
          <a:xfrm>
            <a:off x="7334250"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4" name="object-14">
            <a:extLst>
              <a:ext uri="{FF2B5EF4-FFF2-40B4-BE49-F238E27FC236}">
                <a16:creationId xmlns:a16="http://schemas.microsoft.com/office/drawing/2014/main" id="{D9B54C73-AAAE-461D-A493-FA1FCA8044D7}"/>
              </a:ext>
            </a:extLst>
          </p:cNvPr>
          <p:cNvSpPr>
            <a:spLocks noGrp="1"/>
          </p:cNvSpPr>
          <p:nvPr/>
        </p:nvSpPr>
        <p:spPr>
          <a:xfrm>
            <a:off x="8262938"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15" name="object-15">
            <a:extLst>
              <a:ext uri="{FF2B5EF4-FFF2-40B4-BE49-F238E27FC236}">
                <a16:creationId xmlns:a16="http://schemas.microsoft.com/office/drawing/2014/main" id="{B186B8B4-94C9-4027-8935-8E2EEC88917C}"/>
              </a:ext>
            </a:extLst>
          </p:cNvPr>
          <p:cNvSpPr>
            <a:spLocks noGrp="1"/>
          </p:cNvSpPr>
          <p:nvPr/>
        </p:nvSpPr>
        <p:spPr>
          <a:xfrm>
            <a:off x="919162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6" name="object-16">
            <a:extLst>
              <a:ext uri="{FF2B5EF4-FFF2-40B4-BE49-F238E27FC236}">
                <a16:creationId xmlns:a16="http://schemas.microsoft.com/office/drawing/2014/main" id="{758BDB85-B83C-45DD-859A-1511141AF66B}"/>
              </a:ext>
            </a:extLst>
          </p:cNvPr>
          <p:cNvSpPr>
            <a:spLocks noGrp="1"/>
          </p:cNvSpPr>
          <p:nvPr/>
        </p:nvSpPr>
        <p:spPr>
          <a:xfrm>
            <a:off x="4643438" y="4131469"/>
            <a:ext cx="654844" cy="773906"/>
          </a:xfrm>
          <a:prstGeom prst="rect">
            <a:avLst/>
          </a:prstGeom>
          <a:noFill/>
          <a:ln w="0">
            <a:noFill/>
          </a:ln>
        </p:spPr>
        <p:txBody>
          <a:bodyPr anchor="ctr">
            <a:noAutofit/>
          </a:bodyPr>
          <a:lstStyle/>
          <a:p>
            <a:pPr algn="l">
              <a:defRPr sz="4125" b="0">
                <a:solidFill>
                  <a:srgbClr val="172B4D"/>
                </a:solidFill>
                <a:latin typeface="Arial"/>
                <a:ea typeface="Arial"/>
                <a:cs typeface="Arial"/>
              </a:defRPr>
            </a:pPr>
            <a:r>
              <a:rPr sz="4125" b="0">
                <a:solidFill>
                  <a:srgbClr val="172B4D"/>
                </a:solidFill>
                <a:latin typeface="Arial"/>
                <a:ea typeface="Arial"/>
                <a:cs typeface="Arial"/>
              </a:rPr>
              <a:t>+</a:t>
            </a:r>
          </a:p>
        </p:txBody>
      </p:sp>
      <p:sp>
        <p:nvSpPr>
          <p:cNvPr id="17" name="object-17">
            <a:extLst>
              <a:ext uri="{FF2B5EF4-FFF2-40B4-BE49-F238E27FC236}">
                <a16:creationId xmlns:a16="http://schemas.microsoft.com/office/drawing/2014/main" id="{BABF1765-B40B-454A-BF5E-23F2AC5BCB8A}"/>
              </a:ext>
            </a:extLst>
          </p:cNvPr>
          <p:cNvSpPr>
            <a:spLocks noGrp="1"/>
          </p:cNvSpPr>
          <p:nvPr/>
        </p:nvSpPr>
        <p:spPr>
          <a:xfrm>
            <a:off x="5238750" y="5036344"/>
            <a:ext cx="5060156" cy="35719"/>
          </a:xfrm>
          <a:prstGeom prst="rect">
            <a:avLst/>
          </a:prstGeom>
          <a:solidFill>
            <a:srgbClr val="172B4D"/>
          </a:solidFill>
          <a:ln w="0">
            <a:noFill/>
          </a:ln>
        </p:spPr>
      </p:sp>
      <p:sp>
        <p:nvSpPr>
          <p:cNvPr id="18" name="object-18">
            <a:extLst>
              <a:ext uri="{FF2B5EF4-FFF2-40B4-BE49-F238E27FC236}">
                <a16:creationId xmlns:a16="http://schemas.microsoft.com/office/drawing/2014/main" id="{5E11ECB1-D555-472D-8552-C5F8F89EB340}"/>
              </a:ext>
            </a:extLst>
          </p:cNvPr>
          <p:cNvSpPr>
            <a:spLocks noGrp="1"/>
          </p:cNvSpPr>
          <p:nvPr/>
        </p:nvSpPr>
        <p:spPr>
          <a:xfrm>
            <a:off x="9155906" y="2988469"/>
            <a:ext cx="904875" cy="1976438"/>
          </a:xfrm>
          <a:prstGeom prst="rect">
            <a:avLst/>
          </a:prstGeom>
          <a:noFill/>
          <a:ln w="35719">
            <a:solidFill>
              <a:srgbClr val="9A5800"/>
            </a:solidFill>
          </a:ln>
        </p:spPr>
      </p:sp>
      <p:sp>
        <p:nvSpPr>
          <p:cNvPr id="19" name="object-19">
            <a:extLst>
              <a:ext uri="{FF2B5EF4-FFF2-40B4-BE49-F238E27FC236}">
                <a16:creationId xmlns:a16="http://schemas.microsoft.com/office/drawing/2014/main" id="{815E8A29-DAF6-4A6D-B63B-D7F8148489A2}"/>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6 + 0 = 6</a:t>
            </a:r>
          </a:p>
        </p:txBody>
      </p:sp>
      <p:sp>
        <p:nvSpPr>
          <p:cNvPr id="20" name="object-20">
            <a:extLst>
              <a:ext uri="{FF2B5EF4-FFF2-40B4-BE49-F238E27FC236}">
                <a16:creationId xmlns:a16="http://schemas.microsoft.com/office/drawing/2014/main" id="{34A298D0-9B94-4D20-9AC9-6EAD7059AD73}"/>
              </a:ext>
            </a:extLst>
          </p:cNvPr>
          <p:cNvSpPr>
            <a:spLocks noGrp="1"/>
          </p:cNvSpPr>
          <p:nvPr/>
        </p:nvSpPr>
        <p:spPr>
          <a:xfrm>
            <a:off x="919162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6</a:t>
            </a:r>
          </a:p>
        </p:txBody>
      </p:sp>
      <p:sp>
        <p:nvSpPr>
          <p:cNvPr id="21" name="object-21">
            <a:extLst>
              <a:ext uri="{FF2B5EF4-FFF2-40B4-BE49-F238E27FC236}">
                <a16:creationId xmlns:a16="http://schemas.microsoft.com/office/drawing/2014/main" id="{D7202531-05B2-49C4-B0EA-51887651DDBC}"/>
              </a:ext>
            </a:extLst>
          </p:cNvPr>
          <p:cNvSpPr>
            <a:spLocks noGrp="1"/>
          </p:cNvSpPr>
          <p:nvPr/>
        </p:nvSpPr>
        <p:spPr>
          <a:xfrm>
            <a:off x="8227219" y="2988469"/>
            <a:ext cx="904875" cy="1976438"/>
          </a:xfrm>
          <a:prstGeom prst="rect">
            <a:avLst/>
          </a:prstGeom>
          <a:noFill/>
          <a:ln w="35719">
            <a:solidFill>
              <a:srgbClr val="9A5800"/>
            </a:solidFill>
          </a:ln>
        </p:spPr>
      </p:sp>
      <p:sp>
        <p:nvSpPr>
          <p:cNvPr id="22" name="object-22">
            <a:extLst>
              <a:ext uri="{FF2B5EF4-FFF2-40B4-BE49-F238E27FC236}">
                <a16:creationId xmlns:a16="http://schemas.microsoft.com/office/drawing/2014/main" id="{6C8AE2F7-1A38-4DAD-B3B3-8F777E7FE267}"/>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5 + 1 = 6</a:t>
            </a:r>
          </a:p>
        </p:txBody>
      </p:sp>
      <p:sp>
        <p:nvSpPr>
          <p:cNvPr id="23" name="object-23">
            <a:extLst>
              <a:ext uri="{FF2B5EF4-FFF2-40B4-BE49-F238E27FC236}">
                <a16:creationId xmlns:a16="http://schemas.microsoft.com/office/drawing/2014/main" id="{B5C5333C-52D2-45F4-BD29-6DE48B1D444D}"/>
              </a:ext>
            </a:extLst>
          </p:cNvPr>
          <p:cNvSpPr>
            <a:spLocks noGrp="1"/>
          </p:cNvSpPr>
          <p:nvPr/>
        </p:nvSpPr>
        <p:spPr>
          <a:xfrm>
            <a:off x="8262938"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6</a:t>
            </a:r>
          </a:p>
        </p:txBody>
      </p:sp>
      <p:sp>
        <p:nvSpPr>
          <p:cNvPr id="24" name="object-24">
            <a:extLst>
              <a:ext uri="{FF2B5EF4-FFF2-40B4-BE49-F238E27FC236}">
                <a16:creationId xmlns:a16="http://schemas.microsoft.com/office/drawing/2014/main" id="{5B6638D9-E45B-4F29-9A5A-3EB2F99E21A6}"/>
              </a:ext>
            </a:extLst>
          </p:cNvPr>
          <p:cNvSpPr>
            <a:spLocks noGrp="1"/>
          </p:cNvSpPr>
          <p:nvPr/>
        </p:nvSpPr>
        <p:spPr>
          <a:xfrm>
            <a:off x="7298531" y="2988469"/>
            <a:ext cx="904875" cy="1976438"/>
          </a:xfrm>
          <a:prstGeom prst="rect">
            <a:avLst/>
          </a:prstGeom>
          <a:noFill/>
          <a:ln w="35719">
            <a:solidFill>
              <a:srgbClr val="9A5800"/>
            </a:solidFill>
          </a:ln>
        </p:spPr>
      </p:sp>
      <p:sp>
        <p:nvSpPr>
          <p:cNvPr id="25" name="object-25">
            <a:extLst>
              <a:ext uri="{FF2B5EF4-FFF2-40B4-BE49-F238E27FC236}">
                <a16:creationId xmlns:a16="http://schemas.microsoft.com/office/drawing/2014/main" id="{824BA72D-84A8-4558-A23B-8D327FD5D869}"/>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2 + 2 = 4</a:t>
            </a:r>
          </a:p>
        </p:txBody>
      </p:sp>
      <p:sp>
        <p:nvSpPr>
          <p:cNvPr id="26" name="object-26">
            <a:extLst>
              <a:ext uri="{FF2B5EF4-FFF2-40B4-BE49-F238E27FC236}">
                <a16:creationId xmlns:a16="http://schemas.microsoft.com/office/drawing/2014/main" id="{93985263-4F76-4AA7-8D3E-C28CA36D3BCB}"/>
              </a:ext>
            </a:extLst>
          </p:cNvPr>
          <p:cNvSpPr>
            <a:spLocks noGrp="1"/>
          </p:cNvSpPr>
          <p:nvPr/>
        </p:nvSpPr>
        <p:spPr>
          <a:xfrm>
            <a:off x="7334250"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4</a:t>
            </a:r>
          </a:p>
        </p:txBody>
      </p:sp>
      <p:sp>
        <p:nvSpPr>
          <p:cNvPr id="27" name="object-27">
            <a:extLst>
              <a:ext uri="{FF2B5EF4-FFF2-40B4-BE49-F238E27FC236}">
                <a16:creationId xmlns:a16="http://schemas.microsoft.com/office/drawing/2014/main" id="{D9C01B6F-8834-403D-B699-28CC51F104C2}"/>
              </a:ext>
            </a:extLst>
          </p:cNvPr>
          <p:cNvSpPr>
            <a:spLocks noGrp="1"/>
          </p:cNvSpPr>
          <p:nvPr/>
        </p:nvSpPr>
        <p:spPr>
          <a:xfrm>
            <a:off x="6369844" y="2988469"/>
            <a:ext cx="904875" cy="1976438"/>
          </a:xfrm>
          <a:prstGeom prst="rect">
            <a:avLst/>
          </a:prstGeom>
          <a:noFill/>
          <a:ln w="35719">
            <a:solidFill>
              <a:srgbClr val="9A5800"/>
            </a:solidFill>
          </a:ln>
        </p:spPr>
      </p:sp>
      <p:sp>
        <p:nvSpPr>
          <p:cNvPr id="28" name="object-28">
            <a:extLst>
              <a:ext uri="{FF2B5EF4-FFF2-40B4-BE49-F238E27FC236}">
                <a16:creationId xmlns:a16="http://schemas.microsoft.com/office/drawing/2014/main" id="{F243FEA6-8653-49DF-8599-6122CFB024CD}"/>
              </a:ext>
            </a:extLst>
          </p:cNvPr>
          <p:cNvSpPr>
            <a:spLocks noGrp="1"/>
          </p:cNvSpPr>
          <p:nvPr/>
        </p:nvSpPr>
        <p:spPr>
          <a:xfrm>
            <a:off x="6405563"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29" name="object-29">
            <a:extLst>
              <a:ext uri="{FF2B5EF4-FFF2-40B4-BE49-F238E27FC236}">
                <a16:creationId xmlns:a16="http://schemas.microsoft.com/office/drawing/2014/main" id="{4CB66A4F-EBCD-4461-93ED-94E76C7D56F4}"/>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9 + 2 = 11</a:t>
            </a:r>
          </a:p>
        </p:txBody>
      </p:sp>
      <p:sp>
        <p:nvSpPr>
          <p:cNvPr id="30" name="object-30">
            <a:extLst>
              <a:ext uri="{FF2B5EF4-FFF2-40B4-BE49-F238E27FC236}">
                <a16:creationId xmlns:a16="http://schemas.microsoft.com/office/drawing/2014/main" id="{892A05D0-0E1E-492C-BF42-4C7F34692348}"/>
              </a:ext>
            </a:extLst>
          </p:cNvPr>
          <p:cNvSpPr>
            <a:spLocks noGrp="1"/>
          </p:cNvSpPr>
          <p:nvPr/>
        </p:nvSpPr>
        <p:spPr>
          <a:xfrm>
            <a:off x="6405563"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1</a:t>
            </a:r>
          </a:p>
        </p:txBody>
      </p:sp>
      <p:sp>
        <p:nvSpPr>
          <p:cNvPr id="31" name="object-31">
            <a:extLst>
              <a:ext uri="{FF2B5EF4-FFF2-40B4-BE49-F238E27FC236}">
                <a16:creationId xmlns:a16="http://schemas.microsoft.com/office/drawing/2014/main" id="{5F9950EF-71EF-44AA-BDDF-BE413BF39106}"/>
              </a:ext>
            </a:extLst>
          </p:cNvPr>
          <p:cNvSpPr>
            <a:spLocks noGrp="1"/>
          </p:cNvSpPr>
          <p:nvPr/>
        </p:nvSpPr>
        <p:spPr>
          <a:xfrm>
            <a:off x="5441156" y="2988469"/>
            <a:ext cx="904875" cy="1976438"/>
          </a:xfrm>
          <a:prstGeom prst="rect">
            <a:avLst/>
          </a:prstGeom>
          <a:noFill/>
          <a:ln w="35719">
            <a:solidFill>
              <a:srgbClr val="9A5800"/>
            </a:solidFill>
          </a:ln>
        </p:spPr>
      </p:sp>
      <p:sp>
        <p:nvSpPr>
          <p:cNvPr id="32" name="object-32">
            <a:extLst>
              <a:ext uri="{FF2B5EF4-FFF2-40B4-BE49-F238E27FC236}">
                <a16:creationId xmlns:a16="http://schemas.microsoft.com/office/drawing/2014/main" id="{9301E10B-B88D-4E8C-8DB0-3AB49D8586A4}"/>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+ 7 + 1 = 9</a:t>
            </a:r>
          </a:p>
        </p:txBody>
      </p:sp>
      <p:sp>
        <p:nvSpPr>
          <p:cNvPr id="33" name="object-33">
            <a:extLst>
              <a:ext uri="{FF2B5EF4-FFF2-40B4-BE49-F238E27FC236}">
                <a16:creationId xmlns:a16="http://schemas.microsoft.com/office/drawing/2014/main" id="{47C8A280-66CB-45FA-B16E-6B554044ECC0}"/>
              </a:ext>
            </a:extLst>
          </p:cNvPr>
          <p:cNvSpPr>
            <a:spLocks noGrp="1"/>
          </p:cNvSpPr>
          <p:nvPr/>
        </p:nvSpPr>
        <p:spPr>
          <a:xfrm>
            <a:off x="547687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9</a:t>
            </a:r>
          </a:p>
        </p:txBody>
      </p:sp>
      <p:sp>
        <p:nvSpPr>
          <p:cNvPr id="34" name="object-34">
            <a:extLst>
              <a:ext uri="{FF2B5EF4-FFF2-40B4-BE49-F238E27FC236}">
                <a16:creationId xmlns:a16="http://schemas.microsoft.com/office/drawing/2014/main" id="{B2315EA6-936A-4790-A9A9-62273DE5ED8C}"/>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19,256 + 72,210 = 91,466</a:t>
            </a:r>
          </a:p>
        </p:txBody>
      </p:sp>
    </p:spTree>
    <p:extLst>
      <p:ext uri="{BB962C8B-B14F-4D97-AF65-F5344CB8AC3E}">
        <p14:creationId xmlns:p14="http://schemas.microsoft.com/office/powerpoint/2010/main" val="35216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1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par>
                                <p:cTn id="18" presetID="1" presetClass="exit" presetSubtype="0" fill="hold" grpId="1" nodeType="withEffect">
                                  <p:stCondLst>
                                    <p:cond delay="0"/>
                                  </p:stCondLst>
                                  <p:childTnLst>
                                    <p:set>
                                      <p:cBhvr>
                                        <p:cTn id="19" dur="1" fill="hold">
                                          <p:stCondLst>
                                            <p:cond delay="0"/>
                                          </p:stCondLst>
                                        </p:cTn>
                                        <p:tgtEl>
                                          <p:spTgt spid="19"/>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2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22"/>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24"/>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7"/>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25"/>
                                        </p:tgtEl>
                                        <p:attrNameLst>
                                          <p:attrName>style.visibility</p:attrName>
                                        </p:attrNameLst>
                                      </p:cBhvr>
                                      <p:to>
                                        <p:strVal val="hidden"/>
                                      </p:to>
                                    </p:set>
                                  </p:childTnLst>
                                </p:cTn>
                              </p:par>
                              <p:par>
                                <p:cTn id="46" presetID="1" presetClass="entr" presetSubtype="0" fill="hold" grpId="0" nodeType="withEffect">
                                  <p:stCondLst>
                                    <p:cond delay="0"/>
                                  </p:stCondLst>
                                  <p:childTnLst>
                                    <p:set>
                                      <p:cBhvr>
                                        <p:cTn id="47" dur="1" fill="hold">
                                          <p:stCondLst>
                                            <p:cond delay="0"/>
                                          </p:stCondLst>
                                        </p:cTn>
                                        <p:tgtEl>
                                          <p:spTgt spid="28"/>
                                        </p:tgtEl>
                                        <p:attrNameLst>
                                          <p:attrName>style.visibility</p:attrName>
                                        </p:attrNameLst>
                                      </p:cBhvr>
                                      <p:to>
                                        <p:strVal val="visible"/>
                                      </p:to>
                                    </p:set>
                                  </p:childTnLst>
                                </p:cTn>
                              </p:par>
                            </p:childTnLst>
                          </p:cTn>
                        </p:par>
                        <p:par>
                          <p:cTn id="48" fill="hold">
                            <p:stCondLst>
                              <p:cond delay="0"/>
                            </p:stCondLst>
                            <p:childTnLst>
                              <p:par>
                                <p:cTn id="49" presetID="63" presetClass="path" presetSubtype="0" accel="50000" decel="50000" fill="hold" grpId="1" nodeType="afterEffect">
                                  <p:stCondLst>
                                    <p:cond delay="0"/>
                                  </p:stCondLst>
                                  <p:childTnLst>
                                    <p:animMotion origin="layout" path="M 0 0 L -0.0609375 0 E" pathEditMode="relative" ptsTypes="">
                                      <p:cBhvr>
                                        <p:cTn id="50" dur="800" fill="hold"/>
                                        <p:tgtEl>
                                          <p:spTgt spid="28"/>
                                        </p:tgtEl>
                                        <p:attrNameLst>
                                          <p:attrName>ppt_x</p:attrName>
                                          <p:attrName>ppt_y</p:attrName>
                                        </p:attrNameLst>
                                      </p:cBhvr>
                                    </p:animMotion>
                                  </p:childTnLst>
                                </p:cTn>
                              </p:par>
                              <p:par>
                                <p:cTn id="51" presetID="1"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childTnLst>
                                </p:cTn>
                              </p:par>
                            </p:childTnLst>
                          </p:cTn>
                        </p:par>
                        <p:par>
                          <p:cTn id="53" fill="hold">
                            <p:stCondLst>
                              <p:cond delay="800"/>
                            </p:stCondLst>
                            <p:childTnLst>
                              <p:par>
                                <p:cTn id="54" presetID="1" presetClass="entr" presetSubtype="0" fill="hold" grpId="0" nodeType="afterEffect">
                                  <p:stCondLst>
                                    <p:cond delay="0"/>
                                  </p:stCondLst>
                                  <p:childTnLst>
                                    <p:set>
                                      <p:cBhvr>
                                        <p:cTn id="55" dur="1" fill="hold">
                                          <p:stCondLst>
                                            <p:cond delay="0"/>
                                          </p:stCondLst>
                                        </p:cTn>
                                        <p:tgtEl>
                                          <p:spTgt spid="30"/>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27"/>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1"/>
                                        </p:tgtEl>
                                        <p:attrNameLst>
                                          <p:attrName>style.visibility</p:attrName>
                                        </p:attrNameLst>
                                      </p:cBhvr>
                                      <p:to>
                                        <p:strVal val="visible"/>
                                      </p:to>
                                    </p:set>
                                  </p:childTnLst>
                                </p:cTn>
                              </p:par>
                              <p:par>
                                <p:cTn id="62" presetID="1" presetClass="exit" presetSubtype="0" fill="hold" grpId="1" nodeType="withEffect">
                                  <p:stCondLst>
                                    <p:cond delay="0"/>
                                  </p:stCondLst>
                                  <p:childTnLst>
                                    <p:set>
                                      <p:cBhvr>
                                        <p:cTn id="63" dur="1" fill="hold">
                                          <p:stCondLst>
                                            <p:cond delay="0"/>
                                          </p:stCondLst>
                                        </p:cTn>
                                        <p:tgtEl>
                                          <p:spTgt spid="29"/>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32"/>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31"/>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20" grpId="0"/>
      <p:bldP spid="22" grpId="0"/>
      <p:bldP spid="22" grpId="1"/>
      <p:bldP spid="23" grpId="0"/>
      <p:bldP spid="25" grpId="0"/>
      <p:bldP spid="25" grpId="1"/>
      <p:bldP spid="26" grpId="0"/>
      <p:bldP spid="28" grpId="0"/>
      <p:bldP spid="28" grpId="1"/>
      <p:bldP spid="29" grpId="0"/>
      <p:bldP spid="29" grpId="1"/>
      <p:bldP spid="30" grpId="0"/>
      <p:bldP spid="32" grpId="0"/>
      <p:bldP spid="33" grpId="0"/>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object-1">
            <a:extLst>
              <a:ext uri="{FF2B5EF4-FFF2-40B4-BE49-F238E27FC236}">
                <a16:creationId xmlns:a16="http://schemas.microsoft.com/office/drawing/2014/main" id="{907F2127-87A8-49D1-A727-1912F6941A1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3A55CCF0-450D-41D9-9CDA-83331CAC4E35}"/>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07073295-9594-4C47-8F1D-75B983A5B82B}"/>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2,418 × 38.</a:t>
            </a:r>
          </a:p>
        </p:txBody>
      </p:sp>
      <p:sp>
        <p:nvSpPr>
          <p:cNvPr id="4" name="object-4">
            <a:extLst>
              <a:ext uri="{FF2B5EF4-FFF2-40B4-BE49-F238E27FC236}">
                <a16:creationId xmlns:a16="http://schemas.microsoft.com/office/drawing/2014/main" id="{97AD0703-1D84-401F-999B-06CC40A349ED}"/>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D05589EA-8CDC-4130-A3F4-AB4D6BB35B8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6" name="object-6">
            <a:extLst>
              <a:ext uri="{FF2B5EF4-FFF2-40B4-BE49-F238E27FC236}">
                <a16:creationId xmlns:a16="http://schemas.microsoft.com/office/drawing/2014/main" id="{991ED6D6-38F3-495E-B3F5-7F02E1ACE7D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7" name="object-7">
            <a:extLst>
              <a:ext uri="{FF2B5EF4-FFF2-40B4-BE49-F238E27FC236}">
                <a16:creationId xmlns:a16="http://schemas.microsoft.com/office/drawing/2014/main" id="{E1A6BF3C-6C19-403F-81DC-1AAD9DD80E55}"/>
              </a:ext>
            </a:extLst>
          </p:cNvPr>
          <p:cNvSpPr>
            <a:spLocks noGrp="1"/>
          </p:cNvSpPr>
          <p:nvPr/>
        </p:nvSpPr>
        <p:spPr>
          <a:xfrm>
            <a:off x="74056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2</a:t>
            </a:r>
          </a:p>
        </p:txBody>
      </p:sp>
      <p:sp>
        <p:nvSpPr>
          <p:cNvPr id="8" name="object-8">
            <a:extLst>
              <a:ext uri="{FF2B5EF4-FFF2-40B4-BE49-F238E27FC236}">
                <a16:creationId xmlns:a16="http://schemas.microsoft.com/office/drawing/2014/main" id="{249D64C5-7CC9-480F-A2B0-5F65A0057E49}"/>
              </a:ext>
            </a:extLst>
          </p:cNvPr>
          <p:cNvSpPr>
            <a:spLocks noGrp="1"/>
          </p:cNvSpPr>
          <p:nvPr/>
        </p:nvSpPr>
        <p:spPr>
          <a:xfrm>
            <a:off x="82629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4</a:t>
            </a:r>
          </a:p>
        </p:txBody>
      </p:sp>
      <p:sp>
        <p:nvSpPr>
          <p:cNvPr id="9" name="object-9">
            <a:extLst>
              <a:ext uri="{FF2B5EF4-FFF2-40B4-BE49-F238E27FC236}">
                <a16:creationId xmlns:a16="http://schemas.microsoft.com/office/drawing/2014/main" id="{F7588049-9002-4542-8AAB-37FE772731A5}"/>
              </a:ext>
            </a:extLst>
          </p:cNvPr>
          <p:cNvSpPr>
            <a:spLocks noGrp="1"/>
          </p:cNvSpPr>
          <p:nvPr/>
        </p:nvSpPr>
        <p:spPr>
          <a:xfrm>
            <a:off x="91201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1</a:t>
            </a:r>
          </a:p>
        </p:txBody>
      </p:sp>
      <p:sp>
        <p:nvSpPr>
          <p:cNvPr id="10" name="object-10">
            <a:extLst>
              <a:ext uri="{FF2B5EF4-FFF2-40B4-BE49-F238E27FC236}">
                <a16:creationId xmlns:a16="http://schemas.microsoft.com/office/drawing/2014/main" id="{F302A8C8-B967-47C7-85B2-B3DC7B0960D9}"/>
              </a:ext>
            </a:extLst>
          </p:cNvPr>
          <p:cNvSpPr>
            <a:spLocks noGrp="1"/>
          </p:cNvSpPr>
          <p:nvPr/>
        </p:nvSpPr>
        <p:spPr>
          <a:xfrm>
            <a:off x="99774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8</a:t>
            </a:r>
          </a:p>
        </p:txBody>
      </p:sp>
      <p:sp>
        <p:nvSpPr>
          <p:cNvPr id="11" name="object-11">
            <a:extLst>
              <a:ext uri="{FF2B5EF4-FFF2-40B4-BE49-F238E27FC236}">
                <a16:creationId xmlns:a16="http://schemas.microsoft.com/office/drawing/2014/main" id="{593E25F8-384E-4601-9733-B94D1E2A337A}"/>
              </a:ext>
            </a:extLst>
          </p:cNvPr>
          <p:cNvSpPr>
            <a:spLocks noGrp="1"/>
          </p:cNvSpPr>
          <p:nvPr/>
        </p:nvSpPr>
        <p:spPr>
          <a:xfrm>
            <a:off x="5834063" y="3690938"/>
            <a:ext cx="714375" cy="714375"/>
          </a:xfrm>
          <a:prstGeom prst="rect">
            <a:avLst/>
          </a:prstGeom>
          <a:noFill/>
          <a:ln w="0">
            <a:noFill/>
          </a:ln>
        </p:spPr>
        <p:txBody>
          <a:bodyPr anchor="ctr">
            <a:noAutofit/>
          </a:bodyPr>
          <a:lstStyle/>
          <a:p>
            <a:pPr algn="l">
              <a:defRPr sz="3938" b="0">
                <a:solidFill>
                  <a:srgbClr val="172B4D"/>
                </a:solidFill>
                <a:latin typeface="Arial"/>
                <a:ea typeface="Arial"/>
                <a:cs typeface="Arial"/>
              </a:defRPr>
            </a:pPr>
            <a:r>
              <a:rPr sz="3938" b="0">
                <a:solidFill>
                  <a:srgbClr val="172B4D"/>
                </a:solidFill>
                <a:latin typeface="Arial"/>
                <a:ea typeface="Arial"/>
                <a:cs typeface="Arial"/>
              </a:rPr>
              <a:t>×</a:t>
            </a:r>
          </a:p>
        </p:txBody>
      </p:sp>
      <p:sp>
        <p:nvSpPr>
          <p:cNvPr id="12" name="object-12">
            <a:extLst>
              <a:ext uri="{FF2B5EF4-FFF2-40B4-BE49-F238E27FC236}">
                <a16:creationId xmlns:a16="http://schemas.microsoft.com/office/drawing/2014/main" id="{5082DD94-66C9-4828-B964-7558EDC9F653}"/>
              </a:ext>
            </a:extLst>
          </p:cNvPr>
          <p:cNvSpPr>
            <a:spLocks noGrp="1"/>
          </p:cNvSpPr>
          <p:nvPr/>
        </p:nvSpPr>
        <p:spPr>
          <a:xfrm>
            <a:off x="9120188" y="3690938"/>
            <a:ext cx="1619250" cy="714375"/>
          </a:xfrm>
          <a:prstGeom prst="rect">
            <a:avLst/>
          </a:prstGeom>
          <a:noFill/>
          <a:ln w="0">
            <a:noFill/>
          </a:ln>
        </p:spPr>
        <p:txBody>
          <a:bodyPr anchor="ctr">
            <a:noAutofit/>
          </a:bodyPr>
          <a:lstStyle/>
          <a:p>
            <a:pPr algn="r">
              <a:defRPr sz="3938" b="1">
                <a:solidFill>
                  <a:srgbClr val="1D4ED8"/>
                </a:solidFill>
                <a:latin typeface="Arial"/>
                <a:ea typeface="Arial"/>
                <a:cs typeface="Arial"/>
              </a:defRPr>
            </a:pPr>
            <a:r>
              <a:rPr sz="3938" b="1">
                <a:solidFill>
                  <a:srgbClr val="1D4ED8"/>
                </a:solidFill>
                <a:latin typeface="Arial"/>
                <a:ea typeface="Arial"/>
                <a:cs typeface="Arial"/>
              </a:rPr>
              <a:t>38</a:t>
            </a:r>
          </a:p>
        </p:txBody>
      </p:sp>
      <p:sp>
        <p:nvSpPr>
          <p:cNvPr id="13" name="object-13">
            <a:extLst>
              <a:ext uri="{FF2B5EF4-FFF2-40B4-BE49-F238E27FC236}">
                <a16:creationId xmlns:a16="http://schemas.microsoft.com/office/drawing/2014/main" id="{409E5893-25F2-4FAB-B418-68DF5B95B486}"/>
              </a:ext>
            </a:extLst>
          </p:cNvPr>
          <p:cNvSpPr>
            <a:spLocks noGrp="1"/>
          </p:cNvSpPr>
          <p:nvPr/>
        </p:nvSpPr>
        <p:spPr>
          <a:xfrm>
            <a:off x="6369844" y="4464844"/>
            <a:ext cx="4583906" cy="35719"/>
          </a:xfrm>
          <a:prstGeom prst="rect">
            <a:avLst/>
          </a:prstGeom>
          <a:solidFill>
            <a:srgbClr val="172B4D"/>
          </a:solidFill>
          <a:ln w="0">
            <a:noFill/>
          </a:ln>
        </p:spPr>
      </p:sp>
      <p:sp>
        <p:nvSpPr>
          <p:cNvPr id="14" name="object-14">
            <a:extLst>
              <a:ext uri="{FF2B5EF4-FFF2-40B4-BE49-F238E27FC236}">
                <a16:creationId xmlns:a16="http://schemas.microsoft.com/office/drawing/2014/main" id="{F2308183-F3A1-4EDB-BEF5-E83399CEFA3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8 = 64</a:t>
            </a:r>
          </a:p>
        </p:txBody>
      </p:sp>
      <p:sp>
        <p:nvSpPr>
          <p:cNvPr id="15" name="object-15">
            <a:extLst>
              <a:ext uri="{FF2B5EF4-FFF2-40B4-BE49-F238E27FC236}">
                <a16:creationId xmlns:a16="http://schemas.microsoft.com/office/drawing/2014/main" id="{12410E6C-CB8F-4BEF-A7D7-390465F35A07}"/>
              </a:ext>
            </a:extLst>
          </p:cNvPr>
          <p:cNvSpPr>
            <a:spLocks noGrp="1"/>
          </p:cNvSpPr>
          <p:nvPr/>
        </p:nvSpPr>
        <p:spPr>
          <a:xfrm>
            <a:off x="9977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16" name="object-16">
            <a:extLst>
              <a:ext uri="{FF2B5EF4-FFF2-40B4-BE49-F238E27FC236}">
                <a16:creationId xmlns:a16="http://schemas.microsoft.com/office/drawing/2014/main" id="{2E651840-D3E8-4C15-97F2-31A3F6AD6665}"/>
              </a:ext>
            </a:extLst>
          </p:cNvPr>
          <p:cNvSpPr>
            <a:spLocks noGrp="1"/>
          </p:cNvSpPr>
          <p:nvPr/>
        </p:nvSpPr>
        <p:spPr>
          <a:xfrm>
            <a:off x="99774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6</a:t>
            </a:r>
          </a:p>
        </p:txBody>
      </p:sp>
      <p:sp>
        <p:nvSpPr>
          <p:cNvPr id="17" name="object-17">
            <a:extLst>
              <a:ext uri="{FF2B5EF4-FFF2-40B4-BE49-F238E27FC236}">
                <a16:creationId xmlns:a16="http://schemas.microsoft.com/office/drawing/2014/main" id="{1C63DBB2-DB91-4C8E-B237-1D44DD7256E9}"/>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1 + 6 = 14</a:t>
            </a:r>
          </a:p>
        </p:txBody>
      </p:sp>
      <p:sp>
        <p:nvSpPr>
          <p:cNvPr id="18" name="object-18">
            <a:extLst>
              <a:ext uri="{FF2B5EF4-FFF2-40B4-BE49-F238E27FC236}">
                <a16:creationId xmlns:a16="http://schemas.microsoft.com/office/drawing/2014/main" id="{D4615984-EA46-41CF-AC67-2A9992146DC5}"/>
              </a:ext>
            </a:extLst>
          </p:cNvPr>
          <p:cNvSpPr>
            <a:spLocks noGrp="1"/>
          </p:cNvSpPr>
          <p:nvPr/>
        </p:nvSpPr>
        <p:spPr>
          <a:xfrm>
            <a:off x="91201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19" name="object-19">
            <a:extLst>
              <a:ext uri="{FF2B5EF4-FFF2-40B4-BE49-F238E27FC236}">
                <a16:creationId xmlns:a16="http://schemas.microsoft.com/office/drawing/2014/main" id="{38CB8553-3451-4652-97C7-34E85943DBAC}"/>
              </a:ext>
            </a:extLst>
          </p:cNvPr>
          <p:cNvSpPr>
            <a:spLocks noGrp="1"/>
          </p:cNvSpPr>
          <p:nvPr/>
        </p:nvSpPr>
        <p:spPr>
          <a:xfrm>
            <a:off x="912018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20" name="object-20">
            <a:extLst>
              <a:ext uri="{FF2B5EF4-FFF2-40B4-BE49-F238E27FC236}">
                <a16:creationId xmlns:a16="http://schemas.microsoft.com/office/drawing/2014/main" id="{5729CACC-C30F-4E0B-822F-8B0590236B39}"/>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4 + 1 = 33</a:t>
            </a:r>
          </a:p>
        </p:txBody>
      </p:sp>
      <p:sp>
        <p:nvSpPr>
          <p:cNvPr id="21" name="object-21">
            <a:extLst>
              <a:ext uri="{FF2B5EF4-FFF2-40B4-BE49-F238E27FC236}">
                <a16:creationId xmlns:a16="http://schemas.microsoft.com/office/drawing/2014/main" id="{35968778-C9AB-4D84-A5B5-CCB582CEA02B}"/>
              </a:ext>
            </a:extLst>
          </p:cNvPr>
          <p:cNvSpPr>
            <a:spLocks noGrp="1"/>
          </p:cNvSpPr>
          <p:nvPr/>
        </p:nvSpPr>
        <p:spPr>
          <a:xfrm>
            <a:off x="82629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22" name="object-22">
            <a:extLst>
              <a:ext uri="{FF2B5EF4-FFF2-40B4-BE49-F238E27FC236}">
                <a16:creationId xmlns:a16="http://schemas.microsoft.com/office/drawing/2014/main" id="{E654540A-2C90-4958-9D26-E6FCF14D5116}"/>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3</a:t>
            </a:r>
          </a:p>
        </p:txBody>
      </p:sp>
      <p:sp>
        <p:nvSpPr>
          <p:cNvPr id="23" name="object-23">
            <a:extLst>
              <a:ext uri="{FF2B5EF4-FFF2-40B4-BE49-F238E27FC236}">
                <a16:creationId xmlns:a16="http://schemas.microsoft.com/office/drawing/2014/main" id="{4C2848E1-2803-4DE1-AB68-FFE05CA0A20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2 + 3 = 19</a:t>
            </a:r>
          </a:p>
        </p:txBody>
      </p:sp>
      <p:sp>
        <p:nvSpPr>
          <p:cNvPr id="24" name="object-24">
            <a:extLst>
              <a:ext uri="{FF2B5EF4-FFF2-40B4-BE49-F238E27FC236}">
                <a16:creationId xmlns:a16="http://schemas.microsoft.com/office/drawing/2014/main" id="{F5D8472B-D434-45D5-B93F-BCF6DAD2CC0D}"/>
              </a:ext>
            </a:extLst>
          </p:cNvPr>
          <p:cNvSpPr>
            <a:spLocks noGrp="1"/>
          </p:cNvSpPr>
          <p:nvPr/>
        </p:nvSpPr>
        <p:spPr>
          <a:xfrm>
            <a:off x="6548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5" name="object-25">
            <a:extLst>
              <a:ext uri="{FF2B5EF4-FFF2-40B4-BE49-F238E27FC236}">
                <a16:creationId xmlns:a16="http://schemas.microsoft.com/office/drawing/2014/main" id="{2301609E-111F-4964-B904-35B9AE50AD57}"/>
              </a:ext>
            </a:extLst>
          </p:cNvPr>
          <p:cNvSpPr>
            <a:spLocks noGrp="1"/>
          </p:cNvSpPr>
          <p:nvPr/>
        </p:nvSpPr>
        <p:spPr>
          <a:xfrm>
            <a:off x="74056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9</a:t>
            </a:r>
          </a:p>
        </p:txBody>
      </p:sp>
      <p:sp>
        <p:nvSpPr>
          <p:cNvPr id="26" name="object-26">
            <a:extLst>
              <a:ext uri="{FF2B5EF4-FFF2-40B4-BE49-F238E27FC236}">
                <a16:creationId xmlns:a16="http://schemas.microsoft.com/office/drawing/2014/main" id="{3B2DFA13-C800-4686-90A9-D3123BF1F257}"/>
              </a:ext>
            </a:extLst>
          </p:cNvPr>
          <p:cNvSpPr>
            <a:spLocks noGrp="1"/>
          </p:cNvSpPr>
          <p:nvPr/>
        </p:nvSpPr>
        <p:spPr>
          <a:xfrm>
            <a:off x="9977438" y="5607844"/>
            <a:ext cx="762000" cy="773906"/>
          </a:xfrm>
          <a:prstGeom prst="rect">
            <a:avLst/>
          </a:prstGeom>
          <a:noFill/>
          <a:ln w="0">
            <a:noFill/>
          </a:ln>
        </p:spPr>
        <p:txBody>
          <a:bodyPr anchor="ctr">
            <a:noAutofit/>
          </a:bodyPr>
          <a:lstStyle/>
          <a:p>
            <a:pPr algn="ctr">
              <a:defRPr sz="4219" b="1">
                <a:solidFill>
                  <a:srgbClr val="9A5800"/>
                </a:solidFill>
                <a:latin typeface="Arial"/>
                <a:ea typeface="Arial"/>
                <a:cs typeface="Arial"/>
              </a:defRPr>
            </a:pPr>
            <a:r>
              <a:rPr sz="4219" b="1">
                <a:solidFill>
                  <a:srgbClr val="9A5800"/>
                </a:solidFill>
                <a:latin typeface="Arial"/>
                <a:ea typeface="Arial"/>
                <a:cs typeface="Arial"/>
              </a:rPr>
              <a:t>0</a:t>
            </a:r>
          </a:p>
        </p:txBody>
      </p:sp>
      <p:sp>
        <p:nvSpPr>
          <p:cNvPr id="27" name="object-27">
            <a:extLst>
              <a:ext uri="{FF2B5EF4-FFF2-40B4-BE49-F238E27FC236}">
                <a16:creationId xmlns:a16="http://schemas.microsoft.com/office/drawing/2014/main" id="{E072A79B-4BAA-4AD6-8E9B-3618D93B6718}"/>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8 = 24</a:t>
            </a:r>
          </a:p>
        </p:txBody>
      </p:sp>
      <p:sp>
        <p:nvSpPr>
          <p:cNvPr id="28" name="object-28">
            <a:extLst>
              <a:ext uri="{FF2B5EF4-FFF2-40B4-BE49-F238E27FC236}">
                <a16:creationId xmlns:a16="http://schemas.microsoft.com/office/drawing/2014/main" id="{F4E3253E-D76C-4F63-A8DF-3C752C15CC55}"/>
              </a:ext>
            </a:extLst>
          </p:cNvPr>
          <p:cNvSpPr>
            <a:spLocks noGrp="1"/>
          </p:cNvSpPr>
          <p:nvPr/>
        </p:nvSpPr>
        <p:spPr>
          <a:xfrm>
            <a:off x="91201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29" name="object-29">
            <a:extLst>
              <a:ext uri="{FF2B5EF4-FFF2-40B4-BE49-F238E27FC236}">
                <a16:creationId xmlns:a16="http://schemas.microsoft.com/office/drawing/2014/main" id="{720E6560-27DA-4F3D-8704-D9BA6FF189A4}"/>
              </a:ext>
            </a:extLst>
          </p:cNvPr>
          <p:cNvSpPr>
            <a:spLocks noGrp="1"/>
          </p:cNvSpPr>
          <p:nvPr/>
        </p:nvSpPr>
        <p:spPr>
          <a:xfrm>
            <a:off x="99774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2</a:t>
            </a:r>
          </a:p>
        </p:txBody>
      </p:sp>
      <p:sp>
        <p:nvSpPr>
          <p:cNvPr id="30" name="object-30">
            <a:extLst>
              <a:ext uri="{FF2B5EF4-FFF2-40B4-BE49-F238E27FC236}">
                <a16:creationId xmlns:a16="http://schemas.microsoft.com/office/drawing/2014/main" id="{63ED261A-3CD3-417D-8EB1-500A46FE7F3C}"/>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1 + 2 = 5</a:t>
            </a:r>
          </a:p>
        </p:txBody>
      </p:sp>
      <p:sp>
        <p:nvSpPr>
          <p:cNvPr id="31" name="object-31">
            <a:extLst>
              <a:ext uri="{FF2B5EF4-FFF2-40B4-BE49-F238E27FC236}">
                <a16:creationId xmlns:a16="http://schemas.microsoft.com/office/drawing/2014/main" id="{953E08C2-0765-45D6-97CE-8EE78221568B}"/>
              </a:ext>
            </a:extLst>
          </p:cNvPr>
          <p:cNvSpPr>
            <a:spLocks noGrp="1"/>
          </p:cNvSpPr>
          <p:nvPr/>
        </p:nvSpPr>
        <p:spPr>
          <a:xfrm>
            <a:off x="82629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32" name="object-32">
            <a:extLst>
              <a:ext uri="{FF2B5EF4-FFF2-40B4-BE49-F238E27FC236}">
                <a16:creationId xmlns:a16="http://schemas.microsoft.com/office/drawing/2014/main" id="{28D2EBD3-36A1-4DBE-9A6D-AB7EF7E2E05B}"/>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4 = 12</a:t>
            </a:r>
          </a:p>
        </p:txBody>
      </p:sp>
      <p:sp>
        <p:nvSpPr>
          <p:cNvPr id="33" name="object-33">
            <a:extLst>
              <a:ext uri="{FF2B5EF4-FFF2-40B4-BE49-F238E27FC236}">
                <a16:creationId xmlns:a16="http://schemas.microsoft.com/office/drawing/2014/main" id="{D51B0797-B2A4-4317-B279-74A83CF29344}"/>
              </a:ext>
            </a:extLst>
          </p:cNvPr>
          <p:cNvSpPr>
            <a:spLocks noGrp="1"/>
          </p:cNvSpPr>
          <p:nvPr/>
        </p:nvSpPr>
        <p:spPr>
          <a:xfrm>
            <a:off x="74056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34" name="object-34">
            <a:extLst>
              <a:ext uri="{FF2B5EF4-FFF2-40B4-BE49-F238E27FC236}">
                <a16:creationId xmlns:a16="http://schemas.microsoft.com/office/drawing/2014/main" id="{147E15DD-B3F8-4656-AC19-CC36836DE46C}"/>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35" name="object-35">
            <a:extLst>
              <a:ext uri="{FF2B5EF4-FFF2-40B4-BE49-F238E27FC236}">
                <a16:creationId xmlns:a16="http://schemas.microsoft.com/office/drawing/2014/main" id="{6BE13358-4CDD-41BF-BD62-118BF37999D8}"/>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2 + 1 = 7</a:t>
            </a:r>
          </a:p>
        </p:txBody>
      </p:sp>
      <p:sp>
        <p:nvSpPr>
          <p:cNvPr id="36" name="object-36">
            <a:extLst>
              <a:ext uri="{FF2B5EF4-FFF2-40B4-BE49-F238E27FC236}">
                <a16:creationId xmlns:a16="http://schemas.microsoft.com/office/drawing/2014/main" id="{573354A1-8EB0-4F16-A2E4-1D20E8E63E53}"/>
              </a:ext>
            </a:extLst>
          </p:cNvPr>
          <p:cNvSpPr>
            <a:spLocks noGrp="1"/>
          </p:cNvSpPr>
          <p:nvPr/>
        </p:nvSpPr>
        <p:spPr>
          <a:xfrm>
            <a:off x="65484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7" name="object-37">
            <a:extLst>
              <a:ext uri="{FF2B5EF4-FFF2-40B4-BE49-F238E27FC236}">
                <a16:creationId xmlns:a16="http://schemas.microsoft.com/office/drawing/2014/main" id="{FB4D0F2A-9284-47C4-A006-22B976AFB518}"/>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Now add the partial products: 19,344 + 72,540.</a:t>
            </a:r>
          </a:p>
        </p:txBody>
      </p:sp>
    </p:spTree>
    <p:extLst>
      <p:ext uri="{BB962C8B-B14F-4D97-AF65-F5344CB8AC3E}">
        <p14:creationId xmlns:p14="http://schemas.microsoft.com/office/powerpoint/2010/main" val="45783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childTnLst>
                          </p:cTn>
                        </p:par>
                        <p:par>
                          <p:cTn id="12" fill="hold">
                            <p:stCondLst>
                              <p:cond delay="0"/>
                            </p:stCondLst>
                            <p:childTnLst>
                              <p:par>
                                <p:cTn id="13" presetID="63" presetClass="path" presetSubtype="0" accel="50000" decel="50000" fill="hold" grpId="1" nodeType="afterEffect">
                                  <p:stCondLst>
                                    <p:cond delay="0"/>
                                  </p:stCondLst>
                                  <p:childTnLst>
                                    <p:animMotion origin="layout" path="M 0 0 L -0.05625 0 E" pathEditMode="relative" ptsTypes="">
                                      <p:cBhvr>
                                        <p:cTn id="14" dur="800" fill="hold"/>
                                        <p:tgtEl>
                                          <p:spTgt spid="16"/>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par>
                                <p:cTn id="21" presetID="1" presetClass="exit" presetSubtype="0" fill="hold" grpId="2" nodeType="with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par>
                          <p:cTn id="28" fill="hold">
                            <p:stCondLst>
                              <p:cond delay="0"/>
                            </p:stCondLst>
                            <p:childTnLst>
                              <p:par>
                                <p:cTn id="29" presetID="63" presetClass="path" presetSubtype="0" accel="50000" decel="50000" fill="hold" grpId="1" nodeType="afterEffect">
                                  <p:stCondLst>
                                    <p:cond delay="0"/>
                                  </p:stCondLst>
                                  <p:childTnLst>
                                    <p:animMotion origin="layout" path="M 0 0 L -0.05625 0 E" pathEditMode="relative" ptsTypes="">
                                      <p:cBhvr>
                                        <p:cTn id="30" dur="800" fill="hold"/>
                                        <p:tgtEl>
                                          <p:spTgt spid="19"/>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7"/>
                                        </p:tgtEl>
                                        <p:attrNameLst>
                                          <p:attrName>style.visibility</p:attrName>
                                        </p:attrNameLst>
                                      </p:cBhvr>
                                      <p:to>
                                        <p:strVal val="hidden"/>
                                      </p:to>
                                    </p:set>
                                  </p:childTnLst>
                                </p:cTn>
                              </p:par>
                              <p:par>
                                <p:cTn id="37" presetID="1" presetClass="exit" presetSubtype="0" fill="hold" grpId="2" nodeType="withEffect">
                                  <p:stCondLst>
                                    <p:cond delay="0"/>
                                  </p:stCondLst>
                                  <p:childTnLst>
                                    <p:set>
                                      <p:cBhvr>
                                        <p:cTn id="38" dur="1" fill="hold">
                                          <p:stCondLst>
                                            <p:cond delay="0"/>
                                          </p:stCondLst>
                                        </p:cTn>
                                        <p:tgtEl>
                                          <p:spTgt spid="19"/>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21"/>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childTnLst>
                          </p:cTn>
                        </p:par>
                        <p:par>
                          <p:cTn id="44" fill="hold">
                            <p:stCondLst>
                              <p:cond delay="0"/>
                            </p:stCondLst>
                            <p:childTnLst>
                              <p:par>
                                <p:cTn id="45" presetID="63" presetClass="path" presetSubtype="0" accel="50000" decel="50000" fill="hold" grpId="1" nodeType="afterEffect">
                                  <p:stCondLst>
                                    <p:cond delay="0"/>
                                  </p:stCondLst>
                                  <p:childTnLst>
                                    <p:animMotion origin="layout" path="M 0 0 L -0.05625 0 E" pathEditMode="relative" ptsTypes="">
                                      <p:cBhvr>
                                        <p:cTn id="46" dur="800" fill="hold"/>
                                        <p:tgtEl>
                                          <p:spTgt spid="22"/>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20"/>
                                        </p:tgtEl>
                                        <p:attrNameLst>
                                          <p:attrName>style.visibility</p:attrName>
                                        </p:attrNameLst>
                                      </p:cBhvr>
                                      <p:to>
                                        <p:strVal val="hidden"/>
                                      </p:to>
                                    </p:set>
                                  </p:childTnLst>
                                </p:cTn>
                              </p:par>
                              <p:par>
                                <p:cTn id="53" presetID="1" presetClass="exit" presetSubtype="0" fill="hold" grpId="2" nodeType="withEffect">
                                  <p:stCondLst>
                                    <p:cond delay="0"/>
                                  </p:stCondLst>
                                  <p:childTnLst>
                                    <p:set>
                                      <p:cBhvr>
                                        <p:cTn id="54" dur="1" fill="hold">
                                          <p:stCondLst>
                                            <p:cond delay="0"/>
                                          </p:stCondLst>
                                        </p:cTn>
                                        <p:tgtEl>
                                          <p:spTgt spid="22"/>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24"/>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5"/>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childTnLst>
                                </p:cTn>
                              </p:par>
                              <p:par>
                                <p:cTn id="68" presetID="1" presetClass="exit" presetSubtype="0" fill="hold" grpId="1" nodeType="withEffect">
                                  <p:stCondLst>
                                    <p:cond delay="0"/>
                                  </p:stCondLst>
                                  <p:childTnLst>
                                    <p:set>
                                      <p:cBhvr>
                                        <p:cTn id="69" dur="1" fill="hold">
                                          <p:stCondLst>
                                            <p:cond delay="0"/>
                                          </p:stCondLst>
                                        </p:cTn>
                                        <p:tgtEl>
                                          <p:spTgt spid="23"/>
                                        </p:tgtEl>
                                        <p:attrNameLst>
                                          <p:attrName>style.visibility</p:attrName>
                                        </p:attrNameLst>
                                      </p:cBhvr>
                                      <p:to>
                                        <p:strVal val="hidden"/>
                                      </p:to>
                                    </p:set>
                                  </p:childTnLst>
                                </p:cTn>
                              </p:par>
                            </p:childTnLst>
                          </p:cTn>
                        </p:par>
                        <p:par>
                          <p:cTn id="70" fill="hold">
                            <p:stCondLst>
                              <p:cond delay="0"/>
                            </p:stCondLst>
                            <p:childTnLst>
                              <p:par>
                                <p:cTn id="71" presetID="1" presetClass="entr" presetSubtype="0" fill="hold" grpId="0" nodeType="after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childTnLst>
                          </p:cTn>
                        </p:par>
                        <p:par>
                          <p:cTn id="75" fill="hold">
                            <p:stCondLst>
                              <p:cond delay="0"/>
                            </p:stCondLst>
                            <p:childTnLst>
                              <p:par>
                                <p:cTn id="76" presetID="63" presetClass="path" presetSubtype="0" accel="50000" decel="50000" fill="hold" grpId="1" nodeType="afterEffect">
                                  <p:stCondLst>
                                    <p:cond delay="0"/>
                                  </p:stCondLst>
                                  <p:childTnLst>
                                    <p:animMotion origin="layout" path="M 0 0 L -0.05625 0 E" pathEditMode="relative" ptsTypes="">
                                      <p:cBhvr>
                                        <p:cTn id="77" dur="800" fill="hold"/>
                                        <p:tgtEl>
                                          <p:spTgt spid="29"/>
                                        </p:tgtEl>
                                        <p:attrNameLst>
                                          <p:attrName>ppt_x</p:attrName>
                                          <p:attrName>ppt_y</p:attrName>
                                        </p:attrNameLst>
                                      </p:cBhvr>
                                    </p:animMotion>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30"/>
                                        </p:tgtEl>
                                        <p:attrNameLst>
                                          <p:attrName>style.visibility</p:attrName>
                                        </p:attrNameLst>
                                      </p:cBhvr>
                                      <p:to>
                                        <p:strVal val="visible"/>
                                      </p:to>
                                    </p:set>
                                  </p:childTnLst>
                                </p:cTn>
                              </p:par>
                              <p:par>
                                <p:cTn id="82" presetID="1" presetClass="exit" presetSubtype="0" fill="hold" grpId="1" nodeType="withEffect">
                                  <p:stCondLst>
                                    <p:cond delay="0"/>
                                  </p:stCondLst>
                                  <p:childTnLst>
                                    <p:set>
                                      <p:cBhvr>
                                        <p:cTn id="83" dur="1" fill="hold">
                                          <p:stCondLst>
                                            <p:cond delay="0"/>
                                          </p:stCondLst>
                                        </p:cTn>
                                        <p:tgtEl>
                                          <p:spTgt spid="27"/>
                                        </p:tgtEl>
                                        <p:attrNameLst>
                                          <p:attrName>style.visibility</p:attrName>
                                        </p:attrNameLst>
                                      </p:cBhvr>
                                      <p:to>
                                        <p:strVal val="hidden"/>
                                      </p:to>
                                    </p:set>
                                  </p:childTnLst>
                                </p:cTn>
                              </p:par>
                              <p:par>
                                <p:cTn id="84" presetID="1" presetClass="exit" presetSubtype="0" fill="hold" grpId="2" nodeType="withEffect">
                                  <p:stCondLst>
                                    <p:cond delay="0"/>
                                  </p:stCondLst>
                                  <p:childTnLst>
                                    <p:set>
                                      <p:cBhvr>
                                        <p:cTn id="85" dur="1" fill="hold">
                                          <p:stCondLst>
                                            <p:cond delay="0"/>
                                          </p:stCondLst>
                                        </p:cTn>
                                        <p:tgtEl>
                                          <p:spTgt spid="29"/>
                                        </p:tgtEl>
                                        <p:attrNameLst>
                                          <p:attrName>style.visibility</p:attrName>
                                        </p:attrNameLst>
                                      </p:cBhvr>
                                      <p:to>
                                        <p:strVal val="hidden"/>
                                      </p:to>
                                    </p:set>
                                  </p:childTnLst>
                                </p:cTn>
                              </p:par>
                            </p:childTnLst>
                          </p:cTn>
                        </p:par>
                        <p:par>
                          <p:cTn id="86" fill="hold">
                            <p:stCondLst>
                              <p:cond delay="0"/>
                            </p:stCondLst>
                            <p:childTnLst>
                              <p:par>
                                <p:cTn id="87" presetID="1" presetClass="entr" presetSubtype="0" fill="hold" grpId="0" nodeType="afterEffect">
                                  <p:stCondLst>
                                    <p:cond delay="0"/>
                                  </p:stCondLst>
                                  <p:childTnLst>
                                    <p:set>
                                      <p:cBhvr>
                                        <p:cTn id="88" dur="1" fill="hold">
                                          <p:stCondLst>
                                            <p:cond delay="0"/>
                                          </p:stCondLst>
                                        </p:cTn>
                                        <p:tgtEl>
                                          <p:spTgt spid="3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2"/>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30"/>
                                        </p:tgtEl>
                                        <p:attrNameLst>
                                          <p:attrName>style.visibility</p:attrName>
                                        </p:attrNameLst>
                                      </p:cBhvr>
                                      <p:to>
                                        <p:strVal val="hidden"/>
                                      </p:to>
                                    </p:set>
                                  </p:childTnLst>
                                </p:cTn>
                              </p:par>
                            </p:childTnLst>
                          </p:cTn>
                        </p:par>
                        <p:par>
                          <p:cTn id="95" fill="hold">
                            <p:stCondLst>
                              <p:cond delay="0"/>
                            </p:stCondLst>
                            <p:childTnLst>
                              <p:par>
                                <p:cTn id="96" presetID="1" presetClass="entr" presetSubtype="0" fill="hold" grpId="0" nodeType="afterEffect">
                                  <p:stCondLst>
                                    <p:cond delay="0"/>
                                  </p:stCondLst>
                                  <p:childTnLst>
                                    <p:set>
                                      <p:cBhvr>
                                        <p:cTn id="97" dur="1" fill="hold">
                                          <p:stCondLst>
                                            <p:cond delay="0"/>
                                          </p:stCondLst>
                                        </p:cTn>
                                        <p:tgtEl>
                                          <p:spTgt spid="33"/>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4"/>
                                        </p:tgtEl>
                                        <p:attrNameLst>
                                          <p:attrName>style.visibility</p:attrName>
                                        </p:attrNameLst>
                                      </p:cBhvr>
                                      <p:to>
                                        <p:strVal val="visible"/>
                                      </p:to>
                                    </p:set>
                                  </p:childTnLst>
                                </p:cTn>
                              </p:par>
                            </p:childTnLst>
                          </p:cTn>
                        </p:par>
                        <p:par>
                          <p:cTn id="100" fill="hold">
                            <p:stCondLst>
                              <p:cond delay="0"/>
                            </p:stCondLst>
                            <p:childTnLst>
                              <p:par>
                                <p:cTn id="101" presetID="63" presetClass="path" presetSubtype="0" accel="50000" decel="50000" fill="hold" grpId="1" nodeType="afterEffect">
                                  <p:stCondLst>
                                    <p:cond delay="0"/>
                                  </p:stCondLst>
                                  <p:childTnLst>
                                    <p:animMotion origin="layout" path="M 0 0 L -0.05625 0 E" pathEditMode="relative" ptsTypes="">
                                      <p:cBhvr>
                                        <p:cTn id="102" dur="800" fill="hold"/>
                                        <p:tgtEl>
                                          <p:spTgt spid="34"/>
                                        </p:tgtEl>
                                        <p:attrNameLst>
                                          <p:attrName>ppt_x</p:attrName>
                                          <p:attrName>ppt_y</p:attrName>
                                        </p:attrNameLst>
                                      </p:cBhvr>
                                    </p:animMotion>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5"/>
                                        </p:tgtEl>
                                        <p:attrNameLst>
                                          <p:attrName>style.visibility</p:attrName>
                                        </p:attrNameLst>
                                      </p:cBhvr>
                                      <p:to>
                                        <p:strVal val="visible"/>
                                      </p:to>
                                    </p:set>
                                  </p:childTnLst>
                                </p:cTn>
                              </p:par>
                              <p:par>
                                <p:cTn id="107" presetID="1" presetClass="exit" presetSubtype="0" fill="hold" grpId="1" nodeType="withEffect">
                                  <p:stCondLst>
                                    <p:cond delay="0"/>
                                  </p:stCondLst>
                                  <p:childTnLst>
                                    <p:set>
                                      <p:cBhvr>
                                        <p:cTn id="108" dur="1" fill="hold">
                                          <p:stCondLst>
                                            <p:cond delay="0"/>
                                          </p:stCondLst>
                                        </p:cTn>
                                        <p:tgtEl>
                                          <p:spTgt spid="32"/>
                                        </p:tgtEl>
                                        <p:attrNameLst>
                                          <p:attrName>style.visibility</p:attrName>
                                        </p:attrNameLst>
                                      </p:cBhvr>
                                      <p:to>
                                        <p:strVal val="hidden"/>
                                      </p:to>
                                    </p:set>
                                  </p:childTnLst>
                                </p:cTn>
                              </p:par>
                              <p:par>
                                <p:cTn id="109" presetID="1" presetClass="exit" presetSubtype="0" fill="hold" grpId="2" nodeType="withEffect">
                                  <p:stCondLst>
                                    <p:cond delay="0"/>
                                  </p:stCondLst>
                                  <p:childTnLst>
                                    <p:set>
                                      <p:cBhvr>
                                        <p:cTn id="110" dur="1" fill="hold">
                                          <p:stCondLst>
                                            <p:cond delay="0"/>
                                          </p:stCondLst>
                                        </p:cTn>
                                        <p:tgtEl>
                                          <p:spTgt spid="34"/>
                                        </p:tgtEl>
                                        <p:attrNameLst>
                                          <p:attrName>style.visibility</p:attrName>
                                        </p:attrNameLst>
                                      </p:cBhvr>
                                      <p:to>
                                        <p:strVal val="hidden"/>
                                      </p:to>
                                    </p:set>
                                  </p:childTnLst>
                                </p:cTn>
                              </p:par>
                            </p:childTnLst>
                          </p:cTn>
                        </p:par>
                        <p:par>
                          <p:cTn id="111" fill="hold">
                            <p:stCondLst>
                              <p:cond delay="0"/>
                            </p:stCondLst>
                            <p:childTnLst>
                              <p:par>
                                <p:cTn id="112" presetID="1" presetClass="entr" presetSubtype="0" fill="hold" grpId="0" nodeType="afterEffect">
                                  <p:stCondLst>
                                    <p:cond delay="0"/>
                                  </p:stCondLst>
                                  <p:childTnLst>
                                    <p:set>
                                      <p:cBhvr>
                                        <p:cTn id="113" dur="1" fill="hold">
                                          <p:stCondLst>
                                            <p:cond delay="0"/>
                                          </p:stCondLst>
                                        </p:cTn>
                                        <p:tgtEl>
                                          <p:spTgt spid="36"/>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6" grpId="0"/>
      <p:bldP spid="16" grpId="1"/>
      <p:bldP spid="16" grpId="2"/>
      <p:bldP spid="17" grpId="0"/>
      <p:bldP spid="17" grpId="1"/>
      <p:bldP spid="18" grpId="0"/>
      <p:bldP spid="19" grpId="0"/>
      <p:bldP spid="19" grpId="1"/>
      <p:bldP spid="19" grpId="2"/>
      <p:bldP spid="20" grpId="0"/>
      <p:bldP spid="20" grpId="1"/>
      <p:bldP spid="21" grpId="0"/>
      <p:bldP spid="22" grpId="0"/>
      <p:bldP spid="22" grpId="1"/>
      <p:bldP spid="22" grpId="2"/>
      <p:bldP spid="23" grpId="0"/>
      <p:bldP spid="23" grpId="1"/>
      <p:bldP spid="24" grpId="0"/>
      <p:bldP spid="25" grpId="0"/>
      <p:bldP spid="26" grpId="0"/>
      <p:bldP spid="27" grpId="0"/>
      <p:bldP spid="27" grpId="1"/>
      <p:bldP spid="28" grpId="0"/>
      <p:bldP spid="29" grpId="0"/>
      <p:bldP spid="29" grpId="1"/>
      <p:bldP spid="29" grpId="2"/>
      <p:bldP spid="30" grpId="0"/>
      <p:bldP spid="30" grpId="1"/>
      <p:bldP spid="31" grpId="0"/>
      <p:bldP spid="32" grpId="0"/>
      <p:bldP spid="32" grpId="1"/>
      <p:bldP spid="33" grpId="0"/>
      <p:bldP spid="34" grpId="0"/>
      <p:bldP spid="34" grpId="1"/>
      <p:bldP spid="34" grpId="2"/>
      <p:bldP spid="35" grpId="0"/>
      <p:bldP spid="36" grpId="0"/>
      <p:bldP spid="3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object-1">
            <a:extLst>
              <a:ext uri="{FF2B5EF4-FFF2-40B4-BE49-F238E27FC236}">
                <a16:creationId xmlns:a16="http://schemas.microsoft.com/office/drawing/2014/main" id="{B7BFDE7A-4967-462A-934A-2B4E3BE30D36}"/>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860971DE-27D0-42D4-A9FB-43D3B706E0B2}"/>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3D33AEDE-F1B0-4465-8AFC-C208FE02056F}"/>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19,344 + 72,540.</a:t>
            </a:r>
          </a:p>
        </p:txBody>
      </p:sp>
      <p:sp>
        <p:nvSpPr>
          <p:cNvPr id="4" name="object-4">
            <a:extLst>
              <a:ext uri="{FF2B5EF4-FFF2-40B4-BE49-F238E27FC236}">
                <a16:creationId xmlns:a16="http://schemas.microsoft.com/office/drawing/2014/main" id="{D80E6FC0-3259-49C6-B9BC-3DC0795F5971}"/>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ACAD46BD-DEFC-46A6-81D1-99D3456E4154}"/>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6" name="object-6">
            <a:extLst>
              <a:ext uri="{FF2B5EF4-FFF2-40B4-BE49-F238E27FC236}">
                <a16:creationId xmlns:a16="http://schemas.microsoft.com/office/drawing/2014/main" id="{BC8ECB03-1E5E-405E-951A-8583C0D7C1A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BAF926BD-339F-485A-904C-A551BBD6D74A}"/>
              </a:ext>
            </a:extLst>
          </p:cNvPr>
          <p:cNvSpPr>
            <a:spLocks noGrp="1"/>
          </p:cNvSpPr>
          <p:nvPr/>
        </p:nvSpPr>
        <p:spPr>
          <a:xfrm>
            <a:off x="547687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58D47D91-0C2F-46E2-B489-EFDF71D28C8D}"/>
              </a:ext>
            </a:extLst>
          </p:cNvPr>
          <p:cNvSpPr>
            <a:spLocks noGrp="1"/>
          </p:cNvSpPr>
          <p:nvPr/>
        </p:nvSpPr>
        <p:spPr>
          <a:xfrm>
            <a:off x="6405563"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9</a:t>
            </a:r>
          </a:p>
        </p:txBody>
      </p:sp>
      <p:sp>
        <p:nvSpPr>
          <p:cNvPr id="9" name="object-9">
            <a:extLst>
              <a:ext uri="{FF2B5EF4-FFF2-40B4-BE49-F238E27FC236}">
                <a16:creationId xmlns:a16="http://schemas.microsoft.com/office/drawing/2014/main" id="{CF1CB719-91F3-41CF-A46A-191D85BCD14F}"/>
              </a:ext>
            </a:extLst>
          </p:cNvPr>
          <p:cNvSpPr>
            <a:spLocks noGrp="1"/>
          </p:cNvSpPr>
          <p:nvPr/>
        </p:nvSpPr>
        <p:spPr>
          <a:xfrm>
            <a:off x="7334250"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3</a:t>
            </a:r>
          </a:p>
        </p:txBody>
      </p:sp>
      <p:sp>
        <p:nvSpPr>
          <p:cNvPr id="10" name="object-10">
            <a:extLst>
              <a:ext uri="{FF2B5EF4-FFF2-40B4-BE49-F238E27FC236}">
                <a16:creationId xmlns:a16="http://schemas.microsoft.com/office/drawing/2014/main" id="{1C412A23-021E-40EF-8C8C-0A7268CB560E}"/>
              </a:ext>
            </a:extLst>
          </p:cNvPr>
          <p:cNvSpPr>
            <a:spLocks noGrp="1"/>
          </p:cNvSpPr>
          <p:nvPr/>
        </p:nvSpPr>
        <p:spPr>
          <a:xfrm>
            <a:off x="8262938"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4</a:t>
            </a:r>
          </a:p>
        </p:txBody>
      </p:sp>
      <p:sp>
        <p:nvSpPr>
          <p:cNvPr id="11" name="object-11">
            <a:extLst>
              <a:ext uri="{FF2B5EF4-FFF2-40B4-BE49-F238E27FC236}">
                <a16:creationId xmlns:a16="http://schemas.microsoft.com/office/drawing/2014/main" id="{76A817FA-2F29-40A8-9710-65B2907584E0}"/>
              </a:ext>
            </a:extLst>
          </p:cNvPr>
          <p:cNvSpPr>
            <a:spLocks noGrp="1"/>
          </p:cNvSpPr>
          <p:nvPr/>
        </p:nvSpPr>
        <p:spPr>
          <a:xfrm>
            <a:off x="919162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4</a:t>
            </a:r>
          </a:p>
        </p:txBody>
      </p:sp>
      <p:sp>
        <p:nvSpPr>
          <p:cNvPr id="12" name="object-12">
            <a:extLst>
              <a:ext uri="{FF2B5EF4-FFF2-40B4-BE49-F238E27FC236}">
                <a16:creationId xmlns:a16="http://schemas.microsoft.com/office/drawing/2014/main" id="{D1A37067-4D0B-4510-90BF-50849D012BD2}"/>
              </a:ext>
            </a:extLst>
          </p:cNvPr>
          <p:cNvSpPr>
            <a:spLocks noGrp="1"/>
          </p:cNvSpPr>
          <p:nvPr/>
        </p:nvSpPr>
        <p:spPr>
          <a:xfrm>
            <a:off x="547687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7</a:t>
            </a:r>
          </a:p>
        </p:txBody>
      </p:sp>
      <p:sp>
        <p:nvSpPr>
          <p:cNvPr id="13" name="object-13">
            <a:extLst>
              <a:ext uri="{FF2B5EF4-FFF2-40B4-BE49-F238E27FC236}">
                <a16:creationId xmlns:a16="http://schemas.microsoft.com/office/drawing/2014/main" id="{F98B726A-BA96-47A0-9409-A67DC8E26174}"/>
              </a:ext>
            </a:extLst>
          </p:cNvPr>
          <p:cNvSpPr>
            <a:spLocks noGrp="1"/>
          </p:cNvSpPr>
          <p:nvPr/>
        </p:nvSpPr>
        <p:spPr>
          <a:xfrm>
            <a:off x="6405563"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4" name="object-14">
            <a:extLst>
              <a:ext uri="{FF2B5EF4-FFF2-40B4-BE49-F238E27FC236}">
                <a16:creationId xmlns:a16="http://schemas.microsoft.com/office/drawing/2014/main" id="{2F9D5B3A-2703-4D71-9EEF-C801B0BDE1B3}"/>
              </a:ext>
            </a:extLst>
          </p:cNvPr>
          <p:cNvSpPr>
            <a:spLocks noGrp="1"/>
          </p:cNvSpPr>
          <p:nvPr/>
        </p:nvSpPr>
        <p:spPr>
          <a:xfrm>
            <a:off x="7334250"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7D72D13D-259E-4103-8B41-22475CFEACC8}"/>
              </a:ext>
            </a:extLst>
          </p:cNvPr>
          <p:cNvSpPr>
            <a:spLocks noGrp="1"/>
          </p:cNvSpPr>
          <p:nvPr/>
        </p:nvSpPr>
        <p:spPr>
          <a:xfrm>
            <a:off x="8262938"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4</a:t>
            </a:r>
          </a:p>
        </p:txBody>
      </p:sp>
      <p:sp>
        <p:nvSpPr>
          <p:cNvPr id="16" name="object-16">
            <a:extLst>
              <a:ext uri="{FF2B5EF4-FFF2-40B4-BE49-F238E27FC236}">
                <a16:creationId xmlns:a16="http://schemas.microsoft.com/office/drawing/2014/main" id="{FA59CE18-B985-42A6-88AB-5F3D02F287B2}"/>
              </a:ext>
            </a:extLst>
          </p:cNvPr>
          <p:cNvSpPr>
            <a:spLocks noGrp="1"/>
          </p:cNvSpPr>
          <p:nvPr/>
        </p:nvSpPr>
        <p:spPr>
          <a:xfrm>
            <a:off x="919162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7" name="object-17">
            <a:extLst>
              <a:ext uri="{FF2B5EF4-FFF2-40B4-BE49-F238E27FC236}">
                <a16:creationId xmlns:a16="http://schemas.microsoft.com/office/drawing/2014/main" id="{A1C1E1F1-2833-4B9F-B9F9-4CA513BAD26C}"/>
              </a:ext>
            </a:extLst>
          </p:cNvPr>
          <p:cNvSpPr>
            <a:spLocks noGrp="1"/>
          </p:cNvSpPr>
          <p:nvPr/>
        </p:nvSpPr>
        <p:spPr>
          <a:xfrm>
            <a:off x="4643438" y="4131469"/>
            <a:ext cx="654844" cy="773906"/>
          </a:xfrm>
          <a:prstGeom prst="rect">
            <a:avLst/>
          </a:prstGeom>
          <a:noFill/>
          <a:ln w="0">
            <a:noFill/>
          </a:ln>
        </p:spPr>
        <p:txBody>
          <a:bodyPr anchor="ctr">
            <a:noAutofit/>
          </a:bodyPr>
          <a:lstStyle/>
          <a:p>
            <a:pPr algn="l">
              <a:defRPr sz="4125" b="0">
                <a:solidFill>
                  <a:srgbClr val="172B4D"/>
                </a:solidFill>
                <a:latin typeface="Arial"/>
                <a:ea typeface="Arial"/>
                <a:cs typeface="Arial"/>
              </a:defRPr>
            </a:pPr>
            <a:r>
              <a:rPr sz="4125" b="0">
                <a:solidFill>
                  <a:srgbClr val="172B4D"/>
                </a:solidFill>
                <a:latin typeface="Arial"/>
                <a:ea typeface="Arial"/>
                <a:cs typeface="Arial"/>
              </a:rPr>
              <a:t>+</a:t>
            </a:r>
          </a:p>
        </p:txBody>
      </p:sp>
      <p:sp>
        <p:nvSpPr>
          <p:cNvPr id="18" name="object-18">
            <a:extLst>
              <a:ext uri="{FF2B5EF4-FFF2-40B4-BE49-F238E27FC236}">
                <a16:creationId xmlns:a16="http://schemas.microsoft.com/office/drawing/2014/main" id="{C2AE1F05-BB61-44DE-89DB-9043C7CBF258}"/>
              </a:ext>
            </a:extLst>
          </p:cNvPr>
          <p:cNvSpPr>
            <a:spLocks noGrp="1"/>
          </p:cNvSpPr>
          <p:nvPr/>
        </p:nvSpPr>
        <p:spPr>
          <a:xfrm>
            <a:off x="5238750" y="5036344"/>
            <a:ext cx="5060156" cy="35719"/>
          </a:xfrm>
          <a:prstGeom prst="rect">
            <a:avLst/>
          </a:prstGeom>
          <a:solidFill>
            <a:srgbClr val="172B4D"/>
          </a:solidFill>
          <a:ln w="0">
            <a:noFill/>
          </a:ln>
        </p:spPr>
      </p:sp>
      <p:sp>
        <p:nvSpPr>
          <p:cNvPr id="19" name="object-19">
            <a:extLst>
              <a:ext uri="{FF2B5EF4-FFF2-40B4-BE49-F238E27FC236}">
                <a16:creationId xmlns:a16="http://schemas.microsoft.com/office/drawing/2014/main" id="{760F5647-F657-4FDC-8578-AD5B6DF72517}"/>
              </a:ext>
            </a:extLst>
          </p:cNvPr>
          <p:cNvSpPr>
            <a:spLocks noGrp="1"/>
          </p:cNvSpPr>
          <p:nvPr/>
        </p:nvSpPr>
        <p:spPr>
          <a:xfrm>
            <a:off x="9155906" y="2988469"/>
            <a:ext cx="904875" cy="1976438"/>
          </a:xfrm>
          <a:prstGeom prst="rect">
            <a:avLst/>
          </a:prstGeom>
          <a:noFill/>
          <a:ln w="35719">
            <a:solidFill>
              <a:srgbClr val="9A5800"/>
            </a:solidFill>
          </a:ln>
        </p:spPr>
      </p:sp>
      <p:sp>
        <p:nvSpPr>
          <p:cNvPr id="20" name="object-20">
            <a:extLst>
              <a:ext uri="{FF2B5EF4-FFF2-40B4-BE49-F238E27FC236}">
                <a16:creationId xmlns:a16="http://schemas.microsoft.com/office/drawing/2014/main" id="{425FC871-72FA-44B7-819A-A70B9E6B08C7}"/>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4 + 0 = 4</a:t>
            </a:r>
          </a:p>
        </p:txBody>
      </p:sp>
      <p:sp>
        <p:nvSpPr>
          <p:cNvPr id="21" name="object-21">
            <a:extLst>
              <a:ext uri="{FF2B5EF4-FFF2-40B4-BE49-F238E27FC236}">
                <a16:creationId xmlns:a16="http://schemas.microsoft.com/office/drawing/2014/main" id="{91B4DE54-AE1A-47DC-B0A5-FCF92545CE69}"/>
              </a:ext>
            </a:extLst>
          </p:cNvPr>
          <p:cNvSpPr>
            <a:spLocks noGrp="1"/>
          </p:cNvSpPr>
          <p:nvPr/>
        </p:nvSpPr>
        <p:spPr>
          <a:xfrm>
            <a:off x="919162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4</a:t>
            </a:r>
          </a:p>
        </p:txBody>
      </p:sp>
      <p:sp>
        <p:nvSpPr>
          <p:cNvPr id="22" name="object-22">
            <a:extLst>
              <a:ext uri="{FF2B5EF4-FFF2-40B4-BE49-F238E27FC236}">
                <a16:creationId xmlns:a16="http://schemas.microsoft.com/office/drawing/2014/main" id="{F64CB590-F6E3-4206-B1F9-25EF20159CF2}"/>
              </a:ext>
            </a:extLst>
          </p:cNvPr>
          <p:cNvSpPr>
            <a:spLocks noGrp="1"/>
          </p:cNvSpPr>
          <p:nvPr/>
        </p:nvSpPr>
        <p:spPr>
          <a:xfrm>
            <a:off x="8227219" y="2988469"/>
            <a:ext cx="904875" cy="1976438"/>
          </a:xfrm>
          <a:prstGeom prst="rect">
            <a:avLst/>
          </a:prstGeom>
          <a:noFill/>
          <a:ln w="35719">
            <a:solidFill>
              <a:srgbClr val="9A5800"/>
            </a:solidFill>
          </a:ln>
        </p:spPr>
      </p:sp>
      <p:sp>
        <p:nvSpPr>
          <p:cNvPr id="23" name="object-23">
            <a:extLst>
              <a:ext uri="{FF2B5EF4-FFF2-40B4-BE49-F238E27FC236}">
                <a16:creationId xmlns:a16="http://schemas.microsoft.com/office/drawing/2014/main" id="{3CE1D4AE-7729-4E63-97BD-302BDCBE47B9}"/>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4 + 4 = 8</a:t>
            </a:r>
          </a:p>
        </p:txBody>
      </p:sp>
      <p:sp>
        <p:nvSpPr>
          <p:cNvPr id="24" name="object-24">
            <a:extLst>
              <a:ext uri="{FF2B5EF4-FFF2-40B4-BE49-F238E27FC236}">
                <a16:creationId xmlns:a16="http://schemas.microsoft.com/office/drawing/2014/main" id="{E161C35E-9FDC-482C-A37B-4BCC483EB785}"/>
              </a:ext>
            </a:extLst>
          </p:cNvPr>
          <p:cNvSpPr>
            <a:spLocks noGrp="1"/>
          </p:cNvSpPr>
          <p:nvPr/>
        </p:nvSpPr>
        <p:spPr>
          <a:xfrm>
            <a:off x="8262938"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8</a:t>
            </a:r>
          </a:p>
        </p:txBody>
      </p:sp>
      <p:sp>
        <p:nvSpPr>
          <p:cNvPr id="25" name="object-25">
            <a:extLst>
              <a:ext uri="{FF2B5EF4-FFF2-40B4-BE49-F238E27FC236}">
                <a16:creationId xmlns:a16="http://schemas.microsoft.com/office/drawing/2014/main" id="{3002B53A-1156-46BC-98B3-41DDB2866F16}"/>
              </a:ext>
            </a:extLst>
          </p:cNvPr>
          <p:cNvSpPr>
            <a:spLocks noGrp="1"/>
          </p:cNvSpPr>
          <p:nvPr/>
        </p:nvSpPr>
        <p:spPr>
          <a:xfrm>
            <a:off x="7298531" y="2988469"/>
            <a:ext cx="904875" cy="1976438"/>
          </a:xfrm>
          <a:prstGeom prst="rect">
            <a:avLst/>
          </a:prstGeom>
          <a:noFill/>
          <a:ln w="35719">
            <a:solidFill>
              <a:srgbClr val="9A5800"/>
            </a:solidFill>
          </a:ln>
        </p:spPr>
      </p:sp>
      <p:sp>
        <p:nvSpPr>
          <p:cNvPr id="26" name="object-26">
            <a:extLst>
              <a:ext uri="{FF2B5EF4-FFF2-40B4-BE49-F238E27FC236}">
                <a16:creationId xmlns:a16="http://schemas.microsoft.com/office/drawing/2014/main" id="{CD1E678A-AEBA-4302-922C-F17F45A94B8C}"/>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3 + 5 = 8</a:t>
            </a:r>
          </a:p>
        </p:txBody>
      </p:sp>
      <p:sp>
        <p:nvSpPr>
          <p:cNvPr id="27" name="object-27">
            <a:extLst>
              <a:ext uri="{FF2B5EF4-FFF2-40B4-BE49-F238E27FC236}">
                <a16:creationId xmlns:a16="http://schemas.microsoft.com/office/drawing/2014/main" id="{94D9F316-45F3-4D82-AFDE-BAB6BE8B9A4B}"/>
              </a:ext>
            </a:extLst>
          </p:cNvPr>
          <p:cNvSpPr>
            <a:spLocks noGrp="1"/>
          </p:cNvSpPr>
          <p:nvPr/>
        </p:nvSpPr>
        <p:spPr>
          <a:xfrm>
            <a:off x="7334250"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8</a:t>
            </a:r>
          </a:p>
        </p:txBody>
      </p:sp>
      <p:sp>
        <p:nvSpPr>
          <p:cNvPr id="28" name="object-28">
            <a:extLst>
              <a:ext uri="{FF2B5EF4-FFF2-40B4-BE49-F238E27FC236}">
                <a16:creationId xmlns:a16="http://schemas.microsoft.com/office/drawing/2014/main" id="{D1E0FC3C-1C1E-4A9F-8D9F-5433566BBD08}"/>
              </a:ext>
            </a:extLst>
          </p:cNvPr>
          <p:cNvSpPr>
            <a:spLocks noGrp="1"/>
          </p:cNvSpPr>
          <p:nvPr/>
        </p:nvSpPr>
        <p:spPr>
          <a:xfrm>
            <a:off x="6369844" y="2988469"/>
            <a:ext cx="904875" cy="1976438"/>
          </a:xfrm>
          <a:prstGeom prst="rect">
            <a:avLst/>
          </a:prstGeom>
          <a:noFill/>
          <a:ln w="35719">
            <a:solidFill>
              <a:srgbClr val="9A5800"/>
            </a:solidFill>
          </a:ln>
        </p:spPr>
      </p:sp>
      <p:sp>
        <p:nvSpPr>
          <p:cNvPr id="29" name="object-29">
            <a:extLst>
              <a:ext uri="{FF2B5EF4-FFF2-40B4-BE49-F238E27FC236}">
                <a16:creationId xmlns:a16="http://schemas.microsoft.com/office/drawing/2014/main" id="{1CC1847F-DAE1-4087-A0DF-156EEE4E8250}"/>
              </a:ext>
            </a:extLst>
          </p:cNvPr>
          <p:cNvSpPr>
            <a:spLocks noGrp="1"/>
          </p:cNvSpPr>
          <p:nvPr/>
        </p:nvSpPr>
        <p:spPr>
          <a:xfrm>
            <a:off x="6405563"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30" name="object-30">
            <a:extLst>
              <a:ext uri="{FF2B5EF4-FFF2-40B4-BE49-F238E27FC236}">
                <a16:creationId xmlns:a16="http://schemas.microsoft.com/office/drawing/2014/main" id="{8DAFD17C-CD7E-4186-966C-48A831BFD040}"/>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9 + 2 = 11</a:t>
            </a:r>
          </a:p>
        </p:txBody>
      </p:sp>
      <p:sp>
        <p:nvSpPr>
          <p:cNvPr id="31" name="object-31">
            <a:extLst>
              <a:ext uri="{FF2B5EF4-FFF2-40B4-BE49-F238E27FC236}">
                <a16:creationId xmlns:a16="http://schemas.microsoft.com/office/drawing/2014/main" id="{0EDD665A-0679-4480-B128-6622FD4AABE1}"/>
              </a:ext>
            </a:extLst>
          </p:cNvPr>
          <p:cNvSpPr>
            <a:spLocks noGrp="1"/>
          </p:cNvSpPr>
          <p:nvPr/>
        </p:nvSpPr>
        <p:spPr>
          <a:xfrm>
            <a:off x="6405563"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1</a:t>
            </a:r>
          </a:p>
        </p:txBody>
      </p:sp>
      <p:sp>
        <p:nvSpPr>
          <p:cNvPr id="32" name="object-32">
            <a:extLst>
              <a:ext uri="{FF2B5EF4-FFF2-40B4-BE49-F238E27FC236}">
                <a16:creationId xmlns:a16="http://schemas.microsoft.com/office/drawing/2014/main" id="{91977626-F11A-468C-9AB1-DCA862795DA3}"/>
              </a:ext>
            </a:extLst>
          </p:cNvPr>
          <p:cNvSpPr>
            <a:spLocks noGrp="1"/>
          </p:cNvSpPr>
          <p:nvPr/>
        </p:nvSpPr>
        <p:spPr>
          <a:xfrm>
            <a:off x="5441156" y="2988469"/>
            <a:ext cx="904875" cy="1976438"/>
          </a:xfrm>
          <a:prstGeom prst="rect">
            <a:avLst/>
          </a:prstGeom>
          <a:noFill/>
          <a:ln w="35719">
            <a:solidFill>
              <a:srgbClr val="9A5800"/>
            </a:solidFill>
          </a:ln>
        </p:spPr>
      </p:sp>
      <p:sp>
        <p:nvSpPr>
          <p:cNvPr id="33" name="object-33">
            <a:extLst>
              <a:ext uri="{FF2B5EF4-FFF2-40B4-BE49-F238E27FC236}">
                <a16:creationId xmlns:a16="http://schemas.microsoft.com/office/drawing/2014/main" id="{60B2C916-2ABD-4197-8DAF-D45904DDACA7}"/>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+ 7 + 1 = 9</a:t>
            </a:r>
          </a:p>
        </p:txBody>
      </p:sp>
      <p:sp>
        <p:nvSpPr>
          <p:cNvPr id="34" name="object-34">
            <a:extLst>
              <a:ext uri="{FF2B5EF4-FFF2-40B4-BE49-F238E27FC236}">
                <a16:creationId xmlns:a16="http://schemas.microsoft.com/office/drawing/2014/main" id="{010B73F9-3321-4A0F-8ABD-F2CF108AA7FA}"/>
              </a:ext>
            </a:extLst>
          </p:cNvPr>
          <p:cNvSpPr>
            <a:spLocks noGrp="1"/>
          </p:cNvSpPr>
          <p:nvPr/>
        </p:nvSpPr>
        <p:spPr>
          <a:xfrm>
            <a:off x="547687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9</a:t>
            </a:r>
          </a:p>
        </p:txBody>
      </p:sp>
      <p:sp>
        <p:nvSpPr>
          <p:cNvPr id="35" name="object-35">
            <a:extLst>
              <a:ext uri="{FF2B5EF4-FFF2-40B4-BE49-F238E27FC236}">
                <a16:creationId xmlns:a16="http://schemas.microsoft.com/office/drawing/2014/main" id="{24B399E2-2F5E-4407-8140-240F3D26E5BB}"/>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19,344 + 72,540 = 91,884</a:t>
            </a:r>
          </a:p>
        </p:txBody>
      </p:sp>
    </p:spTree>
    <p:extLst>
      <p:ext uri="{BB962C8B-B14F-4D97-AF65-F5344CB8AC3E}">
        <p14:creationId xmlns:p14="http://schemas.microsoft.com/office/powerpoint/2010/main" val="2007231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1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par>
                                <p:cTn id="18" presetID="1" presetClass="exit" presetSubtype="0" fill="hold" grpId="1" nodeType="withEffect">
                                  <p:stCondLst>
                                    <p:cond delay="0"/>
                                  </p:stCondLst>
                                  <p:childTnLst>
                                    <p:set>
                                      <p:cBhvr>
                                        <p:cTn id="19" dur="1" fill="hold">
                                          <p:stCondLst>
                                            <p:cond delay="0"/>
                                          </p:stCondLst>
                                        </p:cTn>
                                        <p:tgtEl>
                                          <p:spTgt spid="20"/>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2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23"/>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25"/>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8"/>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26"/>
                                        </p:tgtEl>
                                        <p:attrNameLst>
                                          <p:attrName>style.visibility</p:attrName>
                                        </p:attrNameLst>
                                      </p:cBhvr>
                                      <p:to>
                                        <p:strVal val="hidden"/>
                                      </p:to>
                                    </p:set>
                                  </p:childTnLst>
                                </p:cTn>
                              </p:par>
                              <p:par>
                                <p:cTn id="46" presetID="1"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childTnLst>
                                </p:cTn>
                              </p:par>
                            </p:childTnLst>
                          </p:cTn>
                        </p:par>
                        <p:par>
                          <p:cTn id="48" fill="hold">
                            <p:stCondLst>
                              <p:cond delay="0"/>
                            </p:stCondLst>
                            <p:childTnLst>
                              <p:par>
                                <p:cTn id="49" presetID="63" presetClass="path" presetSubtype="0" accel="50000" decel="50000" fill="hold" grpId="1" nodeType="afterEffect">
                                  <p:stCondLst>
                                    <p:cond delay="0"/>
                                  </p:stCondLst>
                                  <p:childTnLst>
                                    <p:animMotion origin="layout" path="M 0 0 L -0.0609375 0 E" pathEditMode="relative" ptsTypes="">
                                      <p:cBhvr>
                                        <p:cTn id="50" dur="800" fill="hold"/>
                                        <p:tgtEl>
                                          <p:spTgt spid="29"/>
                                        </p:tgtEl>
                                        <p:attrNameLst>
                                          <p:attrName>ppt_x</p:attrName>
                                          <p:attrName>ppt_y</p:attrName>
                                        </p:attrNameLst>
                                      </p:cBhvr>
                                    </p:animMotion>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par>
                          <p:cTn id="53" fill="hold">
                            <p:stCondLst>
                              <p:cond delay="800"/>
                            </p:stCondLst>
                            <p:childTnLst>
                              <p:par>
                                <p:cTn id="54" presetID="1" presetClass="entr" presetSubtype="0"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2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childTnLst>
                                </p:cTn>
                              </p:par>
                              <p:par>
                                <p:cTn id="62" presetID="1" presetClass="exit" presetSubtype="0" fill="hold" grpId="1" nodeType="withEffect">
                                  <p:stCondLst>
                                    <p:cond delay="0"/>
                                  </p:stCondLst>
                                  <p:childTnLst>
                                    <p:set>
                                      <p:cBhvr>
                                        <p:cTn id="63" dur="1" fill="hold">
                                          <p:stCondLst>
                                            <p:cond delay="0"/>
                                          </p:stCondLst>
                                        </p:cTn>
                                        <p:tgtEl>
                                          <p:spTgt spid="30"/>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3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1" grpId="0"/>
      <p:bldP spid="23" grpId="0"/>
      <p:bldP spid="23" grpId="1"/>
      <p:bldP spid="24" grpId="0"/>
      <p:bldP spid="26" grpId="0"/>
      <p:bldP spid="26" grpId="1"/>
      <p:bldP spid="27" grpId="0"/>
      <p:bldP spid="29" grpId="0"/>
      <p:bldP spid="29" grpId="1"/>
      <p:bldP spid="30" grpId="0"/>
      <p:bldP spid="30" grpId="1"/>
      <p:bldP spid="31" grpId="0"/>
      <p:bldP spid="33" grpId="0"/>
      <p:bldP spid="34" grpId="0"/>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object-1">
            <a:extLst>
              <a:ext uri="{FF2B5EF4-FFF2-40B4-BE49-F238E27FC236}">
                <a16:creationId xmlns:a16="http://schemas.microsoft.com/office/drawing/2014/main" id="{057E16AB-193F-4F3F-A180-ACF72A9FD17F}"/>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D8514F62-60EA-47B3-A381-E261BC35E2B1}"/>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2,429 × 38.</a:t>
            </a:r>
          </a:p>
        </p:txBody>
      </p:sp>
      <p:sp>
        <p:nvSpPr>
          <p:cNvPr id="3" name="object-3">
            <a:extLst>
              <a:ext uri="{FF2B5EF4-FFF2-40B4-BE49-F238E27FC236}">
                <a16:creationId xmlns:a16="http://schemas.microsoft.com/office/drawing/2014/main" id="{5CEA28EF-008E-4F86-AAF7-5D7571E95445}"/>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BDCDDB2-77CE-4F10-B1A1-73FF49D95E49}"/>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5" name="object-5">
            <a:extLst>
              <a:ext uri="{FF2B5EF4-FFF2-40B4-BE49-F238E27FC236}">
                <a16:creationId xmlns:a16="http://schemas.microsoft.com/office/drawing/2014/main" id="{F1DD9C87-8286-4208-B633-7F6BCC0BB837}"/>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6" name="object-6">
            <a:extLst>
              <a:ext uri="{FF2B5EF4-FFF2-40B4-BE49-F238E27FC236}">
                <a16:creationId xmlns:a16="http://schemas.microsoft.com/office/drawing/2014/main" id="{88016795-0BAB-4F10-9C22-2F30F863A64F}"/>
              </a:ext>
            </a:extLst>
          </p:cNvPr>
          <p:cNvSpPr>
            <a:spLocks noGrp="1"/>
          </p:cNvSpPr>
          <p:nvPr/>
        </p:nvSpPr>
        <p:spPr>
          <a:xfrm>
            <a:off x="74056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2</a:t>
            </a:r>
          </a:p>
        </p:txBody>
      </p:sp>
      <p:sp>
        <p:nvSpPr>
          <p:cNvPr id="7" name="object-7">
            <a:extLst>
              <a:ext uri="{FF2B5EF4-FFF2-40B4-BE49-F238E27FC236}">
                <a16:creationId xmlns:a16="http://schemas.microsoft.com/office/drawing/2014/main" id="{937A0A5D-F948-4397-89B3-D36B3DBC0FF7}"/>
              </a:ext>
            </a:extLst>
          </p:cNvPr>
          <p:cNvSpPr>
            <a:spLocks noGrp="1"/>
          </p:cNvSpPr>
          <p:nvPr/>
        </p:nvSpPr>
        <p:spPr>
          <a:xfrm>
            <a:off x="82629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4</a:t>
            </a:r>
          </a:p>
        </p:txBody>
      </p:sp>
      <p:sp>
        <p:nvSpPr>
          <p:cNvPr id="8" name="object-8">
            <a:extLst>
              <a:ext uri="{FF2B5EF4-FFF2-40B4-BE49-F238E27FC236}">
                <a16:creationId xmlns:a16="http://schemas.microsoft.com/office/drawing/2014/main" id="{EE910860-AC51-46B6-9BB8-CC547A56F912}"/>
              </a:ext>
            </a:extLst>
          </p:cNvPr>
          <p:cNvSpPr>
            <a:spLocks noGrp="1"/>
          </p:cNvSpPr>
          <p:nvPr/>
        </p:nvSpPr>
        <p:spPr>
          <a:xfrm>
            <a:off x="91201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27DD8B90-2CE1-43A0-8C45-2D3C7E691A90}"/>
              </a:ext>
            </a:extLst>
          </p:cNvPr>
          <p:cNvSpPr>
            <a:spLocks noGrp="1"/>
          </p:cNvSpPr>
          <p:nvPr/>
        </p:nvSpPr>
        <p:spPr>
          <a:xfrm>
            <a:off x="99774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9</a:t>
            </a:r>
          </a:p>
        </p:txBody>
      </p:sp>
      <p:sp>
        <p:nvSpPr>
          <p:cNvPr id="10" name="object-10">
            <a:extLst>
              <a:ext uri="{FF2B5EF4-FFF2-40B4-BE49-F238E27FC236}">
                <a16:creationId xmlns:a16="http://schemas.microsoft.com/office/drawing/2014/main" id="{F4CE3744-8335-4D6B-BE28-733BF8BCB3A6}"/>
              </a:ext>
            </a:extLst>
          </p:cNvPr>
          <p:cNvSpPr>
            <a:spLocks noGrp="1"/>
          </p:cNvSpPr>
          <p:nvPr/>
        </p:nvSpPr>
        <p:spPr>
          <a:xfrm>
            <a:off x="5834063" y="3690938"/>
            <a:ext cx="714375" cy="714375"/>
          </a:xfrm>
          <a:prstGeom prst="rect">
            <a:avLst/>
          </a:prstGeom>
          <a:noFill/>
          <a:ln w="0">
            <a:noFill/>
          </a:ln>
        </p:spPr>
        <p:txBody>
          <a:bodyPr anchor="ctr">
            <a:noAutofit/>
          </a:bodyPr>
          <a:lstStyle/>
          <a:p>
            <a:pPr algn="l">
              <a:defRPr sz="3938" b="0">
                <a:solidFill>
                  <a:srgbClr val="172B4D"/>
                </a:solidFill>
                <a:latin typeface="Arial"/>
                <a:ea typeface="Arial"/>
                <a:cs typeface="Arial"/>
              </a:defRPr>
            </a:pPr>
            <a:r>
              <a:rPr sz="3938" b="0">
                <a:solidFill>
                  <a:srgbClr val="172B4D"/>
                </a:solidFill>
                <a:latin typeface="Arial"/>
                <a:ea typeface="Arial"/>
                <a:cs typeface="Arial"/>
              </a:rPr>
              <a:t>×</a:t>
            </a:r>
          </a:p>
        </p:txBody>
      </p:sp>
      <p:sp>
        <p:nvSpPr>
          <p:cNvPr id="11" name="object-11">
            <a:extLst>
              <a:ext uri="{FF2B5EF4-FFF2-40B4-BE49-F238E27FC236}">
                <a16:creationId xmlns:a16="http://schemas.microsoft.com/office/drawing/2014/main" id="{8F32B744-E74F-4BFF-9552-2BE736E0CB87}"/>
              </a:ext>
            </a:extLst>
          </p:cNvPr>
          <p:cNvSpPr>
            <a:spLocks noGrp="1"/>
          </p:cNvSpPr>
          <p:nvPr/>
        </p:nvSpPr>
        <p:spPr>
          <a:xfrm>
            <a:off x="9120188" y="3690938"/>
            <a:ext cx="1619250" cy="714375"/>
          </a:xfrm>
          <a:prstGeom prst="rect">
            <a:avLst/>
          </a:prstGeom>
          <a:noFill/>
          <a:ln w="0">
            <a:noFill/>
          </a:ln>
        </p:spPr>
        <p:txBody>
          <a:bodyPr anchor="ctr">
            <a:noAutofit/>
          </a:bodyPr>
          <a:lstStyle/>
          <a:p>
            <a:pPr algn="r">
              <a:defRPr sz="3938" b="1">
                <a:solidFill>
                  <a:srgbClr val="1D4ED8"/>
                </a:solidFill>
                <a:latin typeface="Arial"/>
                <a:ea typeface="Arial"/>
                <a:cs typeface="Arial"/>
              </a:defRPr>
            </a:pPr>
            <a:r>
              <a:rPr sz="3938" b="1">
                <a:solidFill>
                  <a:srgbClr val="1D4ED8"/>
                </a:solidFill>
                <a:latin typeface="Arial"/>
                <a:ea typeface="Arial"/>
                <a:cs typeface="Arial"/>
              </a:rPr>
              <a:t>38</a:t>
            </a:r>
          </a:p>
        </p:txBody>
      </p:sp>
      <p:sp>
        <p:nvSpPr>
          <p:cNvPr id="12" name="object-12">
            <a:extLst>
              <a:ext uri="{FF2B5EF4-FFF2-40B4-BE49-F238E27FC236}">
                <a16:creationId xmlns:a16="http://schemas.microsoft.com/office/drawing/2014/main" id="{68774063-DE0A-4CD6-8CCA-8159C9E39C10}"/>
              </a:ext>
            </a:extLst>
          </p:cNvPr>
          <p:cNvSpPr>
            <a:spLocks noGrp="1"/>
          </p:cNvSpPr>
          <p:nvPr/>
        </p:nvSpPr>
        <p:spPr>
          <a:xfrm>
            <a:off x="6369844" y="4464844"/>
            <a:ext cx="4583906" cy="35719"/>
          </a:xfrm>
          <a:prstGeom prst="rect">
            <a:avLst/>
          </a:prstGeom>
          <a:solidFill>
            <a:srgbClr val="172B4D"/>
          </a:solidFill>
          <a:ln w="0">
            <a:noFill/>
          </a:ln>
        </p:spPr>
      </p:sp>
      <p:sp>
        <p:nvSpPr>
          <p:cNvPr id="13" name="object-13">
            <a:extLst>
              <a:ext uri="{FF2B5EF4-FFF2-40B4-BE49-F238E27FC236}">
                <a16:creationId xmlns:a16="http://schemas.microsoft.com/office/drawing/2014/main" id="{35B3AAC7-0CE5-4DA2-8C0B-7C8872EF0FF0}"/>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9 = 72</a:t>
            </a:r>
          </a:p>
        </p:txBody>
      </p:sp>
      <p:sp>
        <p:nvSpPr>
          <p:cNvPr id="14" name="object-14">
            <a:extLst>
              <a:ext uri="{FF2B5EF4-FFF2-40B4-BE49-F238E27FC236}">
                <a16:creationId xmlns:a16="http://schemas.microsoft.com/office/drawing/2014/main" id="{8587BBD5-0790-449F-B986-86890C581103}"/>
              </a:ext>
            </a:extLst>
          </p:cNvPr>
          <p:cNvSpPr>
            <a:spLocks noGrp="1"/>
          </p:cNvSpPr>
          <p:nvPr/>
        </p:nvSpPr>
        <p:spPr>
          <a:xfrm>
            <a:off x="9977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15" name="object-15">
            <a:extLst>
              <a:ext uri="{FF2B5EF4-FFF2-40B4-BE49-F238E27FC236}">
                <a16:creationId xmlns:a16="http://schemas.microsoft.com/office/drawing/2014/main" id="{D1B22FFE-06F9-4C64-99AB-F186CBCB2009}"/>
              </a:ext>
            </a:extLst>
          </p:cNvPr>
          <p:cNvSpPr>
            <a:spLocks noGrp="1"/>
          </p:cNvSpPr>
          <p:nvPr/>
        </p:nvSpPr>
        <p:spPr>
          <a:xfrm>
            <a:off x="99774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7</a:t>
            </a:r>
          </a:p>
        </p:txBody>
      </p:sp>
      <p:sp>
        <p:nvSpPr>
          <p:cNvPr id="16" name="object-16">
            <a:extLst>
              <a:ext uri="{FF2B5EF4-FFF2-40B4-BE49-F238E27FC236}">
                <a16:creationId xmlns:a16="http://schemas.microsoft.com/office/drawing/2014/main" id="{CC910888-F3FE-4C06-979E-239E60D44655}"/>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2 + 7 = 23</a:t>
            </a:r>
          </a:p>
        </p:txBody>
      </p:sp>
      <p:sp>
        <p:nvSpPr>
          <p:cNvPr id="17" name="object-17">
            <a:extLst>
              <a:ext uri="{FF2B5EF4-FFF2-40B4-BE49-F238E27FC236}">
                <a16:creationId xmlns:a16="http://schemas.microsoft.com/office/drawing/2014/main" id="{71540D2A-42A1-4D7A-97EE-7E60E47F47E5}"/>
              </a:ext>
            </a:extLst>
          </p:cNvPr>
          <p:cNvSpPr>
            <a:spLocks noGrp="1"/>
          </p:cNvSpPr>
          <p:nvPr/>
        </p:nvSpPr>
        <p:spPr>
          <a:xfrm>
            <a:off x="91201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18" name="object-18">
            <a:extLst>
              <a:ext uri="{FF2B5EF4-FFF2-40B4-BE49-F238E27FC236}">
                <a16:creationId xmlns:a16="http://schemas.microsoft.com/office/drawing/2014/main" id="{009A2A5F-A3E0-41CD-9452-562B30B3B50F}"/>
              </a:ext>
            </a:extLst>
          </p:cNvPr>
          <p:cNvSpPr>
            <a:spLocks noGrp="1"/>
          </p:cNvSpPr>
          <p:nvPr/>
        </p:nvSpPr>
        <p:spPr>
          <a:xfrm>
            <a:off x="912018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2</a:t>
            </a:r>
          </a:p>
        </p:txBody>
      </p:sp>
      <p:sp>
        <p:nvSpPr>
          <p:cNvPr id="19" name="object-19">
            <a:extLst>
              <a:ext uri="{FF2B5EF4-FFF2-40B4-BE49-F238E27FC236}">
                <a16:creationId xmlns:a16="http://schemas.microsoft.com/office/drawing/2014/main" id="{3BB9234D-197F-4CFD-8402-25A0EA5018C0}"/>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4 + 2 = 34</a:t>
            </a:r>
          </a:p>
        </p:txBody>
      </p:sp>
      <p:sp>
        <p:nvSpPr>
          <p:cNvPr id="20" name="object-20">
            <a:extLst>
              <a:ext uri="{FF2B5EF4-FFF2-40B4-BE49-F238E27FC236}">
                <a16:creationId xmlns:a16="http://schemas.microsoft.com/office/drawing/2014/main" id="{A0221A69-F6F5-40C0-9D08-0CEABB45A563}"/>
              </a:ext>
            </a:extLst>
          </p:cNvPr>
          <p:cNvSpPr>
            <a:spLocks noGrp="1"/>
          </p:cNvSpPr>
          <p:nvPr/>
        </p:nvSpPr>
        <p:spPr>
          <a:xfrm>
            <a:off x="82629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4</a:t>
            </a:r>
          </a:p>
        </p:txBody>
      </p:sp>
      <p:sp>
        <p:nvSpPr>
          <p:cNvPr id="21" name="object-21">
            <a:extLst>
              <a:ext uri="{FF2B5EF4-FFF2-40B4-BE49-F238E27FC236}">
                <a16:creationId xmlns:a16="http://schemas.microsoft.com/office/drawing/2014/main" id="{DE69DE7C-42D5-4570-B12A-374513864D63}"/>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3</a:t>
            </a:r>
          </a:p>
        </p:txBody>
      </p:sp>
      <p:sp>
        <p:nvSpPr>
          <p:cNvPr id="22" name="object-22">
            <a:extLst>
              <a:ext uri="{FF2B5EF4-FFF2-40B4-BE49-F238E27FC236}">
                <a16:creationId xmlns:a16="http://schemas.microsoft.com/office/drawing/2014/main" id="{CFEB7933-2F09-4E50-B836-6A672DE00097}"/>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2 + 3 = 19</a:t>
            </a:r>
          </a:p>
        </p:txBody>
      </p:sp>
      <p:sp>
        <p:nvSpPr>
          <p:cNvPr id="23" name="object-23">
            <a:extLst>
              <a:ext uri="{FF2B5EF4-FFF2-40B4-BE49-F238E27FC236}">
                <a16:creationId xmlns:a16="http://schemas.microsoft.com/office/drawing/2014/main" id="{32646F3F-11CD-422A-BDA7-5CE27C28061C}"/>
              </a:ext>
            </a:extLst>
          </p:cNvPr>
          <p:cNvSpPr>
            <a:spLocks noGrp="1"/>
          </p:cNvSpPr>
          <p:nvPr/>
        </p:nvSpPr>
        <p:spPr>
          <a:xfrm>
            <a:off x="6548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4" name="object-24">
            <a:extLst>
              <a:ext uri="{FF2B5EF4-FFF2-40B4-BE49-F238E27FC236}">
                <a16:creationId xmlns:a16="http://schemas.microsoft.com/office/drawing/2014/main" id="{9D829B18-A9F3-4A9D-9E50-8CD3080834EA}"/>
              </a:ext>
            </a:extLst>
          </p:cNvPr>
          <p:cNvSpPr>
            <a:spLocks noGrp="1"/>
          </p:cNvSpPr>
          <p:nvPr/>
        </p:nvSpPr>
        <p:spPr>
          <a:xfrm>
            <a:off x="74056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9</a:t>
            </a:r>
          </a:p>
        </p:txBody>
      </p:sp>
      <p:sp>
        <p:nvSpPr>
          <p:cNvPr id="25" name="object-25">
            <a:extLst>
              <a:ext uri="{FF2B5EF4-FFF2-40B4-BE49-F238E27FC236}">
                <a16:creationId xmlns:a16="http://schemas.microsoft.com/office/drawing/2014/main" id="{7D67F7E4-6AC5-4EB4-9F67-4E0C8626FB02}"/>
              </a:ext>
            </a:extLst>
          </p:cNvPr>
          <p:cNvSpPr>
            <a:spLocks noGrp="1"/>
          </p:cNvSpPr>
          <p:nvPr/>
        </p:nvSpPr>
        <p:spPr>
          <a:xfrm>
            <a:off x="9977438" y="5607844"/>
            <a:ext cx="762000" cy="773906"/>
          </a:xfrm>
          <a:prstGeom prst="rect">
            <a:avLst/>
          </a:prstGeom>
          <a:noFill/>
          <a:ln w="0">
            <a:noFill/>
          </a:ln>
        </p:spPr>
        <p:txBody>
          <a:bodyPr anchor="ctr">
            <a:noAutofit/>
          </a:bodyPr>
          <a:lstStyle/>
          <a:p>
            <a:pPr algn="ctr">
              <a:defRPr sz="4219" b="1">
                <a:solidFill>
                  <a:srgbClr val="9A5800"/>
                </a:solidFill>
                <a:latin typeface="Arial"/>
                <a:ea typeface="Arial"/>
                <a:cs typeface="Arial"/>
              </a:defRPr>
            </a:pPr>
            <a:r>
              <a:rPr sz="4219" b="1">
                <a:solidFill>
                  <a:srgbClr val="9A5800"/>
                </a:solidFill>
                <a:latin typeface="Arial"/>
                <a:ea typeface="Arial"/>
                <a:cs typeface="Arial"/>
              </a:rPr>
              <a:t>0</a:t>
            </a:r>
          </a:p>
        </p:txBody>
      </p:sp>
      <p:sp>
        <p:nvSpPr>
          <p:cNvPr id="26" name="object-26">
            <a:extLst>
              <a:ext uri="{FF2B5EF4-FFF2-40B4-BE49-F238E27FC236}">
                <a16:creationId xmlns:a16="http://schemas.microsoft.com/office/drawing/2014/main" id="{E6EE626C-110F-4578-9B88-508D65B22526}"/>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9 = 27</a:t>
            </a:r>
          </a:p>
        </p:txBody>
      </p:sp>
      <p:sp>
        <p:nvSpPr>
          <p:cNvPr id="27" name="object-27">
            <a:extLst>
              <a:ext uri="{FF2B5EF4-FFF2-40B4-BE49-F238E27FC236}">
                <a16:creationId xmlns:a16="http://schemas.microsoft.com/office/drawing/2014/main" id="{FEA0D3D9-9897-4CD1-97B9-E23094576200}"/>
              </a:ext>
            </a:extLst>
          </p:cNvPr>
          <p:cNvSpPr>
            <a:spLocks noGrp="1"/>
          </p:cNvSpPr>
          <p:nvPr/>
        </p:nvSpPr>
        <p:spPr>
          <a:xfrm>
            <a:off x="91201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28" name="object-28">
            <a:extLst>
              <a:ext uri="{FF2B5EF4-FFF2-40B4-BE49-F238E27FC236}">
                <a16:creationId xmlns:a16="http://schemas.microsoft.com/office/drawing/2014/main" id="{D00874F5-6E17-4002-8806-DB439FD95EE3}"/>
              </a:ext>
            </a:extLst>
          </p:cNvPr>
          <p:cNvSpPr>
            <a:spLocks noGrp="1"/>
          </p:cNvSpPr>
          <p:nvPr/>
        </p:nvSpPr>
        <p:spPr>
          <a:xfrm>
            <a:off x="99774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2</a:t>
            </a:r>
          </a:p>
        </p:txBody>
      </p:sp>
      <p:sp>
        <p:nvSpPr>
          <p:cNvPr id="29" name="object-29">
            <a:extLst>
              <a:ext uri="{FF2B5EF4-FFF2-40B4-BE49-F238E27FC236}">
                <a16:creationId xmlns:a16="http://schemas.microsoft.com/office/drawing/2014/main" id="{1972E0DF-D013-405E-8941-CDB8DDEBF6D3}"/>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2 + 2 = 8</a:t>
            </a:r>
          </a:p>
        </p:txBody>
      </p:sp>
      <p:sp>
        <p:nvSpPr>
          <p:cNvPr id="30" name="object-30">
            <a:extLst>
              <a:ext uri="{FF2B5EF4-FFF2-40B4-BE49-F238E27FC236}">
                <a16:creationId xmlns:a16="http://schemas.microsoft.com/office/drawing/2014/main" id="{74425E25-70C4-4425-97C5-6D4804C28CE1}"/>
              </a:ext>
            </a:extLst>
          </p:cNvPr>
          <p:cNvSpPr>
            <a:spLocks noGrp="1"/>
          </p:cNvSpPr>
          <p:nvPr/>
        </p:nvSpPr>
        <p:spPr>
          <a:xfrm>
            <a:off x="82629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8</a:t>
            </a:r>
          </a:p>
        </p:txBody>
      </p:sp>
      <p:sp>
        <p:nvSpPr>
          <p:cNvPr id="31" name="object-31">
            <a:extLst>
              <a:ext uri="{FF2B5EF4-FFF2-40B4-BE49-F238E27FC236}">
                <a16:creationId xmlns:a16="http://schemas.microsoft.com/office/drawing/2014/main" id="{D9BD95D5-CE83-4A20-8E64-E213B7E07770}"/>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4 = 12</a:t>
            </a:r>
          </a:p>
        </p:txBody>
      </p:sp>
      <p:sp>
        <p:nvSpPr>
          <p:cNvPr id="32" name="object-32">
            <a:extLst>
              <a:ext uri="{FF2B5EF4-FFF2-40B4-BE49-F238E27FC236}">
                <a16:creationId xmlns:a16="http://schemas.microsoft.com/office/drawing/2014/main" id="{22E69BA0-F5E6-4C71-B0DF-435F9F4C853A}"/>
              </a:ext>
            </a:extLst>
          </p:cNvPr>
          <p:cNvSpPr>
            <a:spLocks noGrp="1"/>
          </p:cNvSpPr>
          <p:nvPr/>
        </p:nvSpPr>
        <p:spPr>
          <a:xfrm>
            <a:off x="74056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33" name="object-33">
            <a:extLst>
              <a:ext uri="{FF2B5EF4-FFF2-40B4-BE49-F238E27FC236}">
                <a16:creationId xmlns:a16="http://schemas.microsoft.com/office/drawing/2014/main" id="{BA404D60-77E9-4641-BAF9-55017A6C8723}"/>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34" name="object-34">
            <a:extLst>
              <a:ext uri="{FF2B5EF4-FFF2-40B4-BE49-F238E27FC236}">
                <a16:creationId xmlns:a16="http://schemas.microsoft.com/office/drawing/2014/main" id="{65721A42-FDD4-4966-8BA9-5809AE1710CE}"/>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2 + 1 = 7</a:t>
            </a:r>
          </a:p>
        </p:txBody>
      </p:sp>
      <p:sp>
        <p:nvSpPr>
          <p:cNvPr id="35" name="object-35">
            <a:extLst>
              <a:ext uri="{FF2B5EF4-FFF2-40B4-BE49-F238E27FC236}">
                <a16:creationId xmlns:a16="http://schemas.microsoft.com/office/drawing/2014/main" id="{591C10A2-3C08-473D-AFF7-769A6F5FA4D9}"/>
              </a:ext>
            </a:extLst>
          </p:cNvPr>
          <p:cNvSpPr>
            <a:spLocks noGrp="1"/>
          </p:cNvSpPr>
          <p:nvPr/>
        </p:nvSpPr>
        <p:spPr>
          <a:xfrm>
            <a:off x="65484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6" name="object-36">
            <a:extLst>
              <a:ext uri="{FF2B5EF4-FFF2-40B4-BE49-F238E27FC236}">
                <a16:creationId xmlns:a16="http://schemas.microsoft.com/office/drawing/2014/main" id="{BAC6DD95-1DE7-459B-8387-6B5A05703FF8}"/>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Now add the partial products: 19,432 + 72,870.</a:t>
            </a:r>
          </a:p>
        </p:txBody>
      </p:sp>
    </p:spTree>
    <p:extLst>
      <p:ext uri="{BB962C8B-B14F-4D97-AF65-F5344CB8AC3E}">
        <p14:creationId xmlns:p14="http://schemas.microsoft.com/office/powerpoint/2010/main" val="876902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par>
                          <p:cTn id="12" fill="hold">
                            <p:stCondLst>
                              <p:cond delay="0"/>
                            </p:stCondLst>
                            <p:childTnLst>
                              <p:par>
                                <p:cTn id="13" presetID="63" presetClass="path" presetSubtype="0" accel="50000" decel="50000" fill="hold" grpId="1" nodeType="afterEffect">
                                  <p:stCondLst>
                                    <p:cond delay="0"/>
                                  </p:stCondLst>
                                  <p:childTnLst>
                                    <p:animMotion origin="layout" path="M 0 0 L -0.05625 0 E" pathEditMode="relative" ptsTypes="">
                                      <p:cBhvr>
                                        <p:cTn id="14" dur="800" fill="hold"/>
                                        <p:tgtEl>
                                          <p:spTgt spid="1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3"/>
                                        </p:tgtEl>
                                        <p:attrNameLst>
                                          <p:attrName>style.visibility</p:attrName>
                                        </p:attrNameLst>
                                      </p:cBhvr>
                                      <p:to>
                                        <p:strVal val="hidden"/>
                                      </p:to>
                                    </p:set>
                                  </p:childTnLst>
                                </p:cTn>
                              </p:par>
                              <p:par>
                                <p:cTn id="21" presetID="1" presetClass="exit" presetSubtype="0" fill="hold" grpId="2" nodeType="withEffect">
                                  <p:stCondLst>
                                    <p:cond delay="0"/>
                                  </p:stCondLst>
                                  <p:childTnLst>
                                    <p:set>
                                      <p:cBhvr>
                                        <p:cTn id="22" dur="1" fill="hold">
                                          <p:stCondLst>
                                            <p:cond delay="0"/>
                                          </p:stCondLst>
                                        </p:cTn>
                                        <p:tgtEl>
                                          <p:spTgt spid="15"/>
                                        </p:tgtEl>
                                        <p:attrNameLst>
                                          <p:attrName>style.visibility</p:attrName>
                                        </p:attrNameLst>
                                      </p:cBhvr>
                                      <p:to>
                                        <p:strVal val="hidden"/>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par>
                          <p:cTn id="28" fill="hold">
                            <p:stCondLst>
                              <p:cond delay="0"/>
                            </p:stCondLst>
                            <p:childTnLst>
                              <p:par>
                                <p:cTn id="29" presetID="63" presetClass="path" presetSubtype="0" accel="50000" decel="50000" fill="hold" grpId="1" nodeType="afterEffect">
                                  <p:stCondLst>
                                    <p:cond delay="0"/>
                                  </p:stCondLst>
                                  <p:childTnLst>
                                    <p:animMotion origin="layout" path="M 0 0 L -0.05625 0 E" pathEditMode="relative" ptsTypes="">
                                      <p:cBhvr>
                                        <p:cTn id="30" dur="800" fill="hold"/>
                                        <p:tgtEl>
                                          <p:spTgt spid="18"/>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xit" presetSubtype="0" fill="hold" grpId="1" nodeType="withEffect">
                                  <p:stCondLst>
                                    <p:cond delay="0"/>
                                  </p:stCondLst>
                                  <p:childTnLst>
                                    <p:set>
                                      <p:cBhvr>
                                        <p:cTn id="36" dur="1" fill="hold">
                                          <p:stCondLst>
                                            <p:cond delay="0"/>
                                          </p:stCondLst>
                                        </p:cTn>
                                        <p:tgtEl>
                                          <p:spTgt spid="16"/>
                                        </p:tgtEl>
                                        <p:attrNameLst>
                                          <p:attrName>style.visibility</p:attrName>
                                        </p:attrNameLst>
                                      </p:cBhvr>
                                      <p:to>
                                        <p:strVal val="hidden"/>
                                      </p:to>
                                    </p:set>
                                  </p:childTnLst>
                                </p:cTn>
                              </p:par>
                              <p:par>
                                <p:cTn id="37" presetID="1" presetClass="exit" presetSubtype="0" fill="hold" grpId="2" nodeType="withEffect">
                                  <p:stCondLst>
                                    <p:cond delay="0"/>
                                  </p:stCondLst>
                                  <p:childTnLst>
                                    <p:set>
                                      <p:cBhvr>
                                        <p:cTn id="38" dur="1" fill="hold">
                                          <p:stCondLst>
                                            <p:cond delay="0"/>
                                          </p:stCondLst>
                                        </p:cTn>
                                        <p:tgtEl>
                                          <p:spTgt spid="18"/>
                                        </p:tgtEl>
                                        <p:attrNameLst>
                                          <p:attrName>style.visibility</p:attrName>
                                        </p:attrNameLst>
                                      </p:cBhvr>
                                      <p:to>
                                        <p:strVal val="hidden"/>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childTnLst>
                          </p:cTn>
                        </p:par>
                        <p:par>
                          <p:cTn id="44" fill="hold">
                            <p:stCondLst>
                              <p:cond delay="0"/>
                            </p:stCondLst>
                            <p:childTnLst>
                              <p:par>
                                <p:cTn id="45" presetID="63" presetClass="path" presetSubtype="0" accel="50000" decel="50000" fill="hold" grpId="1" nodeType="afterEffect">
                                  <p:stCondLst>
                                    <p:cond delay="0"/>
                                  </p:stCondLst>
                                  <p:childTnLst>
                                    <p:animMotion origin="layout" path="M 0 0 L -0.05625 0 E" pathEditMode="relative" ptsTypes="">
                                      <p:cBhvr>
                                        <p:cTn id="46" dur="800" fill="hold"/>
                                        <p:tgtEl>
                                          <p:spTgt spid="21"/>
                                        </p:tgtEl>
                                        <p:attrNameLst>
                                          <p:attrName>ppt_x</p:attrName>
                                          <p:attrName>ppt_y</p:attrName>
                                        </p:attrNameLst>
                                      </p:cBhvr>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par>
                                <p:cTn id="53" presetID="1" presetClass="exit" presetSubtype="0" fill="hold" grpId="2" nodeType="withEffect">
                                  <p:stCondLst>
                                    <p:cond delay="0"/>
                                  </p:stCondLst>
                                  <p:childTnLst>
                                    <p:set>
                                      <p:cBhvr>
                                        <p:cTn id="54" dur="1" fill="hold">
                                          <p:stCondLst>
                                            <p:cond delay="0"/>
                                          </p:stCondLst>
                                        </p:cTn>
                                        <p:tgtEl>
                                          <p:spTgt spid="21"/>
                                        </p:tgtEl>
                                        <p:attrNameLst>
                                          <p:attrName>style.visibility</p:attrName>
                                        </p:attrNameLst>
                                      </p:cBhvr>
                                      <p:to>
                                        <p:strVal val="hidden"/>
                                      </p:to>
                                    </p:set>
                                  </p:childTnLst>
                                </p:cTn>
                              </p:par>
                            </p:childTnLst>
                          </p:cTn>
                        </p:par>
                        <p:par>
                          <p:cTn id="55" fill="hold">
                            <p:stCondLst>
                              <p:cond delay="0"/>
                            </p:stCondLst>
                            <p:childTnLst>
                              <p:par>
                                <p:cTn id="56" presetID="1" presetClass="entr" presetSubtype="0" fill="hold" grpId="0" nodeType="after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6"/>
                                        </p:tgtEl>
                                        <p:attrNameLst>
                                          <p:attrName>style.visibility</p:attrName>
                                        </p:attrNameLst>
                                      </p:cBhvr>
                                      <p:to>
                                        <p:strVal val="visible"/>
                                      </p:to>
                                    </p:set>
                                  </p:childTnLst>
                                </p:cTn>
                              </p:par>
                              <p:par>
                                <p:cTn id="68" presetID="1" presetClass="exit" presetSubtype="0" fill="hold" grpId="1" nodeType="withEffect">
                                  <p:stCondLst>
                                    <p:cond delay="0"/>
                                  </p:stCondLst>
                                  <p:childTnLst>
                                    <p:set>
                                      <p:cBhvr>
                                        <p:cTn id="69" dur="1" fill="hold">
                                          <p:stCondLst>
                                            <p:cond delay="0"/>
                                          </p:stCondLst>
                                        </p:cTn>
                                        <p:tgtEl>
                                          <p:spTgt spid="22"/>
                                        </p:tgtEl>
                                        <p:attrNameLst>
                                          <p:attrName>style.visibility</p:attrName>
                                        </p:attrNameLst>
                                      </p:cBhvr>
                                      <p:to>
                                        <p:strVal val="hidden"/>
                                      </p:to>
                                    </p:set>
                                  </p:childTnLst>
                                </p:cTn>
                              </p:par>
                            </p:childTnLst>
                          </p:cTn>
                        </p:par>
                        <p:par>
                          <p:cTn id="70" fill="hold">
                            <p:stCondLst>
                              <p:cond delay="0"/>
                            </p:stCondLst>
                            <p:childTnLst>
                              <p:par>
                                <p:cTn id="71" presetID="1" presetClass="entr" presetSubtype="0" fill="hold" grpId="0" nodeType="after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childTnLst>
                          </p:cTn>
                        </p:par>
                        <p:par>
                          <p:cTn id="75" fill="hold">
                            <p:stCondLst>
                              <p:cond delay="0"/>
                            </p:stCondLst>
                            <p:childTnLst>
                              <p:par>
                                <p:cTn id="76" presetID="63" presetClass="path" presetSubtype="0" accel="50000" decel="50000" fill="hold" grpId="1" nodeType="afterEffect">
                                  <p:stCondLst>
                                    <p:cond delay="0"/>
                                  </p:stCondLst>
                                  <p:childTnLst>
                                    <p:animMotion origin="layout" path="M 0 0 L -0.05625 0 E" pathEditMode="relative" ptsTypes="">
                                      <p:cBhvr>
                                        <p:cTn id="77" dur="800" fill="hold"/>
                                        <p:tgtEl>
                                          <p:spTgt spid="28"/>
                                        </p:tgtEl>
                                        <p:attrNameLst>
                                          <p:attrName>ppt_x</p:attrName>
                                          <p:attrName>ppt_y</p:attrName>
                                        </p:attrNameLst>
                                      </p:cBhvr>
                                    </p:animMotion>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9"/>
                                        </p:tgtEl>
                                        <p:attrNameLst>
                                          <p:attrName>style.visibility</p:attrName>
                                        </p:attrNameLst>
                                      </p:cBhvr>
                                      <p:to>
                                        <p:strVal val="visible"/>
                                      </p:to>
                                    </p:set>
                                  </p:childTnLst>
                                </p:cTn>
                              </p:par>
                              <p:par>
                                <p:cTn id="82" presetID="1" presetClass="exit" presetSubtype="0" fill="hold" grpId="1" nodeType="withEffect">
                                  <p:stCondLst>
                                    <p:cond delay="0"/>
                                  </p:stCondLst>
                                  <p:childTnLst>
                                    <p:set>
                                      <p:cBhvr>
                                        <p:cTn id="83" dur="1" fill="hold">
                                          <p:stCondLst>
                                            <p:cond delay="0"/>
                                          </p:stCondLst>
                                        </p:cTn>
                                        <p:tgtEl>
                                          <p:spTgt spid="26"/>
                                        </p:tgtEl>
                                        <p:attrNameLst>
                                          <p:attrName>style.visibility</p:attrName>
                                        </p:attrNameLst>
                                      </p:cBhvr>
                                      <p:to>
                                        <p:strVal val="hidden"/>
                                      </p:to>
                                    </p:set>
                                  </p:childTnLst>
                                </p:cTn>
                              </p:par>
                              <p:par>
                                <p:cTn id="84" presetID="1" presetClass="exit" presetSubtype="0" fill="hold" grpId="2" nodeType="withEffect">
                                  <p:stCondLst>
                                    <p:cond delay="0"/>
                                  </p:stCondLst>
                                  <p:childTnLst>
                                    <p:set>
                                      <p:cBhvr>
                                        <p:cTn id="85" dur="1" fill="hold">
                                          <p:stCondLst>
                                            <p:cond delay="0"/>
                                          </p:stCondLst>
                                        </p:cTn>
                                        <p:tgtEl>
                                          <p:spTgt spid="28"/>
                                        </p:tgtEl>
                                        <p:attrNameLst>
                                          <p:attrName>style.visibility</p:attrName>
                                        </p:attrNameLst>
                                      </p:cBhvr>
                                      <p:to>
                                        <p:strVal val="hidden"/>
                                      </p:to>
                                    </p:set>
                                  </p:childTnLst>
                                </p:cTn>
                              </p:par>
                            </p:childTnLst>
                          </p:cTn>
                        </p:par>
                        <p:par>
                          <p:cTn id="86" fill="hold">
                            <p:stCondLst>
                              <p:cond delay="0"/>
                            </p:stCondLst>
                            <p:childTnLst>
                              <p:par>
                                <p:cTn id="87" presetID="1" presetClass="entr" presetSubtype="0" fill="hold" grpId="0" nodeType="afterEffect">
                                  <p:stCondLst>
                                    <p:cond delay="0"/>
                                  </p:stCondLst>
                                  <p:childTnLst>
                                    <p:set>
                                      <p:cBhvr>
                                        <p:cTn id="88" dur="1" fill="hold">
                                          <p:stCondLst>
                                            <p:cond delay="0"/>
                                          </p:stCondLst>
                                        </p:cTn>
                                        <p:tgtEl>
                                          <p:spTgt spid="3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31"/>
                                        </p:tgtEl>
                                        <p:attrNameLst>
                                          <p:attrName>style.visibility</p:attrName>
                                        </p:attrNameLst>
                                      </p:cBhvr>
                                      <p:to>
                                        <p:strVal val="visible"/>
                                      </p:to>
                                    </p:set>
                                  </p:childTnLst>
                                </p:cTn>
                              </p:par>
                              <p:par>
                                <p:cTn id="93" presetID="1" presetClass="exit" presetSubtype="0" fill="hold" grpId="1" nodeType="withEffect">
                                  <p:stCondLst>
                                    <p:cond delay="0"/>
                                  </p:stCondLst>
                                  <p:childTnLst>
                                    <p:set>
                                      <p:cBhvr>
                                        <p:cTn id="94" dur="1" fill="hold">
                                          <p:stCondLst>
                                            <p:cond delay="0"/>
                                          </p:stCondLst>
                                        </p:cTn>
                                        <p:tgtEl>
                                          <p:spTgt spid="29"/>
                                        </p:tgtEl>
                                        <p:attrNameLst>
                                          <p:attrName>style.visibility</p:attrName>
                                        </p:attrNameLst>
                                      </p:cBhvr>
                                      <p:to>
                                        <p:strVal val="hidden"/>
                                      </p:to>
                                    </p:set>
                                  </p:childTnLst>
                                </p:cTn>
                              </p:par>
                            </p:childTnLst>
                          </p:cTn>
                        </p:par>
                        <p:par>
                          <p:cTn id="95" fill="hold">
                            <p:stCondLst>
                              <p:cond delay="0"/>
                            </p:stCondLst>
                            <p:childTnLst>
                              <p:par>
                                <p:cTn id="96" presetID="1" presetClass="entr" presetSubtype="0" fill="hold" grpId="0" nodeType="afterEffect">
                                  <p:stCondLst>
                                    <p:cond delay="0"/>
                                  </p:stCondLst>
                                  <p:childTnLst>
                                    <p:set>
                                      <p:cBhvr>
                                        <p:cTn id="97" dur="1" fill="hold">
                                          <p:stCondLst>
                                            <p:cond delay="0"/>
                                          </p:stCondLst>
                                        </p:cTn>
                                        <p:tgtEl>
                                          <p:spTgt spid="32"/>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childTnLst>
                                </p:cTn>
                              </p:par>
                            </p:childTnLst>
                          </p:cTn>
                        </p:par>
                        <p:par>
                          <p:cTn id="100" fill="hold">
                            <p:stCondLst>
                              <p:cond delay="0"/>
                            </p:stCondLst>
                            <p:childTnLst>
                              <p:par>
                                <p:cTn id="101" presetID="63" presetClass="path" presetSubtype="0" accel="50000" decel="50000" fill="hold" grpId="1" nodeType="afterEffect">
                                  <p:stCondLst>
                                    <p:cond delay="0"/>
                                  </p:stCondLst>
                                  <p:childTnLst>
                                    <p:animMotion origin="layout" path="M 0 0 L -0.05625 0 E" pathEditMode="relative" ptsTypes="">
                                      <p:cBhvr>
                                        <p:cTn id="102" dur="800" fill="hold"/>
                                        <p:tgtEl>
                                          <p:spTgt spid="33"/>
                                        </p:tgtEl>
                                        <p:attrNameLst>
                                          <p:attrName>ppt_x</p:attrName>
                                          <p:attrName>ppt_y</p:attrName>
                                        </p:attrNameLst>
                                      </p:cBhvr>
                                    </p:animMotion>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4"/>
                                        </p:tgtEl>
                                        <p:attrNameLst>
                                          <p:attrName>style.visibility</p:attrName>
                                        </p:attrNameLst>
                                      </p:cBhvr>
                                      <p:to>
                                        <p:strVal val="visible"/>
                                      </p:to>
                                    </p:set>
                                  </p:childTnLst>
                                </p:cTn>
                              </p:par>
                              <p:par>
                                <p:cTn id="107" presetID="1" presetClass="exit" presetSubtype="0" fill="hold" grpId="1" nodeType="withEffect">
                                  <p:stCondLst>
                                    <p:cond delay="0"/>
                                  </p:stCondLst>
                                  <p:childTnLst>
                                    <p:set>
                                      <p:cBhvr>
                                        <p:cTn id="108" dur="1" fill="hold">
                                          <p:stCondLst>
                                            <p:cond delay="0"/>
                                          </p:stCondLst>
                                        </p:cTn>
                                        <p:tgtEl>
                                          <p:spTgt spid="31"/>
                                        </p:tgtEl>
                                        <p:attrNameLst>
                                          <p:attrName>style.visibility</p:attrName>
                                        </p:attrNameLst>
                                      </p:cBhvr>
                                      <p:to>
                                        <p:strVal val="hidden"/>
                                      </p:to>
                                    </p:set>
                                  </p:childTnLst>
                                </p:cTn>
                              </p:par>
                              <p:par>
                                <p:cTn id="109" presetID="1" presetClass="exit" presetSubtype="0" fill="hold" grpId="2" nodeType="withEffect">
                                  <p:stCondLst>
                                    <p:cond delay="0"/>
                                  </p:stCondLst>
                                  <p:childTnLst>
                                    <p:set>
                                      <p:cBhvr>
                                        <p:cTn id="110" dur="1" fill="hold">
                                          <p:stCondLst>
                                            <p:cond delay="0"/>
                                          </p:stCondLst>
                                        </p:cTn>
                                        <p:tgtEl>
                                          <p:spTgt spid="33"/>
                                        </p:tgtEl>
                                        <p:attrNameLst>
                                          <p:attrName>style.visibility</p:attrName>
                                        </p:attrNameLst>
                                      </p:cBhvr>
                                      <p:to>
                                        <p:strVal val="hidden"/>
                                      </p:to>
                                    </p:set>
                                  </p:childTnLst>
                                </p:cTn>
                              </p:par>
                            </p:childTnLst>
                          </p:cTn>
                        </p:par>
                        <p:par>
                          <p:cTn id="111" fill="hold">
                            <p:stCondLst>
                              <p:cond delay="0"/>
                            </p:stCondLst>
                            <p:childTnLst>
                              <p:par>
                                <p:cTn id="112" presetID="1" presetClass="entr" presetSubtype="0" fill="hold" grpId="0" nodeType="afterEffect">
                                  <p:stCondLst>
                                    <p:cond delay="0"/>
                                  </p:stCondLst>
                                  <p:childTnLst>
                                    <p:set>
                                      <p:cBhvr>
                                        <p:cTn id="113" dur="1" fill="hold">
                                          <p:stCondLst>
                                            <p:cond delay="0"/>
                                          </p:stCondLst>
                                        </p:cTn>
                                        <p:tgtEl>
                                          <p:spTgt spid="35"/>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14" grpId="0"/>
      <p:bldP spid="15" grpId="0"/>
      <p:bldP spid="15" grpId="1"/>
      <p:bldP spid="15" grpId="2"/>
      <p:bldP spid="16" grpId="0"/>
      <p:bldP spid="16" grpId="1"/>
      <p:bldP spid="17" grpId="0"/>
      <p:bldP spid="18" grpId="0"/>
      <p:bldP spid="18" grpId="1"/>
      <p:bldP spid="18" grpId="2"/>
      <p:bldP spid="19" grpId="0"/>
      <p:bldP spid="19" grpId="1"/>
      <p:bldP spid="20" grpId="0"/>
      <p:bldP spid="21" grpId="0"/>
      <p:bldP spid="21" grpId="1"/>
      <p:bldP spid="21" grpId="2"/>
      <p:bldP spid="22" grpId="0"/>
      <p:bldP spid="22" grpId="1"/>
      <p:bldP spid="23" grpId="0"/>
      <p:bldP spid="24" grpId="0"/>
      <p:bldP spid="25" grpId="0"/>
      <p:bldP spid="26" grpId="0"/>
      <p:bldP spid="26" grpId="1"/>
      <p:bldP spid="27" grpId="0"/>
      <p:bldP spid="28" grpId="0"/>
      <p:bldP spid="28" grpId="1"/>
      <p:bldP spid="28" grpId="2"/>
      <p:bldP spid="29" grpId="0"/>
      <p:bldP spid="29" grpId="1"/>
      <p:bldP spid="30" grpId="0"/>
      <p:bldP spid="31" grpId="0"/>
      <p:bldP spid="31" grpId="1"/>
      <p:bldP spid="32" grpId="0"/>
      <p:bldP spid="33" grpId="0"/>
      <p:bldP spid="33" grpId="1"/>
      <p:bldP spid="33" grpId="2"/>
      <p:bldP spid="34" grpId="0"/>
      <p:bldP spid="35" grpId="0"/>
      <p:bldP spid="3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object-1">
            <a:extLst>
              <a:ext uri="{FF2B5EF4-FFF2-40B4-BE49-F238E27FC236}">
                <a16:creationId xmlns:a16="http://schemas.microsoft.com/office/drawing/2014/main" id="{91BE7D36-28BC-4784-A093-CB1D0630BAEB}"/>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51618D52-CA34-4791-8E70-E9C4DBE8C90A}"/>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19,432 + 72,870.</a:t>
            </a:r>
          </a:p>
        </p:txBody>
      </p:sp>
      <p:sp>
        <p:nvSpPr>
          <p:cNvPr id="3" name="object-3">
            <a:extLst>
              <a:ext uri="{FF2B5EF4-FFF2-40B4-BE49-F238E27FC236}">
                <a16:creationId xmlns:a16="http://schemas.microsoft.com/office/drawing/2014/main" id="{DFF478F0-8CF5-4BCB-B41B-C0C576333AC3}"/>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5A460801-7E50-48B9-AD61-AF8785E93911}"/>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5" name="object-5">
            <a:extLst>
              <a:ext uri="{FF2B5EF4-FFF2-40B4-BE49-F238E27FC236}">
                <a16:creationId xmlns:a16="http://schemas.microsoft.com/office/drawing/2014/main" id="{8F750467-6AEC-4F34-B465-57B38BC7DC32}"/>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79FAA304-80A5-4355-B0C8-B59E49BCF078}"/>
              </a:ext>
            </a:extLst>
          </p:cNvPr>
          <p:cNvSpPr>
            <a:spLocks noGrp="1"/>
          </p:cNvSpPr>
          <p:nvPr/>
        </p:nvSpPr>
        <p:spPr>
          <a:xfrm>
            <a:off x="547687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998F7D67-16D6-47D0-8777-A811A1233F52}"/>
              </a:ext>
            </a:extLst>
          </p:cNvPr>
          <p:cNvSpPr>
            <a:spLocks noGrp="1"/>
          </p:cNvSpPr>
          <p:nvPr/>
        </p:nvSpPr>
        <p:spPr>
          <a:xfrm>
            <a:off x="6405563"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9</a:t>
            </a:r>
          </a:p>
        </p:txBody>
      </p:sp>
      <p:sp>
        <p:nvSpPr>
          <p:cNvPr id="8" name="object-8">
            <a:extLst>
              <a:ext uri="{FF2B5EF4-FFF2-40B4-BE49-F238E27FC236}">
                <a16:creationId xmlns:a16="http://schemas.microsoft.com/office/drawing/2014/main" id="{A50B18C7-DAC8-4645-A97A-A5BA7EE6CCA9}"/>
              </a:ext>
            </a:extLst>
          </p:cNvPr>
          <p:cNvSpPr>
            <a:spLocks noGrp="1"/>
          </p:cNvSpPr>
          <p:nvPr/>
        </p:nvSpPr>
        <p:spPr>
          <a:xfrm>
            <a:off x="7334250"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4</a:t>
            </a:r>
          </a:p>
        </p:txBody>
      </p:sp>
      <p:sp>
        <p:nvSpPr>
          <p:cNvPr id="9" name="object-9">
            <a:extLst>
              <a:ext uri="{FF2B5EF4-FFF2-40B4-BE49-F238E27FC236}">
                <a16:creationId xmlns:a16="http://schemas.microsoft.com/office/drawing/2014/main" id="{B6798F35-406B-4423-8F9E-BEB7B580C355}"/>
              </a:ext>
            </a:extLst>
          </p:cNvPr>
          <p:cNvSpPr>
            <a:spLocks noGrp="1"/>
          </p:cNvSpPr>
          <p:nvPr/>
        </p:nvSpPr>
        <p:spPr>
          <a:xfrm>
            <a:off x="8262938"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3</a:t>
            </a:r>
          </a:p>
        </p:txBody>
      </p:sp>
      <p:sp>
        <p:nvSpPr>
          <p:cNvPr id="10" name="object-10">
            <a:extLst>
              <a:ext uri="{FF2B5EF4-FFF2-40B4-BE49-F238E27FC236}">
                <a16:creationId xmlns:a16="http://schemas.microsoft.com/office/drawing/2014/main" id="{79E3A07F-0C10-4671-BAB0-C395B30A1E9A}"/>
              </a:ext>
            </a:extLst>
          </p:cNvPr>
          <p:cNvSpPr>
            <a:spLocks noGrp="1"/>
          </p:cNvSpPr>
          <p:nvPr/>
        </p:nvSpPr>
        <p:spPr>
          <a:xfrm>
            <a:off x="919162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1" name="object-11">
            <a:extLst>
              <a:ext uri="{FF2B5EF4-FFF2-40B4-BE49-F238E27FC236}">
                <a16:creationId xmlns:a16="http://schemas.microsoft.com/office/drawing/2014/main" id="{EAB28E4A-BCF7-4743-BFF1-94BE814ADE3B}"/>
              </a:ext>
            </a:extLst>
          </p:cNvPr>
          <p:cNvSpPr>
            <a:spLocks noGrp="1"/>
          </p:cNvSpPr>
          <p:nvPr/>
        </p:nvSpPr>
        <p:spPr>
          <a:xfrm>
            <a:off x="547687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7</a:t>
            </a:r>
          </a:p>
        </p:txBody>
      </p:sp>
      <p:sp>
        <p:nvSpPr>
          <p:cNvPr id="12" name="object-12">
            <a:extLst>
              <a:ext uri="{FF2B5EF4-FFF2-40B4-BE49-F238E27FC236}">
                <a16:creationId xmlns:a16="http://schemas.microsoft.com/office/drawing/2014/main" id="{0A050D94-82F0-45F6-A8AE-39C42CD8BE4C}"/>
              </a:ext>
            </a:extLst>
          </p:cNvPr>
          <p:cNvSpPr>
            <a:spLocks noGrp="1"/>
          </p:cNvSpPr>
          <p:nvPr/>
        </p:nvSpPr>
        <p:spPr>
          <a:xfrm>
            <a:off x="6405563"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3" name="object-13">
            <a:extLst>
              <a:ext uri="{FF2B5EF4-FFF2-40B4-BE49-F238E27FC236}">
                <a16:creationId xmlns:a16="http://schemas.microsoft.com/office/drawing/2014/main" id="{6A6E1957-E280-494D-9CBD-FDB3B1B0B5C2}"/>
              </a:ext>
            </a:extLst>
          </p:cNvPr>
          <p:cNvSpPr>
            <a:spLocks noGrp="1"/>
          </p:cNvSpPr>
          <p:nvPr/>
        </p:nvSpPr>
        <p:spPr>
          <a:xfrm>
            <a:off x="7334250"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8</a:t>
            </a:r>
          </a:p>
        </p:txBody>
      </p:sp>
      <p:sp>
        <p:nvSpPr>
          <p:cNvPr id="14" name="object-14">
            <a:extLst>
              <a:ext uri="{FF2B5EF4-FFF2-40B4-BE49-F238E27FC236}">
                <a16:creationId xmlns:a16="http://schemas.microsoft.com/office/drawing/2014/main" id="{77BBD772-56D9-4E0D-8506-E810C6367753}"/>
              </a:ext>
            </a:extLst>
          </p:cNvPr>
          <p:cNvSpPr>
            <a:spLocks noGrp="1"/>
          </p:cNvSpPr>
          <p:nvPr/>
        </p:nvSpPr>
        <p:spPr>
          <a:xfrm>
            <a:off x="8262938"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7</a:t>
            </a:r>
          </a:p>
        </p:txBody>
      </p:sp>
      <p:sp>
        <p:nvSpPr>
          <p:cNvPr id="15" name="object-15">
            <a:extLst>
              <a:ext uri="{FF2B5EF4-FFF2-40B4-BE49-F238E27FC236}">
                <a16:creationId xmlns:a16="http://schemas.microsoft.com/office/drawing/2014/main" id="{1509DF85-F162-4C4D-AAD1-A50C1BFC97BF}"/>
              </a:ext>
            </a:extLst>
          </p:cNvPr>
          <p:cNvSpPr>
            <a:spLocks noGrp="1"/>
          </p:cNvSpPr>
          <p:nvPr/>
        </p:nvSpPr>
        <p:spPr>
          <a:xfrm>
            <a:off x="919162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6" name="object-16">
            <a:extLst>
              <a:ext uri="{FF2B5EF4-FFF2-40B4-BE49-F238E27FC236}">
                <a16:creationId xmlns:a16="http://schemas.microsoft.com/office/drawing/2014/main" id="{E5AB27A0-2E80-4926-8A3A-671AFDA45C91}"/>
              </a:ext>
            </a:extLst>
          </p:cNvPr>
          <p:cNvSpPr>
            <a:spLocks noGrp="1"/>
          </p:cNvSpPr>
          <p:nvPr/>
        </p:nvSpPr>
        <p:spPr>
          <a:xfrm>
            <a:off x="4643438" y="4131469"/>
            <a:ext cx="654844" cy="773906"/>
          </a:xfrm>
          <a:prstGeom prst="rect">
            <a:avLst/>
          </a:prstGeom>
          <a:noFill/>
          <a:ln w="0">
            <a:noFill/>
          </a:ln>
        </p:spPr>
        <p:txBody>
          <a:bodyPr anchor="ctr">
            <a:noAutofit/>
          </a:bodyPr>
          <a:lstStyle/>
          <a:p>
            <a:pPr algn="l">
              <a:defRPr sz="4125" b="0">
                <a:solidFill>
                  <a:srgbClr val="172B4D"/>
                </a:solidFill>
                <a:latin typeface="Arial"/>
                <a:ea typeface="Arial"/>
                <a:cs typeface="Arial"/>
              </a:defRPr>
            </a:pPr>
            <a:r>
              <a:rPr sz="4125" b="0">
                <a:solidFill>
                  <a:srgbClr val="172B4D"/>
                </a:solidFill>
                <a:latin typeface="Arial"/>
                <a:ea typeface="Arial"/>
                <a:cs typeface="Arial"/>
              </a:rPr>
              <a:t>+</a:t>
            </a:r>
          </a:p>
        </p:txBody>
      </p:sp>
      <p:sp>
        <p:nvSpPr>
          <p:cNvPr id="17" name="object-17">
            <a:extLst>
              <a:ext uri="{FF2B5EF4-FFF2-40B4-BE49-F238E27FC236}">
                <a16:creationId xmlns:a16="http://schemas.microsoft.com/office/drawing/2014/main" id="{BA0A6352-8F3F-47A2-837C-2FE22F387F45}"/>
              </a:ext>
            </a:extLst>
          </p:cNvPr>
          <p:cNvSpPr>
            <a:spLocks noGrp="1"/>
          </p:cNvSpPr>
          <p:nvPr/>
        </p:nvSpPr>
        <p:spPr>
          <a:xfrm>
            <a:off x="5238750" y="5036344"/>
            <a:ext cx="5060156" cy="35719"/>
          </a:xfrm>
          <a:prstGeom prst="rect">
            <a:avLst/>
          </a:prstGeom>
          <a:solidFill>
            <a:srgbClr val="172B4D"/>
          </a:solidFill>
          <a:ln w="0">
            <a:noFill/>
          </a:ln>
        </p:spPr>
      </p:sp>
      <p:sp>
        <p:nvSpPr>
          <p:cNvPr id="18" name="object-18">
            <a:extLst>
              <a:ext uri="{FF2B5EF4-FFF2-40B4-BE49-F238E27FC236}">
                <a16:creationId xmlns:a16="http://schemas.microsoft.com/office/drawing/2014/main" id="{C4F90A7D-D73B-4240-AF1B-189287D703B2}"/>
              </a:ext>
            </a:extLst>
          </p:cNvPr>
          <p:cNvSpPr>
            <a:spLocks noGrp="1"/>
          </p:cNvSpPr>
          <p:nvPr/>
        </p:nvSpPr>
        <p:spPr>
          <a:xfrm>
            <a:off x="9155906" y="2988469"/>
            <a:ext cx="904875" cy="1976438"/>
          </a:xfrm>
          <a:prstGeom prst="rect">
            <a:avLst/>
          </a:prstGeom>
          <a:noFill/>
          <a:ln w="35719">
            <a:solidFill>
              <a:srgbClr val="9A5800"/>
            </a:solidFill>
          </a:ln>
        </p:spPr>
      </p:sp>
      <p:sp>
        <p:nvSpPr>
          <p:cNvPr id="19" name="object-19">
            <a:extLst>
              <a:ext uri="{FF2B5EF4-FFF2-40B4-BE49-F238E27FC236}">
                <a16:creationId xmlns:a16="http://schemas.microsoft.com/office/drawing/2014/main" id="{0BBFA47B-3BB4-4089-902A-5D8BD15AB2A2}"/>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2 + 0 = 2</a:t>
            </a:r>
          </a:p>
        </p:txBody>
      </p:sp>
      <p:sp>
        <p:nvSpPr>
          <p:cNvPr id="20" name="object-20">
            <a:extLst>
              <a:ext uri="{FF2B5EF4-FFF2-40B4-BE49-F238E27FC236}">
                <a16:creationId xmlns:a16="http://schemas.microsoft.com/office/drawing/2014/main" id="{9CD98F20-65DA-4CBE-9E6D-EB6C8147AA4E}"/>
              </a:ext>
            </a:extLst>
          </p:cNvPr>
          <p:cNvSpPr>
            <a:spLocks noGrp="1"/>
          </p:cNvSpPr>
          <p:nvPr/>
        </p:nvSpPr>
        <p:spPr>
          <a:xfrm>
            <a:off x="919162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2</a:t>
            </a:r>
          </a:p>
        </p:txBody>
      </p:sp>
      <p:sp>
        <p:nvSpPr>
          <p:cNvPr id="21" name="object-21">
            <a:extLst>
              <a:ext uri="{FF2B5EF4-FFF2-40B4-BE49-F238E27FC236}">
                <a16:creationId xmlns:a16="http://schemas.microsoft.com/office/drawing/2014/main" id="{31A33C74-582E-43A2-A8DF-140E69056E0A}"/>
              </a:ext>
            </a:extLst>
          </p:cNvPr>
          <p:cNvSpPr>
            <a:spLocks noGrp="1"/>
          </p:cNvSpPr>
          <p:nvPr/>
        </p:nvSpPr>
        <p:spPr>
          <a:xfrm>
            <a:off x="8227219" y="2988469"/>
            <a:ext cx="904875" cy="1976438"/>
          </a:xfrm>
          <a:prstGeom prst="rect">
            <a:avLst/>
          </a:prstGeom>
          <a:noFill/>
          <a:ln w="35719">
            <a:solidFill>
              <a:srgbClr val="9A5800"/>
            </a:solidFill>
          </a:ln>
        </p:spPr>
      </p:sp>
      <p:sp>
        <p:nvSpPr>
          <p:cNvPr id="22" name="object-22">
            <a:extLst>
              <a:ext uri="{FF2B5EF4-FFF2-40B4-BE49-F238E27FC236}">
                <a16:creationId xmlns:a16="http://schemas.microsoft.com/office/drawing/2014/main" id="{FE308DF6-DB0E-4901-B233-8139C3B147B9}"/>
              </a:ext>
            </a:extLst>
          </p:cNvPr>
          <p:cNvSpPr>
            <a:spLocks noGrp="1"/>
          </p:cNvSpPr>
          <p:nvPr/>
        </p:nvSpPr>
        <p:spPr>
          <a:xfrm>
            <a:off x="8262938"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23" name="object-23">
            <a:extLst>
              <a:ext uri="{FF2B5EF4-FFF2-40B4-BE49-F238E27FC236}">
                <a16:creationId xmlns:a16="http://schemas.microsoft.com/office/drawing/2014/main" id="{1C2E0EC0-88C7-41CD-BAEB-5316C6B918D8}"/>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3 + 7 = 10</a:t>
            </a:r>
          </a:p>
        </p:txBody>
      </p:sp>
      <p:sp>
        <p:nvSpPr>
          <p:cNvPr id="24" name="object-24">
            <a:extLst>
              <a:ext uri="{FF2B5EF4-FFF2-40B4-BE49-F238E27FC236}">
                <a16:creationId xmlns:a16="http://schemas.microsoft.com/office/drawing/2014/main" id="{1B218497-0242-4E40-86B5-5D5657E2ACAC}"/>
              </a:ext>
            </a:extLst>
          </p:cNvPr>
          <p:cNvSpPr>
            <a:spLocks noGrp="1"/>
          </p:cNvSpPr>
          <p:nvPr/>
        </p:nvSpPr>
        <p:spPr>
          <a:xfrm>
            <a:off x="8262938"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25" name="object-25">
            <a:extLst>
              <a:ext uri="{FF2B5EF4-FFF2-40B4-BE49-F238E27FC236}">
                <a16:creationId xmlns:a16="http://schemas.microsoft.com/office/drawing/2014/main" id="{5DD81F25-DA20-47E4-AE9A-E28040630055}"/>
              </a:ext>
            </a:extLst>
          </p:cNvPr>
          <p:cNvSpPr>
            <a:spLocks noGrp="1"/>
          </p:cNvSpPr>
          <p:nvPr/>
        </p:nvSpPr>
        <p:spPr>
          <a:xfrm>
            <a:off x="7298531" y="2988469"/>
            <a:ext cx="904875" cy="1976438"/>
          </a:xfrm>
          <a:prstGeom prst="rect">
            <a:avLst/>
          </a:prstGeom>
          <a:noFill/>
          <a:ln w="35719">
            <a:solidFill>
              <a:srgbClr val="9A5800"/>
            </a:solidFill>
          </a:ln>
        </p:spPr>
      </p:sp>
      <p:sp>
        <p:nvSpPr>
          <p:cNvPr id="26" name="object-26">
            <a:extLst>
              <a:ext uri="{FF2B5EF4-FFF2-40B4-BE49-F238E27FC236}">
                <a16:creationId xmlns:a16="http://schemas.microsoft.com/office/drawing/2014/main" id="{41855A4E-1CDA-4565-958A-3677FA067683}"/>
              </a:ext>
            </a:extLst>
          </p:cNvPr>
          <p:cNvSpPr>
            <a:spLocks noGrp="1"/>
          </p:cNvSpPr>
          <p:nvPr/>
        </p:nvSpPr>
        <p:spPr>
          <a:xfrm>
            <a:off x="7334250"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27" name="object-27">
            <a:extLst>
              <a:ext uri="{FF2B5EF4-FFF2-40B4-BE49-F238E27FC236}">
                <a16:creationId xmlns:a16="http://schemas.microsoft.com/office/drawing/2014/main" id="{3CEFC836-3D4C-4D2B-8061-6C4E24497CD8}"/>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4 + 8 + 1 = 13</a:t>
            </a:r>
          </a:p>
        </p:txBody>
      </p:sp>
      <p:sp>
        <p:nvSpPr>
          <p:cNvPr id="28" name="object-28">
            <a:extLst>
              <a:ext uri="{FF2B5EF4-FFF2-40B4-BE49-F238E27FC236}">
                <a16:creationId xmlns:a16="http://schemas.microsoft.com/office/drawing/2014/main" id="{73B14B20-2C72-4823-88E9-9FCDC277C2E6}"/>
              </a:ext>
            </a:extLst>
          </p:cNvPr>
          <p:cNvSpPr>
            <a:spLocks noGrp="1"/>
          </p:cNvSpPr>
          <p:nvPr/>
        </p:nvSpPr>
        <p:spPr>
          <a:xfrm>
            <a:off x="7334250"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3</a:t>
            </a:r>
          </a:p>
        </p:txBody>
      </p:sp>
      <p:sp>
        <p:nvSpPr>
          <p:cNvPr id="29" name="object-29">
            <a:extLst>
              <a:ext uri="{FF2B5EF4-FFF2-40B4-BE49-F238E27FC236}">
                <a16:creationId xmlns:a16="http://schemas.microsoft.com/office/drawing/2014/main" id="{36B65EEC-0DD5-4D53-BF42-7F1BD7D507FC}"/>
              </a:ext>
            </a:extLst>
          </p:cNvPr>
          <p:cNvSpPr>
            <a:spLocks noGrp="1"/>
          </p:cNvSpPr>
          <p:nvPr/>
        </p:nvSpPr>
        <p:spPr>
          <a:xfrm>
            <a:off x="6369844" y="2988469"/>
            <a:ext cx="904875" cy="1976438"/>
          </a:xfrm>
          <a:prstGeom prst="rect">
            <a:avLst/>
          </a:prstGeom>
          <a:noFill/>
          <a:ln w="35719">
            <a:solidFill>
              <a:srgbClr val="9A5800"/>
            </a:solidFill>
          </a:ln>
        </p:spPr>
      </p:sp>
      <p:sp>
        <p:nvSpPr>
          <p:cNvPr id="30" name="object-30">
            <a:extLst>
              <a:ext uri="{FF2B5EF4-FFF2-40B4-BE49-F238E27FC236}">
                <a16:creationId xmlns:a16="http://schemas.microsoft.com/office/drawing/2014/main" id="{952700D7-16FE-4BAB-B67B-BFBFF7A99F9C}"/>
              </a:ext>
            </a:extLst>
          </p:cNvPr>
          <p:cNvSpPr>
            <a:spLocks noGrp="1"/>
          </p:cNvSpPr>
          <p:nvPr/>
        </p:nvSpPr>
        <p:spPr>
          <a:xfrm>
            <a:off x="6405563"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31" name="object-31">
            <a:extLst>
              <a:ext uri="{FF2B5EF4-FFF2-40B4-BE49-F238E27FC236}">
                <a16:creationId xmlns:a16="http://schemas.microsoft.com/office/drawing/2014/main" id="{39CE935F-D353-416E-B651-613875F42DF0}"/>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9 + 2 + 1 = 12</a:t>
            </a:r>
          </a:p>
        </p:txBody>
      </p:sp>
      <p:sp>
        <p:nvSpPr>
          <p:cNvPr id="32" name="object-32">
            <a:extLst>
              <a:ext uri="{FF2B5EF4-FFF2-40B4-BE49-F238E27FC236}">
                <a16:creationId xmlns:a16="http://schemas.microsoft.com/office/drawing/2014/main" id="{D796CAB3-17C4-43B6-A3FC-CE1A6C5018D8}"/>
              </a:ext>
            </a:extLst>
          </p:cNvPr>
          <p:cNvSpPr>
            <a:spLocks noGrp="1"/>
          </p:cNvSpPr>
          <p:nvPr/>
        </p:nvSpPr>
        <p:spPr>
          <a:xfrm>
            <a:off x="6405563"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2</a:t>
            </a:r>
          </a:p>
        </p:txBody>
      </p:sp>
      <p:sp>
        <p:nvSpPr>
          <p:cNvPr id="33" name="object-33">
            <a:extLst>
              <a:ext uri="{FF2B5EF4-FFF2-40B4-BE49-F238E27FC236}">
                <a16:creationId xmlns:a16="http://schemas.microsoft.com/office/drawing/2014/main" id="{611F4215-FC97-45CB-B2E4-C8E1581A5444}"/>
              </a:ext>
            </a:extLst>
          </p:cNvPr>
          <p:cNvSpPr>
            <a:spLocks noGrp="1"/>
          </p:cNvSpPr>
          <p:nvPr/>
        </p:nvSpPr>
        <p:spPr>
          <a:xfrm>
            <a:off x="5441156" y="2988469"/>
            <a:ext cx="904875" cy="1976438"/>
          </a:xfrm>
          <a:prstGeom prst="rect">
            <a:avLst/>
          </a:prstGeom>
          <a:noFill/>
          <a:ln w="35719">
            <a:solidFill>
              <a:srgbClr val="9A5800"/>
            </a:solidFill>
          </a:ln>
        </p:spPr>
      </p:sp>
      <p:sp>
        <p:nvSpPr>
          <p:cNvPr id="34" name="object-34">
            <a:extLst>
              <a:ext uri="{FF2B5EF4-FFF2-40B4-BE49-F238E27FC236}">
                <a16:creationId xmlns:a16="http://schemas.microsoft.com/office/drawing/2014/main" id="{4E629D2E-EF35-45AF-AA49-AF349291824A}"/>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+ 7 + 1 = 9</a:t>
            </a:r>
          </a:p>
        </p:txBody>
      </p:sp>
      <p:sp>
        <p:nvSpPr>
          <p:cNvPr id="35" name="object-35">
            <a:extLst>
              <a:ext uri="{FF2B5EF4-FFF2-40B4-BE49-F238E27FC236}">
                <a16:creationId xmlns:a16="http://schemas.microsoft.com/office/drawing/2014/main" id="{27E3EF73-63CD-4D37-A8B6-49C06A1957F0}"/>
              </a:ext>
            </a:extLst>
          </p:cNvPr>
          <p:cNvSpPr>
            <a:spLocks noGrp="1"/>
          </p:cNvSpPr>
          <p:nvPr/>
        </p:nvSpPr>
        <p:spPr>
          <a:xfrm>
            <a:off x="547687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9</a:t>
            </a:r>
          </a:p>
        </p:txBody>
      </p:sp>
      <p:sp>
        <p:nvSpPr>
          <p:cNvPr id="36" name="object-36">
            <a:extLst>
              <a:ext uri="{FF2B5EF4-FFF2-40B4-BE49-F238E27FC236}">
                <a16:creationId xmlns:a16="http://schemas.microsoft.com/office/drawing/2014/main" id="{13E12757-3806-47CC-BDA8-313BD3530608}"/>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19,432 + 72,870 = 92,302</a:t>
            </a:r>
          </a:p>
        </p:txBody>
      </p:sp>
    </p:spTree>
    <p:extLst>
      <p:ext uri="{BB962C8B-B14F-4D97-AF65-F5344CB8AC3E}">
        <p14:creationId xmlns:p14="http://schemas.microsoft.com/office/powerpoint/2010/main" val="1925746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0"/>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1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par>
                                <p:cTn id="18" presetID="1" presetClass="exit" presetSubtype="0" fill="hold" grpId="1" nodeType="withEffect">
                                  <p:stCondLst>
                                    <p:cond delay="0"/>
                                  </p:stCondLst>
                                  <p:childTnLst>
                                    <p:set>
                                      <p:cBhvr>
                                        <p:cTn id="19" dur="1" fill="hold">
                                          <p:stCondLst>
                                            <p:cond delay="0"/>
                                          </p:stCondLst>
                                        </p:cTn>
                                        <p:tgtEl>
                                          <p:spTgt spid="19"/>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22"/>
                                        </p:tgtEl>
                                        <p:attrNameLst>
                                          <p:attrName>style.visibility</p:attrName>
                                        </p:attrNameLst>
                                      </p:cBhvr>
                                      <p:to>
                                        <p:strVal val="visible"/>
                                      </p:to>
                                    </p:set>
                                  </p:childTnLst>
                                </p:cTn>
                              </p:par>
                            </p:childTnLst>
                          </p:cTn>
                        </p:par>
                        <p:par>
                          <p:cTn id="22" fill="hold">
                            <p:stCondLst>
                              <p:cond delay="0"/>
                            </p:stCondLst>
                            <p:childTnLst>
                              <p:par>
                                <p:cTn id="23" presetID="63" presetClass="path" presetSubtype="0" accel="50000" decel="50000" fill="hold" grpId="1" nodeType="afterEffect">
                                  <p:stCondLst>
                                    <p:cond delay="0"/>
                                  </p:stCondLst>
                                  <p:childTnLst>
                                    <p:animMotion origin="layout" path="M 0 0 L -0.0609375 0 E" pathEditMode="relative" ptsTypes="">
                                      <p:cBhvr>
                                        <p:cTn id="24" dur="800" fill="hold"/>
                                        <p:tgtEl>
                                          <p:spTgt spid="22"/>
                                        </p:tgtEl>
                                        <p:attrNameLst>
                                          <p:attrName>ppt_x</p:attrName>
                                          <p:attrName>ppt_y</p:attrName>
                                        </p:attrNameLst>
                                      </p:cBhvr>
                                    </p:animMotion>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par>
                          <p:cTn id="27" fill="hold">
                            <p:stCondLst>
                              <p:cond delay="800"/>
                            </p:stCondLst>
                            <p:childTnLst>
                              <p:par>
                                <p:cTn id="28" presetID="1" presetClass="entr" presetSubtype="0" fill="hold" grpId="0" nodeType="afterEffect">
                                  <p:stCondLst>
                                    <p:cond delay="0"/>
                                  </p:stCondLst>
                                  <p:childTnLst>
                                    <p:set>
                                      <p:cBhvr>
                                        <p:cTn id="29" dur="1" fill="hold">
                                          <p:stCondLst>
                                            <p:cond delay="0"/>
                                          </p:stCondLst>
                                        </p:cTn>
                                        <p:tgtEl>
                                          <p:spTgt spid="24"/>
                                        </p:tgtEl>
                                        <p:attrNameLst>
                                          <p:attrName>style.visibility</p:attrName>
                                        </p:attrNameLst>
                                      </p:cBhvr>
                                      <p:to>
                                        <p:strVal val="visible"/>
                                      </p:to>
                                    </p:set>
                                  </p:childTnLst>
                                </p:cTn>
                              </p:par>
                              <p:par>
                                <p:cTn id="30" presetID="1" presetClass="exit" presetSubtype="0" fill="hold" nodeType="withEffect">
                                  <p:stCondLst>
                                    <p:cond delay="0"/>
                                  </p:stCondLst>
                                  <p:childTnLst>
                                    <p:set>
                                      <p:cBhvr>
                                        <p:cTn id="31" dur="1" fill="hold">
                                          <p:stCondLst>
                                            <p:cond delay="0"/>
                                          </p:stCondLst>
                                        </p:cTn>
                                        <p:tgtEl>
                                          <p:spTgt spid="21"/>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xit" presetSubtype="0" fill="hold" grpId="1" nodeType="withEffect">
                                  <p:stCondLst>
                                    <p:cond delay="0"/>
                                  </p:stCondLst>
                                  <p:childTnLst>
                                    <p:set>
                                      <p:cBhvr>
                                        <p:cTn id="37" dur="1" fill="hold">
                                          <p:stCondLst>
                                            <p:cond delay="0"/>
                                          </p:stCondLst>
                                        </p:cTn>
                                        <p:tgtEl>
                                          <p:spTgt spid="23"/>
                                        </p:tgtEl>
                                        <p:attrNameLst>
                                          <p:attrName>style.visibility</p:attrName>
                                        </p:attrNameLst>
                                      </p:cBhvr>
                                      <p:to>
                                        <p:strVal val="hidden"/>
                                      </p:to>
                                    </p:set>
                                  </p:childTnLst>
                                </p:cTn>
                              </p:par>
                              <p:par>
                                <p:cTn id="38" presetID="1" presetClass="entr" presetSubtype="0" fill="hold" grpId="0" nodeType="withEffect">
                                  <p:stCondLst>
                                    <p:cond delay="0"/>
                                  </p:stCondLst>
                                  <p:childTnLst>
                                    <p:set>
                                      <p:cBhvr>
                                        <p:cTn id="39" dur="1" fill="hold">
                                          <p:stCondLst>
                                            <p:cond delay="0"/>
                                          </p:stCondLst>
                                        </p:cTn>
                                        <p:tgtEl>
                                          <p:spTgt spid="26"/>
                                        </p:tgtEl>
                                        <p:attrNameLst>
                                          <p:attrName>style.visibility</p:attrName>
                                        </p:attrNameLst>
                                      </p:cBhvr>
                                      <p:to>
                                        <p:strVal val="visible"/>
                                      </p:to>
                                    </p:set>
                                  </p:childTnLst>
                                </p:cTn>
                              </p:par>
                            </p:childTnLst>
                          </p:cTn>
                        </p:par>
                        <p:par>
                          <p:cTn id="40" fill="hold">
                            <p:stCondLst>
                              <p:cond delay="0"/>
                            </p:stCondLst>
                            <p:childTnLst>
                              <p:par>
                                <p:cTn id="41" presetID="63" presetClass="path" presetSubtype="0" accel="50000" decel="50000" fill="hold" grpId="1" nodeType="afterEffect">
                                  <p:stCondLst>
                                    <p:cond delay="0"/>
                                  </p:stCondLst>
                                  <p:childTnLst>
                                    <p:animMotion origin="layout" path="M 0 0 L -0.0609375 0 E" pathEditMode="relative" ptsTypes="">
                                      <p:cBhvr>
                                        <p:cTn id="42" dur="800" fill="hold"/>
                                        <p:tgtEl>
                                          <p:spTgt spid="26"/>
                                        </p:tgtEl>
                                        <p:attrNameLst>
                                          <p:attrName>ppt_x</p:attrName>
                                          <p:attrName>ppt_y</p:attrName>
                                        </p:attrNameLst>
                                      </p:cBhvr>
                                    </p:animMotion>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par>
                          <p:cTn id="45" fill="hold">
                            <p:stCondLst>
                              <p:cond delay="800"/>
                            </p:stCondLst>
                            <p:childTnLst>
                              <p:par>
                                <p:cTn id="46" presetID="1" presetClass="entr" presetSubtype="0" fill="hold" grpId="0" nodeType="afterEffect">
                                  <p:stCondLst>
                                    <p:cond delay="0"/>
                                  </p:stCondLst>
                                  <p:childTnLst>
                                    <p:set>
                                      <p:cBhvr>
                                        <p:cTn id="47" dur="1" fill="hold">
                                          <p:stCondLst>
                                            <p:cond delay="0"/>
                                          </p:stCondLst>
                                        </p:cTn>
                                        <p:tgtEl>
                                          <p:spTgt spid="28"/>
                                        </p:tgtEl>
                                        <p:attrNameLst>
                                          <p:attrName>style.visibility</p:attrName>
                                        </p:attrNameLst>
                                      </p:cBhvr>
                                      <p:to>
                                        <p:strVal val="visible"/>
                                      </p:to>
                                    </p:set>
                                  </p:childTnLst>
                                </p:cTn>
                              </p:par>
                              <p:par>
                                <p:cTn id="48" presetID="1" presetClass="exit" presetSubtype="0" fill="hold" nodeType="withEffect">
                                  <p:stCondLst>
                                    <p:cond delay="0"/>
                                  </p:stCondLst>
                                  <p:childTnLst>
                                    <p:set>
                                      <p:cBhvr>
                                        <p:cTn id="49" dur="1" fill="hold">
                                          <p:stCondLst>
                                            <p:cond delay="0"/>
                                          </p:stCondLst>
                                        </p:cTn>
                                        <p:tgtEl>
                                          <p:spTgt spid="25"/>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9"/>
                                        </p:tgtEl>
                                        <p:attrNameLst>
                                          <p:attrName>style.visibility</p:attrName>
                                        </p:attrNameLst>
                                      </p:cBhvr>
                                      <p:to>
                                        <p:strVal val="visible"/>
                                      </p:to>
                                    </p:set>
                                  </p:childTnLst>
                                </p:cTn>
                              </p:par>
                              <p:par>
                                <p:cTn id="54" presetID="1" presetClass="exit" presetSubtype="0" fill="hold" grpId="1" nodeType="withEffect">
                                  <p:stCondLst>
                                    <p:cond delay="0"/>
                                  </p:stCondLst>
                                  <p:childTnLst>
                                    <p:set>
                                      <p:cBhvr>
                                        <p:cTn id="55" dur="1" fill="hold">
                                          <p:stCondLst>
                                            <p:cond delay="0"/>
                                          </p:stCondLst>
                                        </p:cTn>
                                        <p:tgtEl>
                                          <p:spTgt spid="27"/>
                                        </p:tgtEl>
                                        <p:attrNameLst>
                                          <p:attrName>style.visibility</p:attrName>
                                        </p:attrNameLst>
                                      </p:cBhvr>
                                      <p:to>
                                        <p:strVal val="hidden"/>
                                      </p:to>
                                    </p:set>
                                  </p:childTnLst>
                                </p:cTn>
                              </p:par>
                              <p:par>
                                <p:cTn id="56" presetID="1" presetClass="entr" presetSubtype="0"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childTnLst>
                                </p:cTn>
                              </p:par>
                            </p:childTnLst>
                          </p:cTn>
                        </p:par>
                        <p:par>
                          <p:cTn id="58" fill="hold">
                            <p:stCondLst>
                              <p:cond delay="0"/>
                            </p:stCondLst>
                            <p:childTnLst>
                              <p:par>
                                <p:cTn id="59" presetID="63" presetClass="path" presetSubtype="0" accel="50000" decel="50000" fill="hold" grpId="1" nodeType="afterEffect">
                                  <p:stCondLst>
                                    <p:cond delay="0"/>
                                  </p:stCondLst>
                                  <p:childTnLst>
                                    <p:animMotion origin="layout" path="M 0 0 L -0.0609375 0 E" pathEditMode="relative" ptsTypes="">
                                      <p:cBhvr>
                                        <p:cTn id="60" dur="800" fill="hold"/>
                                        <p:tgtEl>
                                          <p:spTgt spid="30"/>
                                        </p:tgtEl>
                                        <p:attrNameLst>
                                          <p:attrName>ppt_x</p:attrName>
                                          <p:attrName>ppt_y</p:attrName>
                                        </p:attrNameLst>
                                      </p:cBhvr>
                                    </p:animMotion>
                                  </p:childTnLst>
                                </p:cTn>
                              </p:par>
                              <p:par>
                                <p:cTn id="61" presetID="1" presetClass="entr" presetSubtype="0"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childTnLst>
                          </p:cTn>
                        </p:par>
                        <p:par>
                          <p:cTn id="63" fill="hold">
                            <p:stCondLst>
                              <p:cond delay="800"/>
                            </p:stCondLst>
                            <p:childTnLst>
                              <p:par>
                                <p:cTn id="64" presetID="1" presetClass="entr" presetSubtype="0" fill="hold" grpId="0" nodeType="afterEffect">
                                  <p:stCondLst>
                                    <p:cond delay="0"/>
                                  </p:stCondLst>
                                  <p:childTnLst>
                                    <p:set>
                                      <p:cBhvr>
                                        <p:cTn id="65" dur="1" fill="hold">
                                          <p:stCondLst>
                                            <p:cond delay="0"/>
                                          </p:stCondLst>
                                        </p:cTn>
                                        <p:tgtEl>
                                          <p:spTgt spid="32"/>
                                        </p:tgtEl>
                                        <p:attrNameLst>
                                          <p:attrName>style.visibility</p:attrName>
                                        </p:attrNameLst>
                                      </p:cBhvr>
                                      <p:to>
                                        <p:strVal val="visible"/>
                                      </p:to>
                                    </p:set>
                                  </p:childTnLst>
                                </p:cTn>
                              </p:par>
                              <p:par>
                                <p:cTn id="66" presetID="1" presetClass="exit" presetSubtype="0" fill="hold" nodeType="withEffect">
                                  <p:stCondLst>
                                    <p:cond delay="0"/>
                                  </p:stCondLst>
                                  <p:childTnLst>
                                    <p:set>
                                      <p:cBhvr>
                                        <p:cTn id="67" dur="1" fill="hold">
                                          <p:stCondLst>
                                            <p:cond delay="0"/>
                                          </p:stCondLst>
                                        </p:cTn>
                                        <p:tgtEl>
                                          <p:spTgt spid="2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33"/>
                                        </p:tgtEl>
                                        <p:attrNameLst>
                                          <p:attrName>style.visibility</p:attrName>
                                        </p:attrNameLst>
                                      </p:cBhvr>
                                      <p:to>
                                        <p:strVal val="visible"/>
                                      </p:to>
                                    </p:set>
                                  </p:childTnLst>
                                </p:cTn>
                              </p:par>
                              <p:par>
                                <p:cTn id="72" presetID="1" presetClass="exit" presetSubtype="0" fill="hold" grpId="1" nodeType="withEffect">
                                  <p:stCondLst>
                                    <p:cond delay="0"/>
                                  </p:stCondLst>
                                  <p:childTnLst>
                                    <p:set>
                                      <p:cBhvr>
                                        <p:cTn id="73" dur="1" fill="hold">
                                          <p:stCondLst>
                                            <p:cond delay="0"/>
                                          </p:stCondLst>
                                        </p:cTn>
                                        <p:tgtEl>
                                          <p:spTgt spid="31"/>
                                        </p:tgtEl>
                                        <p:attrNameLst>
                                          <p:attrName>style.visibility</p:attrName>
                                        </p:attrNameLst>
                                      </p:cBhvr>
                                      <p:to>
                                        <p:strVal val="hidden"/>
                                      </p:to>
                                    </p:set>
                                  </p:childTnLst>
                                </p:cTn>
                              </p:par>
                              <p:par>
                                <p:cTn id="74" presetID="1"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childTnLst>
                                </p:cTn>
                              </p:par>
                            </p:childTnLst>
                          </p:cTn>
                        </p:par>
                        <p:par>
                          <p:cTn id="76" fill="hold">
                            <p:stCondLst>
                              <p:cond delay="0"/>
                            </p:stCondLst>
                            <p:childTnLst>
                              <p:par>
                                <p:cTn id="77" presetID="1" presetClass="entr" presetSubtype="0" fill="hold" grpId="0" nodeType="afterEffect">
                                  <p:stCondLst>
                                    <p:cond delay="0"/>
                                  </p:stCondLst>
                                  <p:childTnLst>
                                    <p:set>
                                      <p:cBhvr>
                                        <p:cTn id="78" dur="1" fill="hold">
                                          <p:stCondLst>
                                            <p:cond delay="0"/>
                                          </p:stCondLst>
                                        </p:cTn>
                                        <p:tgtEl>
                                          <p:spTgt spid="35"/>
                                        </p:tgtEl>
                                        <p:attrNameLst>
                                          <p:attrName>style.visibility</p:attrName>
                                        </p:attrNameLst>
                                      </p:cBhvr>
                                      <p:to>
                                        <p:strVal val="visible"/>
                                      </p:to>
                                    </p:set>
                                  </p:childTnLst>
                                </p:cTn>
                              </p:par>
                              <p:par>
                                <p:cTn id="79" presetID="1" presetClass="exit" presetSubtype="0" fill="hold" nodeType="withEffect">
                                  <p:stCondLst>
                                    <p:cond delay="0"/>
                                  </p:stCondLst>
                                  <p:childTnLst>
                                    <p:set>
                                      <p:cBhvr>
                                        <p:cTn id="80" dur="1" fill="hold">
                                          <p:stCondLst>
                                            <p:cond delay="0"/>
                                          </p:stCondLst>
                                        </p:cTn>
                                        <p:tgtEl>
                                          <p:spTgt spid="33"/>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P spid="20" grpId="0"/>
      <p:bldP spid="22" grpId="0"/>
      <p:bldP spid="22" grpId="1"/>
      <p:bldP spid="23" grpId="0"/>
      <p:bldP spid="23" grpId="1"/>
      <p:bldP spid="24" grpId="0"/>
      <p:bldP spid="26" grpId="0"/>
      <p:bldP spid="26" grpId="1"/>
      <p:bldP spid="27" grpId="0"/>
      <p:bldP spid="27" grpId="1"/>
      <p:bldP spid="28" grpId="0"/>
      <p:bldP spid="30" grpId="0"/>
      <p:bldP spid="30" grpId="1"/>
      <p:bldP spid="31" grpId="0"/>
      <p:bldP spid="31" grpId="1"/>
      <p:bldP spid="32" grpId="0"/>
      <p:bldP spid="34" grpId="0"/>
      <p:bldP spid="35"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object-1">
            <a:extLst>
              <a:ext uri="{FF2B5EF4-FFF2-40B4-BE49-F238E27FC236}">
                <a16:creationId xmlns:a16="http://schemas.microsoft.com/office/drawing/2014/main" id="{22D045B3-D851-4296-9F00-F0D9F997260D}"/>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5C054DEA-F328-4202-845A-6C7D3B1DDF10}"/>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50944613-DAD5-4DA6-8FE8-522CFE691B00}"/>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2,440 × 38.</a:t>
            </a:r>
          </a:p>
        </p:txBody>
      </p:sp>
      <p:sp>
        <p:nvSpPr>
          <p:cNvPr id="4" name="object-4">
            <a:extLst>
              <a:ext uri="{FF2B5EF4-FFF2-40B4-BE49-F238E27FC236}">
                <a16:creationId xmlns:a16="http://schemas.microsoft.com/office/drawing/2014/main" id="{C8734A9E-0473-40DA-B54C-57851052596C}"/>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C2638213-B060-4533-936E-CCA1B321958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6" name="object-6">
            <a:extLst>
              <a:ext uri="{FF2B5EF4-FFF2-40B4-BE49-F238E27FC236}">
                <a16:creationId xmlns:a16="http://schemas.microsoft.com/office/drawing/2014/main" id="{4777FFB5-8181-4D3C-BA52-38BD1490965D}"/>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8</a:t>
            </a:r>
          </a:p>
        </p:txBody>
      </p:sp>
      <p:sp>
        <p:nvSpPr>
          <p:cNvPr id="7" name="object-7">
            <a:extLst>
              <a:ext uri="{FF2B5EF4-FFF2-40B4-BE49-F238E27FC236}">
                <a16:creationId xmlns:a16="http://schemas.microsoft.com/office/drawing/2014/main" id="{1DCCC6A3-EAF2-4370-A1CA-C6289E50FEB0}"/>
              </a:ext>
            </a:extLst>
          </p:cNvPr>
          <p:cNvSpPr>
            <a:spLocks noGrp="1"/>
          </p:cNvSpPr>
          <p:nvPr/>
        </p:nvSpPr>
        <p:spPr>
          <a:xfrm>
            <a:off x="74056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2</a:t>
            </a:r>
          </a:p>
        </p:txBody>
      </p:sp>
      <p:sp>
        <p:nvSpPr>
          <p:cNvPr id="8" name="object-8">
            <a:extLst>
              <a:ext uri="{FF2B5EF4-FFF2-40B4-BE49-F238E27FC236}">
                <a16:creationId xmlns:a16="http://schemas.microsoft.com/office/drawing/2014/main" id="{4E77E79C-EB19-4FFF-9AEC-69FEEB4A34BD}"/>
              </a:ext>
            </a:extLst>
          </p:cNvPr>
          <p:cNvSpPr>
            <a:spLocks noGrp="1"/>
          </p:cNvSpPr>
          <p:nvPr/>
        </p:nvSpPr>
        <p:spPr>
          <a:xfrm>
            <a:off x="82629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4</a:t>
            </a:r>
          </a:p>
        </p:txBody>
      </p:sp>
      <p:sp>
        <p:nvSpPr>
          <p:cNvPr id="9" name="object-9">
            <a:extLst>
              <a:ext uri="{FF2B5EF4-FFF2-40B4-BE49-F238E27FC236}">
                <a16:creationId xmlns:a16="http://schemas.microsoft.com/office/drawing/2014/main" id="{B75C348F-F777-4959-957D-93E11643536B}"/>
              </a:ext>
            </a:extLst>
          </p:cNvPr>
          <p:cNvSpPr>
            <a:spLocks noGrp="1"/>
          </p:cNvSpPr>
          <p:nvPr/>
        </p:nvSpPr>
        <p:spPr>
          <a:xfrm>
            <a:off x="912018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4</a:t>
            </a:r>
          </a:p>
        </p:txBody>
      </p:sp>
      <p:sp>
        <p:nvSpPr>
          <p:cNvPr id="10" name="object-10">
            <a:extLst>
              <a:ext uri="{FF2B5EF4-FFF2-40B4-BE49-F238E27FC236}">
                <a16:creationId xmlns:a16="http://schemas.microsoft.com/office/drawing/2014/main" id="{A1329887-8FBF-43F7-98F9-5C36725597BD}"/>
              </a:ext>
            </a:extLst>
          </p:cNvPr>
          <p:cNvSpPr>
            <a:spLocks noGrp="1"/>
          </p:cNvSpPr>
          <p:nvPr/>
        </p:nvSpPr>
        <p:spPr>
          <a:xfrm>
            <a:off x="9977438" y="2762250"/>
            <a:ext cx="762000" cy="714375"/>
          </a:xfrm>
          <a:prstGeom prst="rect">
            <a:avLst/>
          </a:prstGeom>
          <a:noFill/>
          <a:ln w="0">
            <a:noFill/>
          </a:ln>
        </p:spPr>
        <p:txBody>
          <a:bodyPr anchor="ctr">
            <a:noAutofit/>
          </a:bodyPr>
          <a:lstStyle/>
          <a:p>
            <a:pPr algn="ctr">
              <a:defRPr sz="3938" b="1">
                <a:solidFill>
                  <a:srgbClr val="1D4ED8"/>
                </a:solidFill>
                <a:latin typeface="Arial"/>
                <a:ea typeface="Arial"/>
                <a:cs typeface="Arial"/>
              </a:defRPr>
            </a:pPr>
            <a:r>
              <a:rPr sz="3938" b="1">
                <a:solidFill>
                  <a:srgbClr val="1D4ED8"/>
                </a:solidFill>
                <a:latin typeface="Arial"/>
                <a:ea typeface="Arial"/>
                <a:cs typeface="Arial"/>
              </a:rPr>
              <a:t>0</a:t>
            </a:r>
          </a:p>
        </p:txBody>
      </p:sp>
      <p:sp>
        <p:nvSpPr>
          <p:cNvPr id="11" name="object-11">
            <a:extLst>
              <a:ext uri="{FF2B5EF4-FFF2-40B4-BE49-F238E27FC236}">
                <a16:creationId xmlns:a16="http://schemas.microsoft.com/office/drawing/2014/main" id="{5690F340-6E6B-48F2-B911-E70328D54004}"/>
              </a:ext>
            </a:extLst>
          </p:cNvPr>
          <p:cNvSpPr>
            <a:spLocks noGrp="1"/>
          </p:cNvSpPr>
          <p:nvPr/>
        </p:nvSpPr>
        <p:spPr>
          <a:xfrm>
            <a:off x="5834063" y="3690938"/>
            <a:ext cx="714375" cy="714375"/>
          </a:xfrm>
          <a:prstGeom prst="rect">
            <a:avLst/>
          </a:prstGeom>
          <a:noFill/>
          <a:ln w="0">
            <a:noFill/>
          </a:ln>
        </p:spPr>
        <p:txBody>
          <a:bodyPr anchor="ctr">
            <a:noAutofit/>
          </a:bodyPr>
          <a:lstStyle/>
          <a:p>
            <a:pPr algn="l">
              <a:defRPr sz="3938" b="0">
                <a:solidFill>
                  <a:srgbClr val="172B4D"/>
                </a:solidFill>
                <a:latin typeface="Arial"/>
                <a:ea typeface="Arial"/>
                <a:cs typeface="Arial"/>
              </a:defRPr>
            </a:pPr>
            <a:r>
              <a:rPr sz="3938" b="0">
                <a:solidFill>
                  <a:srgbClr val="172B4D"/>
                </a:solidFill>
                <a:latin typeface="Arial"/>
                <a:ea typeface="Arial"/>
                <a:cs typeface="Arial"/>
              </a:rPr>
              <a:t>×</a:t>
            </a:r>
          </a:p>
        </p:txBody>
      </p:sp>
      <p:sp>
        <p:nvSpPr>
          <p:cNvPr id="12" name="object-12">
            <a:extLst>
              <a:ext uri="{FF2B5EF4-FFF2-40B4-BE49-F238E27FC236}">
                <a16:creationId xmlns:a16="http://schemas.microsoft.com/office/drawing/2014/main" id="{FDD09831-F962-4532-966B-6117CE510EE8}"/>
              </a:ext>
            </a:extLst>
          </p:cNvPr>
          <p:cNvSpPr>
            <a:spLocks noGrp="1"/>
          </p:cNvSpPr>
          <p:nvPr/>
        </p:nvSpPr>
        <p:spPr>
          <a:xfrm>
            <a:off x="9120188" y="3690938"/>
            <a:ext cx="1619250" cy="714375"/>
          </a:xfrm>
          <a:prstGeom prst="rect">
            <a:avLst/>
          </a:prstGeom>
          <a:noFill/>
          <a:ln w="0">
            <a:noFill/>
          </a:ln>
        </p:spPr>
        <p:txBody>
          <a:bodyPr anchor="ctr">
            <a:noAutofit/>
          </a:bodyPr>
          <a:lstStyle/>
          <a:p>
            <a:pPr algn="r">
              <a:defRPr sz="3938" b="1">
                <a:solidFill>
                  <a:srgbClr val="1D4ED8"/>
                </a:solidFill>
                <a:latin typeface="Arial"/>
                <a:ea typeface="Arial"/>
                <a:cs typeface="Arial"/>
              </a:defRPr>
            </a:pPr>
            <a:r>
              <a:rPr sz="3938" b="1">
                <a:solidFill>
                  <a:srgbClr val="1D4ED8"/>
                </a:solidFill>
                <a:latin typeface="Arial"/>
                <a:ea typeface="Arial"/>
                <a:cs typeface="Arial"/>
              </a:rPr>
              <a:t>38</a:t>
            </a:r>
          </a:p>
        </p:txBody>
      </p:sp>
      <p:sp>
        <p:nvSpPr>
          <p:cNvPr id="13" name="object-13">
            <a:extLst>
              <a:ext uri="{FF2B5EF4-FFF2-40B4-BE49-F238E27FC236}">
                <a16:creationId xmlns:a16="http://schemas.microsoft.com/office/drawing/2014/main" id="{9B0ADBBF-2759-4BBD-9CB9-12CDC7BC90C5}"/>
              </a:ext>
            </a:extLst>
          </p:cNvPr>
          <p:cNvSpPr>
            <a:spLocks noGrp="1"/>
          </p:cNvSpPr>
          <p:nvPr/>
        </p:nvSpPr>
        <p:spPr>
          <a:xfrm>
            <a:off x="6369844" y="4464844"/>
            <a:ext cx="4583906" cy="35719"/>
          </a:xfrm>
          <a:prstGeom prst="rect">
            <a:avLst/>
          </a:prstGeom>
          <a:solidFill>
            <a:srgbClr val="172B4D"/>
          </a:solidFill>
          <a:ln w="0">
            <a:noFill/>
          </a:ln>
        </p:spPr>
      </p:sp>
      <p:sp>
        <p:nvSpPr>
          <p:cNvPr id="14" name="object-14">
            <a:extLst>
              <a:ext uri="{FF2B5EF4-FFF2-40B4-BE49-F238E27FC236}">
                <a16:creationId xmlns:a16="http://schemas.microsoft.com/office/drawing/2014/main" id="{AB6D2634-0972-47D5-A6AF-9C75903BB707}"/>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0 = 0</a:t>
            </a:r>
          </a:p>
        </p:txBody>
      </p:sp>
      <p:sp>
        <p:nvSpPr>
          <p:cNvPr id="15" name="object-15">
            <a:extLst>
              <a:ext uri="{FF2B5EF4-FFF2-40B4-BE49-F238E27FC236}">
                <a16:creationId xmlns:a16="http://schemas.microsoft.com/office/drawing/2014/main" id="{ACC7D4D0-3652-4CBF-8685-CF89F7A2ACD8}"/>
              </a:ext>
            </a:extLst>
          </p:cNvPr>
          <p:cNvSpPr>
            <a:spLocks noGrp="1"/>
          </p:cNvSpPr>
          <p:nvPr/>
        </p:nvSpPr>
        <p:spPr>
          <a:xfrm>
            <a:off x="9977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16" name="object-16">
            <a:extLst>
              <a:ext uri="{FF2B5EF4-FFF2-40B4-BE49-F238E27FC236}">
                <a16:creationId xmlns:a16="http://schemas.microsoft.com/office/drawing/2014/main" id="{B0D42EED-8DB3-4548-A922-4094DCF49D45}"/>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4 = 32</a:t>
            </a:r>
          </a:p>
        </p:txBody>
      </p:sp>
      <p:sp>
        <p:nvSpPr>
          <p:cNvPr id="17" name="object-17">
            <a:extLst>
              <a:ext uri="{FF2B5EF4-FFF2-40B4-BE49-F238E27FC236}">
                <a16:creationId xmlns:a16="http://schemas.microsoft.com/office/drawing/2014/main" id="{90EF64FD-8CAD-4664-B589-FC645C76B751}"/>
              </a:ext>
            </a:extLst>
          </p:cNvPr>
          <p:cNvSpPr>
            <a:spLocks noGrp="1"/>
          </p:cNvSpPr>
          <p:nvPr/>
        </p:nvSpPr>
        <p:spPr>
          <a:xfrm>
            <a:off x="91201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18" name="object-18">
            <a:extLst>
              <a:ext uri="{FF2B5EF4-FFF2-40B4-BE49-F238E27FC236}">
                <a16:creationId xmlns:a16="http://schemas.microsoft.com/office/drawing/2014/main" id="{00C22969-B441-4996-8881-7B023BB613C9}"/>
              </a:ext>
            </a:extLst>
          </p:cNvPr>
          <p:cNvSpPr>
            <a:spLocks noGrp="1"/>
          </p:cNvSpPr>
          <p:nvPr/>
        </p:nvSpPr>
        <p:spPr>
          <a:xfrm>
            <a:off x="912018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3</a:t>
            </a:r>
          </a:p>
        </p:txBody>
      </p:sp>
      <p:sp>
        <p:nvSpPr>
          <p:cNvPr id="19" name="object-19">
            <a:extLst>
              <a:ext uri="{FF2B5EF4-FFF2-40B4-BE49-F238E27FC236}">
                <a16:creationId xmlns:a16="http://schemas.microsoft.com/office/drawing/2014/main" id="{2C89DDD2-5CE5-4197-8809-2C93D976CFFB}"/>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4 + 3 = 35</a:t>
            </a:r>
          </a:p>
        </p:txBody>
      </p:sp>
      <p:sp>
        <p:nvSpPr>
          <p:cNvPr id="20" name="object-20">
            <a:extLst>
              <a:ext uri="{FF2B5EF4-FFF2-40B4-BE49-F238E27FC236}">
                <a16:creationId xmlns:a16="http://schemas.microsoft.com/office/drawing/2014/main" id="{534B7634-4E27-4B12-8319-5F9EDBCD2437}"/>
              </a:ext>
            </a:extLst>
          </p:cNvPr>
          <p:cNvSpPr>
            <a:spLocks noGrp="1"/>
          </p:cNvSpPr>
          <p:nvPr/>
        </p:nvSpPr>
        <p:spPr>
          <a:xfrm>
            <a:off x="82629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5</a:t>
            </a:r>
          </a:p>
        </p:txBody>
      </p:sp>
      <p:sp>
        <p:nvSpPr>
          <p:cNvPr id="21" name="object-21">
            <a:extLst>
              <a:ext uri="{FF2B5EF4-FFF2-40B4-BE49-F238E27FC236}">
                <a16:creationId xmlns:a16="http://schemas.microsoft.com/office/drawing/2014/main" id="{E7E86AD2-0F4C-435F-BD26-EB51E34FC088}"/>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3</a:t>
            </a:r>
          </a:p>
        </p:txBody>
      </p:sp>
      <p:sp>
        <p:nvSpPr>
          <p:cNvPr id="22" name="object-22">
            <a:extLst>
              <a:ext uri="{FF2B5EF4-FFF2-40B4-BE49-F238E27FC236}">
                <a16:creationId xmlns:a16="http://schemas.microsoft.com/office/drawing/2014/main" id="{A83A6412-15E5-4219-A7F4-3D3B24FC7BA2}"/>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8 × 2 + 3 = 19</a:t>
            </a:r>
          </a:p>
        </p:txBody>
      </p:sp>
      <p:sp>
        <p:nvSpPr>
          <p:cNvPr id="23" name="object-23">
            <a:extLst>
              <a:ext uri="{FF2B5EF4-FFF2-40B4-BE49-F238E27FC236}">
                <a16:creationId xmlns:a16="http://schemas.microsoft.com/office/drawing/2014/main" id="{0619E469-C292-4936-AEA7-464733143636}"/>
              </a:ext>
            </a:extLst>
          </p:cNvPr>
          <p:cNvSpPr>
            <a:spLocks noGrp="1"/>
          </p:cNvSpPr>
          <p:nvPr/>
        </p:nvSpPr>
        <p:spPr>
          <a:xfrm>
            <a:off x="654843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1</a:t>
            </a:r>
          </a:p>
        </p:txBody>
      </p:sp>
      <p:sp>
        <p:nvSpPr>
          <p:cNvPr id="24" name="object-24">
            <a:extLst>
              <a:ext uri="{FF2B5EF4-FFF2-40B4-BE49-F238E27FC236}">
                <a16:creationId xmlns:a16="http://schemas.microsoft.com/office/drawing/2014/main" id="{07F397B8-C271-491E-B849-0FD790E22E08}"/>
              </a:ext>
            </a:extLst>
          </p:cNvPr>
          <p:cNvSpPr>
            <a:spLocks noGrp="1"/>
          </p:cNvSpPr>
          <p:nvPr/>
        </p:nvSpPr>
        <p:spPr>
          <a:xfrm>
            <a:off x="7405688" y="46553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9</a:t>
            </a:r>
          </a:p>
        </p:txBody>
      </p:sp>
      <p:sp>
        <p:nvSpPr>
          <p:cNvPr id="25" name="object-25">
            <a:extLst>
              <a:ext uri="{FF2B5EF4-FFF2-40B4-BE49-F238E27FC236}">
                <a16:creationId xmlns:a16="http://schemas.microsoft.com/office/drawing/2014/main" id="{5D57ACF6-EB80-4096-AD17-C90FE68D2740}"/>
              </a:ext>
            </a:extLst>
          </p:cNvPr>
          <p:cNvSpPr>
            <a:spLocks noGrp="1"/>
          </p:cNvSpPr>
          <p:nvPr/>
        </p:nvSpPr>
        <p:spPr>
          <a:xfrm>
            <a:off x="9977438" y="5607844"/>
            <a:ext cx="762000" cy="773906"/>
          </a:xfrm>
          <a:prstGeom prst="rect">
            <a:avLst/>
          </a:prstGeom>
          <a:noFill/>
          <a:ln w="0">
            <a:noFill/>
          </a:ln>
        </p:spPr>
        <p:txBody>
          <a:bodyPr anchor="ctr">
            <a:noAutofit/>
          </a:bodyPr>
          <a:lstStyle/>
          <a:p>
            <a:pPr algn="ctr">
              <a:defRPr sz="4219" b="1">
                <a:solidFill>
                  <a:srgbClr val="9A5800"/>
                </a:solidFill>
                <a:latin typeface="Arial"/>
                <a:ea typeface="Arial"/>
                <a:cs typeface="Arial"/>
              </a:defRPr>
            </a:pPr>
            <a:r>
              <a:rPr sz="4219" b="1">
                <a:solidFill>
                  <a:srgbClr val="9A5800"/>
                </a:solidFill>
                <a:latin typeface="Arial"/>
                <a:ea typeface="Arial"/>
                <a:cs typeface="Arial"/>
              </a:rPr>
              <a:t>0</a:t>
            </a:r>
          </a:p>
        </p:txBody>
      </p:sp>
      <p:sp>
        <p:nvSpPr>
          <p:cNvPr id="26" name="object-26">
            <a:extLst>
              <a:ext uri="{FF2B5EF4-FFF2-40B4-BE49-F238E27FC236}">
                <a16:creationId xmlns:a16="http://schemas.microsoft.com/office/drawing/2014/main" id="{0A82F7CE-1D6C-4A77-82B5-36BFC30DC195}"/>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0 = 0</a:t>
            </a:r>
          </a:p>
        </p:txBody>
      </p:sp>
      <p:sp>
        <p:nvSpPr>
          <p:cNvPr id="27" name="object-27">
            <a:extLst>
              <a:ext uri="{FF2B5EF4-FFF2-40B4-BE49-F238E27FC236}">
                <a16:creationId xmlns:a16="http://schemas.microsoft.com/office/drawing/2014/main" id="{25177F36-3D58-4447-A753-31A34F40B9DF}"/>
              </a:ext>
            </a:extLst>
          </p:cNvPr>
          <p:cNvSpPr>
            <a:spLocks noGrp="1"/>
          </p:cNvSpPr>
          <p:nvPr/>
        </p:nvSpPr>
        <p:spPr>
          <a:xfrm>
            <a:off x="91201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0</a:t>
            </a:r>
          </a:p>
        </p:txBody>
      </p:sp>
      <p:sp>
        <p:nvSpPr>
          <p:cNvPr id="28" name="object-28">
            <a:extLst>
              <a:ext uri="{FF2B5EF4-FFF2-40B4-BE49-F238E27FC236}">
                <a16:creationId xmlns:a16="http://schemas.microsoft.com/office/drawing/2014/main" id="{8AA9EEF3-24D3-4654-896F-712E189B619F}"/>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4 = 12</a:t>
            </a:r>
          </a:p>
        </p:txBody>
      </p:sp>
      <p:sp>
        <p:nvSpPr>
          <p:cNvPr id="29" name="object-29">
            <a:extLst>
              <a:ext uri="{FF2B5EF4-FFF2-40B4-BE49-F238E27FC236}">
                <a16:creationId xmlns:a16="http://schemas.microsoft.com/office/drawing/2014/main" id="{AA15ED17-F548-4DAA-9409-F287ABF6021A}"/>
              </a:ext>
            </a:extLst>
          </p:cNvPr>
          <p:cNvSpPr>
            <a:spLocks noGrp="1"/>
          </p:cNvSpPr>
          <p:nvPr/>
        </p:nvSpPr>
        <p:spPr>
          <a:xfrm>
            <a:off x="82629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2</a:t>
            </a:r>
          </a:p>
        </p:txBody>
      </p:sp>
      <p:sp>
        <p:nvSpPr>
          <p:cNvPr id="30" name="object-30">
            <a:extLst>
              <a:ext uri="{FF2B5EF4-FFF2-40B4-BE49-F238E27FC236}">
                <a16:creationId xmlns:a16="http://schemas.microsoft.com/office/drawing/2014/main" id="{B9900CD2-3838-42BC-A370-B30F5B1BFFE9}"/>
              </a:ext>
            </a:extLst>
          </p:cNvPr>
          <p:cNvSpPr>
            <a:spLocks noGrp="1"/>
          </p:cNvSpPr>
          <p:nvPr/>
        </p:nvSpPr>
        <p:spPr>
          <a:xfrm>
            <a:off x="912018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31" name="object-31">
            <a:extLst>
              <a:ext uri="{FF2B5EF4-FFF2-40B4-BE49-F238E27FC236}">
                <a16:creationId xmlns:a16="http://schemas.microsoft.com/office/drawing/2014/main" id="{18C61F43-3249-4D6C-9B7F-603A20307CE1}"/>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4 + 1 = 13</a:t>
            </a:r>
          </a:p>
        </p:txBody>
      </p:sp>
      <p:sp>
        <p:nvSpPr>
          <p:cNvPr id="32" name="object-32">
            <a:extLst>
              <a:ext uri="{FF2B5EF4-FFF2-40B4-BE49-F238E27FC236}">
                <a16:creationId xmlns:a16="http://schemas.microsoft.com/office/drawing/2014/main" id="{DCB53432-44AC-473A-A8DF-DF3E9C2D3436}"/>
              </a:ext>
            </a:extLst>
          </p:cNvPr>
          <p:cNvSpPr>
            <a:spLocks noGrp="1"/>
          </p:cNvSpPr>
          <p:nvPr/>
        </p:nvSpPr>
        <p:spPr>
          <a:xfrm>
            <a:off x="740568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3</a:t>
            </a:r>
          </a:p>
        </p:txBody>
      </p:sp>
      <p:sp>
        <p:nvSpPr>
          <p:cNvPr id="33" name="object-33">
            <a:extLst>
              <a:ext uri="{FF2B5EF4-FFF2-40B4-BE49-F238E27FC236}">
                <a16:creationId xmlns:a16="http://schemas.microsoft.com/office/drawing/2014/main" id="{1FCAA776-EE04-45DD-8FE5-E85FA3932603}"/>
              </a:ext>
            </a:extLst>
          </p:cNvPr>
          <p:cNvSpPr>
            <a:spLocks noGrp="1"/>
          </p:cNvSpPr>
          <p:nvPr/>
        </p:nvSpPr>
        <p:spPr>
          <a:xfrm>
            <a:off x="8262938" y="2262188"/>
            <a:ext cx="762000" cy="476250"/>
          </a:xfrm>
          <a:prstGeom prst="rect">
            <a:avLst/>
          </a:prstGeom>
          <a:noFill/>
          <a:ln w="0">
            <a:noFill/>
          </a:ln>
        </p:spPr>
        <p:txBody>
          <a:bodyPr anchor="ctr">
            <a:noAutofit/>
          </a:bodyPr>
          <a:lstStyle/>
          <a:p>
            <a:pPr algn="ctr">
              <a:defRPr sz="2344" b="1">
                <a:solidFill>
                  <a:srgbClr val="9A5800"/>
                </a:solidFill>
                <a:latin typeface="Arial"/>
                <a:ea typeface="Arial"/>
                <a:cs typeface="Arial"/>
              </a:defRPr>
            </a:pPr>
            <a:r>
              <a:rPr sz="2344" b="1">
                <a:solidFill>
                  <a:srgbClr val="9A5800"/>
                </a:solidFill>
                <a:latin typeface="Arial"/>
                <a:ea typeface="Arial"/>
                <a:cs typeface="Arial"/>
              </a:rPr>
              <a:t>1</a:t>
            </a:r>
          </a:p>
        </p:txBody>
      </p:sp>
      <p:sp>
        <p:nvSpPr>
          <p:cNvPr id="34" name="object-34">
            <a:extLst>
              <a:ext uri="{FF2B5EF4-FFF2-40B4-BE49-F238E27FC236}">
                <a16:creationId xmlns:a16="http://schemas.microsoft.com/office/drawing/2014/main" id="{9724136B-8682-49D6-8E51-52189F573EC7}"/>
              </a:ext>
            </a:extLst>
          </p:cNvPr>
          <p:cNvSpPr>
            <a:spLocks noGrp="1"/>
          </p:cNvSpPr>
          <p:nvPr/>
        </p:nvSpPr>
        <p:spPr>
          <a:xfrm>
            <a:off x="1012031" y="6738938"/>
            <a:ext cx="13215938" cy="559594"/>
          </a:xfrm>
          <a:prstGeom prst="rect">
            <a:avLst/>
          </a:prstGeom>
          <a:noFill/>
          <a:ln w="0">
            <a:noFill/>
          </a:ln>
        </p:spPr>
        <p:txBody>
          <a:bodyPr anchor="ctr">
            <a:noAutofit/>
          </a:bodyPr>
          <a:lstStyle/>
          <a:p>
            <a:pPr algn="ctr">
              <a:defRPr sz="2813" b="1">
                <a:solidFill>
                  <a:srgbClr val="172B4D"/>
                </a:solidFill>
                <a:latin typeface="Arial"/>
                <a:ea typeface="Arial"/>
                <a:cs typeface="Arial"/>
              </a:defRPr>
            </a:pPr>
            <a:r>
              <a:rPr sz="2813" b="1">
                <a:solidFill>
                  <a:srgbClr val="172B4D"/>
                </a:solidFill>
                <a:latin typeface="Arial"/>
                <a:ea typeface="Arial"/>
                <a:cs typeface="Arial"/>
              </a:rPr>
              <a:t>3 × 2 + 1 = 7</a:t>
            </a:r>
          </a:p>
        </p:txBody>
      </p:sp>
      <p:sp>
        <p:nvSpPr>
          <p:cNvPr id="35" name="object-35">
            <a:extLst>
              <a:ext uri="{FF2B5EF4-FFF2-40B4-BE49-F238E27FC236}">
                <a16:creationId xmlns:a16="http://schemas.microsoft.com/office/drawing/2014/main" id="{D956610E-023C-4300-87C6-824060C75A23}"/>
              </a:ext>
            </a:extLst>
          </p:cNvPr>
          <p:cNvSpPr>
            <a:spLocks noGrp="1"/>
          </p:cNvSpPr>
          <p:nvPr/>
        </p:nvSpPr>
        <p:spPr>
          <a:xfrm>
            <a:off x="6548438" y="5607844"/>
            <a:ext cx="762000" cy="773906"/>
          </a:xfrm>
          <a:prstGeom prst="rect">
            <a:avLst/>
          </a:prstGeom>
          <a:noFill/>
          <a:ln w="0">
            <a:noFill/>
          </a:ln>
        </p:spPr>
        <p:txBody>
          <a:bodyPr anchor="ctr">
            <a:noAutofit/>
          </a:bodyPr>
          <a:lstStyle/>
          <a:p>
            <a:pPr algn="ctr">
              <a:defRPr sz="4031" b="1">
                <a:solidFill>
                  <a:srgbClr val="11745A"/>
                </a:solidFill>
                <a:latin typeface="Arial"/>
                <a:ea typeface="Arial"/>
                <a:cs typeface="Arial"/>
              </a:defRPr>
            </a:pPr>
            <a:r>
              <a:rPr sz="4031" b="1">
                <a:solidFill>
                  <a:srgbClr val="11745A"/>
                </a:solidFill>
                <a:latin typeface="Arial"/>
                <a:ea typeface="Arial"/>
                <a:cs typeface="Arial"/>
              </a:rPr>
              <a:t>7</a:t>
            </a:r>
          </a:p>
        </p:txBody>
      </p:sp>
      <p:sp>
        <p:nvSpPr>
          <p:cNvPr id="36" name="object-36">
            <a:extLst>
              <a:ext uri="{FF2B5EF4-FFF2-40B4-BE49-F238E27FC236}">
                <a16:creationId xmlns:a16="http://schemas.microsoft.com/office/drawing/2014/main" id="{0B9ED779-1124-45B9-BF07-228E5969265C}"/>
              </a:ext>
            </a:extLst>
          </p:cNvPr>
          <p:cNvSpPr>
            <a:spLocks noGrp="1"/>
          </p:cNvSpPr>
          <p:nvPr/>
        </p:nvSpPr>
        <p:spPr>
          <a:xfrm>
            <a:off x="892969" y="7286625"/>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Now add the partial products: 19,520 + 73,200.</a:t>
            </a:r>
          </a:p>
        </p:txBody>
      </p:sp>
    </p:spTree>
    <p:extLst>
      <p:ext uri="{BB962C8B-B14F-4D97-AF65-F5344CB8AC3E}">
        <p14:creationId xmlns:p14="http://schemas.microsoft.com/office/powerpoint/2010/main" val="121443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5"/>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par>
                                <p:cTn id="14" presetID="1" presetClass="exit" presetSubtype="0" fill="hold" grpId="1" nodeType="withEffect">
                                  <p:stCondLst>
                                    <p:cond delay="0"/>
                                  </p:stCondLst>
                                  <p:childTnLst>
                                    <p:set>
                                      <p:cBhvr>
                                        <p:cTn id="15" dur="1" fill="hold">
                                          <p:stCondLst>
                                            <p:cond delay="0"/>
                                          </p:stCondLst>
                                        </p:cTn>
                                        <p:tgtEl>
                                          <p:spTgt spid="14"/>
                                        </p:tgtEl>
                                        <p:attrNameLst>
                                          <p:attrName>style.visibility</p:attrName>
                                        </p:attrNameLst>
                                      </p:cBhvr>
                                      <p:to>
                                        <p:strVal val="hidden"/>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par>
                          <p:cTn id="21" fill="hold">
                            <p:stCondLst>
                              <p:cond delay="0"/>
                            </p:stCondLst>
                            <p:childTnLst>
                              <p:par>
                                <p:cTn id="22" presetID="63" presetClass="path" presetSubtype="0" accel="50000" decel="50000" fill="hold" grpId="1" nodeType="afterEffect">
                                  <p:stCondLst>
                                    <p:cond delay="0"/>
                                  </p:stCondLst>
                                  <p:childTnLst>
                                    <p:animMotion origin="layout" path="M 0 0 L -0.05625 0 E" pathEditMode="relative" ptsTypes="">
                                      <p:cBhvr>
                                        <p:cTn id="23" dur="800" fill="hold"/>
                                        <p:tgtEl>
                                          <p:spTgt spid="18"/>
                                        </p:tgtEl>
                                        <p:attrNameLst>
                                          <p:attrName>ppt_x</p:attrName>
                                          <p:attrName>ppt_y</p:attrName>
                                        </p:attrNameLst>
                                      </p:cBhvr>
                                    </p:animMotion>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par>
                                <p:cTn id="28" presetID="1" presetClass="exit" presetSubtype="0" fill="hold" grpId="1" nodeType="withEffect">
                                  <p:stCondLst>
                                    <p:cond delay="0"/>
                                  </p:stCondLst>
                                  <p:childTnLst>
                                    <p:set>
                                      <p:cBhvr>
                                        <p:cTn id="29" dur="1" fill="hold">
                                          <p:stCondLst>
                                            <p:cond delay="0"/>
                                          </p:stCondLst>
                                        </p:cTn>
                                        <p:tgtEl>
                                          <p:spTgt spid="16"/>
                                        </p:tgtEl>
                                        <p:attrNameLst>
                                          <p:attrName>style.visibility</p:attrName>
                                        </p:attrNameLst>
                                      </p:cBhvr>
                                      <p:to>
                                        <p:strVal val="hidden"/>
                                      </p:to>
                                    </p:set>
                                  </p:childTnLst>
                                </p:cTn>
                              </p:par>
                              <p:par>
                                <p:cTn id="30" presetID="1" presetClass="exit" presetSubtype="0" fill="hold" grpId="2" nodeType="withEffect">
                                  <p:stCondLst>
                                    <p:cond delay="0"/>
                                  </p:stCondLst>
                                  <p:childTnLst>
                                    <p:set>
                                      <p:cBhvr>
                                        <p:cTn id="31" dur="1" fill="hold">
                                          <p:stCondLst>
                                            <p:cond delay="0"/>
                                          </p:stCondLst>
                                        </p:cTn>
                                        <p:tgtEl>
                                          <p:spTgt spid="18"/>
                                        </p:tgtEl>
                                        <p:attrNameLst>
                                          <p:attrName>style.visibility</p:attrName>
                                        </p:attrNameLst>
                                      </p:cBhvr>
                                      <p:to>
                                        <p:strVal val="hidden"/>
                                      </p:to>
                                    </p:set>
                                  </p:childTnLst>
                                </p:cTn>
                              </p:par>
                            </p:childTnLst>
                          </p:cTn>
                        </p:par>
                        <p:par>
                          <p:cTn id="32" fill="hold">
                            <p:stCondLst>
                              <p:cond delay="0"/>
                            </p:stCondLst>
                            <p:childTnLst>
                              <p:par>
                                <p:cTn id="33" presetID="1" presetClass="entr" presetSubtype="0"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par>
                          <p:cTn id="37" fill="hold">
                            <p:stCondLst>
                              <p:cond delay="0"/>
                            </p:stCondLst>
                            <p:childTnLst>
                              <p:par>
                                <p:cTn id="38" presetID="63" presetClass="path" presetSubtype="0" accel="50000" decel="50000" fill="hold" grpId="1" nodeType="afterEffect">
                                  <p:stCondLst>
                                    <p:cond delay="0"/>
                                  </p:stCondLst>
                                  <p:childTnLst>
                                    <p:animMotion origin="layout" path="M 0 0 L -0.05625 0 E" pathEditMode="relative" ptsTypes="">
                                      <p:cBhvr>
                                        <p:cTn id="39" dur="800" fill="hold"/>
                                        <p:tgtEl>
                                          <p:spTgt spid="21"/>
                                        </p:tgtEl>
                                        <p:attrNameLst>
                                          <p:attrName>ppt_x</p:attrName>
                                          <p:attrName>ppt_y</p:attrName>
                                        </p:attrNameLst>
                                      </p:cBhvr>
                                    </p:animMotion>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19"/>
                                        </p:tgtEl>
                                        <p:attrNameLst>
                                          <p:attrName>style.visibility</p:attrName>
                                        </p:attrNameLst>
                                      </p:cBhvr>
                                      <p:to>
                                        <p:strVal val="hidden"/>
                                      </p:to>
                                    </p:set>
                                  </p:childTnLst>
                                </p:cTn>
                              </p:par>
                              <p:par>
                                <p:cTn id="46" presetID="1" presetClass="exit" presetSubtype="0" fill="hold" grpId="2" nodeType="withEffect">
                                  <p:stCondLst>
                                    <p:cond delay="0"/>
                                  </p:stCondLst>
                                  <p:childTnLst>
                                    <p:set>
                                      <p:cBhvr>
                                        <p:cTn id="47" dur="1" fill="hold">
                                          <p:stCondLst>
                                            <p:cond delay="0"/>
                                          </p:stCondLst>
                                        </p:cTn>
                                        <p:tgtEl>
                                          <p:spTgt spid="21"/>
                                        </p:tgtEl>
                                        <p:attrNameLst>
                                          <p:attrName>style.visibility</p:attrName>
                                        </p:attrNameLst>
                                      </p:cBhvr>
                                      <p:to>
                                        <p:strVal val="hidden"/>
                                      </p:to>
                                    </p:set>
                                  </p:childTnLst>
                                </p:cTn>
                              </p:par>
                            </p:childTnLst>
                          </p:cTn>
                        </p:par>
                        <p:par>
                          <p:cTn id="48" fill="hold">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22"/>
                                        </p:tgtEl>
                                        <p:attrNameLst>
                                          <p:attrName>style.visibility</p:attrName>
                                        </p:attrNameLst>
                                      </p:cBhvr>
                                      <p:to>
                                        <p:strVal val="hidden"/>
                                      </p:to>
                                    </p:set>
                                  </p:childTnLst>
                                </p:cTn>
                              </p:par>
                            </p:childTnLst>
                          </p:cTn>
                        </p:par>
                        <p:par>
                          <p:cTn id="63" fill="hold">
                            <p:stCondLst>
                              <p:cond delay="0"/>
                            </p:stCondLst>
                            <p:childTnLst>
                              <p:par>
                                <p:cTn id="64" presetID="1" presetClass="entr" presetSubtype="0" fill="hold" grpId="0" nodeType="afterEffect">
                                  <p:stCondLst>
                                    <p:cond delay="0"/>
                                  </p:stCondLst>
                                  <p:childTnLst>
                                    <p:set>
                                      <p:cBhvr>
                                        <p:cTn id="65" dur="1" fill="hold">
                                          <p:stCondLst>
                                            <p:cond delay="0"/>
                                          </p:stCondLst>
                                        </p:cTn>
                                        <p:tgtEl>
                                          <p:spTgt spid="2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8"/>
                                        </p:tgtEl>
                                        <p:attrNameLst>
                                          <p:attrName>style.visibility</p:attrName>
                                        </p:attrNameLst>
                                      </p:cBhvr>
                                      <p:to>
                                        <p:strVal val="visible"/>
                                      </p:to>
                                    </p:set>
                                  </p:childTnLst>
                                </p:cTn>
                              </p:par>
                              <p:par>
                                <p:cTn id="70" presetID="1" presetClass="exit" presetSubtype="0" fill="hold" grpId="1" nodeType="withEffect">
                                  <p:stCondLst>
                                    <p:cond delay="0"/>
                                  </p:stCondLst>
                                  <p:childTnLst>
                                    <p:set>
                                      <p:cBhvr>
                                        <p:cTn id="71" dur="1" fill="hold">
                                          <p:stCondLst>
                                            <p:cond delay="0"/>
                                          </p:stCondLst>
                                        </p:cTn>
                                        <p:tgtEl>
                                          <p:spTgt spid="26"/>
                                        </p:tgtEl>
                                        <p:attrNameLst>
                                          <p:attrName>style.visibility</p:attrName>
                                        </p:attrNameLst>
                                      </p:cBhvr>
                                      <p:to>
                                        <p:strVal val="hidden"/>
                                      </p:to>
                                    </p:set>
                                  </p:childTnLst>
                                </p:cTn>
                              </p:par>
                            </p:childTnLst>
                          </p:cTn>
                        </p:par>
                        <p:par>
                          <p:cTn id="72" fill="hold">
                            <p:stCondLst>
                              <p:cond delay="0"/>
                            </p:stCondLst>
                            <p:childTnLst>
                              <p:par>
                                <p:cTn id="73" presetID="1" presetClass="entr" presetSubtype="0" fill="hold" grpId="0" nodeType="after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0"/>
                                        </p:tgtEl>
                                        <p:attrNameLst>
                                          <p:attrName>style.visibility</p:attrName>
                                        </p:attrNameLst>
                                      </p:cBhvr>
                                      <p:to>
                                        <p:strVal val="visible"/>
                                      </p:to>
                                    </p:set>
                                  </p:childTnLst>
                                </p:cTn>
                              </p:par>
                            </p:childTnLst>
                          </p:cTn>
                        </p:par>
                        <p:par>
                          <p:cTn id="77" fill="hold">
                            <p:stCondLst>
                              <p:cond delay="0"/>
                            </p:stCondLst>
                            <p:childTnLst>
                              <p:par>
                                <p:cTn id="78" presetID="63" presetClass="path" presetSubtype="0" accel="50000" decel="50000" fill="hold" grpId="1" nodeType="afterEffect">
                                  <p:stCondLst>
                                    <p:cond delay="0"/>
                                  </p:stCondLst>
                                  <p:childTnLst>
                                    <p:animMotion origin="layout" path="M 0 0 L -0.05625 0 E" pathEditMode="relative" ptsTypes="">
                                      <p:cBhvr>
                                        <p:cTn id="79" dur="800" fill="hold"/>
                                        <p:tgtEl>
                                          <p:spTgt spid="30"/>
                                        </p:tgtEl>
                                        <p:attrNameLst>
                                          <p:attrName>ppt_x</p:attrName>
                                          <p:attrName>ppt_y</p:attrName>
                                        </p:attrNameLst>
                                      </p:cBhvr>
                                    </p:animMotion>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31"/>
                                        </p:tgtEl>
                                        <p:attrNameLst>
                                          <p:attrName>style.visibility</p:attrName>
                                        </p:attrNameLst>
                                      </p:cBhvr>
                                      <p:to>
                                        <p:strVal val="visible"/>
                                      </p:to>
                                    </p:set>
                                  </p:childTnLst>
                                </p:cTn>
                              </p:par>
                              <p:par>
                                <p:cTn id="84" presetID="1" presetClass="exit" presetSubtype="0" fill="hold" grpId="1" nodeType="withEffect">
                                  <p:stCondLst>
                                    <p:cond delay="0"/>
                                  </p:stCondLst>
                                  <p:childTnLst>
                                    <p:set>
                                      <p:cBhvr>
                                        <p:cTn id="85" dur="1" fill="hold">
                                          <p:stCondLst>
                                            <p:cond delay="0"/>
                                          </p:stCondLst>
                                        </p:cTn>
                                        <p:tgtEl>
                                          <p:spTgt spid="28"/>
                                        </p:tgtEl>
                                        <p:attrNameLst>
                                          <p:attrName>style.visibility</p:attrName>
                                        </p:attrNameLst>
                                      </p:cBhvr>
                                      <p:to>
                                        <p:strVal val="hidden"/>
                                      </p:to>
                                    </p:set>
                                  </p:childTnLst>
                                </p:cTn>
                              </p:par>
                              <p:par>
                                <p:cTn id="86" presetID="1" presetClass="exit" presetSubtype="0" fill="hold" grpId="2" nodeType="withEffect">
                                  <p:stCondLst>
                                    <p:cond delay="0"/>
                                  </p:stCondLst>
                                  <p:childTnLst>
                                    <p:set>
                                      <p:cBhvr>
                                        <p:cTn id="87" dur="1" fill="hold">
                                          <p:stCondLst>
                                            <p:cond delay="0"/>
                                          </p:stCondLst>
                                        </p:cTn>
                                        <p:tgtEl>
                                          <p:spTgt spid="30"/>
                                        </p:tgtEl>
                                        <p:attrNameLst>
                                          <p:attrName>style.visibility</p:attrName>
                                        </p:attrNameLst>
                                      </p:cBhvr>
                                      <p:to>
                                        <p:strVal val="hidden"/>
                                      </p:to>
                                    </p:set>
                                  </p:childTnLst>
                                </p:cTn>
                              </p:par>
                            </p:childTnLst>
                          </p:cTn>
                        </p:par>
                        <p:par>
                          <p:cTn id="88" fill="hold">
                            <p:stCondLst>
                              <p:cond delay="0"/>
                            </p:stCondLst>
                            <p:childTnLst>
                              <p:par>
                                <p:cTn id="89" presetID="1" presetClass="entr" presetSubtype="0" fill="hold" grpId="0" nodeType="afterEffect">
                                  <p:stCondLst>
                                    <p:cond delay="0"/>
                                  </p:stCondLst>
                                  <p:childTnLst>
                                    <p:set>
                                      <p:cBhvr>
                                        <p:cTn id="90" dur="1" fill="hold">
                                          <p:stCondLst>
                                            <p:cond delay="0"/>
                                          </p:stCondLst>
                                        </p:cTn>
                                        <p:tgtEl>
                                          <p:spTgt spid="3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childTnLst>
                                </p:cTn>
                              </p:par>
                            </p:childTnLst>
                          </p:cTn>
                        </p:par>
                        <p:par>
                          <p:cTn id="93" fill="hold">
                            <p:stCondLst>
                              <p:cond delay="0"/>
                            </p:stCondLst>
                            <p:childTnLst>
                              <p:par>
                                <p:cTn id="94" presetID="63" presetClass="path" presetSubtype="0" accel="50000" decel="50000" fill="hold" grpId="1" nodeType="afterEffect">
                                  <p:stCondLst>
                                    <p:cond delay="0"/>
                                  </p:stCondLst>
                                  <p:childTnLst>
                                    <p:animMotion origin="layout" path="M 0 0 L -0.05625 0 E" pathEditMode="relative" ptsTypes="">
                                      <p:cBhvr>
                                        <p:cTn id="95" dur="800" fill="hold"/>
                                        <p:tgtEl>
                                          <p:spTgt spid="33"/>
                                        </p:tgtEl>
                                        <p:attrNameLst>
                                          <p:attrName>ppt_x</p:attrName>
                                          <p:attrName>ppt_y</p:attrName>
                                        </p:attrNameLst>
                                      </p:cBhvr>
                                    </p:animMotion>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4"/>
                                        </p:tgtEl>
                                        <p:attrNameLst>
                                          <p:attrName>style.visibility</p:attrName>
                                        </p:attrNameLst>
                                      </p:cBhvr>
                                      <p:to>
                                        <p:strVal val="visible"/>
                                      </p:to>
                                    </p:set>
                                  </p:childTnLst>
                                </p:cTn>
                              </p:par>
                              <p:par>
                                <p:cTn id="100" presetID="1" presetClass="exit" presetSubtype="0" fill="hold" grpId="1" nodeType="withEffect">
                                  <p:stCondLst>
                                    <p:cond delay="0"/>
                                  </p:stCondLst>
                                  <p:childTnLst>
                                    <p:set>
                                      <p:cBhvr>
                                        <p:cTn id="101" dur="1" fill="hold">
                                          <p:stCondLst>
                                            <p:cond delay="0"/>
                                          </p:stCondLst>
                                        </p:cTn>
                                        <p:tgtEl>
                                          <p:spTgt spid="31"/>
                                        </p:tgtEl>
                                        <p:attrNameLst>
                                          <p:attrName>style.visibility</p:attrName>
                                        </p:attrNameLst>
                                      </p:cBhvr>
                                      <p:to>
                                        <p:strVal val="hidden"/>
                                      </p:to>
                                    </p:set>
                                  </p:childTnLst>
                                </p:cTn>
                              </p:par>
                              <p:par>
                                <p:cTn id="102" presetID="1" presetClass="exit" presetSubtype="0" fill="hold" grpId="2" nodeType="withEffect">
                                  <p:stCondLst>
                                    <p:cond delay="0"/>
                                  </p:stCondLst>
                                  <p:childTnLst>
                                    <p:set>
                                      <p:cBhvr>
                                        <p:cTn id="103" dur="1" fill="hold">
                                          <p:stCondLst>
                                            <p:cond delay="0"/>
                                          </p:stCondLst>
                                        </p:cTn>
                                        <p:tgtEl>
                                          <p:spTgt spid="33"/>
                                        </p:tgtEl>
                                        <p:attrNameLst>
                                          <p:attrName>style.visibility</p:attrName>
                                        </p:attrNameLst>
                                      </p:cBhvr>
                                      <p:to>
                                        <p:strVal val="hidden"/>
                                      </p:to>
                                    </p:set>
                                  </p:childTnLst>
                                </p:cTn>
                              </p:par>
                            </p:childTnLst>
                          </p:cTn>
                        </p:par>
                        <p:par>
                          <p:cTn id="104" fill="hold">
                            <p:stCondLst>
                              <p:cond delay="0"/>
                            </p:stCondLst>
                            <p:childTnLst>
                              <p:par>
                                <p:cTn id="105" presetID="1" presetClass="entr" presetSubtype="0" fill="hold" grpId="0" nodeType="afterEffect">
                                  <p:stCondLst>
                                    <p:cond delay="0"/>
                                  </p:stCondLst>
                                  <p:childTnLst>
                                    <p:set>
                                      <p:cBhvr>
                                        <p:cTn id="106" dur="1" fill="hold">
                                          <p:stCondLst>
                                            <p:cond delay="0"/>
                                          </p:stCondLst>
                                        </p:cTn>
                                        <p:tgtEl>
                                          <p:spTgt spid="3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6" grpId="0"/>
      <p:bldP spid="16" grpId="1"/>
      <p:bldP spid="17" grpId="0"/>
      <p:bldP spid="18" grpId="0"/>
      <p:bldP spid="18" grpId="1"/>
      <p:bldP spid="18" grpId="2"/>
      <p:bldP spid="19" grpId="0"/>
      <p:bldP spid="19" grpId="1"/>
      <p:bldP spid="20" grpId="0"/>
      <p:bldP spid="21" grpId="0"/>
      <p:bldP spid="21" grpId="1"/>
      <p:bldP spid="21" grpId="2"/>
      <p:bldP spid="22" grpId="0"/>
      <p:bldP spid="22" grpId="1"/>
      <p:bldP spid="23" grpId="0"/>
      <p:bldP spid="24" grpId="0"/>
      <p:bldP spid="25" grpId="0"/>
      <p:bldP spid="26" grpId="0"/>
      <p:bldP spid="26" grpId="1"/>
      <p:bldP spid="27" grpId="0"/>
      <p:bldP spid="28" grpId="0"/>
      <p:bldP spid="28" grpId="1"/>
      <p:bldP spid="29" grpId="0"/>
      <p:bldP spid="30" grpId="0"/>
      <p:bldP spid="30" grpId="1"/>
      <p:bldP spid="30" grpId="2"/>
      <p:bldP spid="31" grpId="0"/>
      <p:bldP spid="31" grpId="1"/>
      <p:bldP spid="32" grpId="0"/>
      <p:bldP spid="33" grpId="0"/>
      <p:bldP spid="33" grpId="1"/>
      <p:bldP spid="33" grpId="2"/>
      <p:bldP spid="34" grpId="0"/>
      <p:bldP spid="35" grpId="0"/>
      <p:bldP spid="3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object-1">
            <a:extLst>
              <a:ext uri="{FF2B5EF4-FFF2-40B4-BE49-F238E27FC236}">
                <a16:creationId xmlns:a16="http://schemas.microsoft.com/office/drawing/2014/main" id="{F11CE223-2DAA-4078-88F9-66205F0ED27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9D47E00F-98A9-4C09-A5B5-C961E88E7C00}"/>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132709A2-ADDB-4B47-84C7-72D2C7C37C5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Calculate 19,520 + 73,200.</a:t>
            </a:r>
          </a:p>
        </p:txBody>
      </p:sp>
      <p:sp>
        <p:nvSpPr>
          <p:cNvPr id="4" name="object-4">
            <a:extLst>
              <a:ext uri="{FF2B5EF4-FFF2-40B4-BE49-F238E27FC236}">
                <a16:creationId xmlns:a16="http://schemas.microsoft.com/office/drawing/2014/main" id="{E0E5A1D0-A0AE-42BF-8016-AB48307FE88E}"/>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A7D50C13-B650-4922-A0FD-1489AEE515AB}"/>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6" name="object-6">
            <a:extLst>
              <a:ext uri="{FF2B5EF4-FFF2-40B4-BE49-F238E27FC236}">
                <a16:creationId xmlns:a16="http://schemas.microsoft.com/office/drawing/2014/main" id="{A5A975AB-07F9-4AEB-9CA6-E59D16263168}"/>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9</a:t>
            </a:r>
          </a:p>
        </p:txBody>
      </p:sp>
      <p:sp>
        <p:nvSpPr>
          <p:cNvPr id="7" name="object-7">
            <a:extLst>
              <a:ext uri="{FF2B5EF4-FFF2-40B4-BE49-F238E27FC236}">
                <a16:creationId xmlns:a16="http://schemas.microsoft.com/office/drawing/2014/main" id="{E21F257C-9145-4DBF-9BE5-0CC692B21AC1}"/>
              </a:ext>
            </a:extLst>
          </p:cNvPr>
          <p:cNvSpPr>
            <a:spLocks noGrp="1"/>
          </p:cNvSpPr>
          <p:nvPr/>
        </p:nvSpPr>
        <p:spPr>
          <a:xfrm>
            <a:off x="547687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84CA30B3-08F5-4429-9C54-B9287D046C44}"/>
              </a:ext>
            </a:extLst>
          </p:cNvPr>
          <p:cNvSpPr>
            <a:spLocks noGrp="1"/>
          </p:cNvSpPr>
          <p:nvPr/>
        </p:nvSpPr>
        <p:spPr>
          <a:xfrm>
            <a:off x="6405563"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9</a:t>
            </a:r>
          </a:p>
        </p:txBody>
      </p:sp>
      <p:sp>
        <p:nvSpPr>
          <p:cNvPr id="9" name="object-9">
            <a:extLst>
              <a:ext uri="{FF2B5EF4-FFF2-40B4-BE49-F238E27FC236}">
                <a16:creationId xmlns:a16="http://schemas.microsoft.com/office/drawing/2014/main" id="{C2A71D0F-3A4D-47B6-A09C-9DDCE182AAEB}"/>
              </a:ext>
            </a:extLst>
          </p:cNvPr>
          <p:cNvSpPr>
            <a:spLocks noGrp="1"/>
          </p:cNvSpPr>
          <p:nvPr/>
        </p:nvSpPr>
        <p:spPr>
          <a:xfrm>
            <a:off x="7334250"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5</a:t>
            </a:r>
          </a:p>
        </p:txBody>
      </p:sp>
      <p:sp>
        <p:nvSpPr>
          <p:cNvPr id="10" name="object-10">
            <a:extLst>
              <a:ext uri="{FF2B5EF4-FFF2-40B4-BE49-F238E27FC236}">
                <a16:creationId xmlns:a16="http://schemas.microsoft.com/office/drawing/2014/main" id="{E26A6AD2-05C2-4B56-9222-9B4F95370223}"/>
              </a:ext>
            </a:extLst>
          </p:cNvPr>
          <p:cNvSpPr>
            <a:spLocks noGrp="1"/>
          </p:cNvSpPr>
          <p:nvPr/>
        </p:nvSpPr>
        <p:spPr>
          <a:xfrm>
            <a:off x="8262938"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1" name="object-11">
            <a:extLst>
              <a:ext uri="{FF2B5EF4-FFF2-40B4-BE49-F238E27FC236}">
                <a16:creationId xmlns:a16="http://schemas.microsoft.com/office/drawing/2014/main" id="{CC0F4D06-1C5F-4C38-BC0C-385FC34B33AD}"/>
              </a:ext>
            </a:extLst>
          </p:cNvPr>
          <p:cNvSpPr>
            <a:spLocks noGrp="1"/>
          </p:cNvSpPr>
          <p:nvPr/>
        </p:nvSpPr>
        <p:spPr>
          <a:xfrm>
            <a:off x="9191625" y="3095625"/>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2" name="object-12">
            <a:extLst>
              <a:ext uri="{FF2B5EF4-FFF2-40B4-BE49-F238E27FC236}">
                <a16:creationId xmlns:a16="http://schemas.microsoft.com/office/drawing/2014/main" id="{650F0567-EDC6-4B95-B414-1DDA7C2B0299}"/>
              </a:ext>
            </a:extLst>
          </p:cNvPr>
          <p:cNvSpPr>
            <a:spLocks noGrp="1"/>
          </p:cNvSpPr>
          <p:nvPr/>
        </p:nvSpPr>
        <p:spPr>
          <a:xfrm>
            <a:off x="547687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7</a:t>
            </a:r>
          </a:p>
        </p:txBody>
      </p:sp>
      <p:sp>
        <p:nvSpPr>
          <p:cNvPr id="13" name="object-13">
            <a:extLst>
              <a:ext uri="{FF2B5EF4-FFF2-40B4-BE49-F238E27FC236}">
                <a16:creationId xmlns:a16="http://schemas.microsoft.com/office/drawing/2014/main" id="{3757C548-CBCE-47F2-85F2-A140FC592965}"/>
              </a:ext>
            </a:extLst>
          </p:cNvPr>
          <p:cNvSpPr>
            <a:spLocks noGrp="1"/>
          </p:cNvSpPr>
          <p:nvPr/>
        </p:nvSpPr>
        <p:spPr>
          <a:xfrm>
            <a:off x="6405563"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3</a:t>
            </a:r>
          </a:p>
        </p:txBody>
      </p:sp>
      <p:sp>
        <p:nvSpPr>
          <p:cNvPr id="14" name="object-14">
            <a:extLst>
              <a:ext uri="{FF2B5EF4-FFF2-40B4-BE49-F238E27FC236}">
                <a16:creationId xmlns:a16="http://schemas.microsoft.com/office/drawing/2014/main" id="{42B334E5-878C-4FB3-938D-6C2E68ADDD28}"/>
              </a:ext>
            </a:extLst>
          </p:cNvPr>
          <p:cNvSpPr>
            <a:spLocks noGrp="1"/>
          </p:cNvSpPr>
          <p:nvPr/>
        </p:nvSpPr>
        <p:spPr>
          <a:xfrm>
            <a:off x="7334250"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2</a:t>
            </a:r>
          </a:p>
        </p:txBody>
      </p:sp>
      <p:sp>
        <p:nvSpPr>
          <p:cNvPr id="15" name="object-15">
            <a:extLst>
              <a:ext uri="{FF2B5EF4-FFF2-40B4-BE49-F238E27FC236}">
                <a16:creationId xmlns:a16="http://schemas.microsoft.com/office/drawing/2014/main" id="{42F25463-723B-46BF-B10B-5A7AFB481E0B}"/>
              </a:ext>
            </a:extLst>
          </p:cNvPr>
          <p:cNvSpPr>
            <a:spLocks noGrp="1"/>
          </p:cNvSpPr>
          <p:nvPr/>
        </p:nvSpPr>
        <p:spPr>
          <a:xfrm>
            <a:off x="8262938"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6" name="object-16">
            <a:extLst>
              <a:ext uri="{FF2B5EF4-FFF2-40B4-BE49-F238E27FC236}">
                <a16:creationId xmlns:a16="http://schemas.microsoft.com/office/drawing/2014/main" id="{79C86564-67A3-4319-82C2-1A5ACFDC6C81}"/>
              </a:ext>
            </a:extLst>
          </p:cNvPr>
          <p:cNvSpPr>
            <a:spLocks noGrp="1"/>
          </p:cNvSpPr>
          <p:nvPr/>
        </p:nvSpPr>
        <p:spPr>
          <a:xfrm>
            <a:off x="9191625" y="4131469"/>
            <a:ext cx="833438" cy="773906"/>
          </a:xfrm>
          <a:prstGeom prst="rect">
            <a:avLst/>
          </a:prstGeom>
          <a:noFill/>
          <a:ln w="0">
            <a:noFill/>
          </a:ln>
        </p:spPr>
        <p:txBody>
          <a:bodyPr anchor="ctr">
            <a:noAutofit/>
          </a:bodyPr>
          <a:lstStyle/>
          <a:p>
            <a:pPr algn="ctr">
              <a:defRPr sz="4219" b="1">
                <a:solidFill>
                  <a:srgbClr val="1D4ED8"/>
                </a:solidFill>
                <a:latin typeface="Arial"/>
                <a:ea typeface="Arial"/>
                <a:cs typeface="Arial"/>
              </a:defRPr>
            </a:pPr>
            <a:r>
              <a:rPr sz="4219" b="1">
                <a:solidFill>
                  <a:srgbClr val="1D4ED8"/>
                </a:solidFill>
                <a:latin typeface="Arial"/>
                <a:ea typeface="Arial"/>
                <a:cs typeface="Arial"/>
              </a:rPr>
              <a:t>0</a:t>
            </a:r>
          </a:p>
        </p:txBody>
      </p:sp>
      <p:sp>
        <p:nvSpPr>
          <p:cNvPr id="17" name="object-17">
            <a:extLst>
              <a:ext uri="{FF2B5EF4-FFF2-40B4-BE49-F238E27FC236}">
                <a16:creationId xmlns:a16="http://schemas.microsoft.com/office/drawing/2014/main" id="{1C015B4B-BC48-453F-93CC-9A749C26FD24}"/>
              </a:ext>
            </a:extLst>
          </p:cNvPr>
          <p:cNvSpPr>
            <a:spLocks noGrp="1"/>
          </p:cNvSpPr>
          <p:nvPr/>
        </p:nvSpPr>
        <p:spPr>
          <a:xfrm>
            <a:off x="4643438" y="4131469"/>
            <a:ext cx="654844" cy="773906"/>
          </a:xfrm>
          <a:prstGeom prst="rect">
            <a:avLst/>
          </a:prstGeom>
          <a:noFill/>
          <a:ln w="0">
            <a:noFill/>
          </a:ln>
        </p:spPr>
        <p:txBody>
          <a:bodyPr anchor="ctr">
            <a:noAutofit/>
          </a:bodyPr>
          <a:lstStyle/>
          <a:p>
            <a:pPr algn="l">
              <a:defRPr sz="4125" b="0">
                <a:solidFill>
                  <a:srgbClr val="172B4D"/>
                </a:solidFill>
                <a:latin typeface="Arial"/>
                <a:ea typeface="Arial"/>
                <a:cs typeface="Arial"/>
              </a:defRPr>
            </a:pPr>
            <a:r>
              <a:rPr sz="4125" b="0">
                <a:solidFill>
                  <a:srgbClr val="172B4D"/>
                </a:solidFill>
                <a:latin typeface="Arial"/>
                <a:ea typeface="Arial"/>
                <a:cs typeface="Arial"/>
              </a:rPr>
              <a:t>+</a:t>
            </a:r>
          </a:p>
        </p:txBody>
      </p:sp>
      <p:sp>
        <p:nvSpPr>
          <p:cNvPr id="18" name="object-18">
            <a:extLst>
              <a:ext uri="{FF2B5EF4-FFF2-40B4-BE49-F238E27FC236}">
                <a16:creationId xmlns:a16="http://schemas.microsoft.com/office/drawing/2014/main" id="{20D7BFFF-D12A-4174-B74E-D7F6C12DE9F1}"/>
              </a:ext>
            </a:extLst>
          </p:cNvPr>
          <p:cNvSpPr>
            <a:spLocks noGrp="1"/>
          </p:cNvSpPr>
          <p:nvPr/>
        </p:nvSpPr>
        <p:spPr>
          <a:xfrm>
            <a:off x="5238750" y="5036344"/>
            <a:ext cx="5060156" cy="35719"/>
          </a:xfrm>
          <a:prstGeom prst="rect">
            <a:avLst/>
          </a:prstGeom>
          <a:solidFill>
            <a:srgbClr val="172B4D"/>
          </a:solidFill>
          <a:ln w="0">
            <a:noFill/>
          </a:ln>
        </p:spPr>
      </p:sp>
      <p:sp>
        <p:nvSpPr>
          <p:cNvPr id="19" name="object-19">
            <a:extLst>
              <a:ext uri="{FF2B5EF4-FFF2-40B4-BE49-F238E27FC236}">
                <a16:creationId xmlns:a16="http://schemas.microsoft.com/office/drawing/2014/main" id="{1692BCC5-CDF4-46D7-AB3A-21DC20155D2B}"/>
              </a:ext>
            </a:extLst>
          </p:cNvPr>
          <p:cNvSpPr>
            <a:spLocks noGrp="1"/>
          </p:cNvSpPr>
          <p:nvPr/>
        </p:nvSpPr>
        <p:spPr>
          <a:xfrm>
            <a:off x="9155906" y="2988469"/>
            <a:ext cx="904875" cy="1976438"/>
          </a:xfrm>
          <a:prstGeom prst="rect">
            <a:avLst/>
          </a:prstGeom>
          <a:noFill/>
          <a:ln w="35719">
            <a:solidFill>
              <a:srgbClr val="9A5800"/>
            </a:solidFill>
          </a:ln>
        </p:spPr>
      </p:sp>
      <p:sp>
        <p:nvSpPr>
          <p:cNvPr id="20" name="object-20">
            <a:extLst>
              <a:ext uri="{FF2B5EF4-FFF2-40B4-BE49-F238E27FC236}">
                <a16:creationId xmlns:a16="http://schemas.microsoft.com/office/drawing/2014/main" id="{B91BC200-9CBC-458C-8E2A-F14465E22434}"/>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0 + 0 = 0</a:t>
            </a:r>
          </a:p>
        </p:txBody>
      </p:sp>
      <p:sp>
        <p:nvSpPr>
          <p:cNvPr id="21" name="object-21">
            <a:extLst>
              <a:ext uri="{FF2B5EF4-FFF2-40B4-BE49-F238E27FC236}">
                <a16:creationId xmlns:a16="http://schemas.microsoft.com/office/drawing/2014/main" id="{CAECF2DB-301B-4C1C-855C-CDAD4DFB9E5E}"/>
              </a:ext>
            </a:extLst>
          </p:cNvPr>
          <p:cNvSpPr>
            <a:spLocks noGrp="1"/>
          </p:cNvSpPr>
          <p:nvPr/>
        </p:nvSpPr>
        <p:spPr>
          <a:xfrm>
            <a:off x="919162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0</a:t>
            </a:r>
          </a:p>
        </p:txBody>
      </p:sp>
      <p:sp>
        <p:nvSpPr>
          <p:cNvPr id="22" name="object-22">
            <a:extLst>
              <a:ext uri="{FF2B5EF4-FFF2-40B4-BE49-F238E27FC236}">
                <a16:creationId xmlns:a16="http://schemas.microsoft.com/office/drawing/2014/main" id="{B42F62F8-DC57-454B-B310-F0FC6D74088C}"/>
              </a:ext>
            </a:extLst>
          </p:cNvPr>
          <p:cNvSpPr>
            <a:spLocks noGrp="1"/>
          </p:cNvSpPr>
          <p:nvPr/>
        </p:nvSpPr>
        <p:spPr>
          <a:xfrm>
            <a:off x="8227219" y="2988469"/>
            <a:ext cx="904875" cy="1976438"/>
          </a:xfrm>
          <a:prstGeom prst="rect">
            <a:avLst/>
          </a:prstGeom>
          <a:noFill/>
          <a:ln w="35719">
            <a:solidFill>
              <a:srgbClr val="9A5800"/>
            </a:solidFill>
          </a:ln>
        </p:spPr>
      </p:sp>
      <p:sp>
        <p:nvSpPr>
          <p:cNvPr id="23" name="object-23">
            <a:extLst>
              <a:ext uri="{FF2B5EF4-FFF2-40B4-BE49-F238E27FC236}">
                <a16:creationId xmlns:a16="http://schemas.microsoft.com/office/drawing/2014/main" id="{39BD5528-EAB8-48F8-8BD7-DBBAB3647903}"/>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2 + 0 = 2</a:t>
            </a:r>
          </a:p>
        </p:txBody>
      </p:sp>
      <p:sp>
        <p:nvSpPr>
          <p:cNvPr id="24" name="object-24">
            <a:extLst>
              <a:ext uri="{FF2B5EF4-FFF2-40B4-BE49-F238E27FC236}">
                <a16:creationId xmlns:a16="http://schemas.microsoft.com/office/drawing/2014/main" id="{C00A2649-088C-45AC-B8DE-D6909F8489CA}"/>
              </a:ext>
            </a:extLst>
          </p:cNvPr>
          <p:cNvSpPr>
            <a:spLocks noGrp="1"/>
          </p:cNvSpPr>
          <p:nvPr/>
        </p:nvSpPr>
        <p:spPr>
          <a:xfrm>
            <a:off x="8262938"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2</a:t>
            </a:r>
          </a:p>
        </p:txBody>
      </p:sp>
      <p:sp>
        <p:nvSpPr>
          <p:cNvPr id="25" name="object-25">
            <a:extLst>
              <a:ext uri="{FF2B5EF4-FFF2-40B4-BE49-F238E27FC236}">
                <a16:creationId xmlns:a16="http://schemas.microsoft.com/office/drawing/2014/main" id="{B011A9BF-8282-4B27-A875-AA09BE515B82}"/>
              </a:ext>
            </a:extLst>
          </p:cNvPr>
          <p:cNvSpPr>
            <a:spLocks noGrp="1"/>
          </p:cNvSpPr>
          <p:nvPr/>
        </p:nvSpPr>
        <p:spPr>
          <a:xfrm>
            <a:off x="7298531" y="2988469"/>
            <a:ext cx="904875" cy="1976438"/>
          </a:xfrm>
          <a:prstGeom prst="rect">
            <a:avLst/>
          </a:prstGeom>
          <a:noFill/>
          <a:ln w="35719">
            <a:solidFill>
              <a:srgbClr val="9A5800"/>
            </a:solidFill>
          </a:ln>
        </p:spPr>
      </p:sp>
      <p:sp>
        <p:nvSpPr>
          <p:cNvPr id="26" name="object-26">
            <a:extLst>
              <a:ext uri="{FF2B5EF4-FFF2-40B4-BE49-F238E27FC236}">
                <a16:creationId xmlns:a16="http://schemas.microsoft.com/office/drawing/2014/main" id="{F15CE5AB-A0EF-4881-B5E4-A7D598E38391}"/>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5 + 2 = 7</a:t>
            </a:r>
          </a:p>
        </p:txBody>
      </p:sp>
      <p:sp>
        <p:nvSpPr>
          <p:cNvPr id="27" name="object-27">
            <a:extLst>
              <a:ext uri="{FF2B5EF4-FFF2-40B4-BE49-F238E27FC236}">
                <a16:creationId xmlns:a16="http://schemas.microsoft.com/office/drawing/2014/main" id="{F0F590B0-A85D-43BA-84AA-DF4D0BB7F2CB}"/>
              </a:ext>
            </a:extLst>
          </p:cNvPr>
          <p:cNvSpPr>
            <a:spLocks noGrp="1"/>
          </p:cNvSpPr>
          <p:nvPr/>
        </p:nvSpPr>
        <p:spPr>
          <a:xfrm>
            <a:off x="7334250"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7</a:t>
            </a:r>
          </a:p>
        </p:txBody>
      </p:sp>
      <p:sp>
        <p:nvSpPr>
          <p:cNvPr id="28" name="object-28">
            <a:extLst>
              <a:ext uri="{FF2B5EF4-FFF2-40B4-BE49-F238E27FC236}">
                <a16:creationId xmlns:a16="http://schemas.microsoft.com/office/drawing/2014/main" id="{05D10ABE-5981-4203-89D6-F1F2CE13270B}"/>
              </a:ext>
            </a:extLst>
          </p:cNvPr>
          <p:cNvSpPr>
            <a:spLocks noGrp="1"/>
          </p:cNvSpPr>
          <p:nvPr/>
        </p:nvSpPr>
        <p:spPr>
          <a:xfrm>
            <a:off x="6369844" y="2988469"/>
            <a:ext cx="904875" cy="1976438"/>
          </a:xfrm>
          <a:prstGeom prst="rect">
            <a:avLst/>
          </a:prstGeom>
          <a:noFill/>
          <a:ln w="35719">
            <a:solidFill>
              <a:srgbClr val="9A5800"/>
            </a:solidFill>
          </a:ln>
        </p:spPr>
      </p:sp>
      <p:sp>
        <p:nvSpPr>
          <p:cNvPr id="29" name="object-29">
            <a:extLst>
              <a:ext uri="{FF2B5EF4-FFF2-40B4-BE49-F238E27FC236}">
                <a16:creationId xmlns:a16="http://schemas.microsoft.com/office/drawing/2014/main" id="{C23EB48D-10B7-48E1-99BC-E92731EBE0D1}"/>
              </a:ext>
            </a:extLst>
          </p:cNvPr>
          <p:cNvSpPr>
            <a:spLocks noGrp="1"/>
          </p:cNvSpPr>
          <p:nvPr/>
        </p:nvSpPr>
        <p:spPr>
          <a:xfrm>
            <a:off x="6405563" y="2571750"/>
            <a:ext cx="833438" cy="452438"/>
          </a:xfrm>
          <a:prstGeom prst="rect">
            <a:avLst/>
          </a:prstGeom>
          <a:noFill/>
          <a:ln w="0">
            <a:noFill/>
          </a:ln>
        </p:spPr>
        <p:txBody>
          <a:bodyPr anchor="ctr">
            <a:noAutofit/>
          </a:bodyPr>
          <a:lstStyle/>
          <a:p>
            <a:pPr algn="ctr">
              <a:defRPr sz="2438" b="1">
                <a:solidFill>
                  <a:srgbClr val="9A5800"/>
                </a:solidFill>
                <a:latin typeface="Arial"/>
                <a:ea typeface="Arial"/>
                <a:cs typeface="Arial"/>
              </a:defRPr>
            </a:pPr>
            <a:r>
              <a:rPr sz="2438" b="1">
                <a:solidFill>
                  <a:srgbClr val="9A5800"/>
                </a:solidFill>
                <a:latin typeface="Arial"/>
                <a:ea typeface="Arial"/>
                <a:cs typeface="Arial"/>
              </a:rPr>
              <a:t>1</a:t>
            </a:r>
          </a:p>
        </p:txBody>
      </p:sp>
      <p:sp>
        <p:nvSpPr>
          <p:cNvPr id="30" name="object-30">
            <a:extLst>
              <a:ext uri="{FF2B5EF4-FFF2-40B4-BE49-F238E27FC236}">
                <a16:creationId xmlns:a16="http://schemas.microsoft.com/office/drawing/2014/main" id="{FCA63AC8-C51F-4EA8-A0F7-FD358F91ADDD}"/>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9 + 3 = 12</a:t>
            </a:r>
          </a:p>
        </p:txBody>
      </p:sp>
      <p:sp>
        <p:nvSpPr>
          <p:cNvPr id="31" name="object-31">
            <a:extLst>
              <a:ext uri="{FF2B5EF4-FFF2-40B4-BE49-F238E27FC236}">
                <a16:creationId xmlns:a16="http://schemas.microsoft.com/office/drawing/2014/main" id="{D017B9E2-2606-43BF-8E61-8E39E4090908}"/>
              </a:ext>
            </a:extLst>
          </p:cNvPr>
          <p:cNvSpPr>
            <a:spLocks noGrp="1"/>
          </p:cNvSpPr>
          <p:nvPr/>
        </p:nvSpPr>
        <p:spPr>
          <a:xfrm>
            <a:off x="6405563"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2</a:t>
            </a:r>
          </a:p>
        </p:txBody>
      </p:sp>
      <p:sp>
        <p:nvSpPr>
          <p:cNvPr id="32" name="object-32">
            <a:extLst>
              <a:ext uri="{FF2B5EF4-FFF2-40B4-BE49-F238E27FC236}">
                <a16:creationId xmlns:a16="http://schemas.microsoft.com/office/drawing/2014/main" id="{71A86DDD-B49A-4298-8876-ADDB3B97C08D}"/>
              </a:ext>
            </a:extLst>
          </p:cNvPr>
          <p:cNvSpPr>
            <a:spLocks noGrp="1"/>
          </p:cNvSpPr>
          <p:nvPr/>
        </p:nvSpPr>
        <p:spPr>
          <a:xfrm>
            <a:off x="5441156" y="2988469"/>
            <a:ext cx="904875" cy="1976438"/>
          </a:xfrm>
          <a:prstGeom prst="rect">
            <a:avLst/>
          </a:prstGeom>
          <a:noFill/>
          <a:ln w="35719">
            <a:solidFill>
              <a:srgbClr val="9A5800"/>
            </a:solidFill>
          </a:ln>
        </p:spPr>
      </p:sp>
      <p:sp>
        <p:nvSpPr>
          <p:cNvPr id="33" name="object-33">
            <a:extLst>
              <a:ext uri="{FF2B5EF4-FFF2-40B4-BE49-F238E27FC236}">
                <a16:creationId xmlns:a16="http://schemas.microsoft.com/office/drawing/2014/main" id="{4B55036F-72FF-4D61-AD4D-3ACE4844C9AD}"/>
              </a:ext>
            </a:extLst>
          </p:cNvPr>
          <p:cNvSpPr>
            <a:spLocks noGrp="1"/>
          </p:cNvSpPr>
          <p:nvPr/>
        </p:nvSpPr>
        <p:spPr>
          <a:xfrm>
            <a:off x="1190625" y="6477000"/>
            <a:ext cx="12858750" cy="714375"/>
          </a:xfrm>
          <a:prstGeom prst="rect">
            <a:avLst/>
          </a:prstGeom>
          <a:noFill/>
          <a:ln w="0">
            <a:noFill/>
          </a:ln>
        </p:spPr>
        <p:txBody>
          <a:bodyPr anchor="ctr">
            <a:noAutofit/>
          </a:bodyPr>
          <a:lstStyle/>
          <a:p>
            <a:pPr algn="ctr">
              <a:defRPr sz="2906" b="1">
                <a:solidFill>
                  <a:srgbClr val="172B4D"/>
                </a:solidFill>
                <a:latin typeface="Arial"/>
                <a:ea typeface="Arial"/>
                <a:cs typeface="Arial"/>
              </a:defRPr>
            </a:pPr>
            <a:r>
              <a:rPr sz="2906" b="1">
                <a:solidFill>
                  <a:srgbClr val="172B4D"/>
                </a:solidFill>
                <a:latin typeface="Arial"/>
                <a:ea typeface="Arial"/>
                <a:cs typeface="Arial"/>
              </a:rPr>
              <a:t>1 + 7 + 1 = 9</a:t>
            </a:r>
          </a:p>
        </p:txBody>
      </p:sp>
      <p:sp>
        <p:nvSpPr>
          <p:cNvPr id="34" name="object-34">
            <a:extLst>
              <a:ext uri="{FF2B5EF4-FFF2-40B4-BE49-F238E27FC236}">
                <a16:creationId xmlns:a16="http://schemas.microsoft.com/office/drawing/2014/main" id="{3890240A-08F2-403E-BC8B-FE8C2BCA436F}"/>
              </a:ext>
            </a:extLst>
          </p:cNvPr>
          <p:cNvSpPr>
            <a:spLocks noGrp="1"/>
          </p:cNvSpPr>
          <p:nvPr/>
        </p:nvSpPr>
        <p:spPr>
          <a:xfrm>
            <a:off x="5476875" y="5214938"/>
            <a:ext cx="833438" cy="833438"/>
          </a:xfrm>
          <a:prstGeom prst="rect">
            <a:avLst/>
          </a:prstGeom>
          <a:noFill/>
          <a:ln w="0">
            <a:noFill/>
          </a:ln>
        </p:spPr>
        <p:txBody>
          <a:bodyPr anchor="ctr">
            <a:noAutofit/>
          </a:bodyPr>
          <a:lstStyle/>
          <a:p>
            <a:pPr algn="ctr">
              <a:defRPr sz="4594" b="1">
                <a:solidFill>
                  <a:srgbClr val="11745A"/>
                </a:solidFill>
                <a:latin typeface="Arial"/>
                <a:ea typeface="Arial"/>
                <a:cs typeface="Arial"/>
              </a:defRPr>
            </a:pPr>
            <a:r>
              <a:rPr sz="4594" b="1">
                <a:solidFill>
                  <a:srgbClr val="11745A"/>
                </a:solidFill>
                <a:latin typeface="Arial"/>
                <a:ea typeface="Arial"/>
                <a:cs typeface="Arial"/>
              </a:rPr>
              <a:t>9</a:t>
            </a:r>
          </a:p>
        </p:txBody>
      </p:sp>
      <p:sp>
        <p:nvSpPr>
          <p:cNvPr id="35" name="object-35">
            <a:extLst>
              <a:ext uri="{FF2B5EF4-FFF2-40B4-BE49-F238E27FC236}">
                <a16:creationId xmlns:a16="http://schemas.microsoft.com/office/drawing/2014/main" id="{879EB305-AD5E-4AEC-831F-697DD2B9C7AB}"/>
              </a:ext>
            </a:extLst>
          </p:cNvPr>
          <p:cNvSpPr>
            <a:spLocks noGrp="1"/>
          </p:cNvSpPr>
          <p:nvPr/>
        </p:nvSpPr>
        <p:spPr>
          <a:xfrm>
            <a:off x="892969" y="7262813"/>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19,520 + 73,200 = 92,720</a:t>
            </a:r>
          </a:p>
        </p:txBody>
      </p:sp>
    </p:spTree>
    <p:extLst>
      <p:ext uri="{BB962C8B-B14F-4D97-AF65-F5344CB8AC3E}">
        <p14:creationId xmlns:p14="http://schemas.microsoft.com/office/powerpoint/2010/main" val="169537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1"/>
                                        </p:tgtEl>
                                        <p:attrNameLst>
                                          <p:attrName>style.visibility</p:attrName>
                                        </p:attrNameLst>
                                      </p:cBhvr>
                                      <p:to>
                                        <p:strVal val="visible"/>
                                      </p:to>
                                    </p:set>
                                  </p:childTnLst>
                                </p:cTn>
                              </p:par>
                              <p:par>
                                <p:cTn id="12" presetID="1" presetClass="exit" presetSubtype="0" fill="hold" nodeType="withEffect">
                                  <p:stCondLst>
                                    <p:cond delay="0"/>
                                  </p:stCondLst>
                                  <p:childTnLst>
                                    <p:set>
                                      <p:cBhvr>
                                        <p:cTn id="13" dur="1" fill="hold">
                                          <p:stCondLst>
                                            <p:cond delay="0"/>
                                          </p:stCondLst>
                                        </p:cTn>
                                        <p:tgtEl>
                                          <p:spTgt spid="1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2"/>
                                        </p:tgtEl>
                                        <p:attrNameLst>
                                          <p:attrName>style.visibility</p:attrName>
                                        </p:attrNameLst>
                                      </p:cBhvr>
                                      <p:to>
                                        <p:strVal val="visible"/>
                                      </p:to>
                                    </p:set>
                                  </p:childTnLst>
                                </p:cTn>
                              </p:par>
                              <p:par>
                                <p:cTn id="18" presetID="1" presetClass="exit" presetSubtype="0" fill="hold" grpId="1" nodeType="withEffect">
                                  <p:stCondLst>
                                    <p:cond delay="0"/>
                                  </p:stCondLst>
                                  <p:childTnLst>
                                    <p:set>
                                      <p:cBhvr>
                                        <p:cTn id="19" dur="1" fill="hold">
                                          <p:stCondLst>
                                            <p:cond delay="0"/>
                                          </p:stCondLst>
                                        </p:cTn>
                                        <p:tgtEl>
                                          <p:spTgt spid="20"/>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2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23"/>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25"/>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8"/>
                                        </p:tgtEl>
                                        <p:attrNameLst>
                                          <p:attrName>style.visibility</p:attrName>
                                        </p:attrNameLst>
                                      </p:cBhvr>
                                      <p:to>
                                        <p:strVal val="visible"/>
                                      </p:to>
                                    </p:set>
                                  </p:childTnLst>
                                </p:cTn>
                              </p:par>
                              <p:par>
                                <p:cTn id="44" presetID="1" presetClass="exit" presetSubtype="0" fill="hold" grpId="1" nodeType="withEffect">
                                  <p:stCondLst>
                                    <p:cond delay="0"/>
                                  </p:stCondLst>
                                  <p:childTnLst>
                                    <p:set>
                                      <p:cBhvr>
                                        <p:cTn id="45" dur="1" fill="hold">
                                          <p:stCondLst>
                                            <p:cond delay="0"/>
                                          </p:stCondLst>
                                        </p:cTn>
                                        <p:tgtEl>
                                          <p:spTgt spid="26"/>
                                        </p:tgtEl>
                                        <p:attrNameLst>
                                          <p:attrName>style.visibility</p:attrName>
                                        </p:attrNameLst>
                                      </p:cBhvr>
                                      <p:to>
                                        <p:strVal val="hidden"/>
                                      </p:to>
                                    </p:set>
                                  </p:childTnLst>
                                </p:cTn>
                              </p:par>
                              <p:par>
                                <p:cTn id="46" presetID="1"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childTnLst>
                                </p:cTn>
                              </p:par>
                            </p:childTnLst>
                          </p:cTn>
                        </p:par>
                        <p:par>
                          <p:cTn id="48" fill="hold">
                            <p:stCondLst>
                              <p:cond delay="0"/>
                            </p:stCondLst>
                            <p:childTnLst>
                              <p:par>
                                <p:cTn id="49" presetID="63" presetClass="path" presetSubtype="0" accel="50000" decel="50000" fill="hold" grpId="1" nodeType="afterEffect">
                                  <p:stCondLst>
                                    <p:cond delay="0"/>
                                  </p:stCondLst>
                                  <p:childTnLst>
                                    <p:animMotion origin="layout" path="M 0 0 L -0.0609375 0 E" pathEditMode="relative" ptsTypes="">
                                      <p:cBhvr>
                                        <p:cTn id="50" dur="800" fill="hold"/>
                                        <p:tgtEl>
                                          <p:spTgt spid="29"/>
                                        </p:tgtEl>
                                        <p:attrNameLst>
                                          <p:attrName>ppt_x</p:attrName>
                                          <p:attrName>ppt_y</p:attrName>
                                        </p:attrNameLst>
                                      </p:cBhvr>
                                    </p:animMotion>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par>
                          <p:cTn id="53" fill="hold">
                            <p:stCondLst>
                              <p:cond delay="800"/>
                            </p:stCondLst>
                            <p:childTnLst>
                              <p:par>
                                <p:cTn id="54" presetID="1" presetClass="entr" presetSubtype="0"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0"/>
                                          </p:stCondLst>
                                        </p:cTn>
                                        <p:tgtEl>
                                          <p:spTgt spid="2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2"/>
                                        </p:tgtEl>
                                        <p:attrNameLst>
                                          <p:attrName>style.visibility</p:attrName>
                                        </p:attrNameLst>
                                      </p:cBhvr>
                                      <p:to>
                                        <p:strVal val="visible"/>
                                      </p:to>
                                    </p:set>
                                  </p:childTnLst>
                                </p:cTn>
                              </p:par>
                              <p:par>
                                <p:cTn id="62" presetID="1" presetClass="exit" presetSubtype="0" fill="hold" grpId="1" nodeType="withEffect">
                                  <p:stCondLst>
                                    <p:cond delay="0"/>
                                  </p:stCondLst>
                                  <p:childTnLst>
                                    <p:set>
                                      <p:cBhvr>
                                        <p:cTn id="63" dur="1" fill="hold">
                                          <p:stCondLst>
                                            <p:cond delay="0"/>
                                          </p:stCondLst>
                                        </p:cTn>
                                        <p:tgtEl>
                                          <p:spTgt spid="30"/>
                                        </p:tgtEl>
                                        <p:attrNameLst>
                                          <p:attrName>style.visibility</p:attrName>
                                        </p:attrNameLst>
                                      </p:cBhvr>
                                      <p:to>
                                        <p:strVal val="hidden"/>
                                      </p:to>
                                    </p:set>
                                  </p:childTnLst>
                                </p:cTn>
                              </p:par>
                              <p:par>
                                <p:cTn id="64" presetID="1"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grpId="0" nodeType="after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32"/>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1" grpId="0"/>
      <p:bldP spid="23" grpId="0"/>
      <p:bldP spid="23" grpId="1"/>
      <p:bldP spid="24" grpId="0"/>
      <p:bldP spid="26" grpId="0"/>
      <p:bldP spid="26" grpId="1"/>
      <p:bldP spid="27" grpId="0"/>
      <p:bldP spid="29" grpId="0"/>
      <p:bldP spid="29" grpId="1"/>
      <p:bldP spid="30" grpId="0"/>
      <p:bldP spid="30" grpId="1"/>
      <p:bldP spid="31" grpId="0"/>
      <p:bldP spid="33" grpId="0"/>
      <p:bldP spid="34"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3AE99BD4-C9B3-4AB7-95A8-0D4F5A80696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08073C5C-9BEF-4524-810D-ABAD1D8D4E7A}"/>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793CB36A-38EC-466C-8EE7-9FD615D476D2}"/>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57466141-107D-426D-B788-BBC2F7C75712}"/>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C94ED695-E198-481A-A55E-522DC58D37A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6" name="object-6">
            <a:extLst>
              <a:ext uri="{FF2B5EF4-FFF2-40B4-BE49-F238E27FC236}">
                <a16:creationId xmlns:a16="http://schemas.microsoft.com/office/drawing/2014/main" id="{2D256925-4BF6-400E-8327-3F487694224B}"/>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10</a:t>
            </a:r>
          </a:p>
        </p:txBody>
      </p:sp>
      <p:sp>
        <p:nvSpPr>
          <p:cNvPr id="7" name="object-7">
            <a:extLst>
              <a:ext uri="{FF2B5EF4-FFF2-40B4-BE49-F238E27FC236}">
                <a16:creationId xmlns:a16="http://schemas.microsoft.com/office/drawing/2014/main" id="{F04ED2E2-65DB-4586-8D14-553A6EADC717}"/>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1D54AE76-0CEC-4359-81A2-33575EDF8482}"/>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Complete: 7,305,019 rounded to 100,000; 2,407 x 38; 7,488 / 26.</a:t>
            </a:r>
          </a:p>
        </p:txBody>
      </p:sp>
      <p:sp>
        <p:nvSpPr>
          <p:cNvPr id="9" name="object-9">
            <a:extLst>
              <a:ext uri="{FF2B5EF4-FFF2-40B4-BE49-F238E27FC236}">
                <a16:creationId xmlns:a16="http://schemas.microsoft.com/office/drawing/2014/main" id="{4C4041DC-9626-41C0-9390-4E0729D38202}"/>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7256DC6C-A805-48F9-97B9-81B3ED68DED2}"/>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Find the HCF of 72 and 120, then calculate 18 + 6 x 7.</a:t>
            </a:r>
          </a:p>
        </p:txBody>
      </p:sp>
      <p:sp>
        <p:nvSpPr>
          <p:cNvPr id="11" name="object-11">
            <a:extLst>
              <a:ext uri="{FF2B5EF4-FFF2-40B4-BE49-F238E27FC236}">
                <a16:creationId xmlns:a16="http://schemas.microsoft.com/office/drawing/2014/main" id="{DF1ED722-DB31-4632-A6B4-F7CADAA7EC67}"/>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9479FB3F-C2FE-4F05-BF77-A30D207F18E3}"/>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25 boxes hold 144 items each. 1,275 items are used. How many remain?</a:t>
            </a:r>
          </a:p>
        </p:txBody>
      </p:sp>
      <p:sp>
        <p:nvSpPr>
          <p:cNvPr id="13" name="object-13">
            <a:extLst>
              <a:ext uri="{FF2B5EF4-FFF2-40B4-BE49-F238E27FC236}">
                <a16:creationId xmlns:a16="http://schemas.microsoft.com/office/drawing/2014/main" id="{B95A2D0B-3950-407A-B8ED-02D191DCC295}"/>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B687D79C-097A-4203-A3E8-6BF05D0A935C}"/>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Complete: 7,305,019 rounded to 100,000; 2,407 x 38; 7,488 / 26.</a:t>
            </a:r>
          </a:p>
        </p:txBody>
      </p:sp>
      <p:sp>
        <p:nvSpPr>
          <p:cNvPr id="15" name="object-15">
            <a:extLst>
              <a:ext uri="{FF2B5EF4-FFF2-40B4-BE49-F238E27FC236}">
                <a16:creationId xmlns:a16="http://schemas.microsoft.com/office/drawing/2014/main" id="{FD7163E2-3223-4CD1-A445-4FE771CAC0A6}"/>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7BE3930B-D834-4232-93ED-E417E9A37A84}"/>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Find the HCF of 72 and 120, then calculate 18 + 6 x 7.</a:t>
            </a:r>
          </a:p>
        </p:txBody>
      </p:sp>
      <p:sp>
        <p:nvSpPr>
          <p:cNvPr id="17" name="object-17">
            <a:extLst>
              <a:ext uri="{FF2B5EF4-FFF2-40B4-BE49-F238E27FC236}">
                <a16:creationId xmlns:a16="http://schemas.microsoft.com/office/drawing/2014/main" id="{71E1950F-0564-4480-A43D-407CF5D3B586}"/>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BE0BA3A4-0FA4-4B21-9030-491EACE977CA}"/>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Solve: 25 boxes hold 144 items each. 1,275 items are used. How many remain?</a:t>
            </a:r>
          </a:p>
        </p:txBody>
      </p:sp>
      <p:sp>
        <p:nvSpPr>
          <p:cNvPr id="19" name="object-19">
            <a:extLst>
              <a:ext uri="{FF2B5EF4-FFF2-40B4-BE49-F238E27FC236}">
                <a16:creationId xmlns:a16="http://schemas.microsoft.com/office/drawing/2014/main" id="{3CE2858B-A3BC-4F15-A0FD-7809DB422706}"/>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8045D86C-C0A6-43F5-BDE4-A9DECE4160C9}"/>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Choose one objective and create a diagnostic question that would reveal a common misconception.</a:t>
            </a:r>
          </a:p>
        </p:txBody>
      </p:sp>
      <p:sp>
        <p:nvSpPr>
          <p:cNvPr id="21" name="object-21">
            <a:extLst>
              <a:ext uri="{FF2B5EF4-FFF2-40B4-BE49-F238E27FC236}">
                <a16:creationId xmlns:a16="http://schemas.microsoft.com/office/drawing/2014/main" id="{5798AF8D-6848-4134-8DF1-01DDC9FC8C9D}"/>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6CD16B23-B01A-414D-B7AC-17F830DDEB68}"/>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writes 'more practice' as a next step without naming the knowledge needed.</a:t>
            </a:r>
          </a:p>
        </p:txBody>
      </p:sp>
      <p:sp>
        <p:nvSpPr>
          <p:cNvPr id="23" name="object-23">
            <a:extLst>
              <a:ext uri="{FF2B5EF4-FFF2-40B4-BE49-F238E27FC236}">
                <a16:creationId xmlns:a16="http://schemas.microsoft.com/office/drawing/2014/main" id="{755E4BA3-5492-4DB9-B4DA-8B55F9D179DC}"/>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62301AA6-57A2-4D90-BDB2-043C5ED90739}"/>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82C1A290-3CD7-4609-A820-E5D4FCEC823F}"/>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DFBB6209-B887-41F6-B4FF-D27DA8DDF47A}"/>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Solve: 25 boxes hold 144 items each. 1,275 items are used. How many remain?</a:t>
            </a:r>
          </a:p>
        </p:txBody>
      </p:sp>
    </p:spTree>
    <p:extLst>
      <p:ext uri="{BB962C8B-B14F-4D97-AF65-F5344CB8AC3E}">
        <p14:creationId xmlns:p14="http://schemas.microsoft.com/office/powerpoint/2010/main" val="766844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DC677D50-EB8B-4015-BCCA-DC0BA5FB01BB}"/>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39E19D31-EDA3-43D1-B566-43871F77EEE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9E98B106-9419-43C0-B9B4-2D054A638573}"/>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92A2F9B0-6F12-4DC3-BB28-B85FAFCE651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Assess learning and plan next steps</a:t>
            </a:r>
          </a:p>
        </p:txBody>
      </p:sp>
      <p:sp>
        <p:nvSpPr>
          <p:cNvPr id="5" name="object-5">
            <a:extLst>
              <a:ext uri="{FF2B5EF4-FFF2-40B4-BE49-F238E27FC236}">
                <a16:creationId xmlns:a16="http://schemas.microsoft.com/office/drawing/2014/main" id="{81B4ABED-4477-4C05-BFFF-188C75AFBE64}"/>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11</a:t>
            </a:r>
          </a:p>
        </p:txBody>
      </p:sp>
      <p:sp>
        <p:nvSpPr>
          <p:cNvPr id="6" name="object-6">
            <a:extLst>
              <a:ext uri="{FF2B5EF4-FFF2-40B4-BE49-F238E27FC236}">
                <a16:creationId xmlns:a16="http://schemas.microsoft.com/office/drawing/2014/main" id="{8ADB1D55-FE6A-4715-934B-EAFF6F32DFB4}"/>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4527B317-59B4-41AD-A370-118E912BD6F2}"/>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7,300,000; 91,466; 288.</a:t>
            </a:r>
          </a:p>
        </p:txBody>
      </p:sp>
      <p:sp>
        <p:nvSpPr>
          <p:cNvPr id="8" name="object-8">
            <a:extLst>
              <a:ext uri="{FF2B5EF4-FFF2-40B4-BE49-F238E27FC236}">
                <a16:creationId xmlns:a16="http://schemas.microsoft.com/office/drawing/2014/main" id="{F40D123F-E14B-40C2-8BDD-EC98E41EE137}"/>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A307EF2E-AF9A-4169-B2D0-99BDD2C42BD6}"/>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HCF 24; result 60.</a:t>
            </a:r>
          </a:p>
        </p:txBody>
      </p:sp>
      <p:sp>
        <p:nvSpPr>
          <p:cNvPr id="10" name="object-10">
            <a:extLst>
              <a:ext uri="{FF2B5EF4-FFF2-40B4-BE49-F238E27FC236}">
                <a16:creationId xmlns:a16="http://schemas.microsoft.com/office/drawing/2014/main" id="{AAA91812-1074-438D-9977-DAC239EB8B6E}"/>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E5A84C59-5B9E-4103-8935-4A7C08BD2117}"/>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2,325 items.</a:t>
            </a:r>
          </a:p>
        </p:txBody>
      </p:sp>
      <p:sp>
        <p:nvSpPr>
          <p:cNvPr id="12" name="object-12">
            <a:extLst>
              <a:ext uri="{FF2B5EF4-FFF2-40B4-BE49-F238E27FC236}">
                <a16:creationId xmlns:a16="http://schemas.microsoft.com/office/drawing/2014/main" id="{9B292C52-C4FF-4095-93D0-A498C189729A}"/>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D3DE31FD-ED6B-4B3E-B6B5-2AED77B2D306}"/>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7,300,000; 91,466; 288.</a:t>
            </a:r>
          </a:p>
        </p:txBody>
      </p:sp>
      <p:sp>
        <p:nvSpPr>
          <p:cNvPr id="14" name="object-14">
            <a:extLst>
              <a:ext uri="{FF2B5EF4-FFF2-40B4-BE49-F238E27FC236}">
                <a16:creationId xmlns:a16="http://schemas.microsoft.com/office/drawing/2014/main" id="{9CE6C0CD-EF6B-48FF-AEC6-00B793600223}"/>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EB3A80CA-036E-4895-BFA9-EFD28E67372D}"/>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HCF 24; result 60. Method or representation may vary.</a:t>
            </a:r>
          </a:p>
        </p:txBody>
      </p:sp>
      <p:sp>
        <p:nvSpPr>
          <p:cNvPr id="16" name="object-16">
            <a:extLst>
              <a:ext uri="{FF2B5EF4-FFF2-40B4-BE49-F238E27FC236}">
                <a16:creationId xmlns:a16="http://schemas.microsoft.com/office/drawing/2014/main" id="{66A29169-5030-4904-80D8-9F919676396C}"/>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D546CA6B-49E9-4D57-9B1D-8816A80D7D6D}"/>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2,325 items. A valid check must be shown.</a:t>
            </a:r>
          </a:p>
        </p:txBody>
      </p:sp>
      <p:sp>
        <p:nvSpPr>
          <p:cNvPr id="18" name="object-18">
            <a:extLst>
              <a:ext uri="{FF2B5EF4-FFF2-40B4-BE49-F238E27FC236}">
                <a16:creationId xmlns:a16="http://schemas.microsoft.com/office/drawing/2014/main" id="{B9E4A5A7-6D4D-4F81-99D0-65EDE266BD84}"/>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A683B8AA-6155-42DF-A9F3-2CFAF74F1B61}"/>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question must target a specific objective and explain the likely error.</a:t>
            </a:r>
          </a:p>
        </p:txBody>
      </p:sp>
      <p:sp>
        <p:nvSpPr>
          <p:cNvPr id="20" name="object-20">
            <a:extLst>
              <a:ext uri="{FF2B5EF4-FFF2-40B4-BE49-F238E27FC236}">
                <a16:creationId xmlns:a16="http://schemas.microsoft.com/office/drawing/2014/main" id="{1A621FF0-F9B5-4D0E-930C-2D6B39383DA8}"/>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F4F0A20F-38A2-478D-B93B-0850FDC77E9A}"/>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 useful next step names the exact concept, example and support required.</a:t>
            </a:r>
          </a:p>
        </p:txBody>
      </p:sp>
      <p:sp>
        <p:nvSpPr>
          <p:cNvPr id="22" name="object-22">
            <a:extLst>
              <a:ext uri="{FF2B5EF4-FFF2-40B4-BE49-F238E27FC236}">
                <a16:creationId xmlns:a16="http://schemas.microsoft.com/office/drawing/2014/main" id="{4B91832A-4945-48E7-BB61-52986E00D3F9}"/>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09BD77B5-72D4-4B33-B899-5A3EF2C2E23A}"/>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ABB6A912-3B2E-40C3-8D79-19495F2D1986}"/>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08FD6CE6-771D-433D-90BA-5E2CCCF71476}"/>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2983699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1843</Words>
  <Application>Microsoft Office PowerPoint</Application>
  <DocSecurity>0</DocSecurity>
  <PresentationFormat>Custom</PresentationFormat>
  <Paragraphs>324</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2026-09-14T13:22:03Z</dcterms:created>
  <dcterms:modified xsi:type="dcterms:W3CDTF">2026-09-14T13:22:07Z</dcterms:modified>
</cp:coreProperties>
</file>