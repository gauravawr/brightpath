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962c49db7d74af7" /><Relationship Type="http://schemas.openxmlformats.org/officeDocument/2006/relationships/extended-properties" Target="/docProps/app.xml" Id="R1cba003ccb754821" /><Relationship Type="http://schemas.openxmlformats.org/officeDocument/2006/relationships/officeDocument" Target="/ppt/presentation.xml" Id="R558d8fd020c8446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f220c21cf114c89"/>
  </p:sldMasterIdLst>
  <p:notesMasterIdLst>
    <p:notesMasterId xmlns:r="http://schemas.openxmlformats.org/officeDocument/2006/relationships" r:id="R0b6edf6eb30c451c"/>
  </p:notesMasterIdLst>
  <p:sldIdLst>
    <p:sldId xmlns:r="http://schemas.openxmlformats.org/officeDocument/2006/relationships" id="256" r:id="R0f27ad4acf894f67"/>
    <p:sldId xmlns:r="http://schemas.openxmlformats.org/officeDocument/2006/relationships" id="257" r:id="Ra5a2eaf7dfaa4ed1"/>
    <p:sldId xmlns:r="http://schemas.openxmlformats.org/officeDocument/2006/relationships" id="258" r:id="R15c206f336be41a7"/>
    <p:sldId xmlns:r="http://schemas.openxmlformats.org/officeDocument/2006/relationships" id="259" r:id="R3790cec16fb74ea1"/>
    <p:sldId xmlns:r="http://schemas.openxmlformats.org/officeDocument/2006/relationships" id="260" r:id="Ref039a56a0804ea1"/>
    <p:sldId xmlns:r="http://schemas.openxmlformats.org/officeDocument/2006/relationships" id="261" r:id="R9a92ca72893d4478"/>
    <p:sldId xmlns:r="http://schemas.openxmlformats.org/officeDocument/2006/relationships" id="262" r:id="Rc35c39c513da403d"/>
    <p:sldId xmlns:r="http://schemas.openxmlformats.org/officeDocument/2006/relationships" id="263" r:id="Ra5e1b0c57c444293"/>
    <p:sldId xmlns:r="http://schemas.openxmlformats.org/officeDocument/2006/relationships" id="264" r:id="Re519c8cd3fce4328"/>
    <p:sldId xmlns:r="http://schemas.openxmlformats.org/officeDocument/2006/relationships" id="265" r:id="Ra48e32ae48ee4206"/>
    <p:sldId xmlns:r="http://schemas.openxmlformats.org/officeDocument/2006/relationships" id="266" r:id="R82707429c0d142c9"/>
    <p:sldId xmlns:r="http://schemas.openxmlformats.org/officeDocument/2006/relationships" id="267" r:id="R8aa617c471a844b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34173ef22bb4dbb" /><Relationship Type="http://schemas.openxmlformats.org/officeDocument/2006/relationships/slideMaster" Target="/ppt/slideMasters/slideMaster1.xml" Id="R2f220c21cf114c89" /><Relationship Type="http://schemas.openxmlformats.org/officeDocument/2006/relationships/notesMaster" Target="/ppt/notesMasters/notesMaster1.xml" Id="R0b6edf6eb30c451c" /><Relationship Type="http://schemas.openxmlformats.org/officeDocument/2006/relationships/presProps" Target="/ppt/presProps.xml" Id="R69d8bba613c749dc" /><Relationship Type="http://schemas.openxmlformats.org/officeDocument/2006/relationships/tableStyles" Target="/ppt/tableStyles.xml" Id="R710d6779e04749e6" /><Relationship Type="http://schemas.openxmlformats.org/officeDocument/2006/relationships/slide" Target="/ppt/slides/slide1.xml" Id="R0f27ad4acf894f67" /><Relationship Type="http://schemas.openxmlformats.org/officeDocument/2006/relationships/slide" Target="/ppt/slides/slide2.xml" Id="Ra5a2eaf7dfaa4ed1" /><Relationship Type="http://schemas.openxmlformats.org/officeDocument/2006/relationships/slide" Target="/ppt/slides/slide3.xml" Id="R15c206f336be41a7" /><Relationship Type="http://schemas.openxmlformats.org/officeDocument/2006/relationships/slide" Target="/ppt/slides/slide4.xml" Id="R3790cec16fb74ea1" /><Relationship Type="http://schemas.openxmlformats.org/officeDocument/2006/relationships/slide" Target="/ppt/slides/slide5.xml" Id="Ref039a56a0804ea1" /><Relationship Type="http://schemas.openxmlformats.org/officeDocument/2006/relationships/slide" Target="/ppt/slides/slide6.xml" Id="R9a92ca72893d4478" /><Relationship Type="http://schemas.openxmlformats.org/officeDocument/2006/relationships/slide" Target="/ppt/slides/slide7.xml" Id="Rc35c39c513da403d" /><Relationship Type="http://schemas.openxmlformats.org/officeDocument/2006/relationships/slide" Target="/ppt/slides/slide8.xml" Id="Ra5e1b0c57c444293" /><Relationship Type="http://schemas.openxmlformats.org/officeDocument/2006/relationships/slide" Target="/ppt/slides/slide9.xml" Id="Re519c8cd3fce4328" /><Relationship Type="http://schemas.openxmlformats.org/officeDocument/2006/relationships/slide" Target="/ppt/slides/slide10.xml" Id="Ra48e32ae48ee4206" /><Relationship Type="http://schemas.openxmlformats.org/officeDocument/2006/relationships/slide" Target="/ppt/slides/slide11.xml" Id="R82707429c0d142c9" /><Relationship Type="http://schemas.openxmlformats.org/officeDocument/2006/relationships/slide" Target="/ppt/slides/slide12.xml" Id="R8aa617c471a844b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3da96f913e14b6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b798553b71d43f2" /><Relationship Type="http://schemas.openxmlformats.org/officeDocument/2006/relationships/notesMaster" Target="/ppt/notesMasters/notesMaster1.xml" Id="Re34b464651a84ff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b0d088f6be44a70" /><Relationship Type="http://schemas.openxmlformats.org/officeDocument/2006/relationships/notesMaster" Target="/ppt/notesMasters/notesMaster1.xml" Id="R25cb4923fbf2450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428c068388d40c2" /><Relationship Type="http://schemas.openxmlformats.org/officeDocument/2006/relationships/notesMaster" Target="/ppt/notesMasters/notesMaster1.xml" Id="Rda3c4e2a070f458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ccd6567b1564696" /><Relationship Type="http://schemas.openxmlformats.org/officeDocument/2006/relationships/notesMaster" Target="/ppt/notesMasters/notesMaster1.xml" Id="Rf4df5babbb3e46c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8f80fd5532a4c8e" /><Relationship Type="http://schemas.openxmlformats.org/officeDocument/2006/relationships/notesMaster" Target="/ppt/notesMasters/notesMaster1.xml" Id="Rc79578d2a25345b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09196f74df448b3" /><Relationship Type="http://schemas.openxmlformats.org/officeDocument/2006/relationships/notesMaster" Target="/ppt/notesMasters/notesMaster1.xml" Id="R97819c31ad304c5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601a15a921e4998" /><Relationship Type="http://schemas.openxmlformats.org/officeDocument/2006/relationships/notesMaster" Target="/ppt/notesMasters/notesMaster1.xml" Id="R411c903347cd416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287e473d43545fe" /><Relationship Type="http://schemas.openxmlformats.org/officeDocument/2006/relationships/notesMaster" Target="/ppt/notesMasters/notesMaster1.xml" Id="R6e16f20c6db241c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341663bbf8d42d9" /><Relationship Type="http://schemas.openxmlformats.org/officeDocument/2006/relationships/notesMaster" Target="/ppt/notesMasters/notesMaster1.xml" Id="R780b0e46f74f470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2fd8753f5614bc2" /><Relationship Type="http://schemas.openxmlformats.org/officeDocument/2006/relationships/notesMaster" Target="/ppt/notesMasters/notesMaster1.xml" Id="Rbc45189d75f3498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87d0b29f5b34529" /><Relationship Type="http://schemas.openxmlformats.org/officeDocument/2006/relationships/notesMaster" Target="/ppt/notesMasters/notesMaster1.xml" Id="R48919d64882745b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71b038bf70e4f9a" /><Relationship Type="http://schemas.openxmlformats.org/officeDocument/2006/relationships/notesMaster" Target="/ppt/notesMasters/notesMaster1.xml" Id="R086d2f110c6c409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Mini whiteboards, assessment questions, number lines, multiplication grid, reflection sheet.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HCF 24; result 60. | Retrieve the relevant fact or method before answering. | A useful next step names the exact concept, example and support required.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retrieve, explain, justify, method, misconception, next step.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then reveal each mathematical change one click at a time. Point to the numbers and operation that changed before moving to the next line. Final answer: 7,300,000; 91,466; 288.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HCF 24; result 60.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A useful next step names the exact concept, example and support required.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HCF 24; result 60..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2,325 items..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Answers vary. The question must target a specific objective and explain the likely error.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2,325 items.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2,325 items. | A useful next step names the exact concept, example and support required.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ac7ff72a614ea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d5076b4c30c4e4a" /><Relationship Type="http://schemas.openxmlformats.org/officeDocument/2006/relationships/slideLayout" Target="/ppt/slideLayouts/slideLayout1.xml" Id="R60251819014f411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0251819014f411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0dff8201ff4d96" /><Relationship Type="http://schemas.openxmlformats.org/officeDocument/2006/relationships/notesSlide" Target="/ppt/notesSlides/notesSlide1.xml" Id="R75656c23b963402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500711507e4773" /><Relationship Type="http://schemas.openxmlformats.org/officeDocument/2006/relationships/notesSlide" Target="/ppt/notesSlides/notesSlide2.xml" Id="R0c15517465974ba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d76d55a7d44db6" /><Relationship Type="http://schemas.openxmlformats.org/officeDocument/2006/relationships/notesSlide" Target="/ppt/notesSlides/notesSlide3.xml" Id="R52b2c2110074411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f6ef0507b5461b" /><Relationship Type="http://schemas.openxmlformats.org/officeDocument/2006/relationships/notesSlide" Target="/ppt/notesSlides/notesSlide4.xml" Id="Rad8db656ee8d432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b07e0eec744fa1" /><Relationship Type="http://schemas.openxmlformats.org/officeDocument/2006/relationships/notesSlide" Target="/ppt/notesSlides/notesSlide5.xml" Id="Rbeac198f645b46c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a9dcb9c08a4548" /><Relationship Type="http://schemas.openxmlformats.org/officeDocument/2006/relationships/notesSlide" Target="/ppt/notesSlides/notesSlide6.xml" Id="R99c5d72fbf9b4ee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03a1b2d32f4313" /><Relationship Type="http://schemas.openxmlformats.org/officeDocument/2006/relationships/image" Target="/ppt/media/image.png" Id="Rc13cbcddbc74477e" /><Relationship Type="http://schemas.openxmlformats.org/officeDocument/2006/relationships/notesSlide" Target="/ppt/notesSlides/notesSlide7.xml" Id="R3ee4fe8bdeb5406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adc71d41a54f03" /><Relationship Type="http://schemas.openxmlformats.org/officeDocument/2006/relationships/notesSlide" Target="/ppt/notesSlides/notesSlide8.xml" Id="Rb4b57adf23614bc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7bb184d9d44597" /><Relationship Type="http://schemas.openxmlformats.org/officeDocument/2006/relationships/notesSlide" Target="/ppt/notesSlides/notesSlide9.xml" Id="R4aba86e14b45485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d15aab944f4015" /><Relationship Type="http://schemas.openxmlformats.org/officeDocument/2006/relationships/notesSlide" Target="/ppt/notesSlides/notesSlide10.xml" Id="R5d408c01bc644b5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7ce3f312734b9f" /><Relationship Type="http://schemas.openxmlformats.org/officeDocument/2006/relationships/notesSlide" Target="/ppt/notesSlides/notesSlide11.xml" Id="R13be7f3429e2405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7549b39a804dda" /><Relationship Type="http://schemas.openxmlformats.org/officeDocument/2006/relationships/notesSlide" Target="/ppt/notesSlides/notesSlide12.xml" Id="R65734eb561364a2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421645-250A-4CFB-94CF-1E5893329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B2056E-316C-40C0-9CF5-7D008D16A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FA13B9-9D09-4B92-8DFE-96ECF1729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CF302F-C188-4E2E-8E6E-351B9B4BF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903EFE-5180-4270-8174-55B7B9D4D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Assess learning and plan next steps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21C694-F4DC-409A-88EB-C555B72A3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026932-B85F-42C9-A082-3E4467609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AC5160-A1AA-43E9-886A-39B9E61BA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343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demonstrate autumn learning and identify a precise next step.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D59756-E1E5-47F1-8149-21F3F85CB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DED903-A92F-4274-82A7-7B2EA4C0E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Mini whiteboards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1F5257-0EC6-433A-84DB-8B12E0161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76507416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539A7BC-622C-41B1-B7D2-5BF1E8708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CDAF34-CD82-4FAC-8850-47C9E39EB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DB1E68-6B42-437E-8819-D2D73459A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B431FA-85A7-4295-BAEF-E2D1408A3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18F966-4C28-4B1F-B86A-472A33D16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0A0155-44D8-424C-8054-9F355B3C9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F3D74E-EDE9-4112-8CDE-F1D3C5B20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68E2D5-B5CE-42FF-8CAC-B0247D89C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E14FE9-BD7C-4DE9-B4D4-51E0FC9A7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Assess learning and plan next steps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48A28A-2F20-4774-8B75-FB88ECE15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6A06C1-345E-4217-B869-D45BC4D0B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193D24-1647-41CB-BB43-963F0FF26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E9C221-BF59-4C1B-ADC5-93E00CD6B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Autumn learning about place value, rounding, calculation, number properties and problem solving.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0E4EAC-366A-4BA3-B617-0E0967698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70208A-8B56-4275-9E96-8B66DD31B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43035F-0014-4620-AA11-9F8A28297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6819B6-3335-484C-BE11-2B2F6E1D8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HCF of 72 and 120, then calculate 18 + 6 x 7.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13CCCB-7DB0-45EB-8F61-4CC16B2E8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8E94DC-12D1-4B08-887E-030BC9A24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F2DE640-9CA0-4AB1-A274-50462784F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02ACF0-AB5C-44AD-A971-E3BD6550A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Complete: 7,305,019 rounded to 100,000; 2,407 x 38; 7,488 / 26.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E3FB1F2-83DF-493E-8D36-4AD157E30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29172245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762633-45DD-4FBB-BB23-2A58E040C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7A5B70-2720-4CCA-A236-B003F513A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EAB75B-5D47-4A80-BE5F-C53F56EDD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0833BF-0122-44FC-8C32-62FA005B2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374D7B-7830-4E77-A7B8-01C70D978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918A85-4F5C-4AAE-9594-5BB3977AE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5DD665-C5BB-4B2C-ACB5-B70401C97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7CE1B3-5228-4085-93EE-BD7DAC94E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83E01F-10D2-4F9E-B756-CC85866BE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Assess learning and plan next steps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ED57A2-553B-4B36-86E9-F3F59A8C2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demonstrate autumn learning and identify a precise next step.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476D5D-4415-49B9-BD0E-95C534C19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562015-53B4-4044-8F07-990262901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Retrieve the relevant fact or method before answering.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F8C3EE-1DB8-45D3-ACD6-8A86341AA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Show a clear calculation or representation and explain the decision.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E18391-E970-40D7-B885-B048D97CC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result, identify any misconception and record the next step.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E09B52-D4C6-4E68-B45B-196129245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retrieve  |  explain  |  justify  |  method  |  misconception  |  next step</a:t>
            </a:r>
          </a:p>
        </p:txBody>
      </p:sp>
    </p:spTree>
    <p:extLst>
      <p:ext uri="{BB962C8B-B14F-4D97-AF65-F5344CB8AC3E}">
        <p14:creationId xmlns:p14="http://schemas.microsoft.com/office/powerpoint/2010/main" val="202029977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2DBA688-7452-42D4-9730-987EA6705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B04AA1-8C29-41BF-B558-3CD82CA2F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85AB4A-69AB-461E-BCBA-E8C6C1EA4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87FFFA-6012-42D4-805E-48B83CD60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D00A56-3834-44AB-AF33-230937982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AE7CA3-A894-436A-A882-800C7C718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5C246C-8E10-487C-A319-CD6EE30D2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352181-B3E7-4887-BEE2-75252A8C0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F46489-F933-4EEA-BC42-66E2A54A4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Assess learning and plan next steps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6455DB-FCCB-49BB-8ECB-14DC58B97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Complete: 7,305,019 rounded to 100,000; 2,407 x 38; 7,488 / 26.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4A5B34-7A7D-411E-905A-DF1553DD7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24075"/>
            <a:ext cx="381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A8BCE4-BBE4-4196-96D4-D325302A7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0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386419-7215-4F05-9F6D-3103AC31A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145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7,305,019 → nearest 100,000 = 7,300,000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9E15A3-A0EB-4AC9-B3D2-27B1EF31A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432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2D116C-6AC6-463C-9D68-505FE67B6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765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D75801-DBC0-4F7B-91F0-457A734FF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908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2,407 × 38 = 91,466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E127CB-98B9-4B08-873D-61E8741BC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195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235126-7028-4049-8E84-E1C60A506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528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9046B3-8030-48BD-9F7D-AE94FD0B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671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7,488 ÷ 26 = 288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2583578-BE4A-473B-94A1-F06933E8A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6958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5CCFBC3-556E-42F6-8CEB-0D043999A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291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46B297-7599-43B8-B92E-34C9309F0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434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each answer with estimation or an inverse</a:t>
            </a:r>
          </a:p>
        </p:txBody>
      </p:sp>
    </p:spTree>
    <p:extLst>
      <p:ext uri="{BB962C8B-B14F-4D97-AF65-F5344CB8AC3E}">
        <p14:creationId xmlns:p14="http://schemas.microsoft.com/office/powerpoint/2010/main" val="105271231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2B9635-A0B4-4892-B000-A9C9110E7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87B0AE-CD81-4655-BC6C-59DE7195A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100086-B5E0-49C1-A9D7-D121E3D91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A39755-DD89-4824-B98C-470005BBF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C3BEC3-42AD-495E-A606-2DE465AC4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0A3C4A-10AD-476F-ACBB-E3B3BFF4E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FA9F30-B418-471A-BCCE-871F6A5C6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A746CD-0481-4F1D-B8F9-EDE806D70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4CCCBC-83CF-4684-A67C-DA2B28B6D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Assess learning and plan next steps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87A7B6-FCAF-46DF-81DF-6F9CC52C2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ACB9C4-0319-4F7F-BE98-476CDE27C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7,300,000; 91,466; 288.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C94957-1A03-4F52-914B-150DD5D64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642CBF-1106-4B9D-8898-CDF98D74F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result, identify any misconception and record the next step.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C71A40-5378-4B71-8151-B16C0C5E7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40274535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163519-51E0-436F-A572-0E192CC9B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EA2E2B-03D4-44E2-8128-3339A9F06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7A57DE-E382-431A-B659-F78B88A2A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5C45CC-E427-4FA6-93B9-F5E3F1C83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F7F5D6-45A2-4F42-A901-A9632F7C7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B8944D-5B00-40D2-BC22-9F90BBE61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1B0788-FC77-4A44-A24D-4C1D77AC1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31BAC6-8CB6-45B9-BCB9-B780B1434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EA31CC-FDCA-417A-A946-EFED97436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Assess learning and plan next steps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019FC0-6DF2-4F85-8C06-EFB14A58E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HCF of 72 and 120, then calculate 18 + 6 x 7.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F72B54-9E15-40DF-AE01-4AA2492F1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250ED6-5541-4065-8A69-899C34C36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45DA98-DF53-4FFE-BF07-A341D9F07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A1DD46-9E60-43AB-96DE-B948A49DC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C449E4-5839-4378-8A4A-611C048A5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HCF 24; result 60.</a:t>
            </a:r>
          </a:p>
        </p:txBody>
      </p:sp>
    </p:spTree>
    <p:extLst>
      <p:ext uri="{BB962C8B-B14F-4D97-AF65-F5344CB8AC3E}">
        <p14:creationId xmlns:p14="http://schemas.microsoft.com/office/powerpoint/2010/main" val="197216491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04342B-B219-464D-A118-FDAD4B2A8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8FBD66-3944-471B-82D1-664F03193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A8B309-40B5-4236-95B2-DDB5C296C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BA5D78-F1F4-4162-A68F-EA891F827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05C35C-C7B1-42CE-AB65-1F4BF3181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644DB5-0E0E-4D81-965C-64FC5EBCA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A100CE-62E7-4841-AB9D-D62CCD146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3FAE32-D9AF-4223-80A1-B4F50C037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63CD18-6558-407D-8E7F-735CBA991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Assess learning and plan next steps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3cbcddbc74477e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016A78-C167-4928-A514-16831BC7D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7C070A-DB91-4011-AD6A-8E74994E8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writes 'more practice' as a next step without naming the knowledge needed.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0FEB35-452B-431C-A9A0-4085F70A1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0C215C-DB3D-49ED-AB4E-130094ADD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A59104-8E20-4730-8A6F-625D6EB36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 useful next step names the exact concept, example and support required.</a:t>
            </a:r>
          </a:p>
        </p:txBody>
      </p:sp>
    </p:spTree>
    <p:extLst>
      <p:ext uri="{BB962C8B-B14F-4D97-AF65-F5344CB8AC3E}">
        <p14:creationId xmlns:p14="http://schemas.microsoft.com/office/powerpoint/2010/main" val="157833291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D4749A-0D78-46DF-A4D9-4243B29A8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D6D8D7-3150-4BBC-949E-051E4A58C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F3270F-5639-44E4-B29F-733CB1CBC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CDBF7F-38A0-45BB-86A8-B573AC8CF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74E04D-F346-4B0A-A107-47E7BAF93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9B199F-93F8-4D9D-8C09-C7FA726C9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8A7F24-0C40-415C-8D17-3F7F71FF1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A9D98F-A93B-4725-ABF1-C2F288315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0CFED1-413D-4C11-80EE-8CC370AFC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Assess learning and plan next steps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5F3DB2-3003-40EF-BC36-E39151CD1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86F082-F9EA-4089-9044-D3B3649DE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5E68E6-1C2A-4B5E-A419-97986DCE6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457B32-5FCA-4DC8-A212-14CFE7C5D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HCF of 72 and 120, then calculate 18 + 6 x 7.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865F38-0B79-4BC2-B99D-6AF934471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31C88D-1A4B-4330-A684-E738EBC21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38E071-D786-47E5-9DE2-A2044FEDA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601A97-2CF7-423F-9870-6FB78BE50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FC913A-4721-47CA-BC4E-83D181171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D6DBFC2-F361-45F0-96D4-9B655F1B6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5650DB-A77F-4305-8735-21CBE8A7B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55C5519-2F14-442D-A052-31201C0A6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HCF 24; result 60.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8110C8-46B3-48B3-8F5D-FC6FF5C1D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62751439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F531DF-BF40-4C31-A094-7DFB53485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23F060-0022-474C-BA50-727A237A1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0FCA08-1637-4266-A459-B3BD1AFF3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1F6415-5D70-4236-BB41-5768D8037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C56F29-9914-4248-B834-C4AA58D8C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340CF8-3DC9-4CBF-8FCF-6A1091DA7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2098FF-24B4-44A9-B730-3A6480F87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C97BE3-07CA-4325-BB21-896A73B8E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F65D7D-788B-48B9-9263-4022B5CF7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Assess learning and plan next steps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0A47DF-7A00-4C76-A006-C8649EE4C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69C9D7-D948-46EF-95FF-651F62FA8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81BCDF-A4BD-4CD0-BAFE-6268E11FA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1CA04E-12F2-4F35-BAFD-D74D3279E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Solve: 25 boxes hold 144 items each. 1,275 items are used. How many remain?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EB4EF7-0AC5-45BA-AE0B-A46329CFF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6C423F-56E8-49A5-9EA3-462131D05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A99986-DC11-480E-999B-088692AEA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F8A086-DE42-4308-A49C-EBF2E1E16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56C018-08F3-479D-90F9-DAB87071A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844B06-4658-47FC-9710-692A4A9BB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E2C0A8A-9906-4FBA-9E6B-63AF3A400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26A2A42-13DC-495C-9CC4-9D77E305D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73265552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243DB7-AC9A-4FE3-B800-97E9A9C72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D7B23E-0F63-40B8-B6EE-0D1DBE44D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E013F7-A589-4E8B-90FA-885C5EC67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B0AA45-B09C-4A17-8994-8D17889D6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697F72-499F-4E4E-B142-4E93128F2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BDC676-F286-46F9-9DA8-69C39E059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0F84E4-C1D3-46CE-A59C-CB24250C5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78C50C-2A73-4CB7-8960-84007282B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6BFDFF-7918-4FE4-AA4E-7BC022669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Assess learning and plan next steps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EC1A06-A185-48A2-8440-5E3D7F73F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Choose one autumn objective and create a diagnostic question that would reveal a common misconception.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F60709-7177-4F23-9DBA-E8727384C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21067B-6D93-4525-A004-17454805F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8362F6-BFC3-49FF-A788-EB0914EB1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242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Answers vary. The question must target a specific objective and explain the likely error.</a:t>
            </a:r>
          </a:p>
        </p:txBody>
      </p:sp>
    </p:spTree>
    <p:extLst>
      <p:ext uri="{BB962C8B-B14F-4D97-AF65-F5344CB8AC3E}">
        <p14:creationId xmlns:p14="http://schemas.microsoft.com/office/powerpoint/2010/main" val="192182373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1C481E-F3ED-4570-94BC-AAF791AF5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8E369E-62EA-4D79-827C-85D8B5F8C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081532-EA56-4217-A34E-3ED73529F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9ADD32-EA9C-4AFF-8D76-55BE291C1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2BB74A-569E-4457-AE8B-C5E8469D9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E15816-C248-476F-B751-BC7EB0D55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05DFFA-3D5E-4924-8729-AC11E01EF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29088A-15BE-482E-9AF2-CB7E4D8E3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DCC09A-C9E6-4176-86ED-73FD15924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Assess learning and plan next steps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6F7B67-152F-4797-AB33-7D69B5F93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9E5F08-B6ED-49B9-94CB-2786C0274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708BBF-D10F-4F5A-8F2D-0AC2C2391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Solve: 25 boxes hold 144 items each. 1,275 items are used. How many remain?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BDC51C-7032-4189-87C2-1210DC00C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6AA8CD-369E-41D8-AF63-BFFEE0C54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00EFD5-ED6A-4B9A-89C9-31102D9CE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6F6ADD-FF76-483E-8F81-0BC5878DF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2,325 items.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16F8C6-3532-4F21-B5B9-2C4832049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D2B2D1-25CF-4C5E-8A61-CEA0FED56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71463959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603D9B8-2544-4122-BE9A-F7B6B6531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DF221E-2970-43BD-A642-6720CEB32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22C097-E463-43D4-B239-CB21284C8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CD8986-E4F8-496E-8059-5BD1AA7B3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8F40FC-6C63-48BF-8364-34E202807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8AF0C7-E0EB-44CB-A5CC-BD467CE5B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BA36EC-8388-4918-BEF7-0B5C6FC15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E1CE5F-2D03-4B1C-AF18-C5C7237C6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6801F3-ADBB-4FD3-AB0C-6EAD6F4F0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Assess learning and plan next steps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5C7A33-F526-4319-A4C4-6BAEAA8DD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4B24C8-38B6-4929-8532-6155B3438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457986-C2B9-4853-AF6C-9F8D83340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28CD3D-EBC6-4872-9C66-E0AE671A3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Solve: 25 boxes hold 144 items each. 1,275 items are used. How many remain?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3B7D34-82C7-4367-BC22-5C496EFB2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1F2DF2-2072-4629-938C-782C9D425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E17108-A82B-4CCF-9526-7DAEB0699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C19DAF-0E90-446C-AE15-60AC490C2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writes 'more practice' as a next step without naming the knowledge needed.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88D122-7DFD-4CC0-9EEA-71922FF8A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5DC1FA-2075-4F60-8470-427A61588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1E8A6D-B4D7-4330-AC5D-61843C09F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86D0AE3-7708-40AD-A185-98DE6DC7D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83B451-1AC4-4782-95BE-F17578658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05820129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2026-09-09T22:14:42.2170000Z</dcterms:created>
  <dcterms:modified xsi:type="dcterms:W3CDTF">2026-09-09T22:14:42.2170000Z</dcterms:modified>
</coreProperties>
</file>