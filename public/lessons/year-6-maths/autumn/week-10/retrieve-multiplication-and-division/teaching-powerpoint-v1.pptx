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aeb7bbe9014c9b" /><Relationship Type="http://schemas.openxmlformats.org/officeDocument/2006/relationships/extended-properties" Target="/docProps/app.xml" Id="R159197fa24374ad3" /><Relationship Type="http://schemas.openxmlformats.org/officeDocument/2006/relationships/officeDocument" Target="/ppt/presentation.xml" Id="Rc5402ac95ebc45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4c28c47268487d"/>
  </p:sldMasterIdLst>
  <p:notesMasterIdLst>
    <p:notesMasterId xmlns:r="http://schemas.openxmlformats.org/officeDocument/2006/relationships" r:id="R3e2b111b36e9443e"/>
  </p:notesMasterIdLst>
  <p:sldIdLst>
    <p:sldId xmlns:r="http://schemas.openxmlformats.org/officeDocument/2006/relationships" id="256" r:id="R24e9e7d1ddf94287"/>
    <p:sldId xmlns:r="http://schemas.openxmlformats.org/officeDocument/2006/relationships" id="257" r:id="R4e2652f0c1674f0c"/>
    <p:sldId xmlns:r="http://schemas.openxmlformats.org/officeDocument/2006/relationships" id="258" r:id="R71fe50fe0eab4261"/>
    <p:sldId xmlns:r="http://schemas.openxmlformats.org/officeDocument/2006/relationships" id="259" r:id="R536d80e5eda141ad"/>
    <p:sldId xmlns:r="http://schemas.openxmlformats.org/officeDocument/2006/relationships" id="260" r:id="Rd8c64cb1e60240be"/>
    <p:sldId xmlns:r="http://schemas.openxmlformats.org/officeDocument/2006/relationships" id="261" r:id="Rc42410d8a489479f"/>
    <p:sldId xmlns:r="http://schemas.openxmlformats.org/officeDocument/2006/relationships" id="262" r:id="Rddc291e522db4770"/>
    <p:sldId xmlns:r="http://schemas.openxmlformats.org/officeDocument/2006/relationships" id="263" r:id="R7a868683e31d4297"/>
    <p:sldId xmlns:r="http://schemas.openxmlformats.org/officeDocument/2006/relationships" id="264" r:id="R5ded5c7f686c44fe"/>
    <p:sldId xmlns:r="http://schemas.openxmlformats.org/officeDocument/2006/relationships" id="265" r:id="Rf5c1d4e0c5f64187"/>
    <p:sldId xmlns:r="http://schemas.openxmlformats.org/officeDocument/2006/relationships" id="266" r:id="Rde78b60225e64ffa"/>
    <p:sldId xmlns:r="http://schemas.openxmlformats.org/officeDocument/2006/relationships" id="267" r:id="R6a4865f1f16a4b7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233aa60b174108" /><Relationship Type="http://schemas.openxmlformats.org/officeDocument/2006/relationships/slideMaster" Target="/ppt/slideMasters/slideMaster1.xml" Id="R394c28c47268487d" /><Relationship Type="http://schemas.openxmlformats.org/officeDocument/2006/relationships/notesMaster" Target="/ppt/notesMasters/notesMaster1.xml" Id="R3e2b111b36e9443e" /><Relationship Type="http://schemas.openxmlformats.org/officeDocument/2006/relationships/presProps" Target="/ppt/presProps.xml" Id="R6ed2926effc34db8" /><Relationship Type="http://schemas.openxmlformats.org/officeDocument/2006/relationships/tableStyles" Target="/ppt/tableStyles.xml" Id="Rbf9ea7d7fb024f50" /><Relationship Type="http://schemas.openxmlformats.org/officeDocument/2006/relationships/slide" Target="/ppt/slides/slide1.xml" Id="R24e9e7d1ddf94287" /><Relationship Type="http://schemas.openxmlformats.org/officeDocument/2006/relationships/slide" Target="/ppt/slides/slide2.xml" Id="R4e2652f0c1674f0c" /><Relationship Type="http://schemas.openxmlformats.org/officeDocument/2006/relationships/slide" Target="/ppt/slides/slide3.xml" Id="R71fe50fe0eab4261" /><Relationship Type="http://schemas.openxmlformats.org/officeDocument/2006/relationships/slide" Target="/ppt/slides/slide4.xml" Id="R536d80e5eda141ad" /><Relationship Type="http://schemas.openxmlformats.org/officeDocument/2006/relationships/slide" Target="/ppt/slides/slide5.xml" Id="Rd8c64cb1e60240be" /><Relationship Type="http://schemas.openxmlformats.org/officeDocument/2006/relationships/slide" Target="/ppt/slides/slide6.xml" Id="Rc42410d8a489479f" /><Relationship Type="http://schemas.openxmlformats.org/officeDocument/2006/relationships/slide" Target="/ppt/slides/slide7.xml" Id="Rddc291e522db4770" /><Relationship Type="http://schemas.openxmlformats.org/officeDocument/2006/relationships/slide" Target="/ppt/slides/slide8.xml" Id="R7a868683e31d4297" /><Relationship Type="http://schemas.openxmlformats.org/officeDocument/2006/relationships/slide" Target="/ppt/slides/slide9.xml" Id="R5ded5c7f686c44fe" /><Relationship Type="http://schemas.openxmlformats.org/officeDocument/2006/relationships/slide" Target="/ppt/slides/slide10.xml" Id="Rf5c1d4e0c5f64187" /><Relationship Type="http://schemas.openxmlformats.org/officeDocument/2006/relationships/slide" Target="/ppt/slides/slide11.xml" Id="Rde78b60225e64ffa" /><Relationship Type="http://schemas.openxmlformats.org/officeDocument/2006/relationships/slide" Target="/ppt/slides/slide12.xml" Id="R6a4865f1f16a4b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2f0c985f5249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f5bab22d5f4863" /><Relationship Type="http://schemas.openxmlformats.org/officeDocument/2006/relationships/notesMaster" Target="/ppt/notesMasters/notesMaster1.xml" Id="Ref16bcc6fa7d47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2fed00eebe4d53" /><Relationship Type="http://schemas.openxmlformats.org/officeDocument/2006/relationships/notesMaster" Target="/ppt/notesMasters/notesMaster1.xml" Id="Ra75d3c3ab1cb44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965cf1f7ea4589" /><Relationship Type="http://schemas.openxmlformats.org/officeDocument/2006/relationships/notesMaster" Target="/ppt/notesMasters/notesMaster1.xml" Id="R9494dab6d56a4c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a4f0519e774114" /><Relationship Type="http://schemas.openxmlformats.org/officeDocument/2006/relationships/notesMaster" Target="/ppt/notesMasters/notesMaster1.xml" Id="R715bdf8de2204cb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6f96bafb434fb2" /><Relationship Type="http://schemas.openxmlformats.org/officeDocument/2006/relationships/notesMaster" Target="/ppt/notesMasters/notesMaster1.xml" Id="R77a4f1cf8ac744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ec80b509ca4dd6" /><Relationship Type="http://schemas.openxmlformats.org/officeDocument/2006/relationships/notesMaster" Target="/ppt/notesMasters/notesMaster1.xml" Id="Rf3ecbd496cc848f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314565202d42c4" /><Relationship Type="http://schemas.openxmlformats.org/officeDocument/2006/relationships/notesMaster" Target="/ppt/notesMasters/notesMaster1.xml" Id="R0a0a185e853a48b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eacbc5215e741c9" /><Relationship Type="http://schemas.openxmlformats.org/officeDocument/2006/relationships/notesMaster" Target="/ppt/notesMasters/notesMaster1.xml" Id="Re7a49f8dd94544b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a90139a831846e1" /><Relationship Type="http://schemas.openxmlformats.org/officeDocument/2006/relationships/notesMaster" Target="/ppt/notesMasters/notesMaster1.xml" Id="Rb2a23ffe822b4a2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c58e6961d184c6b" /><Relationship Type="http://schemas.openxmlformats.org/officeDocument/2006/relationships/notesMaster" Target="/ppt/notesMasters/notesMaster1.xml" Id="R36b7a12fa651495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4f345b8d5c040fe" /><Relationship Type="http://schemas.openxmlformats.org/officeDocument/2006/relationships/notesMaster" Target="/ppt/notesMasters/notesMaster1.xml" Id="R13f8e7d78ada4c2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ff7127ec5a6472a" /><Relationship Type="http://schemas.openxmlformats.org/officeDocument/2006/relationships/notesMaster" Target="/ppt/notesMasters/notesMaster1.xml" Id="R8ce25edae31042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Mini whiteboards, assessment questions, number lines, multiplication grid, reflection sheet.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324. | Retrieve the relevant fact or method before answering. | Interpret the remainder as the context requires after the written division is complete.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retrieve, explain, justify, method, misconception, next step.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155,088; estimate about 4,300 x 40 = 172,000.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324.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Interpret the remainder as the context requires after the written division is complete.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324..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96 coaches..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4,009.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96 coaches.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96 coaches. | Interpret the remainder as the context requires after the written division is complete.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186935b74e4d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e19042576c433d" /><Relationship Type="http://schemas.openxmlformats.org/officeDocument/2006/relationships/slideLayout" Target="/ppt/slideLayouts/slideLayout1.xml" Id="R93a1b14805df4c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a1b14805df4c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133d684cc14f79" /><Relationship Type="http://schemas.openxmlformats.org/officeDocument/2006/relationships/notesSlide" Target="/ppt/notesSlides/notesSlide1.xml" Id="Redf8d31bee9745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c59f4df60640cb" /><Relationship Type="http://schemas.openxmlformats.org/officeDocument/2006/relationships/notesSlide" Target="/ppt/notesSlides/notesSlide2.xml" Id="Rcba98c0c83364d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5b666808cf46ee" /><Relationship Type="http://schemas.openxmlformats.org/officeDocument/2006/relationships/notesSlide" Target="/ppt/notesSlides/notesSlide3.xml" Id="Ra7de4859d8bd43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d1b34b5c644a35" /><Relationship Type="http://schemas.openxmlformats.org/officeDocument/2006/relationships/notesSlide" Target="/ppt/notesSlides/notesSlide4.xml" Id="Rd27d310da6114c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71e31c0c114f69" /><Relationship Type="http://schemas.openxmlformats.org/officeDocument/2006/relationships/notesSlide" Target="/ppt/notesSlides/notesSlide5.xml" Id="R78405251242d4b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64ddfa9fd34a99" /><Relationship Type="http://schemas.openxmlformats.org/officeDocument/2006/relationships/notesSlide" Target="/ppt/notesSlides/notesSlide6.xml" Id="Rd479d24b780f48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74c1d9f10246ef" /><Relationship Type="http://schemas.openxmlformats.org/officeDocument/2006/relationships/image" Target="/ppt/media/image.png" Id="R0f6934394311487c" /><Relationship Type="http://schemas.openxmlformats.org/officeDocument/2006/relationships/notesSlide" Target="/ppt/notesSlides/notesSlide7.xml" Id="R14383370b6fb476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335efc63c444ed" /><Relationship Type="http://schemas.openxmlformats.org/officeDocument/2006/relationships/notesSlide" Target="/ppt/notesSlides/notesSlide8.xml" Id="R4ea8a4b93b674b0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f834d1962e42c9" /><Relationship Type="http://schemas.openxmlformats.org/officeDocument/2006/relationships/notesSlide" Target="/ppt/notesSlides/notesSlide9.xml" Id="R25d7812371db434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d4b5b36a074b12" /><Relationship Type="http://schemas.openxmlformats.org/officeDocument/2006/relationships/notesSlide" Target="/ppt/notesSlides/notesSlide10.xml" Id="Rbe387afc12e8499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847ef750234a6f" /><Relationship Type="http://schemas.openxmlformats.org/officeDocument/2006/relationships/notesSlide" Target="/ppt/notesSlides/notesSlide11.xml" Id="Rb100b407e93f468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b989daa0a940aa" /><Relationship Type="http://schemas.openxmlformats.org/officeDocument/2006/relationships/notesSlide" Target="/ppt/notesSlides/notesSlide12.xml" Id="R70982bb340f3484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66F870-8DF5-4A83-AA74-89818AA9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8139B-9AAC-468F-84FC-0AA08DDA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8D04A5-74A8-45F7-BE62-9339DCC3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D1F11B-B30F-481C-884A-BA9471B5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47721C-1F08-4CA5-A5C3-6A3E1A65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Retrieve multiplication and division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165DB2-AD77-447A-9631-D9235912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0827C7-8DEC-44FC-8BEA-831ABFED9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788F7F-13F3-447B-8D34-42F41125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retrieve and apply formal multiplication and division methods.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3E44E8-C436-4680-9FA7-FA275395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79C413-2469-4598-9946-CCFFFCD4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Mini whiteboards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DC1246-6E4B-4F78-A3C3-5D1B0A23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21308333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24A782-8E99-40BC-9387-BC663095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5E4F9F-2492-45F3-A34C-24D01AB2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820DA7-CBB9-4299-ACF0-80F341CF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5B0BFF-DC05-42F3-B8C7-332D69B5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4EA20C-22F3-4B37-8B94-4D7855FE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DE68F1-42C0-46E8-885E-C59AEA7E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EBFBDE-79A4-439B-BC21-BF939FC0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8E3B6E-2619-4F7A-B313-638FDDAB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81E77F-0AC2-4DA1-BA50-CE667E2E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Retrieve multiplication and division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D56830-8BD1-4F43-8A20-8F15277E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CE00DF-F081-4CD3-9750-5A204F1D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42E166-6990-4C27-BD0B-DE2519B12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B99731-0125-4A24-82EC-ADB2EEF7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Autumn learning about place value, rounding, calculation, number properties and problem solving.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AADBF5-9E36-4011-AE28-87DE17B1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8F8BB1-4B59-4609-A142-2F98B0B8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59ADE0-F292-47C6-9F6F-461726E3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3D2329-9493-4BA2-A479-C62063EB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9,072 / 28.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4D2A85-B126-474B-8761-A5EB639B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DB13DD-709E-4D7A-B936-715F9797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DA3EDC-4522-40C2-86EF-A66400A5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AC6467-1BEA-4EF5-8E67-C13BBBFD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Calculate 4,308 x 36 and check using estimation.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E2F848-0C0A-4107-8AD9-1951F47B0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177965355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FCA0D0-6ADE-4F4B-A175-0AD251FD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3443B5-3AEE-4ADC-BA3B-4EA3A86A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2283FE-FDAB-4B5E-A69B-73309428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EE838A-21AF-4B63-AAF4-63ED142C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CDBEDA-C8BC-4126-93E4-C503E4B0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3BEAFC-B202-4936-98B7-6F36596B8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F9CD95-23BA-4702-ADB0-EB93F6A0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A50D41-F0E5-49C6-A09C-01D0F001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D12F11-21CF-4963-90FA-5C69CE2F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Retrieve multiplication and division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1AB2BD-FD86-4E70-BBA4-C5F70BDB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retrieve and apply formal multiplication and division methods.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ED4FDA-3941-4C7D-BE7E-3FC86601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FDB7CF-9667-4B9B-84EE-A85FFE65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Retrieve the relevant fact or method before answering.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850AB4-7D36-4998-B187-4F788ED6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Show a clear calculation or representation and explain the decision.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CDA511-7D57-4F9C-8BA2-814B7D1E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Check the result, identify any misconception and record the next step.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8B9CCE-012A-4F0A-8B08-80A88B06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retrieve  |  explain  |  justify  |  method  |  misconception  |  next step</a:t>
            </a:r>
          </a:p>
        </p:txBody>
      </p:sp>
    </p:spTree>
    <p:extLst>
      <p:ext uri="{BB962C8B-B14F-4D97-AF65-F5344CB8AC3E}">
        <p14:creationId xmlns:p14="http://schemas.microsoft.com/office/powerpoint/2010/main" val="134237453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76EDAC-950A-49F7-BE9D-15CEFD26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43B4D3-2BC8-4831-AEE5-5D22907D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EFDA4B-C652-4A5C-B361-FB999A0D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4A14EC-33CE-444F-96AE-9A7B1973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BC8F08-6609-453D-95FA-DB0E7EC4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FF2D44-4E16-4B09-A1CE-6CD020C9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9B8960-1F9B-431D-A59E-59F47A58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3FB6DA-B7BE-4846-8CD4-53C1288A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A7DD1A-59E9-49E4-9A0A-21AA96EF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Retrieve multiplication and division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C78CA0-B8D8-4821-9749-1EF2FF12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4,308 x 36 and check using estimation.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3A1FAF-BA8C-4234-8D25-8294B6C6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1393EF-B206-43F7-8022-C8B4403E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A61044-919F-49CC-AD2F-770A161B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4,308 × 36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151ECE-9B16-4F98-AFBE-3078E612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717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808BD7-CE8D-423B-BA51-D2176252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05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0D45CF-8C7F-4BD3-B0E2-3071F30F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1940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4,308 × 6 = 25,848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0FF55E-CD5D-4B1B-BDC6-8414AC0D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766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21B730-3D24-497D-8828-E390441D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099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7A8416-2D66-4CF5-831B-F21BDD65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242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4,308 × 30 = 129,240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2F24DA-0FCE-4F96-A53B-48220DD3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814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422B87-EC37-4367-9273-375BF554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148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66ADDF-B3C8-42BE-A59A-46E5C844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2910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25,848 + 129,240 = 155,088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298C90-4D9E-4403-A72B-5B993311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863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D76749-FBDD-44EB-B977-28C5EBF1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196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6FCAA5-AE51-4422-BD8B-0E114641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339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Estimate: 4,300 × 40 = 172,000</a:t>
            </a:r>
          </a:p>
        </p:txBody>
      </p:sp>
    </p:spTree>
    <p:extLst>
      <p:ext uri="{BB962C8B-B14F-4D97-AF65-F5344CB8AC3E}">
        <p14:creationId xmlns:p14="http://schemas.microsoft.com/office/powerpoint/2010/main" val="168139001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  <p:bldP spid="25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FBD86B-A281-4484-8459-4C48900C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96FDF3-8706-4499-8E81-AEE4D3AB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377C03-769D-4D20-8E13-04D66728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373079-A8DA-4F34-B1E8-42DC84F2E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1A9771-2958-418C-80A2-3F563B59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2D61EC-9601-4131-8E5F-AD2487E8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F24866-A0D0-4142-BD9E-351EF685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84B1C0-F191-44DC-A4BF-DF72F21B2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6C25CD-37F9-4EAD-BD36-4AB1F448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Retrieve multiplication and division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CA6666-D9E0-4545-8447-72B989E9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F0FCDB-959B-4910-8563-D7A01999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155,088; estimate about 4,300 x 40 = 172,000.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77337B-AB58-4AFD-A5A3-B3BF3EAA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C68035-907C-4172-AF35-7CDC133B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Check the result, identify any misconception and record the next step.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4081B1-10E4-4162-9BC3-619B5D87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174250051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709ABF-2958-47EA-9C35-F7A56EC6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2633FC-E8FC-4F97-B96E-BBCD5B17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3B1180-4313-4509-8F65-4A34C0ABC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743A73-79D2-4E35-9CFE-1879F9FB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6F3C8B-E640-49A2-A5AB-688EA25A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D9CC4B-316F-4335-B803-1A2F7BB9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EEAA6E-1416-4E76-B140-58FBB723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6C981C-633E-45B6-B2AC-27051FA3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575F2F-DE3D-4E5F-9D65-3B70A80A0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Retrieve multiplication and division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74558A-784D-40D4-9DEE-3519518C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9,072 / 28.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4E1DE7-E615-45A2-94D5-58E06191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B6AA0F-F898-4D7A-BCD7-CDD18A8B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E81AA3-751E-47AA-8520-BD80571A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DE06D9-0302-472E-9ACA-1BA1C2EC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049822-395A-4657-A00B-2A46A344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324.</a:t>
            </a:r>
          </a:p>
        </p:txBody>
      </p:sp>
    </p:spTree>
    <p:extLst>
      <p:ext uri="{BB962C8B-B14F-4D97-AF65-F5344CB8AC3E}">
        <p14:creationId xmlns:p14="http://schemas.microsoft.com/office/powerpoint/2010/main" val="59250054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D09B40-9C6F-4F13-B7AA-80617FB2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BB44E3-F10F-4A5C-ACA4-B7400914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18D8A5-0FAD-4019-819A-ED29AAEF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C9F284-B80C-402C-8D6D-A3823152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9797F8-5653-4119-A264-74A4F022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3D9041-95C9-4787-BFA2-1531AFA3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E0DAF2-D3F2-4BC6-B0A8-6DFE5187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558CCC-B539-47A1-BE90-8FE5CAF4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E120A3-B9AE-4470-8EC1-34F340DA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Retrieve multiplication and division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6934394311487c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F54E02-C571-4486-838A-3BB715CB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F4A029-A706-4A31-B925-AD18D05C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treats a remainder as the final answer without reading the context.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DC0ECE-7FDC-488F-A4BF-FFD307F4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E463D3-6792-4299-909E-C3588490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6FC325-A95D-4934-8AC6-DFF6B511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Interpret the remainder as the context requires after the written division is complete.</a:t>
            </a:r>
          </a:p>
        </p:txBody>
      </p:sp>
    </p:spTree>
    <p:extLst>
      <p:ext uri="{BB962C8B-B14F-4D97-AF65-F5344CB8AC3E}">
        <p14:creationId xmlns:p14="http://schemas.microsoft.com/office/powerpoint/2010/main" val="188750883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60BC93-BCB4-451B-8317-D334DDE0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54DBC3-48EE-4354-A614-C77C8149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F2B937-E8A7-4DE2-BD14-D53E7963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2290BF-2759-4954-B3B6-B14C13DF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C99B17-4B6B-40DA-8DA4-C7F62CA3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FE294F-4048-4D15-8A96-9EEA039E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3C179E-1CAD-4C1B-87C4-A311B577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35E870-A0C1-4C02-9295-9DE01A5E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F7B0C0-CD8C-40D5-A940-A8992B55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Retrieve multiplication and division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8E352F-C1B0-4F87-AC9D-90466190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97C86F-F864-4A2F-B8D5-8BF332F0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51B274-C869-4A9D-AC31-9DC9F75B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1FFA0A-45F2-4E26-BA99-2D1396D9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9,072 / 28.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32AD69-E335-41AB-B127-9E77E293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CB34E1-51F8-426C-8E62-1DACE69D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25C666-70B3-421E-923C-58A63BA4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AE5480-A9B9-4ADF-8030-87596EBF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9E89A9-FCD9-4044-A5C6-15ED5DD3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AB6013-01AF-4B22-8C86-C2A01E24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0D1DF8-2072-4D67-8121-D81654C1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E2CC11-E37A-4E86-B98C-E41580F7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324.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939346-84EC-4027-9CB8-F9F4AD5C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65761712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69E111-CC5C-4145-81AD-6B8FD880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0B1CCF-A437-44E3-A579-FBA33787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A3DB5A-6EAE-434A-9997-F8187E42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2A2878-B589-45F0-8AC1-EDA7D0D3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054AEF-6E61-424D-A666-358C3659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85A99A-CC67-46EA-B2D2-39A814ED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44DA66-D0D3-46E8-A08E-D989D213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9DE219-CBD4-4B16-BCBE-3B0ED775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A4EB3B-AF67-433E-9735-3B5FA7E2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Retrieve multiplication and division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C0D409-3CE3-4650-8866-D9EE340D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EFACB9-9AF0-4B70-8395-0344DF1C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F4DBA8-D190-4CDD-9AD0-C8E4E02E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52C89D-2DBC-45D1-AA10-FD96177F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coach holds 46 people. How many coaches are needed for 4,375 people?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7FF153-3C03-4A50-817F-2CE32AC9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8DE08C-B326-4DD3-A364-F0E42508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A19B60-4332-468E-BC35-A64C23D7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F26654-A088-463E-A93B-59F956DF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20D411-EA7F-403B-A579-A4EEECF4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AC21C8-AB6D-41B1-AAE7-08A73AB2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A3C38B-CC4D-4F74-AAF4-49FC3B966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A37EF8-F877-409A-B57B-0FD916CC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103875835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11B6C1-4493-4839-BFBA-2DE406BE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B53721-8C7F-4040-93E4-7C78F03F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4D3D61-DD05-43C9-9BFA-F29C364D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BA0BBE-6898-4FA7-939B-213D3677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94902C-8B19-4D22-888F-0FC512F2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473F14-A8EA-406E-AB0E-2B0C05D5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73050A-782A-433B-BB91-53B813D0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DAAF81-D110-4657-8385-966C5D56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AC2738-589D-4A41-AE50-E1F403F3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Retrieve multiplication and division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04DBED-CD93-4CAE-9E65-842A3C97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a four-digit number that divided by 32 gives quotient 125 remainder 9.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9691F6-DCB9-44B6-9DCE-5E9524E2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AEBEDF-141C-4DDC-BC2E-93FA9977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4559CB-AB6D-46E7-9F3A-D713F8F3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4,009.</a:t>
            </a:r>
          </a:p>
        </p:txBody>
      </p:sp>
    </p:spTree>
    <p:extLst>
      <p:ext uri="{BB962C8B-B14F-4D97-AF65-F5344CB8AC3E}">
        <p14:creationId xmlns:p14="http://schemas.microsoft.com/office/powerpoint/2010/main" val="89074723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C4091E-78C4-40A3-8784-445F0DEE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633460-6C38-43C4-A39B-3F632D7D3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B77E9B-3A65-41D6-8079-19C2328B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BF3437-621E-4A70-8201-8A37CB3E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EF0F12-5927-49A0-AD10-BDBA2815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8D8822-00EF-4197-9E20-4D245AF7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8FE9E7-B8D4-491B-9EF2-7888F38A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0EC86A-C5DC-4542-A2F4-8702C47E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5522DC-4128-4FE5-BF05-C8E1F4D0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Retrieve multiplication and division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10FAF3-9043-4787-9865-9BF9651D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0C0966-9B76-45FC-BE7B-8E0014A5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61C329-A9A8-47CE-BC64-8B122339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coach holds 46 people. How many coaches are needed for 4,375 people?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D58D36-B845-4E8A-B73B-16218E41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D28D50-8A54-4F60-B0AF-505EB052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EB2077-135F-4AF6-A786-1791FB72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21A838-791B-4B8B-9D54-3403D805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96 coaches.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81C35-BCAF-43CE-962E-240FF6E7A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28CFDB-A79E-4828-9772-86CB1B4A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92026559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EF370D-3139-4F25-B44F-A83696B9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E84D45-945F-49BB-A9F5-2FA2EE5B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48E7FF-C860-4959-8AFC-7C773832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A9A2CC-F88F-46EB-A31B-592F82E7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E4607F-9D49-4359-84FB-B298A6A1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F26580-62D4-4A12-B6C5-0B59FEC8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D6A41D-826E-47D6-BD27-86744028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3203AC-EE1F-4C54-B3BC-31C60530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66AAB0-6AF8-4C58-B054-4EA7EC2E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Retrieve multiplication and division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C2952B-1AB6-4365-9577-428D0A17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F88525-E885-41C4-B8B8-7BBE2390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01C678-70D8-4AAA-9FB1-808ED03D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D20104-56EF-47AD-A2F3-711B4967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coach holds 46 people. How many coaches are needed for 4,375 people?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66AF28-96ED-4F44-95FC-F5FF10153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F2CC1A-85E3-4034-9B38-FFBB39DA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699C78-AE23-402E-91FB-946676C4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8D3DFA-773E-4C55-896E-0801E45E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treats a remainder as the final answer without reading the context.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238F75-77F5-4151-9F9C-5CA32F77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605E64-F862-4B51-9DE8-7724331F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82C06B-72E1-405A-9944-32C42844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7F4C6B-8E99-4CC6-81E2-B90674FC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BE824D-03D1-4D9D-99E6-E78BF810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12662144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2026-09-09T22:14:39.0360000Z</dcterms:created>
  <dcterms:modified xsi:type="dcterms:W3CDTF">2026-09-09T22:14:39.0360000Z</dcterms:modified>
</coreProperties>
</file>