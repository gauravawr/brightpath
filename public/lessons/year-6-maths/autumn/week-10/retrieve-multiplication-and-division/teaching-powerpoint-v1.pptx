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1f72e01f484d12" /><Relationship Type="http://schemas.openxmlformats.org/officeDocument/2006/relationships/extended-properties" Target="/docProps/app.xml" Id="R66e8d0e9878545b4" /><Relationship Type="http://schemas.openxmlformats.org/officeDocument/2006/relationships/officeDocument" Target="/ppt/presentation.xml" Id="R53f667c2a50545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4529813c744ce4"/>
  </p:sldMasterIdLst>
  <p:notesMasterIdLst>
    <p:notesMasterId xmlns:r="http://schemas.openxmlformats.org/officeDocument/2006/relationships" r:id="Rbb3cdd4dfe2d4587"/>
  </p:notesMasterIdLst>
  <p:sldIdLst>
    <p:sldId xmlns:r="http://schemas.openxmlformats.org/officeDocument/2006/relationships" id="256" r:id="Rdf70e877d7f04c0f"/>
    <p:sldId xmlns:r="http://schemas.openxmlformats.org/officeDocument/2006/relationships" id="257" r:id="R3de6df99fb774d5a"/>
    <p:sldId xmlns:r="http://schemas.openxmlformats.org/officeDocument/2006/relationships" id="258" r:id="R662e5078b2b44a26"/>
    <p:sldId xmlns:r="http://schemas.openxmlformats.org/officeDocument/2006/relationships" id="259" r:id="Rd91cf55a20a44cd4"/>
    <p:sldId xmlns:r="http://schemas.openxmlformats.org/officeDocument/2006/relationships" id="260" r:id="Rf381000b388141d9"/>
    <p:sldId xmlns:r="http://schemas.openxmlformats.org/officeDocument/2006/relationships" id="261" r:id="R80a9c7d65bea4bd9"/>
    <p:sldId xmlns:r="http://schemas.openxmlformats.org/officeDocument/2006/relationships" id="262" r:id="Rc8894b5b010748e4"/>
    <p:sldId xmlns:r="http://schemas.openxmlformats.org/officeDocument/2006/relationships" id="263" r:id="Rba09173811cd412b"/>
    <p:sldId xmlns:r="http://schemas.openxmlformats.org/officeDocument/2006/relationships" id="264" r:id="Rebf591b7b4104c9c"/>
    <p:sldId xmlns:r="http://schemas.openxmlformats.org/officeDocument/2006/relationships" id="265" r:id="Rc76e904d7d204688"/>
    <p:sldId xmlns:r="http://schemas.openxmlformats.org/officeDocument/2006/relationships" id="266" r:id="R784fe89d400e4a8b"/>
    <p:sldId xmlns:r="http://schemas.openxmlformats.org/officeDocument/2006/relationships" id="267" r:id="R12e5b6726fdd46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ed903824524783" /><Relationship Type="http://schemas.openxmlformats.org/officeDocument/2006/relationships/slideMaster" Target="/ppt/slideMasters/slideMaster1.xml" Id="Rb14529813c744ce4" /><Relationship Type="http://schemas.openxmlformats.org/officeDocument/2006/relationships/notesMaster" Target="/ppt/notesMasters/notesMaster1.xml" Id="Rbb3cdd4dfe2d4587" /><Relationship Type="http://schemas.openxmlformats.org/officeDocument/2006/relationships/presProps" Target="/ppt/presProps.xml" Id="Raf1541e24e804065" /><Relationship Type="http://schemas.openxmlformats.org/officeDocument/2006/relationships/tableStyles" Target="/ppt/tableStyles.xml" Id="R36cc55aaf8d04589" /><Relationship Type="http://schemas.openxmlformats.org/officeDocument/2006/relationships/slide" Target="/ppt/slides/slide1.xml" Id="Rdf70e877d7f04c0f" /><Relationship Type="http://schemas.openxmlformats.org/officeDocument/2006/relationships/slide" Target="/ppt/slides/slide2.xml" Id="R3de6df99fb774d5a" /><Relationship Type="http://schemas.openxmlformats.org/officeDocument/2006/relationships/slide" Target="/ppt/slides/slide3.xml" Id="R662e5078b2b44a26" /><Relationship Type="http://schemas.openxmlformats.org/officeDocument/2006/relationships/slide" Target="/ppt/slides/slide4.xml" Id="Rd91cf55a20a44cd4" /><Relationship Type="http://schemas.openxmlformats.org/officeDocument/2006/relationships/slide" Target="/ppt/slides/slide5.xml" Id="Rf381000b388141d9" /><Relationship Type="http://schemas.openxmlformats.org/officeDocument/2006/relationships/slide" Target="/ppt/slides/slide6.xml" Id="R80a9c7d65bea4bd9" /><Relationship Type="http://schemas.openxmlformats.org/officeDocument/2006/relationships/slide" Target="/ppt/slides/slide7.xml" Id="Rc8894b5b010748e4" /><Relationship Type="http://schemas.openxmlformats.org/officeDocument/2006/relationships/slide" Target="/ppt/slides/slide8.xml" Id="Rba09173811cd412b" /><Relationship Type="http://schemas.openxmlformats.org/officeDocument/2006/relationships/slide" Target="/ppt/slides/slide9.xml" Id="Rebf591b7b4104c9c" /><Relationship Type="http://schemas.openxmlformats.org/officeDocument/2006/relationships/slide" Target="/ppt/slides/slide10.xml" Id="Rc76e904d7d204688" /><Relationship Type="http://schemas.openxmlformats.org/officeDocument/2006/relationships/slide" Target="/ppt/slides/slide11.xml" Id="R784fe89d400e4a8b" /><Relationship Type="http://schemas.openxmlformats.org/officeDocument/2006/relationships/slide" Target="/ppt/slides/slide12.xml" Id="R12e5b6726fdd46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ae19ca09f749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ee9231672940d3" /><Relationship Type="http://schemas.openxmlformats.org/officeDocument/2006/relationships/notesMaster" Target="/ppt/notesMasters/notesMaster1.xml" Id="Rf3d9a7ef156a42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47299a27bf4482" /><Relationship Type="http://schemas.openxmlformats.org/officeDocument/2006/relationships/notesMaster" Target="/ppt/notesMasters/notesMaster1.xml" Id="Rc6db3af20a6642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456c01cfae424f" /><Relationship Type="http://schemas.openxmlformats.org/officeDocument/2006/relationships/notesMaster" Target="/ppt/notesMasters/notesMaster1.xml" Id="Rd143f4b1d24b49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2f8d9f4c394036" /><Relationship Type="http://schemas.openxmlformats.org/officeDocument/2006/relationships/notesMaster" Target="/ppt/notesMasters/notesMaster1.xml" Id="Rf2872d953da04c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a9b1d18dc7427c" /><Relationship Type="http://schemas.openxmlformats.org/officeDocument/2006/relationships/notesMaster" Target="/ppt/notesMasters/notesMaster1.xml" Id="Rc3bd8aca96e544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94ffb640ff4c2c" /><Relationship Type="http://schemas.openxmlformats.org/officeDocument/2006/relationships/notesMaster" Target="/ppt/notesMasters/notesMaster1.xml" Id="R9cd9ee7171c644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1e86b124b245ca" /><Relationship Type="http://schemas.openxmlformats.org/officeDocument/2006/relationships/notesMaster" Target="/ppt/notesMasters/notesMaster1.xml" Id="Rd26438e5123448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78dc301a3b4c03" /><Relationship Type="http://schemas.openxmlformats.org/officeDocument/2006/relationships/notesMaster" Target="/ppt/notesMasters/notesMaster1.xml" Id="Rf8c9a142568d4a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5a1236dec24f07" /><Relationship Type="http://schemas.openxmlformats.org/officeDocument/2006/relationships/notesMaster" Target="/ppt/notesMasters/notesMaster1.xml" Id="R7db44ad7e25f45f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29f7bd0937d4ad4" /><Relationship Type="http://schemas.openxmlformats.org/officeDocument/2006/relationships/notesMaster" Target="/ppt/notesMasters/notesMaster1.xml" Id="R09edad9d4f2945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1549dc6b2a4572" /><Relationship Type="http://schemas.openxmlformats.org/officeDocument/2006/relationships/notesMaster" Target="/ppt/notesMasters/notesMaster1.xml" Id="R593f509690b64f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1fbf5514b994bea" /><Relationship Type="http://schemas.openxmlformats.org/officeDocument/2006/relationships/notesMaster" Target="/ppt/notesMasters/notesMaster1.xml" Id="R094592a5adba4b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324. | Retrieve the relevant fact or method before answering. |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155,088; estimate about 4,300 x 40 = 172,000.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Interpret the remainder as the context requires after the written division is 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324..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96 coaches..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4,009.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96 coaches.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96 coaches. | Interpret the remainder as the context requires after the written division is complete.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80aafc05dc4a6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ac6ce9eba54d48" /><Relationship Type="http://schemas.openxmlformats.org/officeDocument/2006/relationships/slideLayout" Target="/ppt/slideLayouts/slideLayout1.xml" Id="R01aaaa10bd5044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aaaa10bd5044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793eedd6348fc" /><Relationship Type="http://schemas.openxmlformats.org/officeDocument/2006/relationships/notesSlide" Target="/ppt/notesSlides/notesSlide1.xml" Id="R155f8c4ed6a743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a205b8c834f63" /><Relationship Type="http://schemas.openxmlformats.org/officeDocument/2006/relationships/notesSlide" Target="/ppt/notesSlides/notesSlide2.xml" Id="R44047e5c0d3748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89b5fa21e4ca3" /><Relationship Type="http://schemas.openxmlformats.org/officeDocument/2006/relationships/notesSlide" Target="/ppt/notesSlides/notesSlide3.xml" Id="R71975a82494e4c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600283a8245e3" /><Relationship Type="http://schemas.openxmlformats.org/officeDocument/2006/relationships/notesSlide" Target="/ppt/notesSlides/notesSlide4.xml" Id="Ra4cc287d73274b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ddd134a1a481c" /><Relationship Type="http://schemas.openxmlformats.org/officeDocument/2006/relationships/notesSlide" Target="/ppt/notesSlides/notesSlide5.xml" Id="R21cf9ef177d34a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18a7b9be94123" /><Relationship Type="http://schemas.openxmlformats.org/officeDocument/2006/relationships/notesSlide" Target="/ppt/notesSlides/notesSlide6.xml" Id="R25d033cb901d4b2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2be0e6f864230" /><Relationship Type="http://schemas.openxmlformats.org/officeDocument/2006/relationships/image" Target="/ppt/media/image.png" Id="R4a190135e7374a36" /><Relationship Type="http://schemas.openxmlformats.org/officeDocument/2006/relationships/notesSlide" Target="/ppt/notesSlides/notesSlide7.xml" Id="R53b74f436c5547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9bbb39536446e6" /><Relationship Type="http://schemas.openxmlformats.org/officeDocument/2006/relationships/notesSlide" Target="/ppt/notesSlides/notesSlide8.xml" Id="R4ee4798fd82e40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a89335c674e00" /><Relationship Type="http://schemas.openxmlformats.org/officeDocument/2006/relationships/notesSlide" Target="/ppt/notesSlides/notesSlide9.xml" Id="R8515e531e9e241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5ed831a0c4bdc" /><Relationship Type="http://schemas.openxmlformats.org/officeDocument/2006/relationships/notesSlide" Target="/ppt/notesSlides/notesSlide10.xml" Id="R78ef95b6a0074fc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ca945a01f456c" /><Relationship Type="http://schemas.openxmlformats.org/officeDocument/2006/relationships/notesSlide" Target="/ppt/notesSlides/notesSlide11.xml" Id="R8f0b142886b0422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21c632a69f4f8a" /><Relationship Type="http://schemas.openxmlformats.org/officeDocument/2006/relationships/notesSlide" Target="/ppt/notesSlides/notesSlide12.xml" Id="R2a4d7a39302a48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A64A36-1CFA-4479-A99B-1C61924D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27567-9E00-4EE2-A1C1-7F9C77D0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34BFF-2411-4F82-9C8A-ECE0EBB6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9DCD0A-91FF-40F2-9C49-E7E84AFE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1E4366-8611-4D5B-B908-1A02C370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A120C4-BE26-45C5-8744-8C9E604C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8F0E5C-DA87-41AB-BE31-2A33DC26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CA9FE-F097-40CC-AA74-C7CD375A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C3D020-77B5-4080-945A-7A38135F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EB831-A29A-4C0E-BD9A-9F05CD10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4F267-884C-4D9E-92E9-16F4B107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864139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514D78-5F08-4F4B-892A-D4629650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7E3FF-4B0C-4AE0-966A-5F16950E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7E151-A7AA-4F96-824D-310B48F5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AFE06D-49B9-4ABD-8C31-3C3DE4D4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20EF0-290C-419D-A454-0C757E58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7B0F2F-704C-4B81-BDB4-DE10BA2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FAFD5E-0371-4BE6-BC54-E7C9A1C1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36069-E664-4488-B22F-A8598751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3C83D-C35C-4D66-A896-99E22886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F97239-3628-4441-A775-FF2EB7F5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28EB7-C3CC-49C1-B934-087C2ECF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F74782-A859-40E1-B867-91CE8445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768F54-7FB7-45AC-9604-42C20394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9E073A-E72C-4061-8DEB-09AE2F59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3D428E-8A09-4D98-8411-36B52835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69007-0A86-45E9-90CB-7A376E4D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70C54E-8BBB-40A9-A297-842DFCAC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6AC91A-1627-4E27-8017-7C546A7E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6FEC77-B33B-4E63-9F09-BF7D856F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082D5-5D06-424E-896F-76489B76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49FFAC-6EC2-495A-B5DD-5AA1683B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4,308 x 36 and check using estimation.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FBC690-3330-4154-9598-520FEA93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4068775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C35EC8-6039-403A-8702-AAB4A725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C82EB-7073-42E5-8373-15BE21EB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C12331-2CDC-49FC-9C90-18B0AA6A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5F5C2-AEA1-42A6-B783-406D2C14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21D5B-F545-4D74-88EB-0717E540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0099F-F38F-4A9D-A329-10AF0B3C5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1778C-1ADA-4D1D-A9C3-92FC647B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7848B-728F-410E-8531-33E0C087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2A8FF4-C044-48C6-BA37-4D7E72B2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98AB09-3229-4A83-A3AA-58A47EE2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FFFD6-5682-45B5-B06E-FB5F180E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9F07C-5F3C-481E-A208-FD2C4CDF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772A6B-A02F-498B-8EBD-42C3980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990720-991C-498C-B776-BF3651FA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50B474-263F-4FAA-B267-FE8037CC1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8822169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93C84E-8EE8-4B39-889D-B4942D87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1138E-281C-403E-A54F-07BBF02F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980EB-CBA0-425A-9463-C864A17B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1D8D50-15C3-4703-8CED-2C4FFEE6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DC6DC-87EF-42CB-8BC6-63D2EDEC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530B2-D50E-4AED-A26A-FEA94D4D7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8F7CEE-28DB-4F61-931C-8EF110DC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77DABD-7DD6-418E-A88B-ED9696A1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52BEC-7835-4986-B139-0278CE63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2FFB8-D3C4-4D09-BD2D-3DA6234F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4,308 x 36 and check using estimation.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EC0734-D765-4CD5-9CB8-6526FAFA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971BF-FC1E-4642-A16B-B729A33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E13221-7CDF-4A88-8781-FB8F70F4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 or method before answering.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9D82DA-4D32-4AF2-BFCB-CC329E56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D2E9CD-F0E7-4B66-9A93-664E386A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3CA0AA-9B5C-4F1C-923E-EF61E2CC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clear calculation or representation and explain the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40CDF-B12B-4888-90B0-9062A010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7ACDF2-1267-4B48-BEAD-76135193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1027DA-4205-483D-A77D-21872F1E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155,088; estimate about 4,300 x 40 = 172,000.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7C91EA-A0A2-45F9-8629-9C2FD36C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5075E-6F82-4F40-AE8B-3649322E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B829C4-4DCC-485B-AD7C-03655DFD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result, identify any misconception and record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3347293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6F8A4-3685-48ED-8CFA-22546D2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F1889-B920-48AF-8B4A-F4367CAE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E01C1-9BEE-4224-A4DD-BE5FF94E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F3E760-6DAA-46EE-AFD6-F72AB7EA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CE32-C43D-4496-BBBB-93C371E6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7C6B68-23E4-477B-B681-4FC1ACF1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732F4-D7F3-4F5F-8C3D-14989FCE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B298E-6753-45E7-902A-D52BD700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DE3AA0-9248-4069-948E-DDB7C299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794EE-99D4-4EC0-B7D0-61F29E34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781DA5-5B3F-4F91-A783-03F45B55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155,088; estimate about 4,300 x 40 = 172,000.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CC74E-C439-4C7A-92C9-211CDBF7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60AF9E-AEBA-4854-9D9D-34E80431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16D004-1BF8-47FA-85B0-4AF794DF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20891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E4163-D197-4F9F-B74F-E0C66B9E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CA0DB-5DEC-43CC-AE74-56AC8F6F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5B753-903D-400C-9355-BE1D6B04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0E4CB-841D-4EAE-BD4F-E30D463D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9170AE-98CF-433E-A947-90915C7B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41A7B-D7FC-4EBB-BD5E-6820E71A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271B3-5276-4396-AC4E-5CB13FD3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D59C33-456B-490D-8F2A-F2B36049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B9275-05B5-4EBA-93BE-EF80C8E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04351-2B12-4BF6-8A02-54665479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5C2C5-8342-48C9-B1DF-23C7CBCE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3C2020-1425-4CB4-9192-C1096CC8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8DFBB6-B91B-477D-B016-9BC9EAF2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78C404-1C67-436D-9A7A-403D5470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64222-7657-4274-A8DF-4656FBC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324.</a:t>
            </a:r>
          </a:p>
        </p:txBody>
      </p:sp>
    </p:spTree>
    <p:extLst>
      <p:ext uri="{BB962C8B-B14F-4D97-AF65-F5344CB8AC3E}">
        <p14:creationId xmlns:p14="http://schemas.microsoft.com/office/powerpoint/2010/main" val="483543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F574C-1A0D-4FE9-B575-C103E83D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E37EF2-4705-4F80-AE23-22E3C339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1D5DF-03EF-4507-A49A-6F55E0D1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2144A-3F1B-49D3-89D7-4FDC13D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3C3D2-7577-42D9-9254-2BD50603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56EDE-EFD1-42EA-B943-133184EB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948C2C-697D-433A-82BA-02FD9335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839C24-07FC-4C1A-BA66-DF6A0614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337BA1-997E-47BD-B562-FB173487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90135e7374a3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61441-DA5C-470E-B978-81468B0E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62CF5-1095-4956-802D-40AB32F1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remainder as the final answer without reading the context.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DD2B80-CAD8-4B9C-9A1F-07DB8DD2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10F915-77FF-4A29-962C-9177AA6F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F99821-276D-4CB3-9E23-90E8E966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Interpret the remainder as the context requires after the written division is complete.</a:t>
            </a:r>
          </a:p>
        </p:txBody>
      </p:sp>
    </p:spTree>
    <p:extLst>
      <p:ext uri="{BB962C8B-B14F-4D97-AF65-F5344CB8AC3E}">
        <p14:creationId xmlns:p14="http://schemas.microsoft.com/office/powerpoint/2010/main" val="861309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73DDC4-781E-4DBD-80BB-8F5DA8A3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993EA4-A351-4F70-9BEB-CCA00F1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4C4A5-6514-43D9-9A0F-4EB1B932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D664F-0442-4D11-A52E-1C39E65A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5E969-10ED-4A63-A6FD-A08EB77A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295C1-6D0D-4564-9CE2-C5B50155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021D36-3046-442C-87BD-D52AC06D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BEF11-5359-43E8-B0DC-CA2FC303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591E8-4EF9-4442-97D6-B27E99CC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3E9A60-D491-4AA2-B037-AB79FCD8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28469-C131-4600-A027-F22D9CA4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5D585C-028B-495F-8445-93A41DA6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05BCA9-2775-4F13-BA58-8FC13F88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13ACE1-6CC6-4A3E-993E-0942A625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843F0A-5420-49CC-A138-17887991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8F2A6-FF11-4D11-A5E9-11ABCC13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F8D6E5-7B01-422B-AE3A-04FA9E187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C0861D-BAE0-48B2-8687-13B443FC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CE63D2-239D-491D-8261-48ADD15E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2224AB-53DE-4117-8228-C31E00A2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9A5617-C6BF-44CA-A8DC-A0F68452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D018EA-D780-4240-A3C8-85DDC2F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454054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60B91-0F85-4496-99B2-6FEFB851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22766-0BC4-4396-9F81-49A07BDC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FE960F-8FA3-4718-933A-42E383FD9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BDC63-B534-446F-9300-65C7B415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603DD-9A66-4A60-96DC-6AA425CB6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05D61-94B9-4850-B63C-DC5788D6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9DE61-18E4-43D8-9333-BCAF718F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7E9CA-F68A-4938-AA0F-10EE560A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AA7EC-6F5E-4952-9053-4E2238B2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90B1D-1393-425C-8355-C542213C5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83642-6B3B-425F-A3BC-9CA9EC04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BBE00C-B663-4801-B5A0-54290BF1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3365CB-B8CE-4B88-9C97-56C8857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4C35F5-9378-4487-B27C-7355E9FA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5CD41D-FB8D-4801-A459-A1DBF499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B8B79E-3721-42FE-B443-0F762BB8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DFF92-1B77-439F-976C-113660B4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E95A01-3862-40CE-82A7-39B8E582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F98216-93FA-40A6-BEC3-025CB1E3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429D22-2901-464C-AB6B-D7156410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FB9AA-6DE3-416F-A59F-7B4DEA2C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626980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3C6950-6D65-4CF5-89F7-98A18F09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1DD7E-57E3-4D17-BC90-99AE7BD5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89F7A-9832-4037-B78E-D2BC1BEB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2377A-EE3E-4A26-8122-13EA05B3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F3A9E-D66A-4A52-93EF-69F22D90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267EB-03BE-48D8-A09B-030EE321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A12CD-5943-4BAF-A037-4998799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66D7C3-6AF9-4C82-A3E5-47F6947B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7C9FE-B133-4D72-B1AC-104F8EA1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D939F9-BB07-4ACA-94F6-6AA01038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four-digit number that divided by 32 gives quotient 125 remainder 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6AB8D6-7E88-49EB-B1F5-1731ED81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C08A3D-A4CA-4DF4-AD42-EE89F6E7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6227DD-5F17-4ED2-8BDB-6A2681A8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4,009.</a:t>
            </a:r>
          </a:p>
        </p:txBody>
      </p:sp>
    </p:spTree>
    <p:extLst>
      <p:ext uri="{BB962C8B-B14F-4D97-AF65-F5344CB8AC3E}">
        <p14:creationId xmlns:p14="http://schemas.microsoft.com/office/powerpoint/2010/main" val="18032431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E22D25-B72B-491F-A846-611175A7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98CFE-FD99-4767-9B04-364982EC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9625B6-9ADE-491A-BC9B-D0CED863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38808-620C-4E59-B9A7-50D73C85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ADF9EA-469C-4AF3-A540-F78912EF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3E465-5B8B-4B7A-B044-33A6B484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85860-BE84-4055-9D84-493C7FA8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58CE2F-534C-4004-A40E-371D1726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3FBB2-B3C4-4D9E-9354-1DB283D3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2D6106-B4D2-4522-AF7F-B90E725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087EE-2C4A-443C-AF35-B78EE4AE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DD945-D9E6-4403-B386-63F34F02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89B5B0-1AE0-4C52-8A49-4A768303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80A62-988C-445F-902F-3898D56E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47814-8EAD-4DAE-A9B7-EC56AEBD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2ACB0-EE90-42BD-A12A-D08927AF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96 coaches.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DF97F7-E4C5-4E99-BF65-10E079C3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9F1053-B788-4C07-A47F-9E97A87A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29405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5D8711-2189-4CAE-8503-756C66A3D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04493-192B-4678-B38B-9A46AAF5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E92BE-F1B4-41CF-B4F7-6E11A818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625EE-D2B6-4AD9-B77E-ADC032DEF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6630C-B1BE-49AF-BF3C-745352A3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CCC564-3AA4-49DE-9A3A-5A44FF04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4A90A-D3A5-405F-9F8A-6C67C39F4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659F3-6B96-4461-B680-8AA66F82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14EE4-23F0-491E-BB15-9B65FA7E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8C980-2DA4-4712-B1E6-1EBF1025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B99FB-D103-4D5A-BA96-DE1ED79D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28E0E-FAEB-4F83-84B0-F81941F6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76574-AF48-44B9-9280-2DDAF98D5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D9C8A4-5F71-487B-987F-01C574D3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7F2266-0272-4832-8621-325380B6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027D3-BFDF-450E-BC0A-E78C4F3E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C008F-E4F8-43C9-B9D6-19F45E23F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remainder as the final answer without reading the context.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C5FF5-5B86-47DD-A001-DE9BF62F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144B6-0908-4EF8-A4AD-8321E11C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318168-6B55-404B-B80D-98F3386C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0C79CB-10FD-4EF5-AB70-6775176A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94281E-F711-4B46-A2F1-6BADAFF7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092113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2026-09-09T20:45:57.4080000Z</dcterms:created>
  <dcterms:modified xsi:type="dcterms:W3CDTF">2026-09-09T20:45:57.4080000Z</dcterms:modified>
</coreProperties>
</file>