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Mini whiteboards, assessment questions, number lines, multiplication grid, reflection sheet.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324. | Retrieve the relevant fact or method before answering. | Interpret the remainder as the context requires after the written division is complete.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retrieve, explain, justify, method, misconception, next step.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Calculate 4,308 x 36 and check using estimation. Answer: 155,088; estimate about 4,300 x 40 = 172,000.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324.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Interpret the remainder as the context requires after the written division is complete.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324..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96 coaches..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4,009.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Show only the core independent-practice example. Give pupils time to solve and check before revealing the answer at the side. Answer: 96 coaches.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96 coaches. | Interpret the remainder as the context requires after the written division is complete.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3481D803-FC05-40F4-B15F-183194B6D2D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DE8660D-836D-41F0-A3CE-84EBC73B893A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5C4545F-052E-4D52-8BFD-6C5F9F073B4E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EE149B9-A11D-4295-8D18-A3B0E4A6663D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E731380-4D87-4EEB-8EB4-920195F76BC9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Retrieve multiplication and division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6B0897D-8A56-4F90-9751-651E436272A3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AF8DBC5-DDF5-41BB-A2F1-9F32834561BD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25738A0-93EF-42CF-B2E3-AAD71F02FD0F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retrieve and apply formal multiplication and division methods.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F3E3282-B7F6-49C4-82C4-017A329895FD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FB119BE-4497-4390-A293-FACA5DD15FC7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Mini whiteboards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294C8F5-4C39-447E-A81F-717BC358C858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8311352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4F13D9A5-7BE2-4760-8F17-A8473D1528A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E9080AE-4641-49DB-8D4D-8827107095B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5B5A2B6-C36A-4B15-8A12-29A25842C86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D3898D0-D8DB-491E-9DC7-5AF0599C31A1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8040511-C9E5-4009-A431-2F7DB4811DDA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2E53E0B-9D26-4250-9AEE-279F2797422E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4407828-95CB-4AAA-8A46-B4B190934BE6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6B79ADB-43C8-4957-A8C3-A2F094A82C28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34A09B3-FBEF-44ED-9127-56B2F0EEDE87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multiplication and division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B7EBDFA-0D36-4321-81B5-12292A8AB06D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E18239FE-40DE-4C12-BB57-BF55820B24A6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ABFFDCE-BCF5-4314-B846-6DFAA9106662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538E44F-5AA8-483A-BFEA-3B537AD16F3D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Autumn learning about place value, rounding, calculation, number properties and problem solving.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4BCF7174-D725-46E2-8C72-10BF187F574C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9D93459A-8C99-44CB-8D6B-7C9B9B417E28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1EA9DF6-7A4C-43F0-B611-7A6E0857DEBD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039A31B-1FBF-4939-8461-5866385D7BE4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9,072 / 28.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895A9001-C371-4EAF-BDD0-7C7DE4983F1F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822F60DC-DD68-434A-B5F3-A4092DB4F1C4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DAE2D27-4CEB-4414-8119-D9F985A104DF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C3A28D-C969-4EB2-8D32-7614BE489BB1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Calculate 4,308 x 36 and check using estimation.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36867B3-1C5D-4E7F-BE9A-B0FE56CE5F7C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6159776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92F843B3-EDB3-4679-BD8D-DF1D8A9BFE5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B331B37-75E1-4E52-ADD3-C2AD178F215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D04269D-63BC-418C-854D-77809B861AE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14929F8-6EFB-4A15-84AD-F76F75E107D5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CFBF60A-2BA2-4FB4-B038-1B89F8AE948D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8E688D1-69A8-466B-B104-6D5870C6D722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DD5081A-1EDA-4F2B-8A37-D384CC6C2580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D934BE0-B27B-4832-96C0-C36BCADDCD2E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A9A6C4F-3A89-4FC8-A702-FA20EF2E1587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multiplication and division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29E5503-F605-475E-B012-C96F3F474E03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retrieve and apply formal multiplication and division methods.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1E671C3-7AF8-4B5F-85DC-A33FAD99D9AA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33EE65B-6902-4F93-8849-271F648D6FAC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Retrieve the relevant fact or method before answering.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B8BC4DD-65D8-4390-BF00-CA627BB648C5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Show a clear calculation or representation and explain the decision.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55AE19C-95AB-4641-A4E2-367A8E5BE1F8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result, identify any misconception and record the next step.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5C8F4C8-0976-4591-8307-C47368A5154F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retrieve  |  explain  |  justify  |  method  |  misconception  |  next step</a:t>
            </a:r>
          </a:p>
        </p:txBody>
      </p:sp>
    </p:spTree>
    <p:extLst>
      <p:ext uri="{BB962C8B-B14F-4D97-AF65-F5344CB8AC3E}">
        <p14:creationId xmlns:p14="http://schemas.microsoft.com/office/powerpoint/2010/main" val="6673728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53EBB961-5843-4C83-B95A-AD7138D04DA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9313ADC-E8D0-4E69-AE20-EDDEB425CEA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254F1A5-2395-4AC6-9320-7C079DCBCF8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A3767B3-BBA8-4D75-9FF9-DB86A74BD239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7AAEC4A-7C1F-426E-B49E-49B9671E3E73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EEB88DF-1B7B-46B0-A341-CA18394AE0ED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3EC1E30-2DAF-4286-A3A5-013FEAB31229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714DA41-9712-4CBB-A40F-7FDBE11408E6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5711298-9064-4818-93E4-3736553481A9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multiplication and division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22E1413-5AD8-4DC5-B4E7-F0869901D593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4,308 x 36 and check using estimation.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261619C-83E7-4D47-9B00-22180FD5A427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F44B685-2464-4E2F-BC3E-01A35EFEB0AE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A97796C-7D69-46C9-98E4-4C1DCB1EEB9A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7D5EE05-3C56-4A30-96EE-70F79D3C5286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Retrieve the relevant fact or method before answering.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ED54F6F-7614-41A4-8010-44A3D670D81D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89EA400-B946-4643-888C-6FC3A5F694D0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7FFFDD6-F52E-4EFC-83A4-27516FF93EEE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4FD8A04-6811-4143-9159-BE7A0E288EA2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a clear calculation or representation and explain the decision.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F6418E5-3B63-4FAE-92A6-1A2151662C45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215C4906-77D4-4BBB-8669-DE614E604245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550CF54-86F2-4251-BDEC-85300D08E38A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F45932A-294C-4D8D-BEAC-580C2E243BB6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Check the result, identify any misconception and record the next step.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38740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1B2A28AB-9E29-4109-9EA0-C67631814CF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4BE9CD9-0201-4A6C-8587-14D01767E15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4425D06-BD86-43F4-A3DA-A77E60810ED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D854D2F-4222-4118-AE85-40B8A8E3D3D7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595785E-909B-4147-8AD5-C782028E9ED0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020AD1F-DFC6-4B8F-B884-BC47840382EE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E4E595E-B707-4F42-BD8E-A80C7DC0C620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D950C62-1C9E-4C52-92FA-1A5ED501692A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4E61F8D-A44D-4CC3-AA18-0533B61613D8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multiplication and division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6AE3A4E-1C75-4FB6-AB61-4700A33A5888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BAFAAAB-11F7-4AE8-A1B5-C47818574B1A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155,088; estimate about 4,300 x 40 = 172,000.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7FB2722-EA81-4BCF-A3BC-4EC414020BDD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0C43437-9F85-459D-ACDF-0EBA1820631D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result, identify any misconception and record the next step.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4E5EB98-8091-4889-8554-3A7E7506E231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70350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BC8835FC-388C-446A-A79A-DFCE508752B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884694D-8FCB-4416-8E79-1C267618DE3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430B718-5298-4558-A719-61526A95FC8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F1C2575-E921-4D16-B86F-0BD351C65072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EF760A-08FC-4CEB-B979-549259928FDF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C05918F-EB29-4B93-912F-1F76F9124702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FF73F4E-B82D-490E-92B4-CE0E6B626FA9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85E7BFF-3F4E-4234-AADF-D4884DC206EC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2035062-6F8E-43CD-A951-C06B7EC1A07B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multiplication and division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16C5A0B-4DA6-4A3C-91F7-1132CA2C9AB9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9,072 / 28.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387A07D-C24E-4DC1-9D5D-7D1833FF94DA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411F37B-FA8C-4DDF-BF12-C8B3B35F4C1B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5CC4297-C078-427A-9435-D8A12A813F08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A707980-E78F-45C3-93BC-CBB17A1D3990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5D19824-D1B1-48B0-B74B-A4DF7DB22FD7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GB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324.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179348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BA82F952-0834-4EFC-9C7F-5128D1508EC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49F3AED-3296-4847-B2D2-1B075EE2A23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D12E5CB-2B59-4AB1-8B0E-E8B11D9DA63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8863483-ABAD-4E0D-8058-D044B678C3C1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9CA4727-0410-4654-A96F-F118DF6FDB9D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997B0D8-9B2B-4294-9842-F524DDEB5819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4869CB5-3E4D-4B26-91AC-DD4D16740258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788AF00-C7BD-415E-A28C-EA2E04A3DCD0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C0BA6E0-21DB-4D6B-AB2F-A80E0E08120C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multiplication and division</a:t>
            </a:r>
          </a:p>
        </p:txBody>
      </p:sp>
      <p:pic>
        <p:nvPicPr>
          <p:cNvPr id="25" name="Picture 2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20A3C0CE-3A43-45A0-AD71-FDE48FF72D0C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4CFCC49-F453-40BD-ABC1-5D5F3EA18CA4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treats a remainder as the final answer without reading the context.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5726EC5-22AA-465C-AA28-BD5B22B02B5D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C769C1F-1D24-446E-95F6-1C169255D8E0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4E30A66-AD17-4AF6-AEF4-F8A9A265CE4A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Interpret the remainder as the context requires after the written division is complete.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83679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6BC224DA-E1DE-407C-BE41-EE6F9C1707C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56433B7-8ACF-4F4C-AC7D-BACEA8A2088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492194C-1D71-4B20-BC1A-AB4C50D9BA7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B463393-886D-4864-BC6B-8B4615D63CE6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7A6AB64-35C4-442C-9FA3-A4CE885BF196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0D5DAC4-23D5-40FE-8103-4FCFB16D9443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69F1276-1438-4B2C-8975-CCA4FD8C6A8B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C32A941-7C84-4F54-BA96-6CABF32873CE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BCC0F60-D480-4B50-90C5-82EF341F6C3E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multiplication and division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EF543BC-FBDB-4AEC-831A-88BC2CD6DE71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7D42947-2FE0-4CA8-A112-79BD28F6053C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A1C7BEA-94E5-40D7-8104-02EE1EE6B13A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59E1393-DF31-47DF-A83B-63410FADBE98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9,072 / 28.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283E123-8B65-485B-A63E-7C9250817F0A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A2971688-DE79-468C-8503-7FF09A2ABC5D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0EAAA3E-DD87-4909-86A2-6D655CF6C312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43D8594-440B-4663-9B86-6415FEA61237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E2BC605E-C4DA-4682-897A-D38416D74D46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5A38A169-EE26-42E7-B043-80CA7A3D8A15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F6E80C8-9F54-4EE1-A6CB-F7B1541F153C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BCEF5CB-DF44-4224-B785-ED9E4800CAF5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324.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F24E79A-A509-4A52-AE7C-700586BE6D97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1752961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7F1C989D-4788-4922-8CEE-C28252D5FFB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DCF70AA-9D0B-47FC-A1FF-164CE28D07E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BC5DC2E-16C7-40F1-BB8F-5B0D3C05AE0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40B9703-B2BD-43AC-B0DA-A2D2ACDAA0E7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B2A61DB-7DBA-40A8-9958-FA292C8A3DB6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631A6BA-98D5-44F6-8F13-8A45E59F53BC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FD9F5ED-D2FC-469F-BCD3-4178BD54378C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46A9062-D61D-43B6-B82F-FF898228C14D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71A86D6-7076-4D6E-BB67-AE3770328641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multiplication and division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D719C15-16EB-4E28-A30B-7FA2CD9171C6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88278B3-D4DC-4EEC-9EC6-71DBF6D0765D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7D631A1-F873-4CBF-A91C-D47AED5F2346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5CBBB93-B12A-447F-8047-B6A709A212D0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coach holds 46 people. How many coaches are needed for 4,375 people?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588D3A5-F70D-41AE-9C60-2F147E7A33C7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B3D781C-F6C4-4DB3-8EC3-A7FFA6B62DED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FA007F-43BC-4FC9-AC58-5E34BB696409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97F5E46-E332-42AF-9E67-0F2630FA67D6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6121D470-0759-4975-B022-034F1D031B09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5E7ECCB2-F1A2-4D62-B25A-CD4D8C5AEF23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A2774A0-3C3F-4D2A-8CF0-F212829F4A4C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1427688-8459-4C0F-AFD8-0F5ABD07E912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354683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6E77740E-CDCF-4A17-B163-27CA8E185CD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D2B4113-75A0-45CD-8563-6B1148B1AB0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1D70814-BCE3-4624-9264-4BC783A7BC3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72509A8-6AF5-4E48-9F8D-06794A156380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13DC977-3817-4388-95E8-C4B305FF550B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56E3C1A-41B3-46A1-898A-09F9EB81FA5B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F84E9EB-EFDE-4905-B8DC-0C3FBA571B55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C10847F-E415-4730-A942-5E779900AA47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7AD3C45-923F-4A80-9647-57BB85284C7E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multiplication and division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6207392-9544-4B2B-985C-EFE26F9FB967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a four-digit number that divided by 32 gives quotient 125 remainder 9.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8440E46-2842-47F3-A1BF-F1C6A81E4FC8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BB5C15B-E40E-4B85-9090-39E8F16E5F09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F36342E-BF1A-4F61-979D-F971232EC1A7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GB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4,009.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844663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5F1C9D53-FC8D-4DEE-A608-E194925BA54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3B68C8B-6085-4EE9-8DE5-25C5CFBAEBF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B7737E9-D462-44E7-B9F1-90E58AEAD34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871ADE9-70F5-4C64-933A-2CA82AFB315C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8C6253F-4EE5-404D-87D1-7842D2DE449A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84C15A2-1A16-4539-921F-3D2E0CE29F57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EF7D0B-E72C-41A6-8619-58C779B6BA69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1E8CD01-4D53-4937-A20E-86230FE4B026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9E142B1-5D55-499C-9442-2C8BC6C49D58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multiplication and division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FC81176-BDAD-49BA-89A4-BB0AC01F9928}"/>
              </a:ext>
            </a:extLst>
          </p:cNvPr>
          <p:cNvSpPr>
            <a:spLocks noGrp="1"/>
          </p:cNvSpPr>
          <p:nvPr/>
        </p:nvSpPr>
        <p:spPr>
          <a:xfrm>
            <a:off x="781050" y="1476375"/>
            <a:ext cx="6667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EBE38C1-7124-4CE5-90A8-10FFD3494F80}"/>
              </a:ext>
            </a:extLst>
          </p:cNvPr>
          <p:cNvSpPr>
            <a:spLocks noGrp="1"/>
          </p:cNvSpPr>
          <p:nvPr/>
        </p:nvSpPr>
        <p:spPr>
          <a:xfrm>
            <a:off x="781050" y="2047875"/>
            <a:ext cx="6858000" cy="28575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4288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0804D27-B4A5-4401-AD54-0CE4183A8C33}"/>
              </a:ext>
            </a:extLst>
          </p:cNvPr>
          <p:cNvSpPr>
            <a:spLocks noGrp="1"/>
          </p:cNvSpPr>
          <p:nvPr/>
        </p:nvSpPr>
        <p:spPr>
          <a:xfrm>
            <a:off x="1143000" y="2400300"/>
            <a:ext cx="6115050" cy="1428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coach holds 46 people. How many coaches are needed for 4,375 people?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209EC12-19DC-4AAD-BF6E-025D99F5AD68}"/>
              </a:ext>
            </a:extLst>
          </p:cNvPr>
          <p:cNvSpPr>
            <a:spLocks noGrp="1"/>
          </p:cNvSpPr>
          <p:nvPr/>
        </p:nvSpPr>
        <p:spPr>
          <a:xfrm>
            <a:off x="1285875" y="4095750"/>
            <a:ext cx="5810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E6561F0-9EA2-420B-B2AF-F54D3E5EDA55}"/>
              </a:ext>
            </a:extLst>
          </p:cNvPr>
          <p:cNvSpPr>
            <a:spLocks noGrp="1"/>
          </p:cNvSpPr>
          <p:nvPr/>
        </p:nvSpPr>
        <p:spPr>
          <a:xfrm>
            <a:off x="8210550" y="1666875"/>
            <a:ext cx="2619375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654DDCB-B331-478E-AFC1-7080274DF9BD}"/>
              </a:ext>
            </a:extLst>
          </p:cNvPr>
          <p:cNvSpPr>
            <a:spLocks noGrp="1"/>
          </p:cNvSpPr>
          <p:nvPr/>
        </p:nvSpPr>
        <p:spPr>
          <a:xfrm>
            <a:off x="8001000" y="2190750"/>
            <a:ext cx="3048000" cy="2714625"/>
          </a:xfrm>
          <a:prstGeom prst="roundRect">
            <a:avLst>
              <a:gd name="adj" fmla="val 2807"/>
            </a:avLst>
          </a:prstGeom>
          <a:solidFill>
            <a:srgbClr val="E7F1F1"/>
          </a:solidFill>
          <a:ln w="14288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6945050-9AA1-4AEA-B3BC-E0F10A677F44}"/>
              </a:ext>
            </a:extLst>
          </p:cNvPr>
          <p:cNvSpPr>
            <a:spLocks noGrp="1"/>
          </p:cNvSpPr>
          <p:nvPr/>
        </p:nvSpPr>
        <p:spPr>
          <a:xfrm>
            <a:off x="8334375" y="2619375"/>
            <a:ext cx="23812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GB"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96 coaches.</a:t>
            </a:r>
            <a:endParaRPr sz="25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B1071A3-8E2E-4475-BF7B-1448E7A006AA}"/>
              </a:ext>
            </a:extLst>
          </p:cNvPr>
          <p:cNvSpPr>
            <a:spLocks noGrp="1"/>
          </p:cNvSpPr>
          <p:nvPr/>
        </p:nvSpPr>
        <p:spPr>
          <a:xfrm>
            <a:off x="8334375" y="4000500"/>
            <a:ext cx="238125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9825"/>
          </a:bodyPr>
          <a:lstStyle/>
          <a:p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GB"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  <a:endParaRPr sz="142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9754CF8-03FC-4C1E-8B9F-22F37459E931}"/>
              </a:ext>
            </a:extLst>
          </p:cNvPr>
          <p:cNvSpPr>
            <a:spLocks noGrp="1"/>
          </p:cNvSpPr>
          <p:nvPr/>
        </p:nvSpPr>
        <p:spPr>
          <a:xfrm>
            <a:off x="2190750" y="5334000"/>
            <a:ext cx="7810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4086035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44F2A827-F176-4514-BA2B-B684F154B52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36833F6-D2D9-46DC-93A0-9F1786AB4F9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3D2C7FE-626D-480C-9F2D-3F217B4FA34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152352F-1173-4A6C-9D80-F282219168DD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E3620D9-2072-4D7E-9633-59FC46575877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2169070-D4C1-47FC-96EB-AF429CC34FA6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2236C6A-045F-47F1-B3FC-E8F8B8378405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AC832EB-51E5-4EE5-9D90-2927384672DD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B1B0B4D-121C-46F8-B228-1100687590E9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multiplication and division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DD4C850-069E-4BFF-84C4-2FF31835282E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F9A7F0F9-B65D-4D1B-8734-E7A090539FBA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75ACFB1-F766-401F-BA14-5F898E6E41DD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F877138-15DB-4587-A729-F0F0AFA2E13E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coach holds 46 people. How many coaches are needed for 4,375 people?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6522D72-9BFB-402F-8407-C34820E64C82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3BE64B8B-3403-4150-A5D4-353DA0481070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7CA5041-04F8-40FF-873F-38AF1BA6F59B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4BC352B-3713-4DFD-9A79-5D3859F79093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treats a remainder as the final answer without reading the context.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A13E9169-3A04-4923-997A-DB7F2F00BABE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08C01D1-F89C-4E5B-BDB0-3910B7440E35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BD77A6E-3CD5-430C-94C0-8A441C1D3EE9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1969CAE-603A-47C3-A017-D80B7DA0D63E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BBBD312-9DBA-423B-BEE9-AB92757CEB64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21246601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1145</Words>
  <Application>Microsoft Office PowerPoint</Application>
  <DocSecurity>0</DocSecurity>
  <PresentationFormat>Widescreen</PresentationFormat>
  <Paragraphs>153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2026-09-09T10:57:40Z</dcterms:created>
  <dcterms:modified xsi:type="dcterms:W3CDTF">2026-09-09T11:00:25Z</dcterms:modified>
</cp:coreProperties>
</file>