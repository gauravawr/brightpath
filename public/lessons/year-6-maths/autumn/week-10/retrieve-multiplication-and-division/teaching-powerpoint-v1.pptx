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Retrieve multiplication and division.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I do. Reveal each digit multiplication and the carried amount. On a tens row, reveal the zero placeholder before calculating. For a decimal, use the same place-value scale in the answer.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You do. Pause before clicking. Let pupils try independently, then reveal and discuss every step. Reveal each digit multiplication and the carried amount. On a tens row, reveal the zero placeholder before calculating. For a decimal, use the same place-value scale in the answer.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I do. Reveal each digit multiplication and the carried amount. On a tens row, reveal the zero placeholder before calculating. For a decimal, use the same place-value scale in the answer.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I do.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You do. Pause before clicking. Let pupils try independently, then reveal and discuss every step. Reveal each digit multiplication and the carried amount. On a tens row, reveal the zero placeholder before calculating. For a decimal, use the same place-value scale in the answer.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You do. Pause before clicking. Let pupils try independently, then reveal and discuss every step. Align the place values. Reveal one column at a time, including every carry or exchange.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Retrieve multiplication and division.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1BDB303C-9A80-4754-8BE1-C79D265DF6F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Retrieve multiplication and division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CE83A637-1D81-404A-909F-7E76AEB70FC8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0F7A947-8B2C-44E9-A6FD-0E0CCCC5814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B651E5D-E255-412D-8B6D-12D133AFC0A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65957E20-E675-446F-8F9F-0695056CB39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E1D3FD2-4499-470E-8E5D-589F9D7346FC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retrieve and apply formal multiplication and division methods.</a:t>
            </a:r>
          </a:p>
        </p:txBody>
      </p:sp>
    </p:spTree>
    <p:extLst>
      <p:ext uri="{BB962C8B-B14F-4D97-AF65-F5344CB8AC3E}">
        <p14:creationId xmlns:p14="http://schemas.microsoft.com/office/powerpoint/2010/main" val="1706534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object-1">
            <a:extLst>
              <a:ext uri="{FF2B5EF4-FFF2-40B4-BE49-F238E27FC236}">
                <a16:creationId xmlns:a16="http://schemas.microsoft.com/office/drawing/2014/main" id="{E699B12D-65D4-4C86-99D8-8365BDCDCF8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122698B-C6A5-4BE5-B1C8-FE446782265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4,308 × 36.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0FE10788-8687-4083-94E1-C2CA68CA0B0F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A6EE0AB-56A3-4C63-863E-4E7816D21C1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52920ED9-0269-44F6-9174-62F0145F9BB8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161A5DC-B2C4-4210-800A-DC37ED49A0D5}"/>
              </a:ext>
            </a:extLst>
          </p:cNvPr>
          <p:cNvSpPr>
            <a:spLocks noGrp="1"/>
          </p:cNvSpPr>
          <p:nvPr/>
        </p:nvSpPr>
        <p:spPr>
          <a:xfrm>
            <a:off x="74056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EEF542B-C973-413D-B2D4-E8EA24050D5B}"/>
              </a:ext>
            </a:extLst>
          </p:cNvPr>
          <p:cNvSpPr>
            <a:spLocks noGrp="1"/>
          </p:cNvSpPr>
          <p:nvPr/>
        </p:nvSpPr>
        <p:spPr>
          <a:xfrm>
            <a:off x="82629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C69214B6-776E-4A8B-A23A-4FE7BA840763}"/>
              </a:ext>
            </a:extLst>
          </p:cNvPr>
          <p:cNvSpPr>
            <a:spLocks noGrp="1"/>
          </p:cNvSpPr>
          <p:nvPr/>
        </p:nvSpPr>
        <p:spPr>
          <a:xfrm>
            <a:off x="91201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036A07D9-11D9-4228-AD27-0DE6B2ABA48C}"/>
              </a:ext>
            </a:extLst>
          </p:cNvPr>
          <p:cNvSpPr>
            <a:spLocks noGrp="1"/>
          </p:cNvSpPr>
          <p:nvPr/>
        </p:nvSpPr>
        <p:spPr>
          <a:xfrm>
            <a:off x="99774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FF5ED54D-F868-488E-897D-A098E47DDC60}"/>
              </a:ext>
            </a:extLst>
          </p:cNvPr>
          <p:cNvSpPr>
            <a:spLocks noGrp="1"/>
          </p:cNvSpPr>
          <p:nvPr/>
        </p:nvSpPr>
        <p:spPr>
          <a:xfrm>
            <a:off x="4976813" y="3690938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B83E3887-705C-47FD-A19E-80F3E7DACBC4}"/>
              </a:ext>
            </a:extLst>
          </p:cNvPr>
          <p:cNvSpPr>
            <a:spLocks noGrp="1"/>
          </p:cNvSpPr>
          <p:nvPr/>
        </p:nvSpPr>
        <p:spPr>
          <a:xfrm>
            <a:off x="9120188" y="3690938"/>
            <a:ext cx="1619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61C471E-4188-429B-9A26-266BD96F11F9}"/>
              </a:ext>
            </a:extLst>
          </p:cNvPr>
          <p:cNvSpPr>
            <a:spLocks noGrp="1"/>
          </p:cNvSpPr>
          <p:nvPr/>
        </p:nvSpPr>
        <p:spPr>
          <a:xfrm>
            <a:off x="5512594" y="4464844"/>
            <a:ext cx="5441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401AD66-2859-4083-A71D-04C5EE881A2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8 = 48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14334774-354C-4F08-83DB-7E82A4FB17DC}"/>
              </a:ext>
            </a:extLst>
          </p:cNvPr>
          <p:cNvSpPr>
            <a:spLocks noGrp="1"/>
          </p:cNvSpPr>
          <p:nvPr/>
        </p:nvSpPr>
        <p:spPr>
          <a:xfrm>
            <a:off x="9977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1355284-872B-4E36-B92E-6A8211A76A25}"/>
              </a:ext>
            </a:extLst>
          </p:cNvPr>
          <p:cNvSpPr>
            <a:spLocks noGrp="1"/>
          </p:cNvSpPr>
          <p:nvPr/>
        </p:nvSpPr>
        <p:spPr>
          <a:xfrm>
            <a:off x="99774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5B48461-FF14-484B-864A-6E4E7186364C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0 + 4 = 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C93A7228-7F2F-459A-BBC6-9434D8DA552E}"/>
              </a:ext>
            </a:extLst>
          </p:cNvPr>
          <p:cNvSpPr>
            <a:spLocks noGrp="1"/>
          </p:cNvSpPr>
          <p:nvPr/>
        </p:nvSpPr>
        <p:spPr>
          <a:xfrm>
            <a:off x="91201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19BF1939-9E96-488C-A789-0BE0AE46F2F8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3 = 18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D78C4D39-CC4B-4D3D-824E-F2C24F95A395}"/>
              </a:ext>
            </a:extLst>
          </p:cNvPr>
          <p:cNvSpPr>
            <a:spLocks noGrp="1"/>
          </p:cNvSpPr>
          <p:nvPr/>
        </p:nvSpPr>
        <p:spPr>
          <a:xfrm>
            <a:off x="82629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0682D1AE-21AC-4E48-86D8-8043933796F4}"/>
              </a:ext>
            </a:extLst>
          </p:cNvPr>
          <p:cNvSpPr>
            <a:spLocks noGrp="1"/>
          </p:cNvSpPr>
          <p:nvPr/>
        </p:nvSpPr>
        <p:spPr>
          <a:xfrm>
            <a:off x="82629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1E3D4C9-23E7-422E-BB5B-5A17C4C357C7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4 + 1 = 25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5400A8F-0D26-4EC0-92AB-CDA9A4B8E535}"/>
              </a:ext>
            </a:extLst>
          </p:cNvPr>
          <p:cNvSpPr>
            <a:spLocks noGrp="1"/>
          </p:cNvSpPr>
          <p:nvPr/>
        </p:nvSpPr>
        <p:spPr>
          <a:xfrm>
            <a:off x="6548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C6913E25-D810-4A9C-A239-BB04F41575CB}"/>
              </a:ext>
            </a:extLst>
          </p:cNvPr>
          <p:cNvSpPr>
            <a:spLocks noGrp="1"/>
          </p:cNvSpPr>
          <p:nvPr/>
        </p:nvSpPr>
        <p:spPr>
          <a:xfrm>
            <a:off x="74056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57727168-CD8C-4E03-A05F-A68B92529261}"/>
              </a:ext>
            </a:extLst>
          </p:cNvPr>
          <p:cNvSpPr>
            <a:spLocks noGrp="1"/>
          </p:cNvSpPr>
          <p:nvPr/>
        </p:nvSpPr>
        <p:spPr>
          <a:xfrm>
            <a:off x="99774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BEC331A-9835-4C49-8179-35AEE1E5B88F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8 = 24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30BB2CE-7F86-4550-BF96-03BAAC91F0E4}"/>
              </a:ext>
            </a:extLst>
          </p:cNvPr>
          <p:cNvSpPr>
            <a:spLocks noGrp="1"/>
          </p:cNvSpPr>
          <p:nvPr/>
        </p:nvSpPr>
        <p:spPr>
          <a:xfrm>
            <a:off x="91201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0E3D0E06-1CA1-4E53-9B5D-EAAB5A5228A1}"/>
              </a:ext>
            </a:extLst>
          </p:cNvPr>
          <p:cNvSpPr>
            <a:spLocks noGrp="1"/>
          </p:cNvSpPr>
          <p:nvPr/>
        </p:nvSpPr>
        <p:spPr>
          <a:xfrm>
            <a:off x="99774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3F4B6F41-9FC6-4051-ADA1-A89CD69E6F4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0 + 2 = 2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569D9AC0-E240-45AA-95E4-21FE64577EAE}"/>
              </a:ext>
            </a:extLst>
          </p:cNvPr>
          <p:cNvSpPr>
            <a:spLocks noGrp="1"/>
          </p:cNvSpPr>
          <p:nvPr/>
        </p:nvSpPr>
        <p:spPr>
          <a:xfrm>
            <a:off x="82629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A0105447-D8D4-4A49-A2CE-D9E2DE43E7AF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3 = 9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8F8DDCF7-7E6C-4DF4-9EEB-7362D6EC4E79}"/>
              </a:ext>
            </a:extLst>
          </p:cNvPr>
          <p:cNvSpPr>
            <a:spLocks noGrp="1"/>
          </p:cNvSpPr>
          <p:nvPr/>
        </p:nvSpPr>
        <p:spPr>
          <a:xfrm>
            <a:off x="74056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4DDDCE57-D0B4-41A9-9678-546BA235C463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= 12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E9FB194E-EA98-4978-9B74-DC6D02A2E81D}"/>
              </a:ext>
            </a:extLst>
          </p:cNvPr>
          <p:cNvSpPr>
            <a:spLocks noGrp="1"/>
          </p:cNvSpPr>
          <p:nvPr/>
        </p:nvSpPr>
        <p:spPr>
          <a:xfrm>
            <a:off x="56911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ACA07621-290F-4A5B-ABFA-24BE583E9BDA}"/>
              </a:ext>
            </a:extLst>
          </p:cNvPr>
          <p:cNvSpPr>
            <a:spLocks noGrp="1"/>
          </p:cNvSpPr>
          <p:nvPr/>
        </p:nvSpPr>
        <p:spPr>
          <a:xfrm>
            <a:off x="65484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BBB83B8A-D7BE-402C-B98A-DA2592DAB763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Now add the partial products: 25,848 + 129,240.</a:t>
            </a:r>
          </a:p>
        </p:txBody>
      </p:sp>
    </p:spTree>
    <p:extLst>
      <p:ext uri="{BB962C8B-B14F-4D97-AF65-F5344CB8AC3E}">
        <p14:creationId xmlns:p14="http://schemas.microsoft.com/office/powerpoint/2010/main" val="172195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14" dur="8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39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70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2" fill="hold">
                      <p:stCondLst>
                        <p:cond delay="indefinite"/>
                      </p:stCondLst>
                      <p:childTnLst>
                        <p:par>
                          <p:cTn id="83" fill="hold">
                            <p:stCondLst>
                              <p:cond delay="0"/>
                            </p:stCondLst>
                            <p:childTnLst>
                              <p:par>
                                <p:cTn id="8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14" grpId="0"/>
      <p:bldP spid="15" grpId="0"/>
      <p:bldP spid="15" grpId="1"/>
      <p:bldP spid="15" grpId="2"/>
      <p:bldP spid="16" grpId="0"/>
      <p:bldP spid="16" grpId="1"/>
      <p:bldP spid="17" grpId="0"/>
      <p:bldP spid="18" grpId="0"/>
      <p:bldP spid="18" grpId="1"/>
      <p:bldP spid="19" grpId="0"/>
      <p:bldP spid="20" grpId="0"/>
      <p:bldP spid="20" grpId="1"/>
      <p:bldP spid="20" grpId="2"/>
      <p:bldP spid="21" grpId="0"/>
      <p:bldP spid="21" grpId="1"/>
      <p:bldP spid="22" grpId="0"/>
      <p:bldP spid="23" grpId="0"/>
      <p:bldP spid="24" grpId="0"/>
      <p:bldP spid="25" grpId="0"/>
      <p:bldP spid="25" grpId="1"/>
      <p:bldP spid="26" grpId="0"/>
      <p:bldP spid="27" grpId="0"/>
      <p:bldP spid="27" grpId="1"/>
      <p:bldP spid="27" grpId="2"/>
      <p:bldP spid="28" grpId="0"/>
      <p:bldP spid="28" grpId="1"/>
      <p:bldP spid="29" grpId="0"/>
      <p:bldP spid="30" grpId="0"/>
      <p:bldP spid="30" grpId="1"/>
      <p:bldP spid="31" grpId="0"/>
      <p:bldP spid="32" grpId="0"/>
      <p:bldP spid="33" grpId="0"/>
      <p:bldP spid="34" grpId="0"/>
      <p:bldP spid="3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ject-1">
            <a:extLst>
              <a:ext uri="{FF2B5EF4-FFF2-40B4-BE49-F238E27FC236}">
                <a16:creationId xmlns:a16="http://schemas.microsoft.com/office/drawing/2014/main" id="{37BBAEDB-1E30-42EA-82A6-E9FC20CC895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C5F0372-14A8-4A47-A44B-AF86CEE0B4F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25,848 + 129,240.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9F9C02D-15E2-40CA-8583-2DD6D72A3A0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4DD1EF19-41AE-4C94-B20A-99C438E803B8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99D35FD-7BE4-4287-9A3C-506220808C1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571CB52-053D-4BCF-9C03-6A9A28A3407F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9CDDFCDE-2AD7-4880-B7DB-E78C88DD466B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A67C3903-1CBF-4AF0-A053-EB5CCADDD172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B0CAA192-B406-4F78-BB07-9BEF3C8A8D33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515AE92-D7AB-4199-89B1-E80F0D92492C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706489B-9289-4444-9D47-6FB8425FE0B1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BE29C26C-51C6-4DE1-BAFE-EF548078713B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D2E054E-C191-44BD-A50C-3426D652D500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7758A095-F98F-4E3C-B560-ED47C8A11268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8FFD6FE2-697D-457E-A775-425703C430DA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B56A3AA-2198-40D3-8E90-BF5F3EE2CDD2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7A0A276-DB83-46A8-8E74-114097536D97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C117CB0E-72E2-41B3-93D3-98987D0304B3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E0BA4FA-DDEC-453A-A2F9-A9D4EEF06DD5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26C55B9-C16B-4581-977D-B0EA109E00C9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CF4AE65E-69DA-42B6-8180-1F42A2C595E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+ 0 = 8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0197EAC-5C57-4849-869D-999AFFD4801E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5C7132D-CF2B-4533-BFD0-449534350A51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46F9AE8-5BDD-44DA-9D2F-2477F5D75DDD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+ 4 = 8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3F0C0C80-06E9-4A1F-BDA6-F2BC4C3AC70D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91C5F097-5C20-451F-8EAF-665CF6161B82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EA6CA2EC-7E8C-4DF0-9E10-D6C38D9F3A97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377998C-5F9E-4424-A371-C5EB61346476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+ 2 = 10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250B597D-13EF-48B3-AF59-BED136010E04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932441E8-A044-4C61-97BB-AB9D692CC0CF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925BE44F-3FFD-4A54-8B30-4A5ED04A6E3A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64B4E831-43C7-4700-989D-DA4210F33D9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+ 9 + 1 = 15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9F6DAB67-A621-4C7A-A41F-71BE2B2C2E28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C353F5E-5B65-4BA2-B95B-510C461AEA4C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98C4A76C-0322-4725-88C1-9D6CEF790DDC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+ 2 + 1 = 5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9D4448E9-B508-4D2C-BA2B-4FF41C2AB81E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32AA0492-FC61-47EB-B820-37A7CD044D73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2231471F-FCEC-4F46-B6EB-3B1A91FED6C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+ 1 = 1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F79DD30C-0EE4-4397-BAA3-146157E4E4D9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C0533E6-D2C8-42AF-949E-0C46F578625A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25,848 + 129,240 = 155,088</a:t>
            </a:r>
          </a:p>
        </p:txBody>
      </p:sp>
    </p:spTree>
    <p:extLst>
      <p:ext uri="{BB962C8B-B14F-4D97-AF65-F5344CB8AC3E}">
        <p14:creationId xmlns:p14="http://schemas.microsoft.com/office/powerpoint/2010/main" val="1012456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37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55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800"/>
                            </p:stCondLst>
                            <p:childTnLst>
                              <p:par>
                                <p:cTn id="5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1" grpId="1"/>
      <p:bldP spid="22" grpId="0"/>
      <p:bldP spid="24" grpId="0"/>
      <p:bldP spid="24" grpId="1"/>
      <p:bldP spid="25" grpId="0"/>
      <p:bldP spid="27" grpId="0"/>
      <p:bldP spid="27" grpId="1"/>
      <p:bldP spid="28" grpId="0"/>
      <p:bldP spid="28" grpId="1"/>
      <p:bldP spid="29" grpId="0"/>
      <p:bldP spid="31" grpId="0"/>
      <p:bldP spid="31" grpId="1"/>
      <p:bldP spid="32" grpId="0"/>
      <p:bldP spid="32" grpId="1"/>
      <p:bldP spid="33" grpId="0"/>
      <p:bldP spid="35" grpId="0"/>
      <p:bldP spid="35" grpId="1"/>
      <p:bldP spid="36" grpId="0"/>
      <p:bldP spid="38" grpId="0"/>
      <p:bldP spid="39" grpId="0"/>
      <p:bldP spid="40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object-1">
            <a:extLst>
              <a:ext uri="{FF2B5EF4-FFF2-40B4-BE49-F238E27FC236}">
                <a16:creationId xmlns:a16="http://schemas.microsoft.com/office/drawing/2014/main" id="{E9ABD808-8CA2-4E65-A731-1FFFF37F692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8ADFE311-5CAC-461F-B1C8-2DCB6D4FB3E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7E0C379-926B-4EFF-B310-ED4DC88F131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4,319 × 36.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5381A31E-D95D-4424-B0CB-8296BFE259F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280E9DB-F659-4533-91EE-16FD52A95264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729C5548-75B4-462C-BB4F-34187A6DD96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C39730C2-178F-41E9-97D7-098467F461B9}"/>
              </a:ext>
            </a:extLst>
          </p:cNvPr>
          <p:cNvSpPr>
            <a:spLocks noGrp="1"/>
          </p:cNvSpPr>
          <p:nvPr/>
        </p:nvSpPr>
        <p:spPr>
          <a:xfrm>
            <a:off x="74056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48909F5-777F-4210-A20C-76B7E0EE2DB3}"/>
              </a:ext>
            </a:extLst>
          </p:cNvPr>
          <p:cNvSpPr>
            <a:spLocks noGrp="1"/>
          </p:cNvSpPr>
          <p:nvPr/>
        </p:nvSpPr>
        <p:spPr>
          <a:xfrm>
            <a:off x="82629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987C4D6-C62B-49B5-B1A1-6F490F7B8E3D}"/>
              </a:ext>
            </a:extLst>
          </p:cNvPr>
          <p:cNvSpPr>
            <a:spLocks noGrp="1"/>
          </p:cNvSpPr>
          <p:nvPr/>
        </p:nvSpPr>
        <p:spPr>
          <a:xfrm>
            <a:off x="91201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33CD8CB1-1563-48D0-883B-182374629EFF}"/>
              </a:ext>
            </a:extLst>
          </p:cNvPr>
          <p:cNvSpPr>
            <a:spLocks noGrp="1"/>
          </p:cNvSpPr>
          <p:nvPr/>
        </p:nvSpPr>
        <p:spPr>
          <a:xfrm>
            <a:off x="99774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49ED279-1C74-4A49-B02D-C1C02FC04E2A}"/>
              </a:ext>
            </a:extLst>
          </p:cNvPr>
          <p:cNvSpPr>
            <a:spLocks noGrp="1"/>
          </p:cNvSpPr>
          <p:nvPr/>
        </p:nvSpPr>
        <p:spPr>
          <a:xfrm>
            <a:off x="4976813" y="3690938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0DDD9F6-82AE-4D72-A758-520095830E6E}"/>
              </a:ext>
            </a:extLst>
          </p:cNvPr>
          <p:cNvSpPr>
            <a:spLocks noGrp="1"/>
          </p:cNvSpPr>
          <p:nvPr/>
        </p:nvSpPr>
        <p:spPr>
          <a:xfrm>
            <a:off x="9120188" y="3690938"/>
            <a:ext cx="1619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599A5F3-F8C7-4197-B052-2FEB42A29A3D}"/>
              </a:ext>
            </a:extLst>
          </p:cNvPr>
          <p:cNvSpPr>
            <a:spLocks noGrp="1"/>
          </p:cNvSpPr>
          <p:nvPr/>
        </p:nvSpPr>
        <p:spPr>
          <a:xfrm>
            <a:off x="5512594" y="4464844"/>
            <a:ext cx="5441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770DC4C-D35B-4E64-A256-D2533260C901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9 = 54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7EDD3875-E0CA-4628-B5C9-0ABE8EA99388}"/>
              </a:ext>
            </a:extLst>
          </p:cNvPr>
          <p:cNvSpPr>
            <a:spLocks noGrp="1"/>
          </p:cNvSpPr>
          <p:nvPr/>
        </p:nvSpPr>
        <p:spPr>
          <a:xfrm>
            <a:off x="9977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AC5AAA0-86B7-474B-9938-8DC55849444E}"/>
              </a:ext>
            </a:extLst>
          </p:cNvPr>
          <p:cNvSpPr>
            <a:spLocks noGrp="1"/>
          </p:cNvSpPr>
          <p:nvPr/>
        </p:nvSpPr>
        <p:spPr>
          <a:xfrm>
            <a:off x="99774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E8962286-409B-4AD3-B11A-BEFC7103C543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1 + 5 = 11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04DF4186-4751-44C7-AC5D-1857A899EFB0}"/>
              </a:ext>
            </a:extLst>
          </p:cNvPr>
          <p:cNvSpPr>
            <a:spLocks noGrp="1"/>
          </p:cNvSpPr>
          <p:nvPr/>
        </p:nvSpPr>
        <p:spPr>
          <a:xfrm>
            <a:off x="91201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2E60C7E-D6CD-49A5-B739-7F67F7AD7FD4}"/>
              </a:ext>
            </a:extLst>
          </p:cNvPr>
          <p:cNvSpPr>
            <a:spLocks noGrp="1"/>
          </p:cNvSpPr>
          <p:nvPr/>
        </p:nvSpPr>
        <p:spPr>
          <a:xfrm>
            <a:off x="912018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76D19B1-160B-46A2-97C1-4553C4E8E60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3 + 1 = 19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23B9AC80-645E-4660-BE3F-9A7E7B33A86A}"/>
              </a:ext>
            </a:extLst>
          </p:cNvPr>
          <p:cNvSpPr>
            <a:spLocks noGrp="1"/>
          </p:cNvSpPr>
          <p:nvPr/>
        </p:nvSpPr>
        <p:spPr>
          <a:xfrm>
            <a:off x="82629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D26A5C5-FD95-4635-AE66-BDD1368D99BB}"/>
              </a:ext>
            </a:extLst>
          </p:cNvPr>
          <p:cNvSpPr>
            <a:spLocks noGrp="1"/>
          </p:cNvSpPr>
          <p:nvPr/>
        </p:nvSpPr>
        <p:spPr>
          <a:xfrm>
            <a:off x="82629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BCC69FD-DE34-4711-A33D-C3E0131FDB90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4 + 1 = 25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56523EE7-0F9D-4083-B060-FC01B5A082A9}"/>
              </a:ext>
            </a:extLst>
          </p:cNvPr>
          <p:cNvSpPr>
            <a:spLocks noGrp="1"/>
          </p:cNvSpPr>
          <p:nvPr/>
        </p:nvSpPr>
        <p:spPr>
          <a:xfrm>
            <a:off x="6548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B4352E6-EFB7-4FE4-A8CA-ED79047164EC}"/>
              </a:ext>
            </a:extLst>
          </p:cNvPr>
          <p:cNvSpPr>
            <a:spLocks noGrp="1"/>
          </p:cNvSpPr>
          <p:nvPr/>
        </p:nvSpPr>
        <p:spPr>
          <a:xfrm>
            <a:off x="74056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5303E692-BEC0-4F61-8E43-0E7137BF0771}"/>
              </a:ext>
            </a:extLst>
          </p:cNvPr>
          <p:cNvSpPr>
            <a:spLocks noGrp="1"/>
          </p:cNvSpPr>
          <p:nvPr/>
        </p:nvSpPr>
        <p:spPr>
          <a:xfrm>
            <a:off x="99774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199BE508-F92D-4988-BDA5-208004CBC268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9 = 27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AEAF82A8-4BF7-412D-B9C2-27935A105EB7}"/>
              </a:ext>
            </a:extLst>
          </p:cNvPr>
          <p:cNvSpPr>
            <a:spLocks noGrp="1"/>
          </p:cNvSpPr>
          <p:nvPr/>
        </p:nvSpPr>
        <p:spPr>
          <a:xfrm>
            <a:off x="91201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C3E66B83-ED3F-4CF0-BA80-0BBBDA1B45BA}"/>
              </a:ext>
            </a:extLst>
          </p:cNvPr>
          <p:cNvSpPr>
            <a:spLocks noGrp="1"/>
          </p:cNvSpPr>
          <p:nvPr/>
        </p:nvSpPr>
        <p:spPr>
          <a:xfrm>
            <a:off x="99774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F52D7184-A9FD-4B62-AE83-3E29EA9E48F2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+ 2 = 5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804695B1-7CEF-4420-8D18-3AE6779AECD4}"/>
              </a:ext>
            </a:extLst>
          </p:cNvPr>
          <p:cNvSpPr>
            <a:spLocks noGrp="1"/>
          </p:cNvSpPr>
          <p:nvPr/>
        </p:nvSpPr>
        <p:spPr>
          <a:xfrm>
            <a:off x="82629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61F1BE51-B237-4B89-B96C-8B05B8716D5B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3 = 9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E2A6DBD7-5B72-4C03-8169-6EF4476225B9}"/>
              </a:ext>
            </a:extLst>
          </p:cNvPr>
          <p:cNvSpPr>
            <a:spLocks noGrp="1"/>
          </p:cNvSpPr>
          <p:nvPr/>
        </p:nvSpPr>
        <p:spPr>
          <a:xfrm>
            <a:off x="74056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1CA32E1-C66C-4D32-92AA-461250C8698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= 12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75F7C703-3425-491E-94D3-A6AFED1A72D4}"/>
              </a:ext>
            </a:extLst>
          </p:cNvPr>
          <p:cNvSpPr>
            <a:spLocks noGrp="1"/>
          </p:cNvSpPr>
          <p:nvPr/>
        </p:nvSpPr>
        <p:spPr>
          <a:xfrm>
            <a:off x="56911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A79767A-D410-4FC6-998E-4813B3B68D5E}"/>
              </a:ext>
            </a:extLst>
          </p:cNvPr>
          <p:cNvSpPr>
            <a:spLocks noGrp="1"/>
          </p:cNvSpPr>
          <p:nvPr/>
        </p:nvSpPr>
        <p:spPr>
          <a:xfrm>
            <a:off x="65484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B29156D2-AFE6-437D-B74C-EE1C2DF4FD17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Now add the partial products: 25,914 + 129,570.</a:t>
            </a:r>
          </a:p>
        </p:txBody>
      </p:sp>
    </p:spTree>
    <p:extLst>
      <p:ext uri="{BB962C8B-B14F-4D97-AF65-F5344CB8AC3E}">
        <p14:creationId xmlns:p14="http://schemas.microsoft.com/office/powerpoint/2010/main" val="1939879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14" dur="8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30" dur="8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46" dur="8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77" dur="8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6" grpId="0"/>
      <p:bldP spid="16" grpId="1"/>
      <p:bldP spid="16" grpId="2"/>
      <p:bldP spid="17" grpId="0"/>
      <p:bldP spid="17" grpId="1"/>
      <p:bldP spid="18" grpId="0"/>
      <p:bldP spid="19" grpId="0"/>
      <p:bldP spid="19" grpId="1"/>
      <p:bldP spid="19" grpId="2"/>
      <p:bldP spid="20" grpId="0"/>
      <p:bldP spid="20" grpId="1"/>
      <p:bldP spid="21" grpId="0"/>
      <p:bldP spid="22" grpId="0"/>
      <p:bldP spid="22" grpId="1"/>
      <p:bldP spid="22" grpId="2"/>
      <p:bldP spid="23" grpId="0"/>
      <p:bldP spid="23" grpId="1"/>
      <p:bldP spid="24" grpId="0"/>
      <p:bldP spid="25" grpId="0"/>
      <p:bldP spid="26" grpId="0"/>
      <p:bldP spid="27" grpId="0"/>
      <p:bldP spid="27" grpId="1"/>
      <p:bldP spid="28" grpId="0"/>
      <p:bldP spid="29" grpId="0"/>
      <p:bldP spid="29" grpId="1"/>
      <p:bldP spid="29" grpId="2"/>
      <p:bldP spid="30" grpId="0"/>
      <p:bldP spid="30" grpId="1"/>
      <p:bldP spid="31" grpId="0"/>
      <p:bldP spid="32" grpId="0"/>
      <p:bldP spid="32" grpId="1"/>
      <p:bldP spid="33" grpId="0"/>
      <p:bldP spid="34" grpId="0"/>
      <p:bldP spid="35" grpId="0"/>
      <p:bldP spid="36" grpId="0"/>
      <p:bldP spid="3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object-1">
            <a:extLst>
              <a:ext uri="{FF2B5EF4-FFF2-40B4-BE49-F238E27FC236}">
                <a16:creationId xmlns:a16="http://schemas.microsoft.com/office/drawing/2014/main" id="{B095E9CD-4702-4B77-B631-97D56901D52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C94744B-832F-480E-8D00-142873ACDE11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7776032-C966-4886-AB4E-BFF9D9A81C6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25,914 + 129,570.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961706A9-B719-4602-B662-655C65C900C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89EB71A-BEA9-4584-8B1A-FBDBB7D3002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1572314-A034-4713-803E-F40E6DC737C5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E473DC6B-405F-4662-86E4-B20227ADF0E2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62C55F8-56B5-4DCC-B379-1FDFE49DF0C4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D45F5C9-A792-442C-8DD1-8E3F147D0AAD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A5FED02-33BB-4D54-A4B9-2E22A9637D95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5F9BA5E-A9F9-4C5E-A2B0-E18FA11F8F68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862190F0-A36E-4903-AEF5-F7ED72C76F85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77B6D9F-8F96-4200-A765-E6E2B01AEB1C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44DBB8A-527D-4CE0-957E-F6EBB5A60573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AE65E3EA-721B-4F32-9ECD-470C428F3B96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C8F22FC-FB0D-46D6-90A8-306CDFA66D23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08B20CE-198A-4BD8-9F9B-EE659ECEDB82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448EE74-CFBD-407C-9DB2-7D0F57C01B87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616934CC-D28D-422B-A6F2-7A1BF672B6F1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06DEC706-3B74-4A7D-8094-974BF08ED8C6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08B465C-4EB9-411D-BE1B-793FB8A0B974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82BE0F53-F993-4E71-868F-492DA861827A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+ 0 = 4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7CCA5384-A7F2-41F7-B8D5-413E26756492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6C8D334-BB60-46DD-B159-8B57B0816B86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9684CE9C-00BB-42A7-8FB2-3D77959A0EBF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+ 7 = 8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EADDB73-DB37-4BF0-9138-2B99F911D1AA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AD882A74-E2E4-41C0-9890-2DBF21F16297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40D92930-6CC2-4B82-B014-9CC9E2AB5740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C275DFF9-3668-4D40-8A8A-15E7BCBC3F58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+ 5 = 14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6DCAE3C9-9C7A-4E18-ACAE-CC5591AEAEBE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AA8062B7-B77D-4418-B6BC-5156CA0A1DF6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5EFBEA20-A1C4-4579-BE0A-B54BD3AB2457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50D35056-79DC-4ABF-914D-07357A9FD4F4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+ 9 + 1 = 15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B68D8E15-1A12-41A7-B0F1-27472CD5A5BB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00BE903B-8954-44D3-B091-8AAA8E8B6CC2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8425F50C-D3E4-4B06-B390-27DEA22FE97B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+ 2 + 1 = 5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A23E66C7-73FA-4D2E-82B4-EB7276C4306A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D0387A0D-E91F-4209-968E-9BFD19F0432A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07DF7D3D-0359-444C-89D6-B0E08DD36820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+ 1 = 1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F894819B-0F3F-49AC-A289-4DC51FFCBD65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D2F8B866-1368-4CAE-834C-822DEE112059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25,914 + 129,570 = 155,484</a:t>
            </a:r>
          </a:p>
        </p:txBody>
      </p:sp>
    </p:spTree>
    <p:extLst>
      <p:ext uri="{BB962C8B-B14F-4D97-AF65-F5344CB8AC3E}">
        <p14:creationId xmlns:p14="http://schemas.microsoft.com/office/powerpoint/2010/main" val="172721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37" dur="8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55" dur="8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800"/>
                            </p:stCondLst>
                            <p:childTnLst>
                              <p:par>
                                <p:cTn id="5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2" grpId="1"/>
      <p:bldP spid="23" grpId="0"/>
      <p:bldP spid="25" grpId="0"/>
      <p:bldP spid="25" grpId="1"/>
      <p:bldP spid="26" grpId="0"/>
      <p:bldP spid="28" grpId="0"/>
      <p:bldP spid="28" grpId="1"/>
      <p:bldP spid="29" grpId="0"/>
      <p:bldP spid="29" grpId="1"/>
      <p:bldP spid="30" grpId="0"/>
      <p:bldP spid="32" grpId="0"/>
      <p:bldP spid="32" grpId="1"/>
      <p:bldP spid="33" grpId="0"/>
      <p:bldP spid="33" grpId="1"/>
      <p:bldP spid="34" grpId="0"/>
      <p:bldP spid="36" grpId="0"/>
      <p:bldP spid="36" grpId="1"/>
      <p:bldP spid="37" grpId="0"/>
      <p:bldP spid="39" grpId="0"/>
      <p:bldP spid="40" grpId="0"/>
      <p:bldP spid="4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object-1">
            <a:extLst>
              <a:ext uri="{FF2B5EF4-FFF2-40B4-BE49-F238E27FC236}">
                <a16:creationId xmlns:a16="http://schemas.microsoft.com/office/drawing/2014/main" id="{54404F9E-3228-45BA-BB49-9BBB560862D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3F693EC-6C63-4B94-AC25-91B2C79975C4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4,330 × 36.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DBF5314-7386-418D-BCCB-332F9AA1EF6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2679E84-CD8B-47BD-B529-405BEAA737E0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ACAE7E2-958B-4E58-8BA6-16A40AB0A4B6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38E57D8-83CD-47A2-9153-88876DE2D848}"/>
              </a:ext>
            </a:extLst>
          </p:cNvPr>
          <p:cNvSpPr>
            <a:spLocks noGrp="1"/>
          </p:cNvSpPr>
          <p:nvPr/>
        </p:nvSpPr>
        <p:spPr>
          <a:xfrm>
            <a:off x="74056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A0E9740-03E0-4510-814C-77570ED87BA4}"/>
              </a:ext>
            </a:extLst>
          </p:cNvPr>
          <p:cNvSpPr>
            <a:spLocks noGrp="1"/>
          </p:cNvSpPr>
          <p:nvPr/>
        </p:nvSpPr>
        <p:spPr>
          <a:xfrm>
            <a:off x="82629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07018A68-E763-4BF9-AB2E-83BC8F8523CC}"/>
              </a:ext>
            </a:extLst>
          </p:cNvPr>
          <p:cNvSpPr>
            <a:spLocks noGrp="1"/>
          </p:cNvSpPr>
          <p:nvPr/>
        </p:nvSpPr>
        <p:spPr>
          <a:xfrm>
            <a:off x="91201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332E6859-BB35-41D1-96D7-84F3CF536300}"/>
              </a:ext>
            </a:extLst>
          </p:cNvPr>
          <p:cNvSpPr>
            <a:spLocks noGrp="1"/>
          </p:cNvSpPr>
          <p:nvPr/>
        </p:nvSpPr>
        <p:spPr>
          <a:xfrm>
            <a:off x="99774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EEB815B9-A725-4661-8EBE-D837C5296560}"/>
              </a:ext>
            </a:extLst>
          </p:cNvPr>
          <p:cNvSpPr>
            <a:spLocks noGrp="1"/>
          </p:cNvSpPr>
          <p:nvPr/>
        </p:nvSpPr>
        <p:spPr>
          <a:xfrm>
            <a:off x="4976813" y="3690938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B6D5C10-DD5D-4E3C-892B-156A40EC6AB9}"/>
              </a:ext>
            </a:extLst>
          </p:cNvPr>
          <p:cNvSpPr>
            <a:spLocks noGrp="1"/>
          </p:cNvSpPr>
          <p:nvPr/>
        </p:nvSpPr>
        <p:spPr>
          <a:xfrm>
            <a:off x="9120188" y="3690938"/>
            <a:ext cx="1619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2715962-EE01-4379-A653-EB6A0474FCD8}"/>
              </a:ext>
            </a:extLst>
          </p:cNvPr>
          <p:cNvSpPr>
            <a:spLocks noGrp="1"/>
          </p:cNvSpPr>
          <p:nvPr/>
        </p:nvSpPr>
        <p:spPr>
          <a:xfrm>
            <a:off x="5512594" y="4464844"/>
            <a:ext cx="5441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EBDD658-304F-4EB2-A45E-417C3CC1DDC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0 = 0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B38B569-FD9E-488A-ABBB-D530218CEB2D}"/>
              </a:ext>
            </a:extLst>
          </p:cNvPr>
          <p:cNvSpPr>
            <a:spLocks noGrp="1"/>
          </p:cNvSpPr>
          <p:nvPr/>
        </p:nvSpPr>
        <p:spPr>
          <a:xfrm>
            <a:off x="9977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EB7CDE7-94A0-4E58-885F-F3EB43B6D8B0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3 = 18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4FFB5F3-E9D1-4AC3-A2ED-E04C5A831B8E}"/>
              </a:ext>
            </a:extLst>
          </p:cNvPr>
          <p:cNvSpPr>
            <a:spLocks noGrp="1"/>
          </p:cNvSpPr>
          <p:nvPr/>
        </p:nvSpPr>
        <p:spPr>
          <a:xfrm>
            <a:off x="91201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6B885B97-4953-4E34-8402-2F80BBDE9259}"/>
              </a:ext>
            </a:extLst>
          </p:cNvPr>
          <p:cNvSpPr>
            <a:spLocks noGrp="1"/>
          </p:cNvSpPr>
          <p:nvPr/>
        </p:nvSpPr>
        <p:spPr>
          <a:xfrm>
            <a:off x="912018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1B99A22-5AD1-48AC-9882-17F2F6FCFFA3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3 + 1 = 19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CAE4D6F-4AD3-4F6E-A6AF-E0394BA83C48}"/>
              </a:ext>
            </a:extLst>
          </p:cNvPr>
          <p:cNvSpPr>
            <a:spLocks noGrp="1"/>
          </p:cNvSpPr>
          <p:nvPr/>
        </p:nvSpPr>
        <p:spPr>
          <a:xfrm>
            <a:off x="82629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4389305-EBA1-4AAF-ABCB-B1136CD4788B}"/>
              </a:ext>
            </a:extLst>
          </p:cNvPr>
          <p:cNvSpPr>
            <a:spLocks noGrp="1"/>
          </p:cNvSpPr>
          <p:nvPr/>
        </p:nvSpPr>
        <p:spPr>
          <a:xfrm>
            <a:off x="82629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BF109D9F-1399-4828-B95E-6B1A302DE06E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4 + 1 = 25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119F3DF-8F3C-44D7-BE55-F254EEE6B876}"/>
              </a:ext>
            </a:extLst>
          </p:cNvPr>
          <p:cNvSpPr>
            <a:spLocks noGrp="1"/>
          </p:cNvSpPr>
          <p:nvPr/>
        </p:nvSpPr>
        <p:spPr>
          <a:xfrm>
            <a:off x="6548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81C9DF7-6AB1-4912-967C-88B08035C6BE}"/>
              </a:ext>
            </a:extLst>
          </p:cNvPr>
          <p:cNvSpPr>
            <a:spLocks noGrp="1"/>
          </p:cNvSpPr>
          <p:nvPr/>
        </p:nvSpPr>
        <p:spPr>
          <a:xfrm>
            <a:off x="74056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6D6B8B2F-7254-465C-B0C5-B6581BAE8564}"/>
              </a:ext>
            </a:extLst>
          </p:cNvPr>
          <p:cNvSpPr>
            <a:spLocks noGrp="1"/>
          </p:cNvSpPr>
          <p:nvPr/>
        </p:nvSpPr>
        <p:spPr>
          <a:xfrm>
            <a:off x="99774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E1BE0F1-9C1F-4C4E-9053-CBE8A1E5F542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0 = 0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8E4039FE-C916-4DB4-BD8E-1D5784A56273}"/>
              </a:ext>
            </a:extLst>
          </p:cNvPr>
          <p:cNvSpPr>
            <a:spLocks noGrp="1"/>
          </p:cNvSpPr>
          <p:nvPr/>
        </p:nvSpPr>
        <p:spPr>
          <a:xfrm>
            <a:off x="91201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C3DA0DA0-E29C-4E2D-ACDA-2758762F9614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3 = 9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361AF204-3E8D-4CEB-A6D5-E8A2FD7412B2}"/>
              </a:ext>
            </a:extLst>
          </p:cNvPr>
          <p:cNvSpPr>
            <a:spLocks noGrp="1"/>
          </p:cNvSpPr>
          <p:nvPr/>
        </p:nvSpPr>
        <p:spPr>
          <a:xfrm>
            <a:off x="82629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B425FF24-8AD0-4C60-B3DD-9B0B7DBE1C73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3 = 9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407EDA9D-F0C0-4E93-91F9-17F9F0E45761}"/>
              </a:ext>
            </a:extLst>
          </p:cNvPr>
          <p:cNvSpPr>
            <a:spLocks noGrp="1"/>
          </p:cNvSpPr>
          <p:nvPr/>
        </p:nvSpPr>
        <p:spPr>
          <a:xfrm>
            <a:off x="74056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F0387C5C-15B7-4A30-A775-38615342E203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= 12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01CDC541-D857-46E7-B7F2-D6DE608A45ED}"/>
              </a:ext>
            </a:extLst>
          </p:cNvPr>
          <p:cNvSpPr>
            <a:spLocks noGrp="1"/>
          </p:cNvSpPr>
          <p:nvPr/>
        </p:nvSpPr>
        <p:spPr>
          <a:xfrm>
            <a:off x="56911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0A344452-A5EF-446E-8B8A-FB9B40A1864F}"/>
              </a:ext>
            </a:extLst>
          </p:cNvPr>
          <p:cNvSpPr>
            <a:spLocks noGrp="1"/>
          </p:cNvSpPr>
          <p:nvPr/>
        </p:nvSpPr>
        <p:spPr>
          <a:xfrm>
            <a:off x="65484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70750248-0A83-401C-840D-DA2EFB2550E2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Now add the partial products: 25,980 + 129,900.</a:t>
            </a:r>
          </a:p>
        </p:txBody>
      </p:sp>
    </p:spTree>
    <p:extLst>
      <p:ext uri="{BB962C8B-B14F-4D97-AF65-F5344CB8AC3E}">
        <p14:creationId xmlns:p14="http://schemas.microsoft.com/office/powerpoint/2010/main" val="1436891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23" dur="8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39" dur="8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3" grpId="1"/>
      <p:bldP spid="14" grpId="0"/>
      <p:bldP spid="15" grpId="0"/>
      <p:bldP spid="15" grpId="1"/>
      <p:bldP spid="16" grpId="0"/>
      <p:bldP spid="17" grpId="0"/>
      <p:bldP spid="17" grpId="1"/>
      <p:bldP spid="17" grpId="2"/>
      <p:bldP spid="18" grpId="0"/>
      <p:bldP spid="18" grpId="1"/>
      <p:bldP spid="19" grpId="0"/>
      <p:bldP spid="20" grpId="0"/>
      <p:bldP spid="20" grpId="1"/>
      <p:bldP spid="20" grpId="2"/>
      <p:bldP spid="21" grpId="0"/>
      <p:bldP spid="21" grpId="1"/>
      <p:bldP spid="22" grpId="0"/>
      <p:bldP spid="23" grpId="0"/>
      <p:bldP spid="24" grpId="0"/>
      <p:bldP spid="25" grpId="0"/>
      <p:bldP spid="25" grpId="1"/>
      <p:bldP spid="26" grpId="0"/>
      <p:bldP spid="27" grpId="0"/>
      <p:bldP spid="27" grpId="1"/>
      <p:bldP spid="28" grpId="0"/>
      <p:bldP spid="29" grpId="0"/>
      <p:bldP spid="29" grpId="1"/>
      <p:bldP spid="30" grpId="0"/>
      <p:bldP spid="31" grpId="0"/>
      <p:bldP spid="32" grpId="0"/>
      <p:bldP spid="33" grpId="0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object-1">
            <a:extLst>
              <a:ext uri="{FF2B5EF4-FFF2-40B4-BE49-F238E27FC236}">
                <a16:creationId xmlns:a16="http://schemas.microsoft.com/office/drawing/2014/main" id="{8C4AF353-F26C-417E-BD9A-6C761605B40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3FC47DA-2FB0-4B14-B4D8-9ABA3AC7C23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25,980 + 129,900.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EADAC811-33E7-4F2D-996F-E4EA943728BE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691DAD4-CC5A-42B4-9548-03B7C73196F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D27C8D39-8811-4FC6-A119-101FBF13560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16A2E27-002B-403B-A100-19A77B18BCB0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0E041B5-1704-4E4B-9421-42243C2E3B3E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EF85876-F0E9-49E6-803B-04B5289ACBEA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794C2381-3639-4528-A29B-A4FC060C9C1A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EC6A2D4-F7E9-4A11-A980-D48515281458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D1DF66D-BF2C-4AA9-81F0-D8D0743A2C08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CB023A4-774E-4A5D-8056-FB551A2B8437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B76A75C-9068-46FC-A84A-98089E74CBAB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29727CF-C0F6-43C1-A3BF-2A49911A9A70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015F414-BBB5-4DA9-8441-22ACBF7E2F0B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06F2E5B3-B7A1-44EC-8052-7895C0776CB5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1DA3395E-1C46-4676-9102-D622F7C2A7DC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8034F30-AAAC-40AA-80AD-9ADD0FAC77A2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5CD97DD4-6592-4E43-8018-A548CDA8D904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346149EF-D6AC-4E38-8718-D6037CC4CA66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9C86D56-8204-4477-AA12-480367E30DE3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+ 0 = 0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53DCF676-1F70-4B68-9257-72DA388D76FD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638B03E-68E5-42B6-AA1A-49D4628F3DEE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75929B7-96D7-4D5A-B6BE-7F05EA307651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8 + 0 = 8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3399767-8EF0-41CD-A5EE-257345BB39BA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4EF69CD3-45A9-4FA0-B004-C6D200A49FF5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54972C36-AA9A-4676-838E-6A4BE8E85489}"/>
              </a:ext>
            </a:extLst>
          </p:cNvPr>
          <p:cNvSpPr>
            <a:spLocks noGrp="1"/>
          </p:cNvSpPr>
          <p:nvPr/>
        </p:nvSpPr>
        <p:spPr>
          <a:xfrm>
            <a:off x="7334250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6161D716-A25A-4AA7-8356-900B35CF05D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+ 9 = 18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FFE55249-5507-4800-BE69-23CB0FE4C572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49314047-C310-4295-9A3C-1206568C85EA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382A9654-7D78-4360-A326-62FCF4E519E3}"/>
              </a:ext>
            </a:extLst>
          </p:cNvPr>
          <p:cNvSpPr>
            <a:spLocks noGrp="1"/>
          </p:cNvSpPr>
          <p:nvPr/>
        </p:nvSpPr>
        <p:spPr>
          <a:xfrm>
            <a:off x="6405563" y="2571750"/>
            <a:ext cx="833438" cy="452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438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438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2A98BAEE-535B-46BC-97F4-656116B486A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5 + 9 + 1 = 15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B48DB42-04B5-41C6-A3AD-903C83279319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C6AB7E26-12F1-4D94-BDDF-157BD160C123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FBDAB235-C96F-4675-9D55-398A6002F8D0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+ 2 + 1 = 5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93BB2667-E03E-4893-AC97-86F039435F43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ECD5B5BB-F3E3-4D95-8ADD-FB8558FAE663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8B69AB2C-2D62-426C-9D98-E3734F1D80EB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+ 1 = 1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C59FFC8A-B5ED-4CD8-90FE-032797F3FC93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A6A037C0-5C2B-4077-99BB-B031D60DF4FE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25,980 + 129,900 = 155,880</a:t>
            </a:r>
          </a:p>
        </p:txBody>
      </p:sp>
    </p:spTree>
    <p:extLst>
      <p:ext uri="{BB962C8B-B14F-4D97-AF65-F5344CB8AC3E}">
        <p14:creationId xmlns:p14="http://schemas.microsoft.com/office/powerpoint/2010/main" val="808481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37" dur="8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80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609375 0 E" pathEditMode="relative" ptsTypes="">
                                      <p:cBhvr>
                                        <p:cTn id="55" dur="8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5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800"/>
                            </p:stCondLst>
                            <p:childTnLst>
                              <p:par>
                                <p:cTn id="5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1" grpId="1"/>
      <p:bldP spid="22" grpId="0"/>
      <p:bldP spid="24" grpId="0"/>
      <p:bldP spid="24" grpId="1"/>
      <p:bldP spid="25" grpId="0"/>
      <p:bldP spid="27" grpId="0"/>
      <p:bldP spid="27" grpId="1"/>
      <p:bldP spid="28" grpId="0"/>
      <p:bldP spid="28" grpId="1"/>
      <p:bldP spid="29" grpId="0"/>
      <p:bldP spid="31" grpId="0"/>
      <p:bldP spid="31" grpId="1"/>
      <p:bldP spid="32" grpId="0"/>
      <p:bldP spid="32" grpId="1"/>
      <p:bldP spid="33" grpId="0"/>
      <p:bldP spid="35" grpId="0"/>
      <p:bldP spid="35" grpId="1"/>
      <p:bldP spid="36" grpId="0"/>
      <p:bldP spid="38" grpId="0"/>
      <p:bldP spid="39" grpId="0"/>
      <p:bldP spid="40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object-1">
            <a:extLst>
              <a:ext uri="{FF2B5EF4-FFF2-40B4-BE49-F238E27FC236}">
                <a16:creationId xmlns:a16="http://schemas.microsoft.com/office/drawing/2014/main" id="{C27A0B11-1EAD-44C4-A38C-97A6A93A08C3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E960C44-F67F-4BB1-81F2-3C3CB94B7CEC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7EB5EBB0-D9A1-48CD-A5F2-1323B0D9C95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4,341 × 36.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2D9DC219-840A-4FBA-B596-10E70745A71C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567CD4E-1E1C-4D33-89CE-578357C3A4B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D4569216-9568-40A9-BACF-B688E4F1D8C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D15184B3-6324-45CD-9D3A-8565511A3D00}"/>
              </a:ext>
            </a:extLst>
          </p:cNvPr>
          <p:cNvSpPr>
            <a:spLocks noGrp="1"/>
          </p:cNvSpPr>
          <p:nvPr/>
        </p:nvSpPr>
        <p:spPr>
          <a:xfrm>
            <a:off x="74056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052E2DA-889B-49EB-96A0-0C6F5539D32C}"/>
              </a:ext>
            </a:extLst>
          </p:cNvPr>
          <p:cNvSpPr>
            <a:spLocks noGrp="1"/>
          </p:cNvSpPr>
          <p:nvPr/>
        </p:nvSpPr>
        <p:spPr>
          <a:xfrm>
            <a:off x="82629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C0CF623-BCBA-4FEB-B77F-982B1C09E617}"/>
              </a:ext>
            </a:extLst>
          </p:cNvPr>
          <p:cNvSpPr>
            <a:spLocks noGrp="1"/>
          </p:cNvSpPr>
          <p:nvPr/>
        </p:nvSpPr>
        <p:spPr>
          <a:xfrm>
            <a:off x="912018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21CF73BB-AA33-4E53-AAF4-8B108C424809}"/>
              </a:ext>
            </a:extLst>
          </p:cNvPr>
          <p:cNvSpPr>
            <a:spLocks noGrp="1"/>
          </p:cNvSpPr>
          <p:nvPr/>
        </p:nvSpPr>
        <p:spPr>
          <a:xfrm>
            <a:off x="9977438" y="2762250"/>
            <a:ext cx="762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FDA4225-E4F8-4A58-AC34-716094A300B0}"/>
              </a:ext>
            </a:extLst>
          </p:cNvPr>
          <p:cNvSpPr>
            <a:spLocks noGrp="1"/>
          </p:cNvSpPr>
          <p:nvPr/>
        </p:nvSpPr>
        <p:spPr>
          <a:xfrm>
            <a:off x="4976813" y="3690938"/>
            <a:ext cx="714375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938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938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×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472D4A3-2F90-4AD4-A79F-3F15CD0443FB}"/>
              </a:ext>
            </a:extLst>
          </p:cNvPr>
          <p:cNvSpPr>
            <a:spLocks noGrp="1"/>
          </p:cNvSpPr>
          <p:nvPr/>
        </p:nvSpPr>
        <p:spPr>
          <a:xfrm>
            <a:off x="9120188" y="3690938"/>
            <a:ext cx="16192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3938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938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8BD03F16-9922-4CA4-A1F3-9217595CBC7F}"/>
              </a:ext>
            </a:extLst>
          </p:cNvPr>
          <p:cNvSpPr>
            <a:spLocks noGrp="1"/>
          </p:cNvSpPr>
          <p:nvPr/>
        </p:nvSpPr>
        <p:spPr>
          <a:xfrm>
            <a:off x="5512594" y="4464844"/>
            <a:ext cx="5441156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7AAE4E3-A5B2-479B-94C3-9DF22F698C3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1 = 6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38347677-8C3A-413F-AF71-7C57665758E8}"/>
              </a:ext>
            </a:extLst>
          </p:cNvPr>
          <p:cNvSpPr>
            <a:spLocks noGrp="1"/>
          </p:cNvSpPr>
          <p:nvPr/>
        </p:nvSpPr>
        <p:spPr>
          <a:xfrm>
            <a:off x="9977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EA1088F-53A4-4E01-A9EB-6BF89EDB6976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4 = 24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A1A947B-8856-486D-8B24-A06B173F6D57}"/>
              </a:ext>
            </a:extLst>
          </p:cNvPr>
          <p:cNvSpPr>
            <a:spLocks noGrp="1"/>
          </p:cNvSpPr>
          <p:nvPr/>
        </p:nvSpPr>
        <p:spPr>
          <a:xfrm>
            <a:off x="91201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6084472-C257-457F-A66E-E641AA8C8627}"/>
              </a:ext>
            </a:extLst>
          </p:cNvPr>
          <p:cNvSpPr>
            <a:spLocks noGrp="1"/>
          </p:cNvSpPr>
          <p:nvPr/>
        </p:nvSpPr>
        <p:spPr>
          <a:xfrm>
            <a:off x="912018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30689BA-7A5F-477A-BC66-C226D52A161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3 + 2 = 20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C9FD323-D8AA-46D4-8E95-BED47C7C425C}"/>
              </a:ext>
            </a:extLst>
          </p:cNvPr>
          <p:cNvSpPr>
            <a:spLocks noGrp="1"/>
          </p:cNvSpPr>
          <p:nvPr/>
        </p:nvSpPr>
        <p:spPr>
          <a:xfrm>
            <a:off x="82629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6A4114EF-FC37-4DE3-88EC-F07F93A800E0}"/>
              </a:ext>
            </a:extLst>
          </p:cNvPr>
          <p:cNvSpPr>
            <a:spLocks noGrp="1"/>
          </p:cNvSpPr>
          <p:nvPr/>
        </p:nvSpPr>
        <p:spPr>
          <a:xfrm>
            <a:off x="82629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172AAC3-6F53-44FC-A059-85AEC00F321C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× 4 + 2 = 26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02A0C51-BBEB-4FCD-B019-4AFE71811BD8}"/>
              </a:ext>
            </a:extLst>
          </p:cNvPr>
          <p:cNvSpPr>
            <a:spLocks noGrp="1"/>
          </p:cNvSpPr>
          <p:nvPr/>
        </p:nvSpPr>
        <p:spPr>
          <a:xfrm>
            <a:off x="654843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48752C8-1AFC-482A-B6FE-992C254C5B9E}"/>
              </a:ext>
            </a:extLst>
          </p:cNvPr>
          <p:cNvSpPr>
            <a:spLocks noGrp="1"/>
          </p:cNvSpPr>
          <p:nvPr/>
        </p:nvSpPr>
        <p:spPr>
          <a:xfrm>
            <a:off x="7405688" y="46553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1E0E4EB-6CF3-4D39-A514-F1B065B458FC}"/>
              </a:ext>
            </a:extLst>
          </p:cNvPr>
          <p:cNvSpPr>
            <a:spLocks noGrp="1"/>
          </p:cNvSpPr>
          <p:nvPr/>
        </p:nvSpPr>
        <p:spPr>
          <a:xfrm>
            <a:off x="99774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867B12F-9C24-4D70-9F49-BE74CFCBFECC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1 = 3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4D980AA1-FD8A-4DA8-87FF-2E3BA22100B9}"/>
              </a:ext>
            </a:extLst>
          </p:cNvPr>
          <p:cNvSpPr>
            <a:spLocks noGrp="1"/>
          </p:cNvSpPr>
          <p:nvPr/>
        </p:nvSpPr>
        <p:spPr>
          <a:xfrm>
            <a:off x="91201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2DE0A9D9-2C32-4E8E-AA7B-13FC90426622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= 12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6F496328-EF9E-4F24-BB37-4926456D233B}"/>
              </a:ext>
            </a:extLst>
          </p:cNvPr>
          <p:cNvSpPr>
            <a:spLocks noGrp="1"/>
          </p:cNvSpPr>
          <p:nvPr/>
        </p:nvSpPr>
        <p:spPr>
          <a:xfrm>
            <a:off x="82629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5B23C035-8408-4E3E-852B-009F62216AA4}"/>
              </a:ext>
            </a:extLst>
          </p:cNvPr>
          <p:cNvSpPr>
            <a:spLocks noGrp="1"/>
          </p:cNvSpPr>
          <p:nvPr/>
        </p:nvSpPr>
        <p:spPr>
          <a:xfrm>
            <a:off x="912018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B81C8A44-3BC7-44C3-B853-4E0FAC9F720D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3 + 1 = 10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3A1491EE-D8AC-4DC6-8C4A-AFE6851CEFCF}"/>
              </a:ext>
            </a:extLst>
          </p:cNvPr>
          <p:cNvSpPr>
            <a:spLocks noGrp="1"/>
          </p:cNvSpPr>
          <p:nvPr/>
        </p:nvSpPr>
        <p:spPr>
          <a:xfrm>
            <a:off x="74056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45B0610C-DB0C-44C1-A805-6B0CAA9E851B}"/>
              </a:ext>
            </a:extLst>
          </p:cNvPr>
          <p:cNvSpPr>
            <a:spLocks noGrp="1"/>
          </p:cNvSpPr>
          <p:nvPr/>
        </p:nvSpPr>
        <p:spPr>
          <a:xfrm>
            <a:off x="8262938" y="2262188"/>
            <a:ext cx="76200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344" b="1">
                <a:solidFill>
                  <a:srgbClr val="9A5800"/>
                </a:solidFill>
                <a:latin typeface="Arial"/>
                <a:ea typeface="Arial"/>
                <a:cs typeface="Arial"/>
              </a:defRPr>
            </a:pPr>
            <a:r>
              <a:rPr sz="2344" b="1">
                <a:solidFill>
                  <a:srgbClr val="9A58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E717D4F1-4832-40C7-A376-92EA90CFE13A}"/>
              </a:ext>
            </a:extLst>
          </p:cNvPr>
          <p:cNvSpPr>
            <a:spLocks noGrp="1"/>
          </p:cNvSpPr>
          <p:nvPr/>
        </p:nvSpPr>
        <p:spPr>
          <a:xfrm>
            <a:off x="1012031" y="6738938"/>
            <a:ext cx="13215938" cy="559594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+ 1 = 13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4D2AF75D-38DB-4FBF-A22C-92AFAE03FB42}"/>
              </a:ext>
            </a:extLst>
          </p:cNvPr>
          <p:cNvSpPr>
            <a:spLocks noGrp="1"/>
          </p:cNvSpPr>
          <p:nvPr/>
        </p:nvSpPr>
        <p:spPr>
          <a:xfrm>
            <a:off x="569118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ED681E4D-7321-47AC-8039-0C91C0E8959F}"/>
              </a:ext>
            </a:extLst>
          </p:cNvPr>
          <p:cNvSpPr>
            <a:spLocks noGrp="1"/>
          </p:cNvSpPr>
          <p:nvPr/>
        </p:nvSpPr>
        <p:spPr>
          <a:xfrm>
            <a:off x="6548438" y="5607844"/>
            <a:ext cx="762000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031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031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76F83388-2B4E-4FCE-8EEF-0D998B2E26EE}"/>
              </a:ext>
            </a:extLst>
          </p:cNvPr>
          <p:cNvSpPr>
            <a:spLocks noGrp="1"/>
          </p:cNvSpPr>
          <p:nvPr/>
        </p:nvSpPr>
        <p:spPr>
          <a:xfrm>
            <a:off x="892969" y="7286625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Now add the partial products: 26,046 + 130,230.</a:t>
            </a:r>
          </a:p>
        </p:txBody>
      </p:sp>
    </p:spTree>
    <p:extLst>
      <p:ext uri="{BB962C8B-B14F-4D97-AF65-F5344CB8AC3E}">
        <p14:creationId xmlns:p14="http://schemas.microsoft.com/office/powerpoint/2010/main" val="593053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23" dur="8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39" dur="8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79" dur="8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-0.05625 0 E" pathEditMode="relative" ptsTypes="">
                                      <p:cBhvr>
                                        <p:cTn id="95" dur="8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6" grpId="0"/>
      <p:bldP spid="16" grpId="1"/>
      <p:bldP spid="17" grpId="0"/>
      <p:bldP spid="18" grpId="0"/>
      <p:bldP spid="18" grpId="1"/>
      <p:bldP spid="18" grpId="2"/>
      <p:bldP spid="19" grpId="0"/>
      <p:bldP spid="19" grpId="1"/>
      <p:bldP spid="20" grpId="0"/>
      <p:bldP spid="21" grpId="0"/>
      <p:bldP spid="21" grpId="1"/>
      <p:bldP spid="21" grpId="2"/>
      <p:bldP spid="22" grpId="0"/>
      <p:bldP spid="22" grpId="1"/>
      <p:bldP spid="23" grpId="0"/>
      <p:bldP spid="24" grpId="0"/>
      <p:bldP spid="25" grpId="0"/>
      <p:bldP spid="26" grpId="0"/>
      <p:bldP spid="26" grpId="1"/>
      <p:bldP spid="27" grpId="0"/>
      <p:bldP spid="28" grpId="0"/>
      <p:bldP spid="28" grpId="1"/>
      <p:bldP spid="29" grpId="0"/>
      <p:bldP spid="30" grpId="0"/>
      <p:bldP spid="30" grpId="1"/>
      <p:bldP spid="30" grpId="2"/>
      <p:bldP spid="31" grpId="0"/>
      <p:bldP spid="31" grpId="1"/>
      <p:bldP spid="32" grpId="0"/>
      <p:bldP spid="33" grpId="0"/>
      <p:bldP spid="33" grpId="1"/>
      <p:bldP spid="33" grpId="2"/>
      <p:bldP spid="34" grpId="0"/>
      <p:bldP spid="35" grpId="0"/>
      <p:bldP spid="36" grpId="0"/>
      <p:bldP spid="3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object-1">
            <a:extLst>
              <a:ext uri="{FF2B5EF4-FFF2-40B4-BE49-F238E27FC236}">
                <a16:creationId xmlns:a16="http://schemas.microsoft.com/office/drawing/2014/main" id="{E8A889FD-43A1-4C4D-9774-4FB2487FF576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1709F7FF-D356-4DAF-9A9F-FB0C19E969F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DACE5FDB-52BB-4FDB-9A49-59A6385988D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26,046 + 130,230.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2E6D9ED-DFAE-4822-9A71-C9C98EC9F43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B541942C-01F8-434F-AA6F-0BA7F72AF8D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AA4F8EB-C572-49C1-A3F1-3EDB567FCF5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48637558-4114-4CF0-BD53-46497D9E3E92}"/>
              </a:ext>
            </a:extLst>
          </p:cNvPr>
          <p:cNvSpPr>
            <a:spLocks noGrp="1"/>
          </p:cNvSpPr>
          <p:nvPr/>
        </p:nvSpPr>
        <p:spPr>
          <a:xfrm>
            <a:off x="454818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BE8CFE61-5F07-41E3-9A5D-9B80D9FBD898}"/>
              </a:ext>
            </a:extLst>
          </p:cNvPr>
          <p:cNvSpPr>
            <a:spLocks noGrp="1"/>
          </p:cNvSpPr>
          <p:nvPr/>
        </p:nvSpPr>
        <p:spPr>
          <a:xfrm>
            <a:off x="547687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D45B0185-8B06-4C14-B76B-7C4FF86E5E98}"/>
              </a:ext>
            </a:extLst>
          </p:cNvPr>
          <p:cNvSpPr>
            <a:spLocks noGrp="1"/>
          </p:cNvSpPr>
          <p:nvPr/>
        </p:nvSpPr>
        <p:spPr>
          <a:xfrm>
            <a:off x="6405563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0FEA1B01-0383-4F18-9470-647EDEFAEB58}"/>
              </a:ext>
            </a:extLst>
          </p:cNvPr>
          <p:cNvSpPr>
            <a:spLocks noGrp="1"/>
          </p:cNvSpPr>
          <p:nvPr/>
        </p:nvSpPr>
        <p:spPr>
          <a:xfrm>
            <a:off x="7334250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5B39088-DF7F-410E-A5A6-7C36A6F6B907}"/>
              </a:ext>
            </a:extLst>
          </p:cNvPr>
          <p:cNvSpPr>
            <a:spLocks noGrp="1"/>
          </p:cNvSpPr>
          <p:nvPr/>
        </p:nvSpPr>
        <p:spPr>
          <a:xfrm>
            <a:off x="8262938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7914E38-9A58-44DA-A774-A8ED5F4BE826}"/>
              </a:ext>
            </a:extLst>
          </p:cNvPr>
          <p:cNvSpPr>
            <a:spLocks noGrp="1"/>
          </p:cNvSpPr>
          <p:nvPr/>
        </p:nvSpPr>
        <p:spPr>
          <a:xfrm>
            <a:off x="9191625" y="3095625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EE05B99C-925D-4F56-ABE9-140D9754594A}"/>
              </a:ext>
            </a:extLst>
          </p:cNvPr>
          <p:cNvSpPr>
            <a:spLocks noGrp="1"/>
          </p:cNvSpPr>
          <p:nvPr/>
        </p:nvSpPr>
        <p:spPr>
          <a:xfrm>
            <a:off x="454818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4978CE54-EBEB-4A43-8882-D472E9E0C7FE}"/>
              </a:ext>
            </a:extLst>
          </p:cNvPr>
          <p:cNvSpPr>
            <a:spLocks noGrp="1"/>
          </p:cNvSpPr>
          <p:nvPr/>
        </p:nvSpPr>
        <p:spPr>
          <a:xfrm>
            <a:off x="547687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956980C-861D-4BEA-92A6-CB2EDF39B3ED}"/>
              </a:ext>
            </a:extLst>
          </p:cNvPr>
          <p:cNvSpPr>
            <a:spLocks noGrp="1"/>
          </p:cNvSpPr>
          <p:nvPr/>
        </p:nvSpPr>
        <p:spPr>
          <a:xfrm>
            <a:off x="6405563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9B83049-B7FB-4A1E-9715-FAFBF8B06A3C}"/>
              </a:ext>
            </a:extLst>
          </p:cNvPr>
          <p:cNvSpPr>
            <a:spLocks noGrp="1"/>
          </p:cNvSpPr>
          <p:nvPr/>
        </p:nvSpPr>
        <p:spPr>
          <a:xfrm>
            <a:off x="7334250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A3CEA3D-7AD9-4DC6-9ABD-B9DBA2FA3EB2}"/>
              </a:ext>
            </a:extLst>
          </p:cNvPr>
          <p:cNvSpPr>
            <a:spLocks noGrp="1"/>
          </p:cNvSpPr>
          <p:nvPr/>
        </p:nvSpPr>
        <p:spPr>
          <a:xfrm>
            <a:off x="8262938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6F13617A-2690-496C-A217-78307F9AC717}"/>
              </a:ext>
            </a:extLst>
          </p:cNvPr>
          <p:cNvSpPr>
            <a:spLocks noGrp="1"/>
          </p:cNvSpPr>
          <p:nvPr/>
        </p:nvSpPr>
        <p:spPr>
          <a:xfrm>
            <a:off x="9191625" y="4131469"/>
            <a:ext cx="833438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219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219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ACBDB97-9269-4B31-AE2E-3B2DA0A2013D}"/>
              </a:ext>
            </a:extLst>
          </p:cNvPr>
          <p:cNvSpPr>
            <a:spLocks noGrp="1"/>
          </p:cNvSpPr>
          <p:nvPr/>
        </p:nvSpPr>
        <p:spPr>
          <a:xfrm>
            <a:off x="3714750" y="4131469"/>
            <a:ext cx="654844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125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542AC83C-18B5-42F4-9819-8A8FB57439AA}"/>
              </a:ext>
            </a:extLst>
          </p:cNvPr>
          <p:cNvSpPr>
            <a:spLocks noGrp="1"/>
          </p:cNvSpPr>
          <p:nvPr/>
        </p:nvSpPr>
        <p:spPr>
          <a:xfrm>
            <a:off x="4310063" y="5036344"/>
            <a:ext cx="5988844" cy="35719"/>
          </a:xfrm>
          <a:prstGeom prst="rect">
            <a:avLst/>
          </a:prstGeom>
          <a:solidFill>
            <a:srgbClr val="172B4D"/>
          </a:solidFill>
          <a:ln w="0">
            <a:noFill/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8DF50ACA-7551-4CA1-A324-598CACBC31F3}"/>
              </a:ext>
            </a:extLst>
          </p:cNvPr>
          <p:cNvSpPr>
            <a:spLocks noGrp="1"/>
          </p:cNvSpPr>
          <p:nvPr/>
        </p:nvSpPr>
        <p:spPr>
          <a:xfrm>
            <a:off x="915590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0AABD3E9-E380-44D3-BE34-0B934EB35DFD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+ 0 = 6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5107B8B0-2BCC-49B5-AE48-FCC2F5B20B42}"/>
              </a:ext>
            </a:extLst>
          </p:cNvPr>
          <p:cNvSpPr>
            <a:spLocks noGrp="1"/>
          </p:cNvSpPr>
          <p:nvPr/>
        </p:nvSpPr>
        <p:spPr>
          <a:xfrm>
            <a:off x="919162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4EF1402-2F45-4569-BB7D-1C3249B290EA}"/>
              </a:ext>
            </a:extLst>
          </p:cNvPr>
          <p:cNvSpPr>
            <a:spLocks noGrp="1"/>
          </p:cNvSpPr>
          <p:nvPr/>
        </p:nvSpPr>
        <p:spPr>
          <a:xfrm>
            <a:off x="822721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E0C1CD20-9D76-4F0B-9884-34181B20E35B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 + 3 = 7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05FC6246-DC5E-439C-A004-FB7199304BA6}"/>
              </a:ext>
            </a:extLst>
          </p:cNvPr>
          <p:cNvSpPr>
            <a:spLocks noGrp="1"/>
          </p:cNvSpPr>
          <p:nvPr/>
        </p:nvSpPr>
        <p:spPr>
          <a:xfrm>
            <a:off x="826293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3E5923CE-D78E-432D-BA0C-B863CCB54AF7}"/>
              </a:ext>
            </a:extLst>
          </p:cNvPr>
          <p:cNvSpPr>
            <a:spLocks noGrp="1"/>
          </p:cNvSpPr>
          <p:nvPr/>
        </p:nvSpPr>
        <p:spPr>
          <a:xfrm>
            <a:off x="7298531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5AFFA8F6-2827-4755-8EEC-5163E0156DED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+ 2 = 2</a:t>
            </a:r>
          </a:p>
        </p:txBody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77C6AB63-E489-45E9-A29F-843BE84D40E8}"/>
              </a:ext>
            </a:extLst>
          </p:cNvPr>
          <p:cNvSpPr>
            <a:spLocks noGrp="1"/>
          </p:cNvSpPr>
          <p:nvPr/>
        </p:nvSpPr>
        <p:spPr>
          <a:xfrm>
            <a:off x="7334250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CAA959A9-58CB-46AB-BD71-611542EC86CD}"/>
              </a:ext>
            </a:extLst>
          </p:cNvPr>
          <p:cNvSpPr>
            <a:spLocks noGrp="1"/>
          </p:cNvSpPr>
          <p:nvPr/>
        </p:nvSpPr>
        <p:spPr>
          <a:xfrm>
            <a:off x="6369844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86D6DF83-7BB5-4299-A0CE-D0C6C07EA394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6 + 0 = 6</a:t>
            </a:r>
          </a:p>
        </p:txBody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69059708-AF57-423F-8C11-DC42CA325D74}"/>
              </a:ext>
            </a:extLst>
          </p:cNvPr>
          <p:cNvSpPr>
            <a:spLocks noGrp="1"/>
          </p:cNvSpPr>
          <p:nvPr/>
        </p:nvSpPr>
        <p:spPr>
          <a:xfrm>
            <a:off x="6405563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9C4A3EBA-61BF-49E5-84B7-8D5CBEF58A9B}"/>
              </a:ext>
            </a:extLst>
          </p:cNvPr>
          <p:cNvSpPr>
            <a:spLocks noGrp="1"/>
          </p:cNvSpPr>
          <p:nvPr/>
        </p:nvSpPr>
        <p:spPr>
          <a:xfrm>
            <a:off x="5441156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A286724F-850A-43AF-A949-1E0FB37687B5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+ 3 = 5</a:t>
            </a:r>
          </a:p>
        </p:txBody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B9EEB456-88DC-46DB-A2C5-11A98F649B51}"/>
              </a:ext>
            </a:extLst>
          </p:cNvPr>
          <p:cNvSpPr>
            <a:spLocks noGrp="1"/>
          </p:cNvSpPr>
          <p:nvPr/>
        </p:nvSpPr>
        <p:spPr>
          <a:xfrm>
            <a:off x="5476875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A796CBC-E04B-40BC-AF0E-48D4E19A75C6}"/>
              </a:ext>
            </a:extLst>
          </p:cNvPr>
          <p:cNvSpPr>
            <a:spLocks noGrp="1"/>
          </p:cNvSpPr>
          <p:nvPr/>
        </p:nvSpPr>
        <p:spPr>
          <a:xfrm>
            <a:off x="4512469" y="2988469"/>
            <a:ext cx="904875" cy="1976438"/>
          </a:xfrm>
          <a:prstGeom prst="rect">
            <a:avLst/>
          </a:prstGeom>
          <a:noFill/>
          <a:ln w="35719">
            <a:solidFill>
              <a:srgbClr val="9A5800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4C20EF62-8C07-4C2A-9388-97C9DF90CE5E}"/>
              </a:ext>
            </a:extLst>
          </p:cNvPr>
          <p:cNvSpPr>
            <a:spLocks noGrp="1"/>
          </p:cNvSpPr>
          <p:nvPr/>
        </p:nvSpPr>
        <p:spPr>
          <a:xfrm>
            <a:off x="1190625" y="6477000"/>
            <a:ext cx="1285875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906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906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+ 1 = 1</a:t>
            </a:r>
          </a:p>
        </p:txBody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CD1503ED-0C2F-47B8-B439-6CF6E8374E58}"/>
              </a:ext>
            </a:extLst>
          </p:cNvPr>
          <p:cNvSpPr>
            <a:spLocks noGrp="1"/>
          </p:cNvSpPr>
          <p:nvPr/>
        </p:nvSpPr>
        <p:spPr>
          <a:xfrm>
            <a:off x="4548188" y="5214938"/>
            <a:ext cx="833438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594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4594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EAFC1BFC-1A42-4F37-9FD4-D4F7A46A16B2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26,046 + 130,230 = 156,276</a:t>
            </a:r>
          </a:p>
        </p:txBody>
      </p:sp>
    </p:spTree>
    <p:extLst>
      <p:ext uri="{BB962C8B-B14F-4D97-AF65-F5344CB8AC3E}">
        <p14:creationId xmlns:p14="http://schemas.microsoft.com/office/powerpoint/2010/main" val="1841813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2" grpId="1"/>
      <p:bldP spid="23" grpId="0"/>
      <p:bldP spid="25" grpId="0"/>
      <p:bldP spid="25" grpId="1"/>
      <p:bldP spid="26" grpId="0"/>
      <p:bldP spid="28" grpId="0"/>
      <p:bldP spid="28" grpId="1"/>
      <p:bldP spid="29" grpId="0"/>
      <p:bldP spid="31" grpId="0"/>
      <p:bldP spid="31" grpId="1"/>
      <p:bldP spid="32" grpId="0"/>
      <p:bldP spid="34" grpId="0"/>
      <p:bldP spid="34" grpId="1"/>
      <p:bldP spid="35" grpId="0"/>
      <p:bldP spid="37" grpId="0"/>
      <p:bldP spid="38" grpId="0"/>
      <p:bldP spid="39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171A6FF0-0D4A-401A-AC61-57AE1764A772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001D04B-B275-4957-B8E5-D16ACA1EA42A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82A915D-1DAD-448F-AE20-3D3571883EDC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171254A1-501B-407E-ABE4-73FD2DDC34A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3E547D5-7EC7-4D23-9739-6C4F7EFFB0F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54FDDA12-DFB1-4CE8-A2EE-4A013D60530E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211A3253-8748-4DE5-BFB0-4F66BB8A9BF6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BD70B3C-A1AE-47D5-81A6-AE89FA9DB8B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4,308 x 36 and check using estimation.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86A605DF-5607-426A-8586-C90960F30992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80BDAC0-34B2-4D1C-87C3-791E1B604E4E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9,072 / 28.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732E987F-3489-4187-B24C-B9405118AEB2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BBE2604-EA5E-4402-98D4-11DCAC1ECEB6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A coach holds 46 people. How many coaches are needed for 4,375 people?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3F299273-BCFA-491F-8CD3-8A7DADD2E423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0A6D1B4B-004F-402D-9C11-836D23ABA14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4,308 x 36 and check using estimation.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36FD351-739D-4CFF-97D6-6E43C813F3B1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715088AD-936B-45B2-809A-4F3F99734FB4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9,072 / 28.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06283A82-2DEF-4424-A2FA-8A7667973613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40C0767F-C1B0-410A-9A1D-F71F2EEE9AAF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A coach holds 46 people. How many coaches are needed for 4,375 people?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211D3043-958E-410E-9CAD-A61943FF66D9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13BFA050-6B47-4FCA-B343-D0DD338C4C40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Find a four-digit number that divided by 32 gives quotient 125 remainder 9.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1332F058-C6AA-4003-857D-EF0C1FAFC563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29A6FDC0-DE1D-4118-8028-2D25B4DAD2A5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treats a remainder as the final answer without reading the context.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EC5035C-2465-466C-B828-566DF5C530CA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E54155EA-C7D0-4FEC-938C-4B44C2AF788B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807DA15-A289-4CE3-8DAF-EDE8EF941341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B0D5A6CF-1670-4E38-BE16-CC4DA109EFF4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A coach holds 46 people. How many coaches are needed for 4,375 people?</a:t>
            </a:r>
          </a:p>
        </p:txBody>
      </p:sp>
    </p:spTree>
    <p:extLst>
      <p:ext uri="{BB962C8B-B14F-4D97-AF65-F5344CB8AC3E}">
        <p14:creationId xmlns:p14="http://schemas.microsoft.com/office/powerpoint/2010/main" val="13696046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D4D969D8-67F2-4E02-984B-904A2F58D957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0EE13641-5541-4188-910B-660D41E0903F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5AA3E06D-1B9F-44BD-B187-2E486FC3FAE2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751C1298-54A3-464D-8200-5D40E1D81401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Retrieve multiplication and division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CB8C112-10F6-43B6-B89D-5CD817C9E21D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0E881DE-B2B1-46CF-A731-63C256ECEF52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79FB47E-EA85-4E23-B852-9844C8FC80E0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155,088; estimate about 4,300 x 40 = 172,000.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F9D9CA2F-6A1E-4100-820C-8FAEDEAF9640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A68B1F43-E051-4A4D-B31A-F5767F8CAD6C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324.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C0BE6AD6-7C81-45A4-8BED-9793F975E707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313187C1-80AA-4A42-B642-422855D6B891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96 coaches.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E63520E5-4754-40E9-BDB8-CAF5CFE1D44E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7374437-5982-4155-AFAF-9CBCF11C33A2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155,088; estimate about 4,300 x 40 = 172,000.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A68FA44A-4F11-4A81-991C-9AFED9E7158F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C311F1B5-0061-4BBA-80A3-1CD98915E37A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324.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16B8CCAF-DCA8-44B4-89A0-A132FF4D3AF9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F840F64-D109-4EAC-83E3-9DCF28857B17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96 coaches.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71CEEB31-8133-47A5-BE51-3BA7556D940D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E6337B0-9207-4FA5-9257-37E47263A3AF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4,009.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91929EFC-89D3-4DDB-AB58-60411A58D4DE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AC9E403-652F-41B8-AA1D-32CA733C7F60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Interpret the remainder as the context requires after the written division is complete.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F80F6944-7C70-4606-BC8F-68614922C73D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FAB3CE49-7FE0-46ED-B0EF-67BAF87588BA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A9CAD3E-239F-4007-9AE9-0C36ABE93BF5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06D3D4BE-6B37-495C-9BE2-3EF212D540AF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6024279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1756</Words>
  <Application>Microsoft Office PowerPoint</Application>
  <DocSecurity>0</DocSecurity>
  <PresentationFormat>Custom</PresentationFormat>
  <Paragraphs>339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2026-09-14T13:14:20Z</dcterms:created>
  <dcterms:modified xsi:type="dcterms:W3CDTF">2026-09-14T13:15:06Z</dcterms:modified>
</cp:coreProperties>
</file>